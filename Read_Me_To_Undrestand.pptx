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notesSlides/notesSlide1.xml" ContentType="application/vnd.openxmlformats-officedocument.presentationml.notesSlide+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37" r:id="rId1"/>
  </p:sldMasterIdLst>
  <p:notesMasterIdLst>
    <p:notesMasterId r:id="rId13"/>
  </p:notesMasterIdLst>
  <p:sldIdLst>
    <p:sldId id="256" r:id="rId2"/>
    <p:sldId id="257" r:id="rId3"/>
    <p:sldId id="258" r:id="rId4"/>
    <p:sldId id="269" r:id="rId5"/>
    <p:sldId id="265" r:id="rId6"/>
    <p:sldId id="270" r:id="rId7"/>
    <p:sldId id="260" r:id="rId8"/>
    <p:sldId id="261" r:id="rId9"/>
    <p:sldId id="271" r:id="rId10"/>
    <p:sldId id="272" r:id="rId11"/>
    <p:sldId id="273" r:id="rId12"/>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06" autoAdjust="0"/>
    <p:restoredTop sz="94660"/>
  </p:normalViewPr>
  <p:slideViewPr>
    <p:cSldViewPr snapToGrid="0">
      <p:cViewPr>
        <p:scale>
          <a:sx n="81" d="100"/>
          <a:sy n="81" d="100"/>
        </p:scale>
        <p:origin x="2668"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5401BC-FAC7-4EB0-AD37-04FE817B92B4}" type="doc">
      <dgm:prSet loTypeId="urn:microsoft.com/office/officeart/2005/8/layout/vList5" loCatId="list" qsTypeId="urn:microsoft.com/office/officeart/2005/8/quickstyle/3d5" qsCatId="3D" csTypeId="urn:microsoft.com/office/officeart/2005/8/colors/accent1_2" csCatId="accent1" phldr="1"/>
      <dgm:spPr/>
      <dgm:t>
        <a:bodyPr/>
        <a:lstStyle/>
        <a:p>
          <a:endParaRPr lang="en-US"/>
        </a:p>
      </dgm:t>
    </dgm:pt>
    <dgm:pt modelId="{4C1E89E1-C318-456C-91AC-3862568FF9DC}">
      <dgm:prSet/>
      <dgm:spPr/>
      <dgm:t>
        <a:bodyPr/>
        <a:lstStyle/>
        <a:p>
          <a:r>
            <a:rPr lang="en-US" dirty="0"/>
            <a:t>Electron JS + React + Django</a:t>
          </a:r>
        </a:p>
      </dgm:t>
    </dgm:pt>
    <dgm:pt modelId="{7906E8A1-00C1-4C87-B1BC-847CD3FD0338}" type="sibTrans" cxnId="{11F8511B-87B9-413C-8625-0F5ADA3CF86B}">
      <dgm:prSet/>
      <dgm:spPr/>
      <dgm:t>
        <a:bodyPr/>
        <a:lstStyle/>
        <a:p>
          <a:endParaRPr lang="en-US"/>
        </a:p>
      </dgm:t>
    </dgm:pt>
    <dgm:pt modelId="{FCB1ECF2-5027-4F0B-A13C-DE88EB42DE7C}" type="parTrans" cxnId="{11F8511B-87B9-413C-8625-0F5ADA3CF86B}">
      <dgm:prSet/>
      <dgm:spPr/>
      <dgm:t>
        <a:bodyPr/>
        <a:lstStyle/>
        <a:p>
          <a:endParaRPr lang="en-US"/>
        </a:p>
      </dgm:t>
    </dgm:pt>
    <dgm:pt modelId="{45A93C61-13BA-418C-A3EC-8AA1EF1C5C71}" type="pres">
      <dgm:prSet presAssocID="{8B5401BC-FAC7-4EB0-AD37-04FE817B92B4}" presName="Name0" presStyleCnt="0">
        <dgm:presLayoutVars>
          <dgm:dir/>
          <dgm:animLvl val="lvl"/>
          <dgm:resizeHandles val="exact"/>
        </dgm:presLayoutVars>
      </dgm:prSet>
      <dgm:spPr/>
    </dgm:pt>
    <dgm:pt modelId="{0E1F9CA4-2A6C-4646-B3DF-619824483007}" type="pres">
      <dgm:prSet presAssocID="{4C1E89E1-C318-456C-91AC-3862568FF9DC}" presName="linNode" presStyleCnt="0"/>
      <dgm:spPr/>
    </dgm:pt>
    <dgm:pt modelId="{5330F456-2294-4A8F-8795-DE5547402957}" type="pres">
      <dgm:prSet presAssocID="{4C1E89E1-C318-456C-91AC-3862568FF9DC}" presName="parentText" presStyleLbl="node1" presStyleIdx="0" presStyleCnt="1" custScaleX="269876" custLinFactNeighborX="-82038" custLinFactNeighborY="-4913">
        <dgm:presLayoutVars>
          <dgm:chMax val="1"/>
          <dgm:bulletEnabled val="1"/>
        </dgm:presLayoutVars>
      </dgm:prSet>
      <dgm:spPr/>
    </dgm:pt>
  </dgm:ptLst>
  <dgm:cxnLst>
    <dgm:cxn modelId="{11F8511B-87B9-413C-8625-0F5ADA3CF86B}" srcId="{8B5401BC-FAC7-4EB0-AD37-04FE817B92B4}" destId="{4C1E89E1-C318-456C-91AC-3862568FF9DC}" srcOrd="0" destOrd="0" parTransId="{FCB1ECF2-5027-4F0B-A13C-DE88EB42DE7C}" sibTransId="{7906E8A1-00C1-4C87-B1BC-847CD3FD0338}"/>
    <dgm:cxn modelId="{A48EC3BD-E0F6-4552-804E-F0F7CE36D173}" type="presOf" srcId="{4C1E89E1-C318-456C-91AC-3862568FF9DC}" destId="{5330F456-2294-4A8F-8795-DE5547402957}" srcOrd="0" destOrd="0" presId="urn:microsoft.com/office/officeart/2005/8/layout/vList5"/>
    <dgm:cxn modelId="{7C07A3DA-0E86-4DD9-8C65-639BB6672073}" type="presOf" srcId="{8B5401BC-FAC7-4EB0-AD37-04FE817B92B4}" destId="{45A93C61-13BA-418C-A3EC-8AA1EF1C5C71}" srcOrd="0" destOrd="0" presId="urn:microsoft.com/office/officeart/2005/8/layout/vList5"/>
    <dgm:cxn modelId="{2E77B3C9-D5E3-48BA-A64B-4B956A38A327}" type="presParOf" srcId="{45A93C61-13BA-418C-A3EC-8AA1EF1C5C71}" destId="{0E1F9CA4-2A6C-4646-B3DF-619824483007}" srcOrd="0" destOrd="0" presId="urn:microsoft.com/office/officeart/2005/8/layout/vList5"/>
    <dgm:cxn modelId="{539D720E-802D-4EEE-81C3-1F4168F155CC}" type="presParOf" srcId="{0E1F9CA4-2A6C-4646-B3DF-619824483007}" destId="{5330F456-2294-4A8F-8795-DE5547402957}"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5C0943-1FFF-4807-B027-AC0701A98BD2}" type="doc">
      <dgm:prSet loTypeId="urn:microsoft.com/office/officeart/2009/layout/CircleArrowProcess" loCatId="process" qsTypeId="urn:microsoft.com/office/officeart/2005/8/quickstyle/simple1" qsCatId="simple" csTypeId="urn:microsoft.com/office/officeart/2005/8/colors/colorful2" csCatId="colorful" phldr="1"/>
      <dgm:spPr/>
      <dgm:t>
        <a:bodyPr/>
        <a:lstStyle/>
        <a:p>
          <a:endParaRPr lang="en-US"/>
        </a:p>
      </dgm:t>
    </dgm:pt>
    <dgm:pt modelId="{05A50E97-83F3-4D38-8436-2302A851B9A9}">
      <dgm:prSet phldrT="[Text]" custT="1"/>
      <dgm:spPr/>
      <dgm:t>
        <a:bodyPr/>
        <a:lstStyle/>
        <a:p>
          <a:r>
            <a:rPr lang="en-US" sz="1800" b="1" dirty="0"/>
            <a:t>React Requests from Django</a:t>
          </a:r>
        </a:p>
      </dgm:t>
    </dgm:pt>
    <dgm:pt modelId="{EB8ED2FA-8815-4BCF-ABED-759527E3C16C}" type="parTrans" cxnId="{04377C1B-2BEF-431D-9F29-96137B22C70B}">
      <dgm:prSet/>
      <dgm:spPr/>
      <dgm:t>
        <a:bodyPr/>
        <a:lstStyle/>
        <a:p>
          <a:endParaRPr lang="en-US"/>
        </a:p>
      </dgm:t>
    </dgm:pt>
    <dgm:pt modelId="{ED71BA96-7D7A-430E-A865-5C510FF13495}" type="sibTrans" cxnId="{04377C1B-2BEF-431D-9F29-96137B22C70B}">
      <dgm:prSet/>
      <dgm:spPr/>
      <dgm:t>
        <a:bodyPr/>
        <a:lstStyle/>
        <a:p>
          <a:endParaRPr lang="en-US"/>
        </a:p>
      </dgm:t>
    </dgm:pt>
    <dgm:pt modelId="{B1F6035C-19C3-46E2-A39E-29ED92403AB7}">
      <dgm:prSet phldrT="[Text]" custT="1"/>
      <dgm:spPr/>
      <dgm:t>
        <a:bodyPr/>
        <a:lstStyle/>
        <a:p>
          <a:r>
            <a:rPr lang="en-US" sz="1600" b="1" dirty="0"/>
            <a:t>Django gets the request and returns the calculations</a:t>
          </a:r>
        </a:p>
      </dgm:t>
    </dgm:pt>
    <dgm:pt modelId="{BC44C1D2-1D46-4188-80CF-31259208C99A}" type="parTrans" cxnId="{2A240706-0467-41B8-AC13-D33C78E9127F}">
      <dgm:prSet/>
      <dgm:spPr/>
      <dgm:t>
        <a:bodyPr/>
        <a:lstStyle/>
        <a:p>
          <a:endParaRPr lang="en-US"/>
        </a:p>
      </dgm:t>
    </dgm:pt>
    <dgm:pt modelId="{30B73238-88E4-4F7F-A113-50F41248D35E}" type="sibTrans" cxnId="{2A240706-0467-41B8-AC13-D33C78E9127F}">
      <dgm:prSet/>
      <dgm:spPr/>
      <dgm:t>
        <a:bodyPr/>
        <a:lstStyle/>
        <a:p>
          <a:endParaRPr lang="en-US"/>
        </a:p>
      </dgm:t>
    </dgm:pt>
    <dgm:pt modelId="{F2062373-AF4B-4634-B68A-55E5B9926CAA}">
      <dgm:prSet phldrT="[Text]" custT="1"/>
      <dgm:spPr/>
      <dgm:t>
        <a:bodyPr/>
        <a:lstStyle/>
        <a:p>
          <a:r>
            <a:rPr lang="en-US" sz="2000" b="1" dirty="0"/>
            <a:t>React Shows the Calculation</a:t>
          </a:r>
        </a:p>
      </dgm:t>
    </dgm:pt>
    <dgm:pt modelId="{C48B3EAB-A32A-4C2D-846A-7F64CF79677D}" type="parTrans" cxnId="{06B79A83-CA44-4B99-9DF4-AEED80C33E2B}">
      <dgm:prSet/>
      <dgm:spPr/>
      <dgm:t>
        <a:bodyPr/>
        <a:lstStyle/>
        <a:p>
          <a:endParaRPr lang="en-US"/>
        </a:p>
      </dgm:t>
    </dgm:pt>
    <dgm:pt modelId="{4D41827C-F7AD-4DB3-BE2C-5F6FC1C8D4D4}" type="sibTrans" cxnId="{06B79A83-CA44-4B99-9DF4-AEED80C33E2B}">
      <dgm:prSet/>
      <dgm:spPr/>
      <dgm:t>
        <a:bodyPr/>
        <a:lstStyle/>
        <a:p>
          <a:endParaRPr lang="en-US"/>
        </a:p>
      </dgm:t>
    </dgm:pt>
    <dgm:pt modelId="{596FB0B9-DCEB-42EF-8456-46949FACF66D}" type="pres">
      <dgm:prSet presAssocID="{5E5C0943-1FFF-4807-B027-AC0701A98BD2}" presName="Name0" presStyleCnt="0">
        <dgm:presLayoutVars>
          <dgm:chMax val="7"/>
          <dgm:chPref val="7"/>
          <dgm:dir/>
          <dgm:animLvl val="lvl"/>
        </dgm:presLayoutVars>
      </dgm:prSet>
      <dgm:spPr/>
    </dgm:pt>
    <dgm:pt modelId="{8AD1FA5C-6FD9-43B2-AD11-07284CA68FA1}" type="pres">
      <dgm:prSet presAssocID="{05A50E97-83F3-4D38-8436-2302A851B9A9}" presName="Accent1" presStyleCnt="0"/>
      <dgm:spPr/>
    </dgm:pt>
    <dgm:pt modelId="{4B22044C-3B3F-417E-B1E6-A9F84CF4236A}" type="pres">
      <dgm:prSet presAssocID="{05A50E97-83F3-4D38-8436-2302A851B9A9}" presName="Accent" presStyleLbl="node1" presStyleIdx="0" presStyleCnt="3"/>
      <dgm:spPr/>
    </dgm:pt>
    <dgm:pt modelId="{6C848DCF-CE57-464A-947F-CE6398BEAF18}" type="pres">
      <dgm:prSet presAssocID="{05A50E97-83F3-4D38-8436-2302A851B9A9}" presName="Parent1" presStyleLbl="revTx" presStyleIdx="0" presStyleCnt="3">
        <dgm:presLayoutVars>
          <dgm:chMax val="1"/>
          <dgm:chPref val="1"/>
          <dgm:bulletEnabled val="1"/>
        </dgm:presLayoutVars>
      </dgm:prSet>
      <dgm:spPr/>
    </dgm:pt>
    <dgm:pt modelId="{CA184241-8B19-4798-A2A4-D492216BA189}" type="pres">
      <dgm:prSet presAssocID="{B1F6035C-19C3-46E2-A39E-29ED92403AB7}" presName="Accent2" presStyleCnt="0"/>
      <dgm:spPr/>
    </dgm:pt>
    <dgm:pt modelId="{8296BCA3-41C4-47F3-8EAA-F5C94742751A}" type="pres">
      <dgm:prSet presAssocID="{B1F6035C-19C3-46E2-A39E-29ED92403AB7}" presName="Accent" presStyleLbl="node1" presStyleIdx="1" presStyleCnt="3" custLinFactNeighborY="1017"/>
      <dgm:spPr/>
    </dgm:pt>
    <dgm:pt modelId="{29880676-BEA5-4D9E-8CD8-A3EF803A5BE6}" type="pres">
      <dgm:prSet presAssocID="{B1F6035C-19C3-46E2-A39E-29ED92403AB7}" presName="Parent2" presStyleLbl="revTx" presStyleIdx="1" presStyleCnt="3">
        <dgm:presLayoutVars>
          <dgm:chMax val="1"/>
          <dgm:chPref val="1"/>
          <dgm:bulletEnabled val="1"/>
        </dgm:presLayoutVars>
      </dgm:prSet>
      <dgm:spPr/>
    </dgm:pt>
    <dgm:pt modelId="{4B9F84CE-3365-4DE9-A5AC-B3AA8DF2071D}" type="pres">
      <dgm:prSet presAssocID="{F2062373-AF4B-4634-B68A-55E5B9926CAA}" presName="Accent3" presStyleCnt="0"/>
      <dgm:spPr/>
    </dgm:pt>
    <dgm:pt modelId="{A149DF69-4D21-4496-99FD-223ED1D52FF1}" type="pres">
      <dgm:prSet presAssocID="{F2062373-AF4B-4634-B68A-55E5B9926CAA}" presName="Accent" presStyleLbl="node1" presStyleIdx="2" presStyleCnt="3"/>
      <dgm:spPr/>
    </dgm:pt>
    <dgm:pt modelId="{E5413EF6-DA09-447F-A4CD-88E857080472}" type="pres">
      <dgm:prSet presAssocID="{F2062373-AF4B-4634-B68A-55E5B9926CAA}" presName="Parent3" presStyleLbl="revTx" presStyleIdx="2" presStyleCnt="3">
        <dgm:presLayoutVars>
          <dgm:chMax val="1"/>
          <dgm:chPref val="1"/>
          <dgm:bulletEnabled val="1"/>
        </dgm:presLayoutVars>
      </dgm:prSet>
      <dgm:spPr/>
    </dgm:pt>
  </dgm:ptLst>
  <dgm:cxnLst>
    <dgm:cxn modelId="{2A240706-0467-41B8-AC13-D33C78E9127F}" srcId="{5E5C0943-1FFF-4807-B027-AC0701A98BD2}" destId="{B1F6035C-19C3-46E2-A39E-29ED92403AB7}" srcOrd="1" destOrd="0" parTransId="{BC44C1D2-1D46-4188-80CF-31259208C99A}" sibTransId="{30B73238-88E4-4F7F-A113-50F41248D35E}"/>
    <dgm:cxn modelId="{CD133A11-02AC-4462-9DF0-AAB4D73442D0}" type="presOf" srcId="{5E5C0943-1FFF-4807-B027-AC0701A98BD2}" destId="{596FB0B9-DCEB-42EF-8456-46949FACF66D}" srcOrd="0" destOrd="0" presId="urn:microsoft.com/office/officeart/2009/layout/CircleArrowProcess"/>
    <dgm:cxn modelId="{04377C1B-2BEF-431D-9F29-96137B22C70B}" srcId="{5E5C0943-1FFF-4807-B027-AC0701A98BD2}" destId="{05A50E97-83F3-4D38-8436-2302A851B9A9}" srcOrd="0" destOrd="0" parTransId="{EB8ED2FA-8815-4BCF-ABED-759527E3C16C}" sibTransId="{ED71BA96-7D7A-430E-A865-5C510FF13495}"/>
    <dgm:cxn modelId="{877F9A64-6160-4841-A9A7-9B65FB2A03A4}" type="presOf" srcId="{05A50E97-83F3-4D38-8436-2302A851B9A9}" destId="{6C848DCF-CE57-464A-947F-CE6398BEAF18}" srcOrd="0" destOrd="0" presId="urn:microsoft.com/office/officeart/2009/layout/CircleArrowProcess"/>
    <dgm:cxn modelId="{B1D2E85A-59F4-4275-8348-AD3C60F213C7}" type="presOf" srcId="{F2062373-AF4B-4634-B68A-55E5B9926CAA}" destId="{E5413EF6-DA09-447F-A4CD-88E857080472}" srcOrd="0" destOrd="0" presId="urn:microsoft.com/office/officeart/2009/layout/CircleArrowProcess"/>
    <dgm:cxn modelId="{06B79A83-CA44-4B99-9DF4-AEED80C33E2B}" srcId="{5E5C0943-1FFF-4807-B027-AC0701A98BD2}" destId="{F2062373-AF4B-4634-B68A-55E5B9926CAA}" srcOrd="2" destOrd="0" parTransId="{C48B3EAB-A32A-4C2D-846A-7F64CF79677D}" sibTransId="{4D41827C-F7AD-4DB3-BE2C-5F6FC1C8D4D4}"/>
    <dgm:cxn modelId="{EFD0B695-EBFF-4413-81B6-3C861BE5899A}" type="presOf" srcId="{B1F6035C-19C3-46E2-A39E-29ED92403AB7}" destId="{29880676-BEA5-4D9E-8CD8-A3EF803A5BE6}" srcOrd="0" destOrd="0" presId="urn:microsoft.com/office/officeart/2009/layout/CircleArrowProcess"/>
    <dgm:cxn modelId="{1691944F-B942-42FF-83F5-B56EB6A26778}" type="presParOf" srcId="{596FB0B9-DCEB-42EF-8456-46949FACF66D}" destId="{8AD1FA5C-6FD9-43B2-AD11-07284CA68FA1}" srcOrd="0" destOrd="0" presId="urn:microsoft.com/office/officeart/2009/layout/CircleArrowProcess"/>
    <dgm:cxn modelId="{449D1E63-0EBB-465A-85F2-FAC970F08CF1}" type="presParOf" srcId="{8AD1FA5C-6FD9-43B2-AD11-07284CA68FA1}" destId="{4B22044C-3B3F-417E-B1E6-A9F84CF4236A}" srcOrd="0" destOrd="0" presId="urn:microsoft.com/office/officeart/2009/layout/CircleArrowProcess"/>
    <dgm:cxn modelId="{CC1806AD-972F-4B54-9520-1D0D781D72C2}" type="presParOf" srcId="{596FB0B9-DCEB-42EF-8456-46949FACF66D}" destId="{6C848DCF-CE57-464A-947F-CE6398BEAF18}" srcOrd="1" destOrd="0" presId="urn:microsoft.com/office/officeart/2009/layout/CircleArrowProcess"/>
    <dgm:cxn modelId="{82567BE5-031A-4FC3-AD3B-595FABC1B42A}" type="presParOf" srcId="{596FB0B9-DCEB-42EF-8456-46949FACF66D}" destId="{CA184241-8B19-4798-A2A4-D492216BA189}" srcOrd="2" destOrd="0" presId="urn:microsoft.com/office/officeart/2009/layout/CircleArrowProcess"/>
    <dgm:cxn modelId="{E8869C91-AB98-4F05-BEEC-7A6A04625739}" type="presParOf" srcId="{CA184241-8B19-4798-A2A4-D492216BA189}" destId="{8296BCA3-41C4-47F3-8EAA-F5C94742751A}" srcOrd="0" destOrd="0" presId="urn:microsoft.com/office/officeart/2009/layout/CircleArrowProcess"/>
    <dgm:cxn modelId="{72D021AE-74CA-4936-ACB9-2C127F16ECA3}" type="presParOf" srcId="{596FB0B9-DCEB-42EF-8456-46949FACF66D}" destId="{29880676-BEA5-4D9E-8CD8-A3EF803A5BE6}" srcOrd="3" destOrd="0" presId="urn:microsoft.com/office/officeart/2009/layout/CircleArrowProcess"/>
    <dgm:cxn modelId="{1CD9D2C0-110A-4883-9EA3-2E9E9A73755E}" type="presParOf" srcId="{596FB0B9-DCEB-42EF-8456-46949FACF66D}" destId="{4B9F84CE-3365-4DE9-A5AC-B3AA8DF2071D}" srcOrd="4" destOrd="0" presId="urn:microsoft.com/office/officeart/2009/layout/CircleArrowProcess"/>
    <dgm:cxn modelId="{11978920-BF9A-4176-AF4E-C2FF91252B94}" type="presParOf" srcId="{4B9F84CE-3365-4DE9-A5AC-B3AA8DF2071D}" destId="{A149DF69-4D21-4496-99FD-223ED1D52FF1}" srcOrd="0" destOrd="0" presId="urn:microsoft.com/office/officeart/2009/layout/CircleArrowProcess"/>
    <dgm:cxn modelId="{1F0E7FD0-4931-4305-9A18-F1C356E96F5F}" type="presParOf" srcId="{596FB0B9-DCEB-42EF-8456-46949FACF66D}" destId="{E5413EF6-DA09-447F-A4CD-88E857080472}" srcOrd="5"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607C024-2EAC-4B0E-97F7-3F48C5366E6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BEB6FF1A-E6B3-43D8-9304-46AB0C16010E}">
      <dgm:prSet phldrT="[Text]"/>
      <dgm:spPr/>
      <dgm:t>
        <a:bodyPr/>
        <a:lstStyle/>
        <a:p>
          <a:r>
            <a:rPr lang="en-US" dirty="0"/>
            <a:t>REACT</a:t>
          </a:r>
        </a:p>
      </dgm:t>
    </dgm:pt>
    <dgm:pt modelId="{CAD6DAAA-E276-4841-A871-C168721A5EDE}" type="parTrans" cxnId="{41224312-F5A9-49F4-A052-A5F086D2AC59}">
      <dgm:prSet/>
      <dgm:spPr/>
      <dgm:t>
        <a:bodyPr/>
        <a:lstStyle/>
        <a:p>
          <a:endParaRPr lang="en-US"/>
        </a:p>
      </dgm:t>
    </dgm:pt>
    <dgm:pt modelId="{1B716B91-0917-445F-87ED-D65BF5C8D8FB}" type="sibTrans" cxnId="{41224312-F5A9-49F4-A052-A5F086D2AC59}">
      <dgm:prSet/>
      <dgm:spPr/>
      <dgm:t>
        <a:bodyPr/>
        <a:lstStyle/>
        <a:p>
          <a:endParaRPr lang="en-US"/>
        </a:p>
      </dgm:t>
    </dgm:pt>
    <dgm:pt modelId="{A9228339-3E7F-4C4C-810D-D107659F0B1D}">
      <dgm:prSet phldrT="[Text]"/>
      <dgm:spPr/>
      <dgm:t>
        <a:bodyPr/>
        <a:lstStyle/>
        <a:p>
          <a:pPr algn="r"/>
          <a:r>
            <a:rPr lang="fa-IR" b="1" dirty="0">
              <a:latin typeface="Segoe UI Semilight" panose="020B0402040204020203" pitchFamily="34" charset="0"/>
              <a:cs typeface="Segoe UI Semilight" panose="020B0402040204020203" pitchFamily="34" charset="0"/>
            </a:rPr>
            <a:t>&lt;جنگو&gt; اطلاعاتی که ادمین نرم افزار &lt;اینجانب&gt; در شمای پایگاه داده وارد کرده ایم را باز میگرداند.</a:t>
          </a:r>
        </a:p>
        <a:p>
          <a:pPr algn="l"/>
          <a:endParaRPr lang="en-US" dirty="0"/>
        </a:p>
      </dgm:t>
    </dgm:pt>
    <dgm:pt modelId="{EB5BDC6D-51E8-42D5-9725-E1598CDB42B0}" type="parTrans" cxnId="{67BE4A1A-C509-4FC5-B1C8-A36DB3C8F8E6}">
      <dgm:prSet/>
      <dgm:spPr/>
      <dgm:t>
        <a:bodyPr/>
        <a:lstStyle/>
        <a:p>
          <a:endParaRPr lang="en-US"/>
        </a:p>
      </dgm:t>
    </dgm:pt>
    <dgm:pt modelId="{3F1D82D9-F400-48C1-ACD7-32637DCE5A8D}" type="sibTrans" cxnId="{67BE4A1A-C509-4FC5-B1C8-A36DB3C8F8E6}">
      <dgm:prSet/>
      <dgm:spPr/>
      <dgm:t>
        <a:bodyPr/>
        <a:lstStyle/>
        <a:p>
          <a:endParaRPr lang="en-US"/>
        </a:p>
      </dgm:t>
    </dgm:pt>
    <dgm:pt modelId="{BE456E98-086B-4A70-947F-6852AF2A2B55}">
      <dgm:prSet phldrT="[Text]"/>
      <dgm:spPr/>
      <dgm:t>
        <a:bodyPr/>
        <a:lstStyle/>
        <a:p>
          <a:pPr algn="r"/>
          <a:r>
            <a:rPr lang="fa-IR" b="1" dirty="0">
              <a:latin typeface="Segoe UI Semilight" panose="020B0402040204020203" pitchFamily="34" charset="0"/>
              <a:cs typeface="Segoe UI Semilight" panose="020B0402040204020203" pitchFamily="34" charset="0"/>
            </a:rPr>
            <a:t>&lt;ری اکت&gt;, المان های خود را با اطلاعات بدست آمده تغذیه می کند.</a:t>
          </a:r>
          <a:endParaRPr lang="en-US" b="1" dirty="0">
            <a:latin typeface="Segoe UI Semilight" panose="020B0402040204020203" pitchFamily="34" charset="0"/>
            <a:cs typeface="Segoe UI Semilight" panose="020B0402040204020203" pitchFamily="34" charset="0"/>
          </a:endParaRPr>
        </a:p>
      </dgm:t>
    </dgm:pt>
    <dgm:pt modelId="{777E27A8-DF99-4036-9234-69D56491E435}" type="parTrans" cxnId="{FCAEFEEF-5673-4C31-A09B-6EBB03D94721}">
      <dgm:prSet/>
      <dgm:spPr/>
      <dgm:t>
        <a:bodyPr/>
        <a:lstStyle/>
        <a:p>
          <a:endParaRPr lang="en-US"/>
        </a:p>
      </dgm:t>
    </dgm:pt>
    <dgm:pt modelId="{1E3A532C-284D-4091-96CE-367EFD4348F6}" type="sibTrans" cxnId="{FCAEFEEF-5673-4C31-A09B-6EBB03D94721}">
      <dgm:prSet/>
      <dgm:spPr/>
      <dgm:t>
        <a:bodyPr/>
        <a:lstStyle/>
        <a:p>
          <a:endParaRPr lang="en-US"/>
        </a:p>
      </dgm:t>
    </dgm:pt>
    <dgm:pt modelId="{AEE39155-63DE-449E-9C37-3DE6B089C745}">
      <dgm:prSet phldrT="[Text]"/>
      <dgm:spPr/>
      <dgm:t>
        <a:bodyPr/>
        <a:lstStyle/>
        <a:p>
          <a:pPr algn="r"/>
          <a:r>
            <a:rPr lang="fa-IR" b="1" dirty="0">
              <a:latin typeface="Segoe UI Semilight" panose="020B0402040204020203" pitchFamily="34" charset="0"/>
              <a:cs typeface="Segoe UI Semilight" panose="020B0402040204020203" pitchFamily="34" charset="0"/>
            </a:rPr>
            <a:t>اپلیکیشن &lt;ری اکت&gt;, اطلاعات مورد نیاز برای صفحات خود را از &lt;جنگو&gt; دریافت می کند.</a:t>
          </a:r>
          <a:endParaRPr lang="en-US" b="1" dirty="0">
            <a:latin typeface="Segoe UI Semilight" panose="020B0402040204020203" pitchFamily="34" charset="0"/>
            <a:cs typeface="Segoe UI Semilight" panose="020B0402040204020203" pitchFamily="34" charset="0"/>
          </a:endParaRPr>
        </a:p>
      </dgm:t>
    </dgm:pt>
    <dgm:pt modelId="{6D7BA795-9ABB-4843-AEB1-18BBD39241F0}" type="sibTrans" cxnId="{64DFA6AD-F2DB-41DB-A61C-14F82024309F}">
      <dgm:prSet/>
      <dgm:spPr/>
      <dgm:t>
        <a:bodyPr/>
        <a:lstStyle/>
        <a:p>
          <a:endParaRPr lang="en-US"/>
        </a:p>
      </dgm:t>
    </dgm:pt>
    <dgm:pt modelId="{AE096E5A-84C9-4318-8199-B3B525B9CFC5}" type="parTrans" cxnId="{64DFA6AD-F2DB-41DB-A61C-14F82024309F}">
      <dgm:prSet/>
      <dgm:spPr/>
      <dgm:t>
        <a:bodyPr/>
        <a:lstStyle/>
        <a:p>
          <a:endParaRPr lang="en-US"/>
        </a:p>
      </dgm:t>
    </dgm:pt>
    <dgm:pt modelId="{18177CF0-EBDD-419D-8B64-2AF5A600124F}" type="pres">
      <dgm:prSet presAssocID="{5607C024-2EAC-4B0E-97F7-3F48C5366E68}" presName="vert0" presStyleCnt="0">
        <dgm:presLayoutVars>
          <dgm:dir/>
          <dgm:animOne val="branch"/>
          <dgm:animLvl val="lvl"/>
        </dgm:presLayoutVars>
      </dgm:prSet>
      <dgm:spPr/>
    </dgm:pt>
    <dgm:pt modelId="{C0B215D0-6D52-4ECC-AD52-1BE9DB3F7556}" type="pres">
      <dgm:prSet presAssocID="{BEB6FF1A-E6B3-43D8-9304-46AB0C16010E}" presName="thickLine" presStyleLbl="alignNode1" presStyleIdx="0" presStyleCnt="1"/>
      <dgm:spPr/>
    </dgm:pt>
    <dgm:pt modelId="{D29CE23D-ADC9-47E2-8C62-84034C3F2769}" type="pres">
      <dgm:prSet presAssocID="{BEB6FF1A-E6B3-43D8-9304-46AB0C16010E}" presName="horz1" presStyleCnt="0"/>
      <dgm:spPr/>
    </dgm:pt>
    <dgm:pt modelId="{00375AD7-E7B6-4E0C-BBE7-B17E900630C1}" type="pres">
      <dgm:prSet presAssocID="{BEB6FF1A-E6B3-43D8-9304-46AB0C16010E}" presName="tx1" presStyleLbl="revTx" presStyleIdx="0" presStyleCnt="4"/>
      <dgm:spPr/>
    </dgm:pt>
    <dgm:pt modelId="{0DD26866-F676-4F6A-B76D-84CD24C40F39}" type="pres">
      <dgm:prSet presAssocID="{BEB6FF1A-E6B3-43D8-9304-46AB0C16010E}" presName="vert1" presStyleCnt="0"/>
      <dgm:spPr/>
    </dgm:pt>
    <dgm:pt modelId="{94267E86-C794-4CC9-9427-F6361317BC78}" type="pres">
      <dgm:prSet presAssocID="{AEE39155-63DE-449E-9C37-3DE6B089C745}" presName="vertSpace2a" presStyleCnt="0"/>
      <dgm:spPr/>
    </dgm:pt>
    <dgm:pt modelId="{6B86CDDE-40F4-42BE-8A9C-58AAD515232A}" type="pres">
      <dgm:prSet presAssocID="{AEE39155-63DE-449E-9C37-3DE6B089C745}" presName="horz2" presStyleCnt="0"/>
      <dgm:spPr/>
    </dgm:pt>
    <dgm:pt modelId="{BDAD6B97-2E40-4B0B-98CF-D959C45E46E9}" type="pres">
      <dgm:prSet presAssocID="{AEE39155-63DE-449E-9C37-3DE6B089C745}" presName="horzSpace2" presStyleCnt="0"/>
      <dgm:spPr/>
    </dgm:pt>
    <dgm:pt modelId="{28DDC25C-E224-43F2-A7D3-D8392C9501A2}" type="pres">
      <dgm:prSet presAssocID="{AEE39155-63DE-449E-9C37-3DE6B089C745}" presName="tx2" presStyleLbl="revTx" presStyleIdx="1" presStyleCnt="4"/>
      <dgm:spPr/>
    </dgm:pt>
    <dgm:pt modelId="{A0556F50-C9D7-414D-A34B-60631B32D9A5}" type="pres">
      <dgm:prSet presAssocID="{AEE39155-63DE-449E-9C37-3DE6B089C745}" presName="vert2" presStyleCnt="0"/>
      <dgm:spPr/>
    </dgm:pt>
    <dgm:pt modelId="{602DF8CF-145E-41C9-8A89-59638BB1152C}" type="pres">
      <dgm:prSet presAssocID="{AEE39155-63DE-449E-9C37-3DE6B089C745}" presName="thinLine2b" presStyleLbl="callout" presStyleIdx="0" presStyleCnt="3"/>
      <dgm:spPr/>
    </dgm:pt>
    <dgm:pt modelId="{996AFC71-A9F3-4970-88F4-E2E1ACBAF8D7}" type="pres">
      <dgm:prSet presAssocID="{AEE39155-63DE-449E-9C37-3DE6B089C745}" presName="vertSpace2b" presStyleCnt="0"/>
      <dgm:spPr/>
    </dgm:pt>
    <dgm:pt modelId="{546EA485-8ACB-411D-8069-29BB69CD6194}" type="pres">
      <dgm:prSet presAssocID="{A9228339-3E7F-4C4C-810D-D107659F0B1D}" presName="horz2" presStyleCnt="0"/>
      <dgm:spPr/>
    </dgm:pt>
    <dgm:pt modelId="{7B61D0C2-2277-419B-A012-DC8C19789F7E}" type="pres">
      <dgm:prSet presAssocID="{A9228339-3E7F-4C4C-810D-D107659F0B1D}" presName="horzSpace2" presStyleCnt="0"/>
      <dgm:spPr/>
    </dgm:pt>
    <dgm:pt modelId="{B1E9509D-4939-44B8-B826-701F67E9A480}" type="pres">
      <dgm:prSet presAssocID="{A9228339-3E7F-4C4C-810D-D107659F0B1D}" presName="tx2" presStyleLbl="revTx" presStyleIdx="2" presStyleCnt="4"/>
      <dgm:spPr/>
    </dgm:pt>
    <dgm:pt modelId="{E34FEB52-A5A9-4B86-8A4E-2D67ED1270B7}" type="pres">
      <dgm:prSet presAssocID="{A9228339-3E7F-4C4C-810D-D107659F0B1D}" presName="vert2" presStyleCnt="0"/>
      <dgm:spPr/>
    </dgm:pt>
    <dgm:pt modelId="{C4AE98B4-9A1E-43ED-95D4-4FF89EEAD9A3}" type="pres">
      <dgm:prSet presAssocID="{A9228339-3E7F-4C4C-810D-D107659F0B1D}" presName="thinLine2b" presStyleLbl="callout" presStyleIdx="1" presStyleCnt="3"/>
      <dgm:spPr/>
    </dgm:pt>
    <dgm:pt modelId="{20E4991A-BED9-454D-A785-BA79F3332C3F}" type="pres">
      <dgm:prSet presAssocID="{A9228339-3E7F-4C4C-810D-D107659F0B1D}" presName="vertSpace2b" presStyleCnt="0"/>
      <dgm:spPr/>
    </dgm:pt>
    <dgm:pt modelId="{68FA91FC-1409-409C-A7FE-0CF38A12B63C}" type="pres">
      <dgm:prSet presAssocID="{BE456E98-086B-4A70-947F-6852AF2A2B55}" presName="horz2" presStyleCnt="0"/>
      <dgm:spPr/>
    </dgm:pt>
    <dgm:pt modelId="{D06FB770-985D-49CD-A6E3-54DAD17D5551}" type="pres">
      <dgm:prSet presAssocID="{BE456E98-086B-4A70-947F-6852AF2A2B55}" presName="horzSpace2" presStyleCnt="0"/>
      <dgm:spPr/>
    </dgm:pt>
    <dgm:pt modelId="{10D18641-9CA5-4D1F-BAC7-14EE4FFE1E55}" type="pres">
      <dgm:prSet presAssocID="{BE456E98-086B-4A70-947F-6852AF2A2B55}" presName="tx2" presStyleLbl="revTx" presStyleIdx="3" presStyleCnt="4"/>
      <dgm:spPr/>
    </dgm:pt>
    <dgm:pt modelId="{0AF3CB35-6D3D-4D51-816D-313E3E0BDE00}" type="pres">
      <dgm:prSet presAssocID="{BE456E98-086B-4A70-947F-6852AF2A2B55}" presName="vert2" presStyleCnt="0"/>
      <dgm:spPr/>
    </dgm:pt>
    <dgm:pt modelId="{5DFA7D17-53B5-433A-9B86-5ECA3BAB2B65}" type="pres">
      <dgm:prSet presAssocID="{BE456E98-086B-4A70-947F-6852AF2A2B55}" presName="thinLine2b" presStyleLbl="callout" presStyleIdx="2" presStyleCnt="3"/>
      <dgm:spPr/>
    </dgm:pt>
    <dgm:pt modelId="{D36BE413-002D-4825-9351-1749C8F82774}" type="pres">
      <dgm:prSet presAssocID="{BE456E98-086B-4A70-947F-6852AF2A2B55}" presName="vertSpace2b" presStyleCnt="0"/>
      <dgm:spPr/>
    </dgm:pt>
  </dgm:ptLst>
  <dgm:cxnLst>
    <dgm:cxn modelId="{41224312-F5A9-49F4-A052-A5F086D2AC59}" srcId="{5607C024-2EAC-4B0E-97F7-3F48C5366E68}" destId="{BEB6FF1A-E6B3-43D8-9304-46AB0C16010E}" srcOrd="0" destOrd="0" parTransId="{CAD6DAAA-E276-4841-A871-C168721A5EDE}" sibTransId="{1B716B91-0917-445F-87ED-D65BF5C8D8FB}"/>
    <dgm:cxn modelId="{67BE4A1A-C509-4FC5-B1C8-A36DB3C8F8E6}" srcId="{BEB6FF1A-E6B3-43D8-9304-46AB0C16010E}" destId="{A9228339-3E7F-4C4C-810D-D107659F0B1D}" srcOrd="1" destOrd="0" parTransId="{EB5BDC6D-51E8-42D5-9725-E1598CDB42B0}" sibTransId="{3F1D82D9-F400-48C1-ACD7-32637DCE5A8D}"/>
    <dgm:cxn modelId="{36800339-47F3-4B9F-B896-4E4AB650F4BF}" type="presOf" srcId="{AEE39155-63DE-449E-9C37-3DE6B089C745}" destId="{28DDC25C-E224-43F2-A7D3-D8392C9501A2}" srcOrd="0" destOrd="0" presId="urn:microsoft.com/office/officeart/2008/layout/LinedList"/>
    <dgm:cxn modelId="{A360A93F-2D02-46F8-8BA9-9DABD1C713EC}" type="presOf" srcId="{BEB6FF1A-E6B3-43D8-9304-46AB0C16010E}" destId="{00375AD7-E7B6-4E0C-BBE7-B17E900630C1}" srcOrd="0" destOrd="0" presId="urn:microsoft.com/office/officeart/2008/layout/LinedList"/>
    <dgm:cxn modelId="{DFD55E72-BBF3-4031-8CE3-697D666016B1}" type="presOf" srcId="{5607C024-2EAC-4B0E-97F7-3F48C5366E68}" destId="{18177CF0-EBDD-419D-8B64-2AF5A600124F}" srcOrd="0" destOrd="0" presId="urn:microsoft.com/office/officeart/2008/layout/LinedList"/>
    <dgm:cxn modelId="{BCE61586-86BF-4CA4-902C-C94003AAB92B}" type="presOf" srcId="{BE456E98-086B-4A70-947F-6852AF2A2B55}" destId="{10D18641-9CA5-4D1F-BAC7-14EE4FFE1E55}" srcOrd="0" destOrd="0" presId="urn:microsoft.com/office/officeart/2008/layout/LinedList"/>
    <dgm:cxn modelId="{A1F2808A-3877-4864-A544-C129900367BD}" type="presOf" srcId="{A9228339-3E7F-4C4C-810D-D107659F0B1D}" destId="{B1E9509D-4939-44B8-B826-701F67E9A480}" srcOrd="0" destOrd="0" presId="urn:microsoft.com/office/officeart/2008/layout/LinedList"/>
    <dgm:cxn modelId="{64DFA6AD-F2DB-41DB-A61C-14F82024309F}" srcId="{BEB6FF1A-E6B3-43D8-9304-46AB0C16010E}" destId="{AEE39155-63DE-449E-9C37-3DE6B089C745}" srcOrd="0" destOrd="0" parTransId="{AE096E5A-84C9-4318-8199-B3B525B9CFC5}" sibTransId="{6D7BA795-9ABB-4843-AEB1-18BBD39241F0}"/>
    <dgm:cxn modelId="{FCAEFEEF-5673-4C31-A09B-6EBB03D94721}" srcId="{BEB6FF1A-E6B3-43D8-9304-46AB0C16010E}" destId="{BE456E98-086B-4A70-947F-6852AF2A2B55}" srcOrd="2" destOrd="0" parTransId="{777E27A8-DF99-4036-9234-69D56491E435}" sibTransId="{1E3A532C-284D-4091-96CE-367EFD4348F6}"/>
    <dgm:cxn modelId="{BA0BAE6F-CB17-4EF3-9F6D-1EB40E2C64F7}" type="presParOf" srcId="{18177CF0-EBDD-419D-8B64-2AF5A600124F}" destId="{C0B215D0-6D52-4ECC-AD52-1BE9DB3F7556}" srcOrd="0" destOrd="0" presId="urn:microsoft.com/office/officeart/2008/layout/LinedList"/>
    <dgm:cxn modelId="{7778CEC5-A493-4A11-93AC-C0EFDE5926A8}" type="presParOf" srcId="{18177CF0-EBDD-419D-8B64-2AF5A600124F}" destId="{D29CE23D-ADC9-47E2-8C62-84034C3F2769}" srcOrd="1" destOrd="0" presId="urn:microsoft.com/office/officeart/2008/layout/LinedList"/>
    <dgm:cxn modelId="{D2FBA9B5-A212-4EBD-B59D-C1833F6AA678}" type="presParOf" srcId="{D29CE23D-ADC9-47E2-8C62-84034C3F2769}" destId="{00375AD7-E7B6-4E0C-BBE7-B17E900630C1}" srcOrd="0" destOrd="0" presId="urn:microsoft.com/office/officeart/2008/layout/LinedList"/>
    <dgm:cxn modelId="{5F22479E-DC88-49CB-9AE0-45DFB65FF061}" type="presParOf" srcId="{D29CE23D-ADC9-47E2-8C62-84034C3F2769}" destId="{0DD26866-F676-4F6A-B76D-84CD24C40F39}" srcOrd="1" destOrd="0" presId="urn:microsoft.com/office/officeart/2008/layout/LinedList"/>
    <dgm:cxn modelId="{AF880083-B522-4560-AEDD-D48D2C18DC33}" type="presParOf" srcId="{0DD26866-F676-4F6A-B76D-84CD24C40F39}" destId="{94267E86-C794-4CC9-9427-F6361317BC78}" srcOrd="0" destOrd="0" presId="urn:microsoft.com/office/officeart/2008/layout/LinedList"/>
    <dgm:cxn modelId="{7E27E0AD-EE1C-48B9-83EA-C15FDBDAF0B5}" type="presParOf" srcId="{0DD26866-F676-4F6A-B76D-84CD24C40F39}" destId="{6B86CDDE-40F4-42BE-8A9C-58AAD515232A}" srcOrd="1" destOrd="0" presId="urn:microsoft.com/office/officeart/2008/layout/LinedList"/>
    <dgm:cxn modelId="{F3DA07D1-C046-49E8-BE74-6033A936037F}" type="presParOf" srcId="{6B86CDDE-40F4-42BE-8A9C-58AAD515232A}" destId="{BDAD6B97-2E40-4B0B-98CF-D959C45E46E9}" srcOrd="0" destOrd="0" presId="urn:microsoft.com/office/officeart/2008/layout/LinedList"/>
    <dgm:cxn modelId="{79EE7E0B-CFF1-4288-9E9F-005A6E0BACED}" type="presParOf" srcId="{6B86CDDE-40F4-42BE-8A9C-58AAD515232A}" destId="{28DDC25C-E224-43F2-A7D3-D8392C9501A2}" srcOrd="1" destOrd="0" presId="urn:microsoft.com/office/officeart/2008/layout/LinedList"/>
    <dgm:cxn modelId="{D5D43B34-6861-4DDE-AA71-E6329573205D}" type="presParOf" srcId="{6B86CDDE-40F4-42BE-8A9C-58AAD515232A}" destId="{A0556F50-C9D7-414D-A34B-60631B32D9A5}" srcOrd="2" destOrd="0" presId="urn:microsoft.com/office/officeart/2008/layout/LinedList"/>
    <dgm:cxn modelId="{4AA6855B-2C29-4E12-8F17-545CFF1888AD}" type="presParOf" srcId="{0DD26866-F676-4F6A-B76D-84CD24C40F39}" destId="{602DF8CF-145E-41C9-8A89-59638BB1152C}" srcOrd="2" destOrd="0" presId="urn:microsoft.com/office/officeart/2008/layout/LinedList"/>
    <dgm:cxn modelId="{28276C1F-ADBC-4528-955F-2D0E2C9A41D8}" type="presParOf" srcId="{0DD26866-F676-4F6A-B76D-84CD24C40F39}" destId="{996AFC71-A9F3-4970-88F4-E2E1ACBAF8D7}" srcOrd="3" destOrd="0" presId="urn:microsoft.com/office/officeart/2008/layout/LinedList"/>
    <dgm:cxn modelId="{8DE08596-7EE5-4126-85B8-FFCA676B04E5}" type="presParOf" srcId="{0DD26866-F676-4F6A-B76D-84CD24C40F39}" destId="{546EA485-8ACB-411D-8069-29BB69CD6194}" srcOrd="4" destOrd="0" presId="urn:microsoft.com/office/officeart/2008/layout/LinedList"/>
    <dgm:cxn modelId="{BFF2167A-CDA0-4A94-B216-8976015CFBFF}" type="presParOf" srcId="{546EA485-8ACB-411D-8069-29BB69CD6194}" destId="{7B61D0C2-2277-419B-A012-DC8C19789F7E}" srcOrd="0" destOrd="0" presId="urn:microsoft.com/office/officeart/2008/layout/LinedList"/>
    <dgm:cxn modelId="{83663825-3A60-4119-9F01-B6CCB3D18C7D}" type="presParOf" srcId="{546EA485-8ACB-411D-8069-29BB69CD6194}" destId="{B1E9509D-4939-44B8-B826-701F67E9A480}" srcOrd="1" destOrd="0" presId="urn:microsoft.com/office/officeart/2008/layout/LinedList"/>
    <dgm:cxn modelId="{993B7CB8-D9FD-4334-B5BE-B1D564ADA090}" type="presParOf" srcId="{546EA485-8ACB-411D-8069-29BB69CD6194}" destId="{E34FEB52-A5A9-4B86-8A4E-2D67ED1270B7}" srcOrd="2" destOrd="0" presId="urn:microsoft.com/office/officeart/2008/layout/LinedList"/>
    <dgm:cxn modelId="{C53771AC-35D1-4DFF-B6DE-D51E852E8390}" type="presParOf" srcId="{0DD26866-F676-4F6A-B76D-84CD24C40F39}" destId="{C4AE98B4-9A1E-43ED-95D4-4FF89EEAD9A3}" srcOrd="5" destOrd="0" presId="urn:microsoft.com/office/officeart/2008/layout/LinedList"/>
    <dgm:cxn modelId="{584B35A4-F19B-40D3-B990-904298ECEE7C}" type="presParOf" srcId="{0DD26866-F676-4F6A-B76D-84CD24C40F39}" destId="{20E4991A-BED9-454D-A785-BA79F3332C3F}" srcOrd="6" destOrd="0" presId="urn:microsoft.com/office/officeart/2008/layout/LinedList"/>
    <dgm:cxn modelId="{71BF95E0-B3D1-4334-940C-875CE46DBE42}" type="presParOf" srcId="{0DD26866-F676-4F6A-B76D-84CD24C40F39}" destId="{68FA91FC-1409-409C-A7FE-0CF38A12B63C}" srcOrd="7" destOrd="0" presId="urn:microsoft.com/office/officeart/2008/layout/LinedList"/>
    <dgm:cxn modelId="{2663E233-43C2-4A27-BAB2-1451A697F807}" type="presParOf" srcId="{68FA91FC-1409-409C-A7FE-0CF38A12B63C}" destId="{D06FB770-985D-49CD-A6E3-54DAD17D5551}" srcOrd="0" destOrd="0" presId="urn:microsoft.com/office/officeart/2008/layout/LinedList"/>
    <dgm:cxn modelId="{07CBBF8A-20D7-4AF8-B211-4B51798ACD82}" type="presParOf" srcId="{68FA91FC-1409-409C-A7FE-0CF38A12B63C}" destId="{10D18641-9CA5-4D1F-BAC7-14EE4FFE1E55}" srcOrd="1" destOrd="0" presId="urn:microsoft.com/office/officeart/2008/layout/LinedList"/>
    <dgm:cxn modelId="{D18415D8-EDEA-4863-A172-BEA6D16C020B}" type="presParOf" srcId="{68FA91FC-1409-409C-A7FE-0CF38A12B63C}" destId="{0AF3CB35-6D3D-4D51-816D-313E3E0BDE00}" srcOrd="2" destOrd="0" presId="urn:microsoft.com/office/officeart/2008/layout/LinedList"/>
    <dgm:cxn modelId="{8FF3FCDB-7CEC-44C1-87AE-891EA33B45C5}" type="presParOf" srcId="{0DD26866-F676-4F6A-B76D-84CD24C40F39}" destId="{5DFA7D17-53B5-433A-9B86-5ECA3BAB2B65}" srcOrd="8" destOrd="0" presId="urn:microsoft.com/office/officeart/2008/layout/LinedList"/>
    <dgm:cxn modelId="{D3E88BD8-CB8C-4AB7-8A09-F7996A1AB1FE}" type="presParOf" srcId="{0DD26866-F676-4F6A-B76D-84CD24C40F39}" destId="{D36BE413-002D-4825-9351-1749C8F82774}"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607C024-2EAC-4B0E-97F7-3F48C5366E6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BEB6FF1A-E6B3-43D8-9304-46AB0C16010E}">
      <dgm:prSet phldrT="[Text]"/>
      <dgm:spPr/>
      <dgm:t>
        <a:bodyPr/>
        <a:lstStyle/>
        <a:p>
          <a:r>
            <a:rPr lang="en-US" dirty="0"/>
            <a:t>DJANGO</a:t>
          </a:r>
        </a:p>
      </dgm:t>
    </dgm:pt>
    <dgm:pt modelId="{CAD6DAAA-E276-4841-A871-C168721A5EDE}" type="parTrans" cxnId="{41224312-F5A9-49F4-A052-A5F086D2AC59}">
      <dgm:prSet/>
      <dgm:spPr/>
      <dgm:t>
        <a:bodyPr/>
        <a:lstStyle/>
        <a:p>
          <a:endParaRPr lang="en-US"/>
        </a:p>
      </dgm:t>
    </dgm:pt>
    <dgm:pt modelId="{1B716B91-0917-445F-87ED-D65BF5C8D8FB}" type="sibTrans" cxnId="{41224312-F5A9-49F4-A052-A5F086D2AC59}">
      <dgm:prSet/>
      <dgm:spPr/>
      <dgm:t>
        <a:bodyPr/>
        <a:lstStyle/>
        <a:p>
          <a:endParaRPr lang="en-US"/>
        </a:p>
      </dgm:t>
    </dgm:pt>
    <dgm:pt modelId="{A9228339-3E7F-4C4C-810D-D107659F0B1D}">
      <dgm:prSet phldrT="[Text]"/>
      <dgm:spPr/>
      <dgm:t>
        <a:bodyPr/>
        <a:lstStyle/>
        <a:p>
          <a:pPr algn="r"/>
          <a:r>
            <a:rPr lang="fa-IR" b="1" dirty="0">
              <a:latin typeface="Segoe UI Semilight" panose="020B0402040204020203" pitchFamily="34" charset="0"/>
              <a:cs typeface="Segoe UI Semilight" panose="020B0402040204020203" pitchFamily="34" charset="0"/>
            </a:rPr>
            <a:t>شامل اطلاعات تجهیزات صنعتی مربوط به پست های برق می باشد.</a:t>
          </a:r>
        </a:p>
      </dgm:t>
    </dgm:pt>
    <dgm:pt modelId="{EB5BDC6D-51E8-42D5-9725-E1598CDB42B0}" type="parTrans" cxnId="{67BE4A1A-C509-4FC5-B1C8-A36DB3C8F8E6}">
      <dgm:prSet/>
      <dgm:spPr/>
      <dgm:t>
        <a:bodyPr/>
        <a:lstStyle/>
        <a:p>
          <a:endParaRPr lang="en-US"/>
        </a:p>
      </dgm:t>
    </dgm:pt>
    <dgm:pt modelId="{3F1D82D9-F400-48C1-ACD7-32637DCE5A8D}" type="sibTrans" cxnId="{67BE4A1A-C509-4FC5-B1C8-A36DB3C8F8E6}">
      <dgm:prSet/>
      <dgm:spPr/>
      <dgm:t>
        <a:bodyPr/>
        <a:lstStyle/>
        <a:p>
          <a:endParaRPr lang="en-US"/>
        </a:p>
      </dgm:t>
    </dgm:pt>
    <dgm:pt modelId="{BE456E98-086B-4A70-947F-6852AF2A2B55}">
      <dgm:prSet phldrT="[Text]"/>
      <dgm:spPr/>
      <dgm:t>
        <a:bodyPr/>
        <a:lstStyle/>
        <a:p>
          <a:pPr algn="r"/>
          <a:r>
            <a:rPr lang="fa-IR" b="1" dirty="0">
              <a:latin typeface="Segoe UI Semilight" panose="020B0402040204020203" pitchFamily="34" charset="0"/>
              <a:cs typeface="Segoe UI Semilight" panose="020B0402040204020203" pitchFamily="34" charset="0"/>
            </a:rPr>
            <a:t>&lt;ری اکت&gt;, المان های خود را با اطلاعات بدست آمده تغذیه می کند.</a:t>
          </a:r>
          <a:endParaRPr lang="en-US" b="1" dirty="0">
            <a:latin typeface="Segoe UI Semilight" panose="020B0402040204020203" pitchFamily="34" charset="0"/>
            <a:cs typeface="Segoe UI Semilight" panose="020B0402040204020203" pitchFamily="34" charset="0"/>
          </a:endParaRPr>
        </a:p>
      </dgm:t>
    </dgm:pt>
    <dgm:pt modelId="{777E27A8-DF99-4036-9234-69D56491E435}" type="parTrans" cxnId="{FCAEFEEF-5673-4C31-A09B-6EBB03D94721}">
      <dgm:prSet/>
      <dgm:spPr/>
      <dgm:t>
        <a:bodyPr/>
        <a:lstStyle/>
        <a:p>
          <a:endParaRPr lang="en-US"/>
        </a:p>
      </dgm:t>
    </dgm:pt>
    <dgm:pt modelId="{1E3A532C-284D-4091-96CE-367EFD4348F6}" type="sibTrans" cxnId="{FCAEFEEF-5673-4C31-A09B-6EBB03D94721}">
      <dgm:prSet/>
      <dgm:spPr/>
      <dgm:t>
        <a:bodyPr/>
        <a:lstStyle/>
        <a:p>
          <a:endParaRPr lang="en-US"/>
        </a:p>
      </dgm:t>
    </dgm:pt>
    <dgm:pt modelId="{AEE39155-63DE-449E-9C37-3DE6B089C745}">
      <dgm:prSet phldrT="[Text]"/>
      <dgm:spPr/>
      <dgm:t>
        <a:bodyPr/>
        <a:lstStyle/>
        <a:p>
          <a:pPr algn="r"/>
          <a:r>
            <a:rPr lang="fa-IR" b="1" dirty="0">
              <a:latin typeface="Segoe UI Semilight" panose="020B0402040204020203" pitchFamily="34" charset="0"/>
              <a:cs typeface="Segoe UI Semilight" panose="020B0402040204020203" pitchFamily="34" charset="0"/>
            </a:rPr>
            <a:t>اطلاعات &lt;جنگو&gt; از طریق &lt;پنل ادمین&gt; به شِمای پایگاه داده اضافه می شوند</a:t>
          </a:r>
          <a:endParaRPr lang="en-US" b="1" dirty="0">
            <a:latin typeface="Segoe UI Semilight" panose="020B0402040204020203" pitchFamily="34" charset="0"/>
            <a:cs typeface="Segoe UI Semilight" panose="020B0402040204020203" pitchFamily="34" charset="0"/>
          </a:endParaRPr>
        </a:p>
      </dgm:t>
    </dgm:pt>
    <dgm:pt modelId="{6D7BA795-9ABB-4843-AEB1-18BBD39241F0}" type="sibTrans" cxnId="{64DFA6AD-F2DB-41DB-A61C-14F82024309F}">
      <dgm:prSet/>
      <dgm:spPr/>
      <dgm:t>
        <a:bodyPr/>
        <a:lstStyle/>
        <a:p>
          <a:endParaRPr lang="en-US"/>
        </a:p>
      </dgm:t>
    </dgm:pt>
    <dgm:pt modelId="{AE096E5A-84C9-4318-8199-B3B525B9CFC5}" type="parTrans" cxnId="{64DFA6AD-F2DB-41DB-A61C-14F82024309F}">
      <dgm:prSet/>
      <dgm:spPr/>
      <dgm:t>
        <a:bodyPr/>
        <a:lstStyle/>
        <a:p>
          <a:endParaRPr lang="en-US"/>
        </a:p>
      </dgm:t>
    </dgm:pt>
    <dgm:pt modelId="{18177CF0-EBDD-419D-8B64-2AF5A600124F}" type="pres">
      <dgm:prSet presAssocID="{5607C024-2EAC-4B0E-97F7-3F48C5366E68}" presName="vert0" presStyleCnt="0">
        <dgm:presLayoutVars>
          <dgm:dir/>
          <dgm:animOne val="branch"/>
          <dgm:animLvl val="lvl"/>
        </dgm:presLayoutVars>
      </dgm:prSet>
      <dgm:spPr/>
    </dgm:pt>
    <dgm:pt modelId="{C0B215D0-6D52-4ECC-AD52-1BE9DB3F7556}" type="pres">
      <dgm:prSet presAssocID="{BEB6FF1A-E6B3-43D8-9304-46AB0C16010E}" presName="thickLine" presStyleLbl="alignNode1" presStyleIdx="0" presStyleCnt="1"/>
      <dgm:spPr/>
    </dgm:pt>
    <dgm:pt modelId="{D29CE23D-ADC9-47E2-8C62-84034C3F2769}" type="pres">
      <dgm:prSet presAssocID="{BEB6FF1A-E6B3-43D8-9304-46AB0C16010E}" presName="horz1" presStyleCnt="0"/>
      <dgm:spPr/>
    </dgm:pt>
    <dgm:pt modelId="{00375AD7-E7B6-4E0C-BBE7-B17E900630C1}" type="pres">
      <dgm:prSet presAssocID="{BEB6FF1A-E6B3-43D8-9304-46AB0C16010E}" presName="tx1" presStyleLbl="revTx" presStyleIdx="0" presStyleCnt="4"/>
      <dgm:spPr/>
    </dgm:pt>
    <dgm:pt modelId="{0DD26866-F676-4F6A-B76D-84CD24C40F39}" type="pres">
      <dgm:prSet presAssocID="{BEB6FF1A-E6B3-43D8-9304-46AB0C16010E}" presName="vert1" presStyleCnt="0"/>
      <dgm:spPr/>
    </dgm:pt>
    <dgm:pt modelId="{94267E86-C794-4CC9-9427-F6361317BC78}" type="pres">
      <dgm:prSet presAssocID="{AEE39155-63DE-449E-9C37-3DE6B089C745}" presName="vertSpace2a" presStyleCnt="0"/>
      <dgm:spPr/>
    </dgm:pt>
    <dgm:pt modelId="{6B86CDDE-40F4-42BE-8A9C-58AAD515232A}" type="pres">
      <dgm:prSet presAssocID="{AEE39155-63DE-449E-9C37-3DE6B089C745}" presName="horz2" presStyleCnt="0"/>
      <dgm:spPr/>
    </dgm:pt>
    <dgm:pt modelId="{BDAD6B97-2E40-4B0B-98CF-D959C45E46E9}" type="pres">
      <dgm:prSet presAssocID="{AEE39155-63DE-449E-9C37-3DE6B089C745}" presName="horzSpace2" presStyleCnt="0"/>
      <dgm:spPr/>
    </dgm:pt>
    <dgm:pt modelId="{28DDC25C-E224-43F2-A7D3-D8392C9501A2}" type="pres">
      <dgm:prSet presAssocID="{AEE39155-63DE-449E-9C37-3DE6B089C745}" presName="tx2" presStyleLbl="revTx" presStyleIdx="1" presStyleCnt="4"/>
      <dgm:spPr/>
    </dgm:pt>
    <dgm:pt modelId="{A0556F50-C9D7-414D-A34B-60631B32D9A5}" type="pres">
      <dgm:prSet presAssocID="{AEE39155-63DE-449E-9C37-3DE6B089C745}" presName="vert2" presStyleCnt="0"/>
      <dgm:spPr/>
    </dgm:pt>
    <dgm:pt modelId="{602DF8CF-145E-41C9-8A89-59638BB1152C}" type="pres">
      <dgm:prSet presAssocID="{AEE39155-63DE-449E-9C37-3DE6B089C745}" presName="thinLine2b" presStyleLbl="callout" presStyleIdx="0" presStyleCnt="3"/>
      <dgm:spPr/>
    </dgm:pt>
    <dgm:pt modelId="{996AFC71-A9F3-4970-88F4-E2E1ACBAF8D7}" type="pres">
      <dgm:prSet presAssocID="{AEE39155-63DE-449E-9C37-3DE6B089C745}" presName="vertSpace2b" presStyleCnt="0"/>
      <dgm:spPr/>
    </dgm:pt>
    <dgm:pt modelId="{546EA485-8ACB-411D-8069-29BB69CD6194}" type="pres">
      <dgm:prSet presAssocID="{A9228339-3E7F-4C4C-810D-D107659F0B1D}" presName="horz2" presStyleCnt="0"/>
      <dgm:spPr/>
    </dgm:pt>
    <dgm:pt modelId="{7B61D0C2-2277-419B-A012-DC8C19789F7E}" type="pres">
      <dgm:prSet presAssocID="{A9228339-3E7F-4C4C-810D-D107659F0B1D}" presName="horzSpace2" presStyleCnt="0"/>
      <dgm:spPr/>
    </dgm:pt>
    <dgm:pt modelId="{B1E9509D-4939-44B8-B826-701F67E9A480}" type="pres">
      <dgm:prSet presAssocID="{A9228339-3E7F-4C4C-810D-D107659F0B1D}" presName="tx2" presStyleLbl="revTx" presStyleIdx="2" presStyleCnt="4"/>
      <dgm:spPr/>
    </dgm:pt>
    <dgm:pt modelId="{E34FEB52-A5A9-4B86-8A4E-2D67ED1270B7}" type="pres">
      <dgm:prSet presAssocID="{A9228339-3E7F-4C4C-810D-D107659F0B1D}" presName="vert2" presStyleCnt="0"/>
      <dgm:spPr/>
    </dgm:pt>
    <dgm:pt modelId="{C4AE98B4-9A1E-43ED-95D4-4FF89EEAD9A3}" type="pres">
      <dgm:prSet presAssocID="{A9228339-3E7F-4C4C-810D-D107659F0B1D}" presName="thinLine2b" presStyleLbl="callout" presStyleIdx="1" presStyleCnt="3"/>
      <dgm:spPr/>
    </dgm:pt>
    <dgm:pt modelId="{20E4991A-BED9-454D-A785-BA79F3332C3F}" type="pres">
      <dgm:prSet presAssocID="{A9228339-3E7F-4C4C-810D-D107659F0B1D}" presName="vertSpace2b" presStyleCnt="0"/>
      <dgm:spPr/>
    </dgm:pt>
    <dgm:pt modelId="{68FA91FC-1409-409C-A7FE-0CF38A12B63C}" type="pres">
      <dgm:prSet presAssocID="{BE456E98-086B-4A70-947F-6852AF2A2B55}" presName="horz2" presStyleCnt="0"/>
      <dgm:spPr/>
    </dgm:pt>
    <dgm:pt modelId="{D06FB770-985D-49CD-A6E3-54DAD17D5551}" type="pres">
      <dgm:prSet presAssocID="{BE456E98-086B-4A70-947F-6852AF2A2B55}" presName="horzSpace2" presStyleCnt="0"/>
      <dgm:spPr/>
    </dgm:pt>
    <dgm:pt modelId="{10D18641-9CA5-4D1F-BAC7-14EE4FFE1E55}" type="pres">
      <dgm:prSet presAssocID="{BE456E98-086B-4A70-947F-6852AF2A2B55}" presName="tx2" presStyleLbl="revTx" presStyleIdx="3" presStyleCnt="4"/>
      <dgm:spPr/>
    </dgm:pt>
    <dgm:pt modelId="{0AF3CB35-6D3D-4D51-816D-313E3E0BDE00}" type="pres">
      <dgm:prSet presAssocID="{BE456E98-086B-4A70-947F-6852AF2A2B55}" presName="vert2" presStyleCnt="0"/>
      <dgm:spPr/>
    </dgm:pt>
    <dgm:pt modelId="{5DFA7D17-53B5-433A-9B86-5ECA3BAB2B65}" type="pres">
      <dgm:prSet presAssocID="{BE456E98-086B-4A70-947F-6852AF2A2B55}" presName="thinLine2b" presStyleLbl="callout" presStyleIdx="2" presStyleCnt="3"/>
      <dgm:spPr/>
    </dgm:pt>
    <dgm:pt modelId="{D36BE413-002D-4825-9351-1749C8F82774}" type="pres">
      <dgm:prSet presAssocID="{BE456E98-086B-4A70-947F-6852AF2A2B55}" presName="vertSpace2b" presStyleCnt="0"/>
      <dgm:spPr/>
    </dgm:pt>
  </dgm:ptLst>
  <dgm:cxnLst>
    <dgm:cxn modelId="{41224312-F5A9-49F4-A052-A5F086D2AC59}" srcId="{5607C024-2EAC-4B0E-97F7-3F48C5366E68}" destId="{BEB6FF1A-E6B3-43D8-9304-46AB0C16010E}" srcOrd="0" destOrd="0" parTransId="{CAD6DAAA-E276-4841-A871-C168721A5EDE}" sibTransId="{1B716B91-0917-445F-87ED-D65BF5C8D8FB}"/>
    <dgm:cxn modelId="{67BE4A1A-C509-4FC5-B1C8-A36DB3C8F8E6}" srcId="{BEB6FF1A-E6B3-43D8-9304-46AB0C16010E}" destId="{A9228339-3E7F-4C4C-810D-D107659F0B1D}" srcOrd="1" destOrd="0" parTransId="{EB5BDC6D-51E8-42D5-9725-E1598CDB42B0}" sibTransId="{3F1D82D9-F400-48C1-ACD7-32637DCE5A8D}"/>
    <dgm:cxn modelId="{36800339-47F3-4B9F-B896-4E4AB650F4BF}" type="presOf" srcId="{AEE39155-63DE-449E-9C37-3DE6B089C745}" destId="{28DDC25C-E224-43F2-A7D3-D8392C9501A2}" srcOrd="0" destOrd="0" presId="urn:microsoft.com/office/officeart/2008/layout/LinedList"/>
    <dgm:cxn modelId="{A360A93F-2D02-46F8-8BA9-9DABD1C713EC}" type="presOf" srcId="{BEB6FF1A-E6B3-43D8-9304-46AB0C16010E}" destId="{00375AD7-E7B6-4E0C-BBE7-B17E900630C1}" srcOrd="0" destOrd="0" presId="urn:microsoft.com/office/officeart/2008/layout/LinedList"/>
    <dgm:cxn modelId="{DFD55E72-BBF3-4031-8CE3-697D666016B1}" type="presOf" srcId="{5607C024-2EAC-4B0E-97F7-3F48C5366E68}" destId="{18177CF0-EBDD-419D-8B64-2AF5A600124F}" srcOrd="0" destOrd="0" presId="urn:microsoft.com/office/officeart/2008/layout/LinedList"/>
    <dgm:cxn modelId="{BCE61586-86BF-4CA4-902C-C94003AAB92B}" type="presOf" srcId="{BE456E98-086B-4A70-947F-6852AF2A2B55}" destId="{10D18641-9CA5-4D1F-BAC7-14EE4FFE1E55}" srcOrd="0" destOrd="0" presId="urn:microsoft.com/office/officeart/2008/layout/LinedList"/>
    <dgm:cxn modelId="{A1F2808A-3877-4864-A544-C129900367BD}" type="presOf" srcId="{A9228339-3E7F-4C4C-810D-D107659F0B1D}" destId="{B1E9509D-4939-44B8-B826-701F67E9A480}" srcOrd="0" destOrd="0" presId="urn:microsoft.com/office/officeart/2008/layout/LinedList"/>
    <dgm:cxn modelId="{64DFA6AD-F2DB-41DB-A61C-14F82024309F}" srcId="{BEB6FF1A-E6B3-43D8-9304-46AB0C16010E}" destId="{AEE39155-63DE-449E-9C37-3DE6B089C745}" srcOrd="0" destOrd="0" parTransId="{AE096E5A-84C9-4318-8199-B3B525B9CFC5}" sibTransId="{6D7BA795-9ABB-4843-AEB1-18BBD39241F0}"/>
    <dgm:cxn modelId="{FCAEFEEF-5673-4C31-A09B-6EBB03D94721}" srcId="{BEB6FF1A-E6B3-43D8-9304-46AB0C16010E}" destId="{BE456E98-086B-4A70-947F-6852AF2A2B55}" srcOrd="2" destOrd="0" parTransId="{777E27A8-DF99-4036-9234-69D56491E435}" sibTransId="{1E3A532C-284D-4091-96CE-367EFD4348F6}"/>
    <dgm:cxn modelId="{BA0BAE6F-CB17-4EF3-9F6D-1EB40E2C64F7}" type="presParOf" srcId="{18177CF0-EBDD-419D-8B64-2AF5A600124F}" destId="{C0B215D0-6D52-4ECC-AD52-1BE9DB3F7556}" srcOrd="0" destOrd="0" presId="urn:microsoft.com/office/officeart/2008/layout/LinedList"/>
    <dgm:cxn modelId="{7778CEC5-A493-4A11-93AC-C0EFDE5926A8}" type="presParOf" srcId="{18177CF0-EBDD-419D-8B64-2AF5A600124F}" destId="{D29CE23D-ADC9-47E2-8C62-84034C3F2769}" srcOrd="1" destOrd="0" presId="urn:microsoft.com/office/officeart/2008/layout/LinedList"/>
    <dgm:cxn modelId="{D2FBA9B5-A212-4EBD-B59D-C1833F6AA678}" type="presParOf" srcId="{D29CE23D-ADC9-47E2-8C62-84034C3F2769}" destId="{00375AD7-E7B6-4E0C-BBE7-B17E900630C1}" srcOrd="0" destOrd="0" presId="urn:microsoft.com/office/officeart/2008/layout/LinedList"/>
    <dgm:cxn modelId="{5F22479E-DC88-49CB-9AE0-45DFB65FF061}" type="presParOf" srcId="{D29CE23D-ADC9-47E2-8C62-84034C3F2769}" destId="{0DD26866-F676-4F6A-B76D-84CD24C40F39}" srcOrd="1" destOrd="0" presId="urn:microsoft.com/office/officeart/2008/layout/LinedList"/>
    <dgm:cxn modelId="{AF880083-B522-4560-AEDD-D48D2C18DC33}" type="presParOf" srcId="{0DD26866-F676-4F6A-B76D-84CD24C40F39}" destId="{94267E86-C794-4CC9-9427-F6361317BC78}" srcOrd="0" destOrd="0" presId="urn:microsoft.com/office/officeart/2008/layout/LinedList"/>
    <dgm:cxn modelId="{7E27E0AD-EE1C-48B9-83EA-C15FDBDAF0B5}" type="presParOf" srcId="{0DD26866-F676-4F6A-B76D-84CD24C40F39}" destId="{6B86CDDE-40F4-42BE-8A9C-58AAD515232A}" srcOrd="1" destOrd="0" presId="urn:microsoft.com/office/officeart/2008/layout/LinedList"/>
    <dgm:cxn modelId="{F3DA07D1-C046-49E8-BE74-6033A936037F}" type="presParOf" srcId="{6B86CDDE-40F4-42BE-8A9C-58AAD515232A}" destId="{BDAD6B97-2E40-4B0B-98CF-D959C45E46E9}" srcOrd="0" destOrd="0" presId="urn:microsoft.com/office/officeart/2008/layout/LinedList"/>
    <dgm:cxn modelId="{79EE7E0B-CFF1-4288-9E9F-005A6E0BACED}" type="presParOf" srcId="{6B86CDDE-40F4-42BE-8A9C-58AAD515232A}" destId="{28DDC25C-E224-43F2-A7D3-D8392C9501A2}" srcOrd="1" destOrd="0" presId="urn:microsoft.com/office/officeart/2008/layout/LinedList"/>
    <dgm:cxn modelId="{D5D43B34-6861-4DDE-AA71-E6329573205D}" type="presParOf" srcId="{6B86CDDE-40F4-42BE-8A9C-58AAD515232A}" destId="{A0556F50-C9D7-414D-A34B-60631B32D9A5}" srcOrd="2" destOrd="0" presId="urn:microsoft.com/office/officeart/2008/layout/LinedList"/>
    <dgm:cxn modelId="{4AA6855B-2C29-4E12-8F17-545CFF1888AD}" type="presParOf" srcId="{0DD26866-F676-4F6A-B76D-84CD24C40F39}" destId="{602DF8CF-145E-41C9-8A89-59638BB1152C}" srcOrd="2" destOrd="0" presId="urn:microsoft.com/office/officeart/2008/layout/LinedList"/>
    <dgm:cxn modelId="{28276C1F-ADBC-4528-955F-2D0E2C9A41D8}" type="presParOf" srcId="{0DD26866-F676-4F6A-B76D-84CD24C40F39}" destId="{996AFC71-A9F3-4970-88F4-E2E1ACBAF8D7}" srcOrd="3" destOrd="0" presId="urn:microsoft.com/office/officeart/2008/layout/LinedList"/>
    <dgm:cxn modelId="{8DE08596-7EE5-4126-85B8-FFCA676B04E5}" type="presParOf" srcId="{0DD26866-F676-4F6A-B76D-84CD24C40F39}" destId="{546EA485-8ACB-411D-8069-29BB69CD6194}" srcOrd="4" destOrd="0" presId="urn:microsoft.com/office/officeart/2008/layout/LinedList"/>
    <dgm:cxn modelId="{BFF2167A-CDA0-4A94-B216-8976015CFBFF}" type="presParOf" srcId="{546EA485-8ACB-411D-8069-29BB69CD6194}" destId="{7B61D0C2-2277-419B-A012-DC8C19789F7E}" srcOrd="0" destOrd="0" presId="urn:microsoft.com/office/officeart/2008/layout/LinedList"/>
    <dgm:cxn modelId="{83663825-3A60-4119-9F01-B6CCB3D18C7D}" type="presParOf" srcId="{546EA485-8ACB-411D-8069-29BB69CD6194}" destId="{B1E9509D-4939-44B8-B826-701F67E9A480}" srcOrd="1" destOrd="0" presId="urn:microsoft.com/office/officeart/2008/layout/LinedList"/>
    <dgm:cxn modelId="{993B7CB8-D9FD-4334-B5BE-B1D564ADA090}" type="presParOf" srcId="{546EA485-8ACB-411D-8069-29BB69CD6194}" destId="{E34FEB52-A5A9-4B86-8A4E-2D67ED1270B7}" srcOrd="2" destOrd="0" presId="urn:microsoft.com/office/officeart/2008/layout/LinedList"/>
    <dgm:cxn modelId="{C53771AC-35D1-4DFF-B6DE-D51E852E8390}" type="presParOf" srcId="{0DD26866-F676-4F6A-B76D-84CD24C40F39}" destId="{C4AE98B4-9A1E-43ED-95D4-4FF89EEAD9A3}" srcOrd="5" destOrd="0" presId="urn:microsoft.com/office/officeart/2008/layout/LinedList"/>
    <dgm:cxn modelId="{584B35A4-F19B-40D3-B990-904298ECEE7C}" type="presParOf" srcId="{0DD26866-F676-4F6A-B76D-84CD24C40F39}" destId="{20E4991A-BED9-454D-A785-BA79F3332C3F}" srcOrd="6" destOrd="0" presId="urn:microsoft.com/office/officeart/2008/layout/LinedList"/>
    <dgm:cxn modelId="{71BF95E0-B3D1-4334-940C-875CE46DBE42}" type="presParOf" srcId="{0DD26866-F676-4F6A-B76D-84CD24C40F39}" destId="{68FA91FC-1409-409C-A7FE-0CF38A12B63C}" srcOrd="7" destOrd="0" presId="urn:microsoft.com/office/officeart/2008/layout/LinedList"/>
    <dgm:cxn modelId="{2663E233-43C2-4A27-BAB2-1451A697F807}" type="presParOf" srcId="{68FA91FC-1409-409C-A7FE-0CF38A12B63C}" destId="{D06FB770-985D-49CD-A6E3-54DAD17D5551}" srcOrd="0" destOrd="0" presId="urn:microsoft.com/office/officeart/2008/layout/LinedList"/>
    <dgm:cxn modelId="{07CBBF8A-20D7-4AF8-B211-4B51798ACD82}" type="presParOf" srcId="{68FA91FC-1409-409C-A7FE-0CF38A12B63C}" destId="{10D18641-9CA5-4D1F-BAC7-14EE4FFE1E55}" srcOrd="1" destOrd="0" presId="urn:microsoft.com/office/officeart/2008/layout/LinedList"/>
    <dgm:cxn modelId="{D18415D8-EDEA-4863-A172-BEA6D16C020B}" type="presParOf" srcId="{68FA91FC-1409-409C-A7FE-0CF38A12B63C}" destId="{0AF3CB35-6D3D-4D51-816D-313E3E0BDE00}" srcOrd="2" destOrd="0" presId="urn:microsoft.com/office/officeart/2008/layout/LinedList"/>
    <dgm:cxn modelId="{8FF3FCDB-7CEC-44C1-87AE-891EA33B45C5}" type="presParOf" srcId="{0DD26866-F676-4F6A-B76D-84CD24C40F39}" destId="{5DFA7D17-53B5-433A-9B86-5ECA3BAB2B65}" srcOrd="8" destOrd="0" presId="urn:microsoft.com/office/officeart/2008/layout/LinedList"/>
    <dgm:cxn modelId="{D3E88BD8-CB8C-4AB7-8A09-F7996A1AB1FE}" type="presParOf" srcId="{0DD26866-F676-4F6A-B76D-84CD24C40F39}" destId="{D36BE413-002D-4825-9351-1749C8F82774}"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607C024-2EAC-4B0E-97F7-3F48C5366E6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BEB6FF1A-E6B3-43D8-9304-46AB0C16010E}">
      <dgm:prSet phldrT="[Text]"/>
      <dgm:spPr/>
      <dgm:t>
        <a:bodyPr/>
        <a:lstStyle/>
        <a:p>
          <a:r>
            <a:rPr lang="en-US" dirty="0"/>
            <a:t>REACT</a:t>
          </a:r>
        </a:p>
      </dgm:t>
    </dgm:pt>
    <dgm:pt modelId="{CAD6DAAA-E276-4841-A871-C168721A5EDE}" type="parTrans" cxnId="{41224312-F5A9-49F4-A052-A5F086D2AC59}">
      <dgm:prSet/>
      <dgm:spPr/>
      <dgm:t>
        <a:bodyPr/>
        <a:lstStyle/>
        <a:p>
          <a:endParaRPr lang="en-US"/>
        </a:p>
      </dgm:t>
    </dgm:pt>
    <dgm:pt modelId="{1B716B91-0917-445F-87ED-D65BF5C8D8FB}" type="sibTrans" cxnId="{41224312-F5A9-49F4-A052-A5F086D2AC59}">
      <dgm:prSet/>
      <dgm:spPr/>
      <dgm:t>
        <a:bodyPr/>
        <a:lstStyle/>
        <a:p>
          <a:endParaRPr lang="en-US"/>
        </a:p>
      </dgm:t>
    </dgm:pt>
    <dgm:pt modelId="{A9228339-3E7F-4C4C-810D-D107659F0B1D}">
      <dgm:prSet phldrT="[Text]"/>
      <dgm:spPr/>
      <dgm:t>
        <a:bodyPr/>
        <a:lstStyle/>
        <a:p>
          <a:pPr algn="r"/>
          <a:r>
            <a:rPr lang="fa-IR" b="1" dirty="0">
              <a:highlight>
                <a:srgbClr val="000080"/>
              </a:highlight>
              <a:latin typeface="Segoe UI Semilight" panose="020B0402040204020203" pitchFamily="34" charset="0"/>
              <a:cs typeface="Segoe UI Semilight" panose="020B0402040204020203" pitchFamily="34" charset="0"/>
            </a:rPr>
            <a:t>این</a:t>
          </a:r>
          <a:r>
            <a:rPr lang="fa-IR" b="1" baseline="0" dirty="0">
              <a:highlight>
                <a:srgbClr val="000080"/>
              </a:highlight>
              <a:latin typeface="Segoe UI Semilight" panose="020B0402040204020203" pitchFamily="34" charset="0"/>
              <a:cs typeface="Segoe UI Semilight" panose="020B0402040204020203" pitchFamily="34" charset="0"/>
            </a:rPr>
            <a:t> نگاشت ماندگار بوده و پس از پیاده سازی, تغییر نخواهد کرد.</a:t>
          </a:r>
          <a:endParaRPr lang="en-US" b="1" dirty="0">
            <a:highlight>
              <a:srgbClr val="000080"/>
            </a:highlight>
            <a:latin typeface="Segoe UI Semilight" panose="020B0402040204020203" pitchFamily="34" charset="0"/>
            <a:cs typeface="Segoe UI Semilight" panose="020B0402040204020203" pitchFamily="34" charset="0"/>
          </a:endParaRPr>
        </a:p>
      </dgm:t>
    </dgm:pt>
    <dgm:pt modelId="{EB5BDC6D-51E8-42D5-9725-E1598CDB42B0}" type="parTrans" cxnId="{67BE4A1A-C509-4FC5-B1C8-A36DB3C8F8E6}">
      <dgm:prSet/>
      <dgm:spPr/>
      <dgm:t>
        <a:bodyPr/>
        <a:lstStyle/>
        <a:p>
          <a:endParaRPr lang="en-US"/>
        </a:p>
      </dgm:t>
    </dgm:pt>
    <dgm:pt modelId="{3F1D82D9-F400-48C1-ACD7-32637DCE5A8D}" type="sibTrans" cxnId="{67BE4A1A-C509-4FC5-B1C8-A36DB3C8F8E6}">
      <dgm:prSet/>
      <dgm:spPr/>
      <dgm:t>
        <a:bodyPr/>
        <a:lstStyle/>
        <a:p>
          <a:endParaRPr lang="en-US"/>
        </a:p>
      </dgm:t>
    </dgm:pt>
    <dgm:pt modelId="{AEE39155-63DE-449E-9C37-3DE6B089C745}">
      <dgm:prSet phldrT="[Text]"/>
      <dgm:spPr/>
      <dgm:t>
        <a:bodyPr/>
        <a:lstStyle/>
        <a:p>
          <a:pPr algn="r"/>
          <a:r>
            <a:rPr lang="fa-IR" b="1" dirty="0">
              <a:latin typeface="Segoe UI Semilight" panose="020B0402040204020203" pitchFamily="34" charset="0"/>
              <a:cs typeface="Segoe UI Semilight" panose="020B0402040204020203" pitchFamily="34" charset="0"/>
            </a:rPr>
            <a:t>&lt;ری اکت&gt; پس از دریافت اطلاعات فوق به فرمت فوق, نگاشتی بین آنها و المان های رابط کاربری برقرار می کند.</a:t>
          </a:r>
          <a:endParaRPr lang="en-US" b="1" dirty="0">
            <a:latin typeface="Segoe UI Semilight" panose="020B0402040204020203" pitchFamily="34" charset="0"/>
            <a:cs typeface="Segoe UI Semilight" panose="020B0402040204020203" pitchFamily="34" charset="0"/>
          </a:endParaRPr>
        </a:p>
      </dgm:t>
    </dgm:pt>
    <dgm:pt modelId="{6D7BA795-9ABB-4843-AEB1-18BBD39241F0}" type="sibTrans" cxnId="{64DFA6AD-F2DB-41DB-A61C-14F82024309F}">
      <dgm:prSet/>
      <dgm:spPr/>
      <dgm:t>
        <a:bodyPr/>
        <a:lstStyle/>
        <a:p>
          <a:endParaRPr lang="en-US"/>
        </a:p>
      </dgm:t>
    </dgm:pt>
    <dgm:pt modelId="{AE096E5A-84C9-4318-8199-B3B525B9CFC5}" type="parTrans" cxnId="{64DFA6AD-F2DB-41DB-A61C-14F82024309F}">
      <dgm:prSet/>
      <dgm:spPr/>
      <dgm:t>
        <a:bodyPr/>
        <a:lstStyle/>
        <a:p>
          <a:endParaRPr lang="en-US"/>
        </a:p>
      </dgm:t>
    </dgm:pt>
    <dgm:pt modelId="{18177CF0-EBDD-419D-8B64-2AF5A600124F}" type="pres">
      <dgm:prSet presAssocID="{5607C024-2EAC-4B0E-97F7-3F48C5366E68}" presName="vert0" presStyleCnt="0">
        <dgm:presLayoutVars>
          <dgm:dir/>
          <dgm:animOne val="branch"/>
          <dgm:animLvl val="lvl"/>
        </dgm:presLayoutVars>
      </dgm:prSet>
      <dgm:spPr/>
    </dgm:pt>
    <dgm:pt modelId="{C0B215D0-6D52-4ECC-AD52-1BE9DB3F7556}" type="pres">
      <dgm:prSet presAssocID="{BEB6FF1A-E6B3-43D8-9304-46AB0C16010E}" presName="thickLine" presStyleLbl="alignNode1" presStyleIdx="0" presStyleCnt="1"/>
      <dgm:spPr/>
    </dgm:pt>
    <dgm:pt modelId="{D29CE23D-ADC9-47E2-8C62-84034C3F2769}" type="pres">
      <dgm:prSet presAssocID="{BEB6FF1A-E6B3-43D8-9304-46AB0C16010E}" presName="horz1" presStyleCnt="0"/>
      <dgm:spPr/>
    </dgm:pt>
    <dgm:pt modelId="{00375AD7-E7B6-4E0C-BBE7-B17E900630C1}" type="pres">
      <dgm:prSet presAssocID="{BEB6FF1A-E6B3-43D8-9304-46AB0C16010E}" presName="tx1" presStyleLbl="revTx" presStyleIdx="0" presStyleCnt="3"/>
      <dgm:spPr/>
    </dgm:pt>
    <dgm:pt modelId="{0DD26866-F676-4F6A-B76D-84CD24C40F39}" type="pres">
      <dgm:prSet presAssocID="{BEB6FF1A-E6B3-43D8-9304-46AB0C16010E}" presName="vert1" presStyleCnt="0"/>
      <dgm:spPr/>
    </dgm:pt>
    <dgm:pt modelId="{94267E86-C794-4CC9-9427-F6361317BC78}" type="pres">
      <dgm:prSet presAssocID="{AEE39155-63DE-449E-9C37-3DE6B089C745}" presName="vertSpace2a" presStyleCnt="0"/>
      <dgm:spPr/>
    </dgm:pt>
    <dgm:pt modelId="{6B86CDDE-40F4-42BE-8A9C-58AAD515232A}" type="pres">
      <dgm:prSet presAssocID="{AEE39155-63DE-449E-9C37-3DE6B089C745}" presName="horz2" presStyleCnt="0"/>
      <dgm:spPr/>
    </dgm:pt>
    <dgm:pt modelId="{BDAD6B97-2E40-4B0B-98CF-D959C45E46E9}" type="pres">
      <dgm:prSet presAssocID="{AEE39155-63DE-449E-9C37-3DE6B089C745}" presName="horzSpace2" presStyleCnt="0"/>
      <dgm:spPr/>
    </dgm:pt>
    <dgm:pt modelId="{28DDC25C-E224-43F2-A7D3-D8392C9501A2}" type="pres">
      <dgm:prSet presAssocID="{AEE39155-63DE-449E-9C37-3DE6B089C745}" presName="tx2" presStyleLbl="revTx" presStyleIdx="1" presStyleCnt="3"/>
      <dgm:spPr/>
    </dgm:pt>
    <dgm:pt modelId="{A0556F50-C9D7-414D-A34B-60631B32D9A5}" type="pres">
      <dgm:prSet presAssocID="{AEE39155-63DE-449E-9C37-3DE6B089C745}" presName="vert2" presStyleCnt="0"/>
      <dgm:spPr/>
    </dgm:pt>
    <dgm:pt modelId="{602DF8CF-145E-41C9-8A89-59638BB1152C}" type="pres">
      <dgm:prSet presAssocID="{AEE39155-63DE-449E-9C37-3DE6B089C745}" presName="thinLine2b" presStyleLbl="callout" presStyleIdx="0" presStyleCnt="2"/>
      <dgm:spPr/>
    </dgm:pt>
    <dgm:pt modelId="{996AFC71-A9F3-4970-88F4-E2E1ACBAF8D7}" type="pres">
      <dgm:prSet presAssocID="{AEE39155-63DE-449E-9C37-3DE6B089C745}" presName="vertSpace2b" presStyleCnt="0"/>
      <dgm:spPr/>
    </dgm:pt>
    <dgm:pt modelId="{546EA485-8ACB-411D-8069-29BB69CD6194}" type="pres">
      <dgm:prSet presAssocID="{A9228339-3E7F-4C4C-810D-D107659F0B1D}" presName="horz2" presStyleCnt="0"/>
      <dgm:spPr/>
    </dgm:pt>
    <dgm:pt modelId="{7B61D0C2-2277-419B-A012-DC8C19789F7E}" type="pres">
      <dgm:prSet presAssocID="{A9228339-3E7F-4C4C-810D-D107659F0B1D}" presName="horzSpace2" presStyleCnt="0"/>
      <dgm:spPr/>
    </dgm:pt>
    <dgm:pt modelId="{B1E9509D-4939-44B8-B826-701F67E9A480}" type="pres">
      <dgm:prSet presAssocID="{A9228339-3E7F-4C4C-810D-D107659F0B1D}" presName="tx2" presStyleLbl="revTx" presStyleIdx="2" presStyleCnt="3"/>
      <dgm:spPr/>
    </dgm:pt>
    <dgm:pt modelId="{E34FEB52-A5A9-4B86-8A4E-2D67ED1270B7}" type="pres">
      <dgm:prSet presAssocID="{A9228339-3E7F-4C4C-810D-D107659F0B1D}" presName="vert2" presStyleCnt="0"/>
      <dgm:spPr/>
    </dgm:pt>
    <dgm:pt modelId="{C4AE98B4-9A1E-43ED-95D4-4FF89EEAD9A3}" type="pres">
      <dgm:prSet presAssocID="{A9228339-3E7F-4C4C-810D-D107659F0B1D}" presName="thinLine2b" presStyleLbl="callout" presStyleIdx="1" presStyleCnt="2"/>
      <dgm:spPr/>
    </dgm:pt>
    <dgm:pt modelId="{20E4991A-BED9-454D-A785-BA79F3332C3F}" type="pres">
      <dgm:prSet presAssocID="{A9228339-3E7F-4C4C-810D-D107659F0B1D}" presName="vertSpace2b" presStyleCnt="0"/>
      <dgm:spPr/>
    </dgm:pt>
  </dgm:ptLst>
  <dgm:cxnLst>
    <dgm:cxn modelId="{41224312-F5A9-49F4-A052-A5F086D2AC59}" srcId="{5607C024-2EAC-4B0E-97F7-3F48C5366E68}" destId="{BEB6FF1A-E6B3-43D8-9304-46AB0C16010E}" srcOrd="0" destOrd="0" parTransId="{CAD6DAAA-E276-4841-A871-C168721A5EDE}" sibTransId="{1B716B91-0917-445F-87ED-D65BF5C8D8FB}"/>
    <dgm:cxn modelId="{67BE4A1A-C509-4FC5-B1C8-A36DB3C8F8E6}" srcId="{BEB6FF1A-E6B3-43D8-9304-46AB0C16010E}" destId="{A9228339-3E7F-4C4C-810D-D107659F0B1D}" srcOrd="1" destOrd="0" parTransId="{EB5BDC6D-51E8-42D5-9725-E1598CDB42B0}" sibTransId="{3F1D82D9-F400-48C1-ACD7-32637DCE5A8D}"/>
    <dgm:cxn modelId="{36800339-47F3-4B9F-B896-4E4AB650F4BF}" type="presOf" srcId="{AEE39155-63DE-449E-9C37-3DE6B089C745}" destId="{28DDC25C-E224-43F2-A7D3-D8392C9501A2}" srcOrd="0" destOrd="0" presId="urn:microsoft.com/office/officeart/2008/layout/LinedList"/>
    <dgm:cxn modelId="{A360A93F-2D02-46F8-8BA9-9DABD1C713EC}" type="presOf" srcId="{BEB6FF1A-E6B3-43D8-9304-46AB0C16010E}" destId="{00375AD7-E7B6-4E0C-BBE7-B17E900630C1}" srcOrd="0" destOrd="0" presId="urn:microsoft.com/office/officeart/2008/layout/LinedList"/>
    <dgm:cxn modelId="{DFD55E72-BBF3-4031-8CE3-697D666016B1}" type="presOf" srcId="{5607C024-2EAC-4B0E-97F7-3F48C5366E68}" destId="{18177CF0-EBDD-419D-8B64-2AF5A600124F}" srcOrd="0" destOrd="0" presId="urn:microsoft.com/office/officeart/2008/layout/LinedList"/>
    <dgm:cxn modelId="{A1F2808A-3877-4864-A544-C129900367BD}" type="presOf" srcId="{A9228339-3E7F-4C4C-810D-D107659F0B1D}" destId="{B1E9509D-4939-44B8-B826-701F67E9A480}" srcOrd="0" destOrd="0" presId="urn:microsoft.com/office/officeart/2008/layout/LinedList"/>
    <dgm:cxn modelId="{64DFA6AD-F2DB-41DB-A61C-14F82024309F}" srcId="{BEB6FF1A-E6B3-43D8-9304-46AB0C16010E}" destId="{AEE39155-63DE-449E-9C37-3DE6B089C745}" srcOrd="0" destOrd="0" parTransId="{AE096E5A-84C9-4318-8199-B3B525B9CFC5}" sibTransId="{6D7BA795-9ABB-4843-AEB1-18BBD39241F0}"/>
    <dgm:cxn modelId="{BA0BAE6F-CB17-4EF3-9F6D-1EB40E2C64F7}" type="presParOf" srcId="{18177CF0-EBDD-419D-8B64-2AF5A600124F}" destId="{C0B215D0-6D52-4ECC-AD52-1BE9DB3F7556}" srcOrd="0" destOrd="0" presId="urn:microsoft.com/office/officeart/2008/layout/LinedList"/>
    <dgm:cxn modelId="{7778CEC5-A493-4A11-93AC-C0EFDE5926A8}" type="presParOf" srcId="{18177CF0-EBDD-419D-8B64-2AF5A600124F}" destId="{D29CE23D-ADC9-47E2-8C62-84034C3F2769}" srcOrd="1" destOrd="0" presId="urn:microsoft.com/office/officeart/2008/layout/LinedList"/>
    <dgm:cxn modelId="{D2FBA9B5-A212-4EBD-B59D-C1833F6AA678}" type="presParOf" srcId="{D29CE23D-ADC9-47E2-8C62-84034C3F2769}" destId="{00375AD7-E7B6-4E0C-BBE7-B17E900630C1}" srcOrd="0" destOrd="0" presId="urn:microsoft.com/office/officeart/2008/layout/LinedList"/>
    <dgm:cxn modelId="{5F22479E-DC88-49CB-9AE0-45DFB65FF061}" type="presParOf" srcId="{D29CE23D-ADC9-47E2-8C62-84034C3F2769}" destId="{0DD26866-F676-4F6A-B76D-84CD24C40F39}" srcOrd="1" destOrd="0" presId="urn:microsoft.com/office/officeart/2008/layout/LinedList"/>
    <dgm:cxn modelId="{AF880083-B522-4560-AEDD-D48D2C18DC33}" type="presParOf" srcId="{0DD26866-F676-4F6A-B76D-84CD24C40F39}" destId="{94267E86-C794-4CC9-9427-F6361317BC78}" srcOrd="0" destOrd="0" presId="urn:microsoft.com/office/officeart/2008/layout/LinedList"/>
    <dgm:cxn modelId="{7E27E0AD-EE1C-48B9-83EA-C15FDBDAF0B5}" type="presParOf" srcId="{0DD26866-F676-4F6A-B76D-84CD24C40F39}" destId="{6B86CDDE-40F4-42BE-8A9C-58AAD515232A}" srcOrd="1" destOrd="0" presId="urn:microsoft.com/office/officeart/2008/layout/LinedList"/>
    <dgm:cxn modelId="{F3DA07D1-C046-49E8-BE74-6033A936037F}" type="presParOf" srcId="{6B86CDDE-40F4-42BE-8A9C-58AAD515232A}" destId="{BDAD6B97-2E40-4B0B-98CF-D959C45E46E9}" srcOrd="0" destOrd="0" presId="urn:microsoft.com/office/officeart/2008/layout/LinedList"/>
    <dgm:cxn modelId="{79EE7E0B-CFF1-4288-9E9F-005A6E0BACED}" type="presParOf" srcId="{6B86CDDE-40F4-42BE-8A9C-58AAD515232A}" destId="{28DDC25C-E224-43F2-A7D3-D8392C9501A2}" srcOrd="1" destOrd="0" presId="urn:microsoft.com/office/officeart/2008/layout/LinedList"/>
    <dgm:cxn modelId="{D5D43B34-6861-4DDE-AA71-E6329573205D}" type="presParOf" srcId="{6B86CDDE-40F4-42BE-8A9C-58AAD515232A}" destId="{A0556F50-C9D7-414D-A34B-60631B32D9A5}" srcOrd="2" destOrd="0" presId="urn:microsoft.com/office/officeart/2008/layout/LinedList"/>
    <dgm:cxn modelId="{4AA6855B-2C29-4E12-8F17-545CFF1888AD}" type="presParOf" srcId="{0DD26866-F676-4F6A-B76D-84CD24C40F39}" destId="{602DF8CF-145E-41C9-8A89-59638BB1152C}" srcOrd="2" destOrd="0" presId="urn:microsoft.com/office/officeart/2008/layout/LinedList"/>
    <dgm:cxn modelId="{28276C1F-ADBC-4528-955F-2D0E2C9A41D8}" type="presParOf" srcId="{0DD26866-F676-4F6A-B76D-84CD24C40F39}" destId="{996AFC71-A9F3-4970-88F4-E2E1ACBAF8D7}" srcOrd="3" destOrd="0" presId="urn:microsoft.com/office/officeart/2008/layout/LinedList"/>
    <dgm:cxn modelId="{8DE08596-7EE5-4126-85B8-FFCA676B04E5}" type="presParOf" srcId="{0DD26866-F676-4F6A-B76D-84CD24C40F39}" destId="{546EA485-8ACB-411D-8069-29BB69CD6194}" srcOrd="4" destOrd="0" presId="urn:microsoft.com/office/officeart/2008/layout/LinedList"/>
    <dgm:cxn modelId="{BFF2167A-CDA0-4A94-B216-8976015CFBFF}" type="presParOf" srcId="{546EA485-8ACB-411D-8069-29BB69CD6194}" destId="{7B61D0C2-2277-419B-A012-DC8C19789F7E}" srcOrd="0" destOrd="0" presId="urn:microsoft.com/office/officeart/2008/layout/LinedList"/>
    <dgm:cxn modelId="{83663825-3A60-4119-9F01-B6CCB3D18C7D}" type="presParOf" srcId="{546EA485-8ACB-411D-8069-29BB69CD6194}" destId="{B1E9509D-4939-44B8-B826-701F67E9A480}" srcOrd="1" destOrd="0" presId="urn:microsoft.com/office/officeart/2008/layout/LinedList"/>
    <dgm:cxn modelId="{993B7CB8-D9FD-4334-B5BE-B1D564ADA090}" type="presParOf" srcId="{546EA485-8ACB-411D-8069-29BB69CD6194}" destId="{E34FEB52-A5A9-4B86-8A4E-2D67ED1270B7}" srcOrd="2" destOrd="0" presId="urn:microsoft.com/office/officeart/2008/layout/LinedList"/>
    <dgm:cxn modelId="{C53771AC-35D1-4DFF-B6DE-D51E852E8390}" type="presParOf" srcId="{0DD26866-F676-4F6A-B76D-84CD24C40F39}" destId="{C4AE98B4-9A1E-43ED-95D4-4FF89EEAD9A3}" srcOrd="5" destOrd="0" presId="urn:microsoft.com/office/officeart/2008/layout/LinedList"/>
    <dgm:cxn modelId="{584B35A4-F19B-40D3-B990-904298ECEE7C}" type="presParOf" srcId="{0DD26866-F676-4F6A-B76D-84CD24C40F39}" destId="{20E4991A-BED9-454D-A785-BA79F3332C3F}" srcOrd="6"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30F456-2294-4A8F-8795-DE5547402957}">
      <dsp:nvSpPr>
        <dsp:cNvPr id="0" name=""/>
        <dsp:cNvSpPr/>
      </dsp:nvSpPr>
      <dsp:spPr>
        <a:xfrm>
          <a:off x="0" y="0"/>
          <a:ext cx="4120713" cy="815769"/>
        </a:xfrm>
        <a:prstGeom prst="roundRect">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dirty="0"/>
            <a:t>Electron JS + React + Django</a:t>
          </a:r>
        </a:p>
      </dsp:txBody>
      <dsp:txXfrm>
        <a:off x="39823" y="39823"/>
        <a:ext cx="4041067" cy="7361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22044C-3B3F-417E-B1E6-A9F84CF4236A}">
      <dsp:nvSpPr>
        <dsp:cNvPr id="0" name=""/>
        <dsp:cNvSpPr/>
      </dsp:nvSpPr>
      <dsp:spPr>
        <a:xfrm>
          <a:off x="1512658" y="593104"/>
          <a:ext cx="2617778" cy="2618176"/>
        </a:xfrm>
        <a:prstGeom prst="circularArrow">
          <a:avLst>
            <a:gd name="adj1" fmla="val 10980"/>
            <a:gd name="adj2" fmla="val 1142322"/>
            <a:gd name="adj3" fmla="val 4500000"/>
            <a:gd name="adj4" fmla="val 10800000"/>
            <a:gd name="adj5" fmla="val 125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848DCF-CE57-464A-947F-CE6398BEAF18}">
      <dsp:nvSpPr>
        <dsp:cNvPr id="0" name=""/>
        <dsp:cNvSpPr/>
      </dsp:nvSpPr>
      <dsp:spPr>
        <a:xfrm>
          <a:off x="2091273" y="1538346"/>
          <a:ext cx="1454649" cy="727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React Requests from Django</a:t>
          </a:r>
        </a:p>
      </dsp:txBody>
      <dsp:txXfrm>
        <a:off x="2091273" y="1538346"/>
        <a:ext cx="1454649" cy="727150"/>
      </dsp:txXfrm>
    </dsp:sp>
    <dsp:sp modelId="{8296BCA3-41C4-47F3-8EAA-F5C94742751A}">
      <dsp:nvSpPr>
        <dsp:cNvPr id="0" name=""/>
        <dsp:cNvSpPr/>
      </dsp:nvSpPr>
      <dsp:spPr>
        <a:xfrm>
          <a:off x="785579" y="2124068"/>
          <a:ext cx="2617778" cy="2618176"/>
        </a:xfrm>
        <a:prstGeom prst="leftCircularArrow">
          <a:avLst>
            <a:gd name="adj1" fmla="val 10980"/>
            <a:gd name="adj2" fmla="val 1142322"/>
            <a:gd name="adj3" fmla="val 6300000"/>
            <a:gd name="adj4" fmla="val 18900000"/>
            <a:gd name="adj5" fmla="val 125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880676-BEA5-4D9E-8CD8-A3EF803A5BE6}">
      <dsp:nvSpPr>
        <dsp:cNvPr id="0" name=""/>
        <dsp:cNvSpPr/>
      </dsp:nvSpPr>
      <dsp:spPr>
        <a:xfrm>
          <a:off x="1367144" y="3051384"/>
          <a:ext cx="1454649" cy="727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t>Django gets the request and returns the calculations</a:t>
          </a:r>
        </a:p>
      </dsp:txBody>
      <dsp:txXfrm>
        <a:off x="1367144" y="3051384"/>
        <a:ext cx="1454649" cy="727150"/>
      </dsp:txXfrm>
    </dsp:sp>
    <dsp:sp modelId="{A149DF69-4D21-4496-99FD-223ED1D52FF1}">
      <dsp:nvSpPr>
        <dsp:cNvPr id="0" name=""/>
        <dsp:cNvSpPr/>
      </dsp:nvSpPr>
      <dsp:spPr>
        <a:xfrm>
          <a:off x="1698975" y="3781798"/>
          <a:ext cx="2249077" cy="2249978"/>
        </a:xfrm>
        <a:prstGeom prst="blockArc">
          <a:avLst>
            <a:gd name="adj1" fmla="val 13500000"/>
            <a:gd name="adj2" fmla="val 10800000"/>
            <a:gd name="adj3" fmla="val 1274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413EF6-DA09-447F-A4CD-88E857080472}">
      <dsp:nvSpPr>
        <dsp:cNvPr id="0" name=""/>
        <dsp:cNvSpPr/>
      </dsp:nvSpPr>
      <dsp:spPr>
        <a:xfrm>
          <a:off x="2094714" y="4566598"/>
          <a:ext cx="1454649" cy="727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React Shows the Calculation</a:t>
          </a:r>
        </a:p>
      </dsp:txBody>
      <dsp:txXfrm>
        <a:off x="2094714" y="4566598"/>
        <a:ext cx="1454649" cy="7271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B215D0-6D52-4ECC-AD52-1BE9DB3F7556}">
      <dsp:nvSpPr>
        <dsp:cNvPr id="0" name=""/>
        <dsp:cNvSpPr/>
      </dsp:nvSpPr>
      <dsp:spPr>
        <a:xfrm>
          <a:off x="0" y="0"/>
          <a:ext cx="755967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375AD7-E7B6-4E0C-BBE7-B17E900630C1}">
      <dsp:nvSpPr>
        <dsp:cNvPr id="0" name=""/>
        <dsp:cNvSpPr/>
      </dsp:nvSpPr>
      <dsp:spPr>
        <a:xfrm>
          <a:off x="0" y="0"/>
          <a:ext cx="1511935" cy="3726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REACT</a:t>
          </a:r>
        </a:p>
      </dsp:txBody>
      <dsp:txXfrm>
        <a:off x="0" y="0"/>
        <a:ext cx="1511935" cy="3726237"/>
      </dsp:txXfrm>
    </dsp:sp>
    <dsp:sp modelId="{28DDC25C-E224-43F2-A7D3-D8392C9501A2}">
      <dsp:nvSpPr>
        <dsp:cNvPr id="0" name=""/>
        <dsp:cNvSpPr/>
      </dsp:nvSpPr>
      <dsp:spPr>
        <a:xfrm>
          <a:off x="1625330" y="58222"/>
          <a:ext cx="5934344" cy="1164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r" defTabSz="889000">
            <a:lnSpc>
              <a:spcPct val="90000"/>
            </a:lnSpc>
            <a:spcBef>
              <a:spcPct val="0"/>
            </a:spcBef>
            <a:spcAft>
              <a:spcPct val="35000"/>
            </a:spcAft>
            <a:buNone/>
          </a:pPr>
          <a:r>
            <a:rPr lang="fa-IR" sz="2000" b="1" kern="1200" dirty="0">
              <a:latin typeface="Segoe UI Semilight" panose="020B0402040204020203" pitchFamily="34" charset="0"/>
              <a:cs typeface="Segoe UI Semilight" panose="020B0402040204020203" pitchFamily="34" charset="0"/>
            </a:rPr>
            <a:t>اپلیکیشن &lt;ری اکت&gt;, اطلاعات مورد نیاز برای صفحات خود را از &lt;جنگو&gt; دریافت می کند.</a:t>
          </a:r>
          <a:endParaRPr lang="en-US" sz="2000" b="1" kern="1200" dirty="0">
            <a:latin typeface="Segoe UI Semilight" panose="020B0402040204020203" pitchFamily="34" charset="0"/>
            <a:cs typeface="Segoe UI Semilight" panose="020B0402040204020203" pitchFamily="34" charset="0"/>
          </a:endParaRPr>
        </a:p>
      </dsp:txBody>
      <dsp:txXfrm>
        <a:off x="1625330" y="58222"/>
        <a:ext cx="5934344" cy="1164449"/>
      </dsp:txXfrm>
    </dsp:sp>
    <dsp:sp modelId="{602DF8CF-145E-41C9-8A89-59638BB1152C}">
      <dsp:nvSpPr>
        <dsp:cNvPr id="0" name=""/>
        <dsp:cNvSpPr/>
      </dsp:nvSpPr>
      <dsp:spPr>
        <a:xfrm>
          <a:off x="1511935" y="1222671"/>
          <a:ext cx="604774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E9509D-4939-44B8-B826-701F67E9A480}">
      <dsp:nvSpPr>
        <dsp:cNvPr id="0" name=""/>
        <dsp:cNvSpPr/>
      </dsp:nvSpPr>
      <dsp:spPr>
        <a:xfrm>
          <a:off x="1625330" y="1280893"/>
          <a:ext cx="5934344" cy="1164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r" defTabSz="889000">
            <a:lnSpc>
              <a:spcPct val="90000"/>
            </a:lnSpc>
            <a:spcBef>
              <a:spcPct val="0"/>
            </a:spcBef>
            <a:spcAft>
              <a:spcPct val="35000"/>
            </a:spcAft>
            <a:buNone/>
          </a:pPr>
          <a:r>
            <a:rPr lang="fa-IR" sz="2000" b="1" kern="1200" dirty="0">
              <a:latin typeface="Segoe UI Semilight" panose="020B0402040204020203" pitchFamily="34" charset="0"/>
              <a:cs typeface="Segoe UI Semilight" panose="020B0402040204020203" pitchFamily="34" charset="0"/>
            </a:rPr>
            <a:t>&lt;جنگو&gt; اطلاعاتی که ادمین نرم افزار &lt;اینجانب&gt; در شمای پایگاه داده وارد کرده ایم را باز میگرداند.</a:t>
          </a:r>
        </a:p>
        <a:p>
          <a:pPr marL="0" lvl="0" indent="0" algn="l" defTabSz="889000">
            <a:lnSpc>
              <a:spcPct val="90000"/>
            </a:lnSpc>
            <a:spcBef>
              <a:spcPct val="0"/>
            </a:spcBef>
            <a:spcAft>
              <a:spcPct val="35000"/>
            </a:spcAft>
            <a:buNone/>
          </a:pPr>
          <a:endParaRPr lang="en-US" sz="2000" kern="1200" dirty="0"/>
        </a:p>
      </dsp:txBody>
      <dsp:txXfrm>
        <a:off x="1625330" y="1280893"/>
        <a:ext cx="5934344" cy="1164449"/>
      </dsp:txXfrm>
    </dsp:sp>
    <dsp:sp modelId="{C4AE98B4-9A1E-43ED-95D4-4FF89EEAD9A3}">
      <dsp:nvSpPr>
        <dsp:cNvPr id="0" name=""/>
        <dsp:cNvSpPr/>
      </dsp:nvSpPr>
      <dsp:spPr>
        <a:xfrm>
          <a:off x="1511935" y="2445343"/>
          <a:ext cx="604774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D18641-9CA5-4D1F-BAC7-14EE4FFE1E55}">
      <dsp:nvSpPr>
        <dsp:cNvPr id="0" name=""/>
        <dsp:cNvSpPr/>
      </dsp:nvSpPr>
      <dsp:spPr>
        <a:xfrm>
          <a:off x="1625330" y="2503565"/>
          <a:ext cx="5934344" cy="1164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r" defTabSz="889000">
            <a:lnSpc>
              <a:spcPct val="90000"/>
            </a:lnSpc>
            <a:spcBef>
              <a:spcPct val="0"/>
            </a:spcBef>
            <a:spcAft>
              <a:spcPct val="35000"/>
            </a:spcAft>
            <a:buNone/>
          </a:pPr>
          <a:r>
            <a:rPr lang="fa-IR" sz="2000" b="1" kern="1200" dirty="0">
              <a:latin typeface="Segoe UI Semilight" panose="020B0402040204020203" pitchFamily="34" charset="0"/>
              <a:cs typeface="Segoe UI Semilight" panose="020B0402040204020203" pitchFamily="34" charset="0"/>
            </a:rPr>
            <a:t>&lt;ری اکت&gt;, المان های خود را با اطلاعات بدست آمده تغذیه می کند.</a:t>
          </a:r>
          <a:endParaRPr lang="en-US" sz="2000" b="1" kern="1200" dirty="0">
            <a:latin typeface="Segoe UI Semilight" panose="020B0402040204020203" pitchFamily="34" charset="0"/>
            <a:cs typeface="Segoe UI Semilight" panose="020B0402040204020203" pitchFamily="34" charset="0"/>
          </a:endParaRPr>
        </a:p>
      </dsp:txBody>
      <dsp:txXfrm>
        <a:off x="1625330" y="2503565"/>
        <a:ext cx="5934344" cy="1164449"/>
      </dsp:txXfrm>
    </dsp:sp>
    <dsp:sp modelId="{5DFA7D17-53B5-433A-9B86-5ECA3BAB2B65}">
      <dsp:nvSpPr>
        <dsp:cNvPr id="0" name=""/>
        <dsp:cNvSpPr/>
      </dsp:nvSpPr>
      <dsp:spPr>
        <a:xfrm>
          <a:off x="1511935" y="3668014"/>
          <a:ext cx="604774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B215D0-6D52-4ECC-AD52-1BE9DB3F7556}">
      <dsp:nvSpPr>
        <dsp:cNvPr id="0" name=""/>
        <dsp:cNvSpPr/>
      </dsp:nvSpPr>
      <dsp:spPr>
        <a:xfrm>
          <a:off x="0" y="0"/>
          <a:ext cx="7559674"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375AD7-E7B6-4E0C-BBE7-B17E900630C1}">
      <dsp:nvSpPr>
        <dsp:cNvPr id="0" name=""/>
        <dsp:cNvSpPr/>
      </dsp:nvSpPr>
      <dsp:spPr>
        <a:xfrm>
          <a:off x="0" y="0"/>
          <a:ext cx="1511934" cy="35200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DJANGO</a:t>
          </a:r>
        </a:p>
      </dsp:txBody>
      <dsp:txXfrm>
        <a:off x="0" y="0"/>
        <a:ext cx="1511934" cy="3520048"/>
      </dsp:txXfrm>
    </dsp:sp>
    <dsp:sp modelId="{28DDC25C-E224-43F2-A7D3-D8392C9501A2}">
      <dsp:nvSpPr>
        <dsp:cNvPr id="0" name=""/>
        <dsp:cNvSpPr/>
      </dsp:nvSpPr>
      <dsp:spPr>
        <a:xfrm>
          <a:off x="1625329" y="55000"/>
          <a:ext cx="5934344" cy="1100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r" defTabSz="1244600">
            <a:lnSpc>
              <a:spcPct val="90000"/>
            </a:lnSpc>
            <a:spcBef>
              <a:spcPct val="0"/>
            </a:spcBef>
            <a:spcAft>
              <a:spcPct val="35000"/>
            </a:spcAft>
            <a:buNone/>
          </a:pPr>
          <a:r>
            <a:rPr lang="fa-IR" sz="2800" b="1" kern="1200" dirty="0">
              <a:latin typeface="Segoe UI Semilight" panose="020B0402040204020203" pitchFamily="34" charset="0"/>
              <a:cs typeface="Segoe UI Semilight" panose="020B0402040204020203" pitchFamily="34" charset="0"/>
            </a:rPr>
            <a:t>اطلاعات &lt;جنگو&gt; از طریق &lt;پنل ادمین&gt; به شِمای پایگاه داده اضافه می شوند</a:t>
          </a:r>
          <a:endParaRPr lang="en-US" sz="2800" b="1" kern="1200" dirty="0">
            <a:latin typeface="Segoe UI Semilight" panose="020B0402040204020203" pitchFamily="34" charset="0"/>
            <a:cs typeface="Segoe UI Semilight" panose="020B0402040204020203" pitchFamily="34" charset="0"/>
          </a:endParaRPr>
        </a:p>
      </dsp:txBody>
      <dsp:txXfrm>
        <a:off x="1625329" y="55000"/>
        <a:ext cx="5934344" cy="1100015"/>
      </dsp:txXfrm>
    </dsp:sp>
    <dsp:sp modelId="{602DF8CF-145E-41C9-8A89-59638BB1152C}">
      <dsp:nvSpPr>
        <dsp:cNvPr id="0" name=""/>
        <dsp:cNvSpPr/>
      </dsp:nvSpPr>
      <dsp:spPr>
        <a:xfrm>
          <a:off x="1511934" y="1155015"/>
          <a:ext cx="6047739"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E9509D-4939-44B8-B826-701F67E9A480}">
      <dsp:nvSpPr>
        <dsp:cNvPr id="0" name=""/>
        <dsp:cNvSpPr/>
      </dsp:nvSpPr>
      <dsp:spPr>
        <a:xfrm>
          <a:off x="1625329" y="1210016"/>
          <a:ext cx="5934344" cy="1100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r" defTabSz="1244600">
            <a:lnSpc>
              <a:spcPct val="90000"/>
            </a:lnSpc>
            <a:spcBef>
              <a:spcPct val="0"/>
            </a:spcBef>
            <a:spcAft>
              <a:spcPct val="35000"/>
            </a:spcAft>
            <a:buNone/>
          </a:pPr>
          <a:r>
            <a:rPr lang="fa-IR" sz="2800" b="1" kern="1200" dirty="0">
              <a:latin typeface="Segoe UI Semilight" panose="020B0402040204020203" pitchFamily="34" charset="0"/>
              <a:cs typeface="Segoe UI Semilight" panose="020B0402040204020203" pitchFamily="34" charset="0"/>
            </a:rPr>
            <a:t>شامل اطلاعات تجهیزات صنعتی مربوط به پست های برق می باشد.</a:t>
          </a:r>
        </a:p>
      </dsp:txBody>
      <dsp:txXfrm>
        <a:off x="1625329" y="1210016"/>
        <a:ext cx="5934344" cy="1100015"/>
      </dsp:txXfrm>
    </dsp:sp>
    <dsp:sp modelId="{C4AE98B4-9A1E-43ED-95D4-4FF89EEAD9A3}">
      <dsp:nvSpPr>
        <dsp:cNvPr id="0" name=""/>
        <dsp:cNvSpPr/>
      </dsp:nvSpPr>
      <dsp:spPr>
        <a:xfrm>
          <a:off x="1511934" y="2310031"/>
          <a:ext cx="6047739"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D18641-9CA5-4D1F-BAC7-14EE4FFE1E55}">
      <dsp:nvSpPr>
        <dsp:cNvPr id="0" name=""/>
        <dsp:cNvSpPr/>
      </dsp:nvSpPr>
      <dsp:spPr>
        <a:xfrm>
          <a:off x="1625329" y="2365032"/>
          <a:ext cx="5934344" cy="1100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r" defTabSz="1244600">
            <a:lnSpc>
              <a:spcPct val="90000"/>
            </a:lnSpc>
            <a:spcBef>
              <a:spcPct val="0"/>
            </a:spcBef>
            <a:spcAft>
              <a:spcPct val="35000"/>
            </a:spcAft>
            <a:buNone/>
          </a:pPr>
          <a:r>
            <a:rPr lang="fa-IR" sz="2800" b="1" kern="1200" dirty="0">
              <a:latin typeface="Segoe UI Semilight" panose="020B0402040204020203" pitchFamily="34" charset="0"/>
              <a:cs typeface="Segoe UI Semilight" panose="020B0402040204020203" pitchFamily="34" charset="0"/>
            </a:rPr>
            <a:t>&lt;ری اکت&gt;, المان های خود را با اطلاعات بدست آمده تغذیه می کند.</a:t>
          </a:r>
          <a:endParaRPr lang="en-US" sz="2800" b="1" kern="1200" dirty="0">
            <a:latin typeface="Segoe UI Semilight" panose="020B0402040204020203" pitchFamily="34" charset="0"/>
            <a:cs typeface="Segoe UI Semilight" panose="020B0402040204020203" pitchFamily="34" charset="0"/>
          </a:endParaRPr>
        </a:p>
      </dsp:txBody>
      <dsp:txXfrm>
        <a:off x="1625329" y="2365032"/>
        <a:ext cx="5934344" cy="1100015"/>
      </dsp:txXfrm>
    </dsp:sp>
    <dsp:sp modelId="{5DFA7D17-53B5-433A-9B86-5ECA3BAB2B65}">
      <dsp:nvSpPr>
        <dsp:cNvPr id="0" name=""/>
        <dsp:cNvSpPr/>
      </dsp:nvSpPr>
      <dsp:spPr>
        <a:xfrm>
          <a:off x="1511934" y="3465047"/>
          <a:ext cx="6047739"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B215D0-6D52-4ECC-AD52-1BE9DB3F7556}">
      <dsp:nvSpPr>
        <dsp:cNvPr id="0" name=""/>
        <dsp:cNvSpPr/>
      </dsp:nvSpPr>
      <dsp:spPr>
        <a:xfrm>
          <a:off x="0" y="0"/>
          <a:ext cx="755967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375AD7-E7B6-4E0C-BBE7-B17E900630C1}">
      <dsp:nvSpPr>
        <dsp:cNvPr id="0" name=""/>
        <dsp:cNvSpPr/>
      </dsp:nvSpPr>
      <dsp:spPr>
        <a:xfrm>
          <a:off x="0" y="0"/>
          <a:ext cx="1511935" cy="34752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REACT</a:t>
          </a:r>
        </a:p>
      </dsp:txBody>
      <dsp:txXfrm>
        <a:off x="0" y="0"/>
        <a:ext cx="1511935" cy="3475225"/>
      </dsp:txXfrm>
    </dsp:sp>
    <dsp:sp modelId="{28DDC25C-E224-43F2-A7D3-D8392C9501A2}">
      <dsp:nvSpPr>
        <dsp:cNvPr id="0" name=""/>
        <dsp:cNvSpPr/>
      </dsp:nvSpPr>
      <dsp:spPr>
        <a:xfrm>
          <a:off x="1625330" y="80771"/>
          <a:ext cx="5934344" cy="1615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r" defTabSz="1333500">
            <a:lnSpc>
              <a:spcPct val="90000"/>
            </a:lnSpc>
            <a:spcBef>
              <a:spcPct val="0"/>
            </a:spcBef>
            <a:spcAft>
              <a:spcPct val="35000"/>
            </a:spcAft>
            <a:buNone/>
          </a:pPr>
          <a:r>
            <a:rPr lang="fa-IR" sz="3000" b="1" kern="1200" dirty="0">
              <a:latin typeface="Segoe UI Semilight" panose="020B0402040204020203" pitchFamily="34" charset="0"/>
              <a:cs typeface="Segoe UI Semilight" panose="020B0402040204020203" pitchFamily="34" charset="0"/>
            </a:rPr>
            <a:t>&lt;ری اکت&gt; پس از دریافت اطلاعات فوق به فرمت فوق, نگاشتی بین آنها و المان های رابط کاربری برقرار می کند.</a:t>
          </a:r>
          <a:endParaRPr lang="en-US" sz="3000" b="1" kern="1200" dirty="0">
            <a:latin typeface="Segoe UI Semilight" panose="020B0402040204020203" pitchFamily="34" charset="0"/>
            <a:cs typeface="Segoe UI Semilight" panose="020B0402040204020203" pitchFamily="34" charset="0"/>
          </a:endParaRPr>
        </a:p>
      </dsp:txBody>
      <dsp:txXfrm>
        <a:off x="1625330" y="80771"/>
        <a:ext cx="5934344" cy="1615436"/>
      </dsp:txXfrm>
    </dsp:sp>
    <dsp:sp modelId="{602DF8CF-145E-41C9-8A89-59638BB1152C}">
      <dsp:nvSpPr>
        <dsp:cNvPr id="0" name=""/>
        <dsp:cNvSpPr/>
      </dsp:nvSpPr>
      <dsp:spPr>
        <a:xfrm>
          <a:off x="1511935" y="1696208"/>
          <a:ext cx="604774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E9509D-4939-44B8-B826-701F67E9A480}">
      <dsp:nvSpPr>
        <dsp:cNvPr id="0" name=""/>
        <dsp:cNvSpPr/>
      </dsp:nvSpPr>
      <dsp:spPr>
        <a:xfrm>
          <a:off x="1625330" y="1776980"/>
          <a:ext cx="5934344" cy="1615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r" defTabSz="1333500">
            <a:lnSpc>
              <a:spcPct val="90000"/>
            </a:lnSpc>
            <a:spcBef>
              <a:spcPct val="0"/>
            </a:spcBef>
            <a:spcAft>
              <a:spcPct val="35000"/>
            </a:spcAft>
            <a:buNone/>
          </a:pPr>
          <a:r>
            <a:rPr lang="fa-IR" sz="3000" b="1" kern="1200" dirty="0">
              <a:highlight>
                <a:srgbClr val="000080"/>
              </a:highlight>
              <a:latin typeface="Segoe UI Semilight" panose="020B0402040204020203" pitchFamily="34" charset="0"/>
              <a:cs typeface="Segoe UI Semilight" panose="020B0402040204020203" pitchFamily="34" charset="0"/>
            </a:rPr>
            <a:t>این</a:t>
          </a:r>
          <a:r>
            <a:rPr lang="fa-IR" sz="3000" b="1" kern="1200" baseline="0" dirty="0">
              <a:highlight>
                <a:srgbClr val="000080"/>
              </a:highlight>
              <a:latin typeface="Segoe UI Semilight" panose="020B0402040204020203" pitchFamily="34" charset="0"/>
              <a:cs typeface="Segoe UI Semilight" panose="020B0402040204020203" pitchFamily="34" charset="0"/>
            </a:rPr>
            <a:t> نگاشت ماندگار بوده و پس از پیاده سازی, تغییر نخواهد کرد.</a:t>
          </a:r>
          <a:endParaRPr lang="en-US" sz="3000" b="1" kern="1200" dirty="0">
            <a:highlight>
              <a:srgbClr val="000080"/>
            </a:highlight>
            <a:latin typeface="Segoe UI Semilight" panose="020B0402040204020203" pitchFamily="34" charset="0"/>
            <a:cs typeface="Segoe UI Semilight" panose="020B0402040204020203" pitchFamily="34" charset="0"/>
          </a:endParaRPr>
        </a:p>
      </dsp:txBody>
      <dsp:txXfrm>
        <a:off x="1625330" y="1776980"/>
        <a:ext cx="5934344" cy="1615436"/>
      </dsp:txXfrm>
    </dsp:sp>
    <dsp:sp modelId="{C4AE98B4-9A1E-43ED-95D4-4FF89EEAD9A3}">
      <dsp:nvSpPr>
        <dsp:cNvPr id="0" name=""/>
        <dsp:cNvSpPr/>
      </dsp:nvSpPr>
      <dsp:spPr>
        <a:xfrm>
          <a:off x="1511935" y="3392416"/>
          <a:ext cx="604774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7:14.703"/>
    </inkml:context>
    <inkml:brush xml:id="br0">
      <inkml:brushProperty name="width" value="0.05" units="cm"/>
      <inkml:brushProperty name="height" value="0.05" units="cm"/>
      <inkml:brushProperty name="color" value="#CC0066"/>
    </inkml:brush>
  </inkml:definitions>
  <inkml:trace contextRef="#ctx0" brushRef="#br0">3265 1 3504 0 0,'0'0'6400'0'0,"-3"2"-6192"0"0,-11 7 231 0 0,1-1-1 0 0,-1-1 1 0 0,0 0 0 0 0,-1-2 0 0 0,-20 7 0 0 0,-81 8 652 0 0,11-2-726 0 0,34-6-162 0 0,45-9-95 0 0,-50 15 1 0 0,-141 42 106 0 0,204-57-205 0 0,-94 21 8 0 0,-83 20 14 0 0,83-22-68 0 0,19-4 4 0 0,-1 0-61 0 0,-71 22-90 0 0,126-32 113 0 0,2-1 1 0 0,-51 3-1 0 0,-10 1-73 0 0,2 2-31 0 0,-175 37-180 0 0,75 5 144 0 0,144-40 170 0 0,-27 13-4 0 0,-22 8-62 0 0,17-8 12 0 0,-5 2-18 0 0,-168 48-185 0 0,234-73 279 0 0,-2-2 1 0 0,1 1-1 0 0,-1-2 1 0 0,-29-1-1 0 0,36-1 17 0 0,8 0 3 0 0,-1 1 0 0 0,1 0 0 0 0,0 0 0 0 0,0 1 0 0 0,0 0 1 0 0,0 0-1 0 0,-6 4 0 0 0,-16 7 11 0 0,17-9 34 0 0,-5 0 56 0 0,-31-4 662 0 0,28 26-365 0 0,13-20-334 0 0,1 0 1 0 0,0 0-1 0 0,0 1 0 0 0,0 0 1 0 0,1 0-1 0 0,0 0 0 0 0,0 1 1 0 0,0-1-1 0 0,-2 12 0 0 0,0 6 26 0 0,-4 44-1 0 0,6-34-20 0 0,-5 51 542 0 0,4 128 0 0 0,4-186-447 0 0,0-13 2 0 0,2 1 0 0 0,-1-1 0 0 0,4 16 0 0 0,3 15 449 0 0,-1-7 31 0 0,14 64 0 0 0,31 61 1427 0 0,-29-60-864 0 0,-12-51-653 0 0,8 25 197 0 0,-17-69-701 0 0,2 12 165 0 0,-1 0 0 0 0,0-1 1 0 0,0 35-1 0 0,-4-7 161 0 0,0-26-230 0 0,1 0-1 0 0,3 32 1 0 0,-1-41-56 0 0,1-1-1 0 0,-1 0 1 0 0,9 20 0 0 0,-7-22-19 0 0,0 1 1 0 0,-2 0-1 0 0,2 0 1 0 0,1 18-1 0 0,-3 20 264 0 0,-3 59 1 0 0,0-32-50 0 0,0-53-208 0 0,0-16-55 0 0,1-1 0 0 0,-1 1 0 0 0,2 0 0 0 0,-1 0 0 0 0,1 0 0 0 0,0 6 0 0 0,9 38 261 0 0,-7-37-243 0 0,0-1 0 0 0,0 0 0 0 0,-1 2 0 0 0,0-2 0 0 0,-1 2 0 0 0,1 14-1 0 0,-2 5-30 0 0,0-14 2 0 0,0-1 1 0 0,0 0-1 0 0,-4 20 0 0 0,3-29-16 0 0,1-1 0 0 0,-1 0 0 0 0,1 2 0 0 0,0-2 0 0 0,1 0 0 0 0,-1 0 0 0 0,2 1 0 0 0,0-1 0 0 0,-1 0 0 0 0,2 1 0 0 0,4 13 0 0 0,-6-18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7:21.185"/>
    </inkml:context>
    <inkml:brush xml:id="br0">
      <inkml:brushProperty name="width" value="0.05" units="cm"/>
      <inkml:brushProperty name="height" value="0.05" units="cm"/>
      <inkml:brushProperty name="color" value="#CC0066"/>
    </inkml:brush>
  </inkml:definitions>
  <inkml:trace contextRef="#ctx0" brushRef="#br0">1 3411 7528 0 0,'0'0'12513'0'0,"3"4"-12492"0"0,4 7 3 0 0,0 0 0 0 0,-1 2 0 0 0,6 13 0 0 0,-6-13-10 0 0,1 0-1 0 0,-1-1 1 0 0,12 14-1 0 0,-11-16 4 0 0,0 2-1 0 0,0-1 1 0 0,10 25-1 0 0,9 38 123 0 0,-20-59-55 0 0,-4-13-72 0 0,-1 0 0 0 0,0 0 0 0 0,-1 1 0 0 0,1-1-1 0 0,0 0 1 0 0,0 0 0 0 0,0 0 0 0 0,0 0 0 0 0,-1 0 0 0 0,0 1-1 0 0,0-1 1 0 0,0 0 0 0 0,0 0 0 0 0,1 1 0 0 0,-1-1 0 0 0,-1 0-1 0 0,1 1 1 0 0,0 2 0 0 0,-3 20 154 0 0,1-1 1 0 0,1 1-1 0 0,2 39 1 0 0,0-8 496 0 0,0-48-603 0 0,0-1-1 0 0,0 0 1 0 0,0-1-1 0 0,3 9 1 0 0,-2-5 14 0 0,18 59 261 0 0,-20-63-310 0 0,2 0 1 0 0,0-1-1 0 0,0 0 1 0 0,0 0-1 0 0,0 0 1 0 0,1 1-1 0 0,4 7 1 0 0,-2 4 79 0 0,32 41 334 0 0,-34-54-397 0 0,0-2 0 0 0,0 1 0 0 0,0 0 0 0 0,0-1 0 0 0,1 1 1 0 0,0-1-1 0 0,-1 0 0 0 0,1-1 0 0 0,0 1 0 0 0,-1-1 0 0 0,1 0 0 0 0,0 1 0 0 0,5 0 0 0 0,7-1 151 0 0,0-1-1 0 0,16-1 0 0 0,1-1 131 0 0,-20 0-193 0 0,2 0-1 0 0,-2-1 1 0 0,25-8 0 0 0,6-3 33 0 0,1 2 161 0 0,64-28 0 0 0,-98 36-285 0 0,-1 0 1 0 0,15-1 0 0 0,-17 4-1 0 0,0-1 1 0 0,0 0 0 0 0,0 0 0 0 0,0-1 0 0 0,10-5 0 0 0,2-2 92 0 0,-16 9-100 0 0,0 0-1 0 0,-1-1 1 0 0,2 0-1 0 0,-2 0 1 0 0,5-3 0 0 0,-5 4-9 0 0,-1 0 1 0 0,1-1 0 0 0,-1 1 0 0 0,1 1-1 0 0,-1-1 1 0 0,1 0 0 0 0,0 1 0 0 0,0 0 0 0 0,-1 0-1 0 0,1 0 1 0 0,5 0 0 0 0,-5 1-1 0 0,0-1-1 0 0,0 0 1 0 0,1 0 0 0 0,-1 0-1 0 0,0-1 1 0 0,0 1 0 0 0,0-1-1 0 0,1 0 1 0 0,1-1 0 0 0,10-6 24 0 0,-1 2 1 0 0,0 1 0 0 0,0 0 0 0 0,1 1 0 0 0,16-2 0 0 0,-12 3-11 0 0,0-2 0 0 0,21-7 0 0 0,-9 0 15 0 0,42-8-1 0 0,-9 3 14 0 0,30-10 70 0 0,149-54 42 0 0,-146 51-144 0 0,-49 18-18 0 0,-24 6-4 0 0,-16 5-7 0 0,0-1-1 0 0,-1 0 1 0 0,14-8-1 0 0,-1 2 7 0 0,0 0-1 0 0,36-9 0 0 0,21-7 10 0 0,169-53-12 0 0,-189 62-6 0 0,54-13 14 0 0,-41 11-1 0 0,114-13 0 0 0,-88 17 29 0 0,170-48 0 0 0,-163 34-29 0 0,-19 7-5 0 0,-36 6-9 0 0,-15 5 0 0 0,43-18 0 0 0,275-107 0 0 0,-282 117 0 0 0,-50 13 0 0 0,-1 0 0 0 0,1-1 0 0 0,0-3 0 0 0,19-8 0 0 0,-22 7 0 0 0,1 2 0 0 0,-1 1 0 0 0,32-6 0 0 0,84-28 0 0 0,42-9 0 0 0,-166 45 0 0 0,22-7 12 0 0,-21 7-4 0 0,1 1 1 0 0,-1 0-1 0 0,1 0 1 0 0,0 1-1 0 0,15-2 1 0 0,-21 4-5 0 0,1-1-1 0 0,-1 0 1 0 0,0-1 0 0 0,0 1 0 0 0,-1-1 0 0 0,5-2-1 0 0,15-5 11 0 0,63-17 34 0 0,-44 11-21 0 0,2 3 0 0 0,50-6 0 0 0,-29 11 44 0 0,-46 5-57 0 0,-5 1 14 0 0,-2-1 0 0 0,22-5 0 0 0,-21 2 23 0 0,0-1 0 0 0,16-8-1 0 0,14-3 180 0 0,-17 1-108 0 0,-18 12-49 0 0,-1 0-1 0 0,15-12 1 0 0,-17 10-12 0 0,1-1 1 0 0,-1 0 0 0 0,0 0-1 0 0,0-1 1 0 0,-1 1 0 0 0,0-2-1 0 0,7-16 1 0 0,11-9 187 0 0,9-52 103 0 0,-29 81-324 0 0,-2 0-1 0 0,0 0 1 0 0,1 0-1 0 0,-1-1 1 0 0,0-10 0 0 0,0 11 6 0 0,-1-1 1 0 0,2 0 0 0 0,-1 0 0 0 0,1 1 0 0 0,2-11 0 0 0,-2 5 54 0 0,0 1-1 0 0,0-1 0 0 0,0 1 1 0 0,-1 0-1 0 0,-2-20 1 0 0,0-3 180 0 0,2 17-198 0 0,-2 2-1 0 0,0-2 0 0 0,0 2 1 0 0,-2-1-1 0 0,1 1 1 0 0,-7-18-1 0 0,-8-37 125 0 0,6 19-195 0 0,5 23 0 0 0,2 0 0 0 0,0-1 0 0 0,2 1 0 0 0,-2-36 0 0 0,4 52 0 0 0,0 1 0 0 0,-1 0 0 0 0,1 0 0 0 0,-2 0 0 0 0,-4-16 0 0 0,-5-18 0 0 0,-35-183 0 0 0,-6-31 0 0 0,16 133 0 0 0,18 67 0 0 0,-18-41 0 0 0,-3-28 0 0 0,29 74 0 0 0,-4 8 0 0 0,1 0 0 0 0,-10-55 0 0 0,-15-53 0 0 0,34 143 0 0 0,1 0 0 0 0,0-1 0 0 0,-1 1 0 0 0,-7-11 0 0 0,6 11 0 0 0,0 0 0 0 0,1-1 0 0 0,-5-12 0 0 0,-20-48 0 0 0,20 49 0 0 0,2 2 0 0 0,-14-44 0 0 0,-2-13 0 0 0,17 54 0 0 0,6 19 0 0 0,-1 0 0 0 0,0 0 0 0 0,1-1 0 0 0,1 1 0 0 0,-1-2 0 0 0,0 2 0 0 0,0-1 0 0 0,1-7 0 0 0,-4-10 0 0 0,3 19 0 0 0,0 0 0 0 0,0-1 0 0 0,1 0 0 0 0,-1 1 0 0 0,1-1 0 0 0,-1-6 0 0 0,1 4 0 0 0,-3-1 0 0 0,1 1 0 0 0,1 0 0 0 0,0 1 0 0 0,-1 1 0 0 0,-2-1 0 0 0,4-1 0 0 0,0 1 0 0 0,0 1 0 0 0,0 0 0 0 0,0-1 0 0 0,0 0 0 0 0,-1-1 0 0 0,-3 2 0 0 0,0-1 0 0 0,1 0 0 0 0,1 0 0 0 0,1 1 0 0 0,0-2 0 0 0,-4 1 0 0 0,2 1 0 0 0,-1-1 0 0 0,1 2 0 0 0,-2 2 0 0 0,1 1 0 0 0,3 0 0 0 0,1 0 0 0 0,-1 0 0 0 0,0-1 0 0 0,0 1 0 0 0,0 0 0 0 0,0 0 0 0 0,1-1 0 0 0,-1 1 0 0 0,0-1 0 0 0,0 1 0 0 0,0-1 0 0 0,0 1 0 0 0,1-1 0 0 0,-2 0 0 0 0,-8-6 0 0 0,-34 0 0 0 0,-113 4 0 0 0,147 4 0 0 0,1 1 0 0 0,-1-1 0 0 0,0 2 0 0 0,-16 7 0 0 0,15-5 0 0 0,-1-1 0 0 0,1-1 0 0 0,-21 3 0 0 0,10-3 0 0 0,1 2 0 0 0,0 1 0 0 0,-21 9 0 0 0,0 0 0 0 0,-106 26-363 0 0,53-15 173 0 0,-16 14-220 0 0,57-19 60 0 0,7-12-64 0 0,40-7 328 0 0,0-1 1 0 0,-1 0-1 0 0,-8 1 0 0 0,-15 2-155 0 0,-51 10-280 0 0,49-14 342 0 0,26 0 134 0 0,0 0 0 0 0,-1 0 0 0 0,2 1 0 0 0,-2 0 0 0 0,-12 4 0 0 0,-45 20-225 0 0,61-24 254 0 0,0 0-1 0 0,1 0 0 0 0,-1-1 0 0 0,0 0 0 0 0,-6 0 1 0 0,8-1-1 0 0,-2 1-1 0 0,2 0 1 0 0,-1 0 0 0 0,0 0 0 0 0,1 0 0 0 0,-1 1 0 0 0,0 0 0 0 0,0-1 0 0 0,1 1 0 0 0,-1 0 0 0 0,-4 2 0 0 0,-15 13-160 0 0,18-15 130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9:12.578"/>
    </inkml:context>
    <inkml:brush xml:id="br0">
      <inkml:brushProperty name="width" value="0.05" units="cm"/>
      <inkml:brushProperty name="height" value="0.05" units="cm"/>
      <inkml:brushProperty name="color" value="#CC0066"/>
    </inkml:brush>
  </inkml:definitions>
  <inkml:trace contextRef="#ctx0" brushRef="#br0">0 1 9440 0 0,'0'0'808'0'0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9:46.898"/>
    </inkml:context>
    <inkml:brush xml:id="br0">
      <inkml:brushProperty name="width" value="0.05" units="cm"/>
      <inkml:brushProperty name="height" value="0.05" units="cm"/>
      <inkml:brushProperty name="color" value="#CC0066"/>
    </inkml:brush>
  </inkml:definitions>
  <inkml:trace contextRef="#ctx0" brushRef="#br0">565 1 6328 0 0,'0'0'3374'0'0,"-3"0"-2444"0"0,-8 2-202 0 0,0 2 1 0 0,0 0 0 0 0,-19 10 0 0 0,-1 0 200 0 0,19-6-228 0 0,11-7-667 0 0,0 0 1 0 0,0 0 0 0 0,0-1-1 0 0,0 1 1 0 0,0 0 0 0 0,0-1-1 0 0,0 1 1 0 0,0-1 0 0 0,0 0-1 0 0,-1 1 1 0 0,2-1 0 0 0,-1 0 0 0 0,-1 0-1 0 0,0 0 1 0 0,-10 2 179 0 0,0 0-1 0 0,0 0 1 0 0,1 2 0 0 0,-1-1 0 0 0,-11 8 0 0 0,-4 0 383 0 0,8-4-364 0 0,-10 3 498 0 0,-34 18-1 0 0,47-16-418 0 0,1-1 0 0 0,0 2-1 0 0,-1 0 1 0 0,-14 18 0 0 0,10-10-11 0 0,-25 19 1 0 0,41-36-239 0 0,0 0 1 0 0,0 1-1 0 0,0-1 0 0 0,0 0 1 0 0,1 1-1 0 0,-1-1 1 0 0,2 1-1 0 0,-2 1 1 0 0,2 0-1 0 0,-1-1 0 0 0,1 0 1 0 0,-1 1-1 0 0,2 1 1 0 0,-1-1-1 0 0,0-1 1 0 0,1 1-1 0 0,-1 11 0 0 0,-1 8 182 0 0,1 0 0 0 0,2 0 0 0 0,1 29 0 0 0,0-9-168 0 0,-8 154 634 0 0,8-140-515 0 0,1-14-12 0 0,-3 13-7 0 0,2 68 167 0 0,14 32 211 0 0,-12-128-433 0 0,1 17 125 0 0,-2-2 188 0 0,9 66 0 0 0,-5-67-344 0 0,19 94 924 0 0,-6-44-316 0 0,-11-56-478 0 0,27 71 656 0 0,-34-99-810 0 0,1-1-1 0 0,0 0 0 0 0,-2 1 1 0 0,0 10-1 0 0,2 7 106 0 0,-1-20-123 0 0,1 1 0 0 0,-1 0 0 0 0,5 11 1 0 0,2 4 60 0 0,27 90 410 0 0,-21-59-192 0 0,28 71 0 0 0,-32-96-270 0 0,10 50 0 0 0,-12-45-8 0 0,12 37-1 0 0,6 13 25 0 0,-26-79-67 0 0,10 31 58 0 0,-10-29-54 0 0,1-1 0 0 0,0 0 0 0 0,1-1 0 0 0,-1 1 1 0 0,1 1-1 0 0,0-2 0 0 0,3 6 0 0 0,1 8 26 0 0,17 42 108 0 0,-15-41-69 0 0,9 28 0 0 0,-17-45-50 0 0,24 26-4 0 0,-19-22-22 0 0,-1-2 0 0 0,1 0 0 0 0,0 0 0 0 0,0-1 0 0 0,1 1 0 0 0,-1-1 0 0 0,1 1 0 0 0,10 3 0 0 0,-13-5 0 0 0,6 4 0 0 0,-1-1 0 0 0,2 1 0 0 0,0-1 0 0 0,-1-1 0 0 0,1 0 0 0 0,0-1 0 0 0,0 1 0 0 0,0-2 0 0 0,0 0 0 0 0,13 0 0 0 0,-1 2 0 0 0,-6-2 0 0 0,1-2 0 0 0,-1 0 0 0 0,24-3 0 0 0,-2 1 0 0 0,-28 0 0 0 0,-2 0 0 0 0,1-1 0 0 0,10-3 0 0 0,7-2 0 0 0,-2 0 0 0 0,30-11 0 0 0,-10 1 0 0 0,21-3 0 0 0,13 0 0 0 0,4-1 0 0 0,16-1 0 0 0,-10 4 0 0 0,11 0 0 0 0,-67 15 0 0 0,15-5 0 0 0,73-11 0 0 0,79-22 0 0 0,52-10 0 0 0,-45 5 0 0 0,-83 16 0 0 0,109-36 0 0 0,-61 16 0 0 0,-46 15 0 0 0,-45 14 0 0 0,32-12 0 0 0,-77 20 0 0 0,50-10 0 0 0,-35 11 0 0 0,-24 5 0 0 0,43-23 0 0 0,-24 12 0 0 0,49-12 0 0 0,-91 29 0 0 0,119-24 0 0 0,-5-11 0 0 0,-48 15 0 0 0,-68 21 0 0 0,12-5 0 0 0,0 1 0 0 0,1 0 0 0 0,-1 1 0 0 0,25-2 0 0 0,46 1 0 0 0,-81 4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7:26.003"/>
    </inkml:context>
    <inkml:brush xml:id="br0">
      <inkml:brushProperty name="width" value="0.05" units="cm"/>
      <inkml:brushProperty name="height" value="0.05" units="cm"/>
      <inkml:brushProperty name="color" value="#CC0066"/>
    </inkml:brush>
  </inkml:definitions>
  <inkml:trace contextRef="#ctx0" brushRef="#br0">0 1098 96 0 0,'0'0'11612'0'0,"3"0"-11527"0"0,27 1 654 0 0,-15 0-451 0 0,0 0 1 0 0,-1-1-1 0 0,0-1 0 0 0,0-1 1 0 0,16-4-1 0 0,-19 4-187 0 0,-10 2-72 0 0,1 0 0 0 0,0-1 0 0 0,-1 1 0 0 0,1 0-1 0 0,-1-1 1 0 0,0 1 0 0 0,1-1 0 0 0,0-1 0 0 0,-1 1 0 0 0,2-1 0 0 0,3-1 108 0 0,0 0 0 0 0,0 1 0 0 0,0 0 0 0 0,14-3 0 0 0,-2 1 102 0 0,-7 1-2 0 0,0 1 0 0 0,19-2 0 0 0,-27 3-177 0 0,1 1 1 0 0,-2-1-1 0 0,1 0 1 0 0,1-1-1 0 0,4-2 1 0 0,10-4 61 0 0,-9 5-57 0 0,23-3 236 0 0,-5-7-69 0 0,164-45 526 0 0,-144 41-627 0 0,27-9-44 0 0,-46 17-57 0 0,-20 6-12 0 0,-1 1 0 0 0,1 1 0 0 0,0-1 0 0 0,10 1 0 0 0,36 2 246 0 0,56-3 168 0 0,-93 0-264 0 0,0-2 0 0 0,28-11 0 0 0,86-42 824 0 0,-74 35-645 0 0,-17 7-146 0 0,-36 13-181 0 0,-1 1 0 0 0,1 1 0 0 0,1-1-1 0 0,-2 0 1 0 0,1 1 0 0 0,4 0 0 0 0,16-2 24 0 0,-12-2-8 0 0,0 1-1 0 0,23-3 1 0 0,0-3 33 0 0,-25 7-25 0 0,0-1 1 0 0,18 0-1 0 0,-7 3 32 0 0,74-3 272 0 0,-83 0-268 0 0,0 0-1 0 0,0-1 0 0 0,20-11 0 0 0,-4 3 70 0 0,61-26 461 0 0,60 0-343 0 0,-120 35-236 0 0,-24 3-22 0 0,0 0 0 0 0,0 0 1 0 0,0-1-1 0 0,0 0 0 0 0,-1 0 1 0 0,8-3-1 0 0,-3 0 12 0 0,1-2 0 0 0,0 3 0 0 0,-1 0 0 0 0,1 0 0 0 0,0 1 0 0 0,18-1 0 0 0,-1 1 25 0 0,0-2 0 0 0,1-1 1 0 0,27-11-1 0 0,-39 12-31 0 0,207-55 233 0 0,-153 43-103 0 0,-47 12-97 0 0,53-17 92 0 0,-56 17-95 0 0,-1 2 0 0 0,0 1 0 0 0,35 2 0 0 0,-8 1 31 0 0,-24-2-47 0 0,18 0 85 0 0,63-8-1 0 0,-101 7-109 0 0,11-1 31 0 0,-2 0 1 0 0,2-2 0 0 0,16-8 0 0 0,42-13 65 0 0,-33 14-66 0 0,-29 9-22 0 0,0 0 0 0 0,1-1 1 0 0,9-4-1 0 0,54-17 76 0 0,-51 16-33 0 0,39-6-1 0 0,83-28 112 0 0,-124 36-150 0 0,78-34 74 0 0,-41 16-53 0 0,-11 6-23 0 0,-23 7 7 0 0,0 2 0 0 0,48-11 1 0 0,72-18 49 0 0,-104 25-50 0 0,-29 10-6 0 0,0 1 0 0 0,0 0 0 0 0,0 0 0 0 0,14 1 0 0 0,-17-1-3 0 0,1 1 0 0 0,-1-1 0 0 0,1-1 0 0 0,-2 1 0 0 0,14-8 1 0 0,9-4 19 0 0,-18 10-21 0 0,16-6 4 0 0,-2 0 1 0 0,2 2 0 0 0,1 2-1 0 0,52-4 1 0 0,22 0 8 0 0,-29 10-25 0 0,-34-7 0 0 0,-34 6 0 0 0,-6 1 0 0 0,4-1 0 0 0,34 0 0 0 0,-34 1 0 0 0,1 0 0 0 0,1 0 0 0 0,-1 0 0 0 0,-1 0 0 0 0,1 0 0 0 0,1 0 0 0 0,-1 0 0 0 0,-1 0 0 0 0,1 0 0 0 0,0 0 0 0 0,1 0 0 0 0,-2 0 0 0 0,1 0 0 0 0,0 0 0 0 0,0 0 0 0 0,0 0 0 0 0,-1 0 0 0 0,2 0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7:33.793"/>
    </inkml:context>
    <inkml:brush xml:id="br0">
      <inkml:brushProperty name="width" value="0.05" units="cm"/>
      <inkml:brushProperty name="height" value="0.05" units="cm"/>
      <inkml:brushProperty name="color" value="#CC0066"/>
    </inkml:brush>
  </inkml:definitions>
  <inkml:trace contextRef="#ctx0" brushRef="#br0">126 1 8936 0 0,'0'0'9167'0'0,"-1"4"-9031"0"0,-3 9 392 0 0,0-2 0 0 0,0 0-1 0 0,-10 19 1 0 0,-12 10 135 0 0,1 16-181 0 0,10-28-321 0 0,11-21-137 0 0,1-1 1 0 0,0 0-1 0 0,-1 0 0 0 0,0 1 0 0 0,-6 6 0 0 0,5-9-2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7:34.187"/>
    </inkml:context>
    <inkml:brush xml:id="br0">
      <inkml:brushProperty name="width" value="0.05" units="cm"/>
      <inkml:brushProperty name="height" value="0.05" units="cm"/>
      <inkml:brushProperty name="color" value="#CC0066"/>
    </inkml:brush>
  </inkml:definitions>
  <inkml:trace contextRef="#ctx0" brushRef="#br0">1 0 18991 0 0,'0'0'-8'0'0,"18"7"-14"0"0,-12 0 18 0 0,0 0 0 0 0,1-2 1 0 0,0 1-1 0 0,8 4 0 0 0,-9-5 1 0 0,2 0 0 0 0,-2 1 0 0 0,1 0 0 0 0,7 8 0 0 0,-9-8-3 0 0,1 0-1 0 0,0-1 1 0 0,1 0-1 0 0,-1 1 1 0 0,0-2-1 0 0,1 0 0 0 0,9 4 1 0 0,10 7-6 0 0,-23-12 12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7:35.776"/>
    </inkml:context>
    <inkml:brush xml:id="br0">
      <inkml:brushProperty name="width" value="0.05" units="cm"/>
      <inkml:brushProperty name="height" value="0.05" units="cm"/>
      <inkml:brushProperty name="color" value="#CC0066"/>
    </inkml:brush>
  </inkml:definitions>
  <inkml:trace contextRef="#ctx0" brushRef="#br0">305 0 9744 0 0,'0'0'6914'0'0,"1"5"-6823"0"0,40 103 2358 0 0,-36-98-1947 0 0,-5-9-445 0 0,1 1 0 0 0,0-1 0 0 0,0 1 0 0 0,-1-1 0 0 0,1 0 0 0 0,-1 1 0 0 0,0 0 0 0 0,0 0-1 0 0,0-1 1 0 0,0 1 0 0 0,0-1 0 0 0,0 1 0 0 0,0-1 0 0 0,0 3 0 0 0,0-3-23 0 0,0-1 1 0 0,0 1-1 0 0,1-1 0 0 0,-1 0 1 0 0,0 1-1 0 0,0-1 0 0 0,0 1 0 0 0,0-1 1 0 0,0 1-1 0 0,0-1 0 0 0,0 1 1 0 0,0-1-1 0 0,0 1 0 0 0,0-1 1 0 0,-1 0-1 0 0,1 1 0 0 0,0-1 1 0 0,0 1-1 0 0,0-1 0 0 0,0 1 0 0 0,0-1 1 0 0,0 0-1 0 0,0 1 0 0 0,0-1 1 0 0,-1 0-1 0 0,1 1 0 0 0,0-1 1 0 0,-1 0-1 0 0,1 1 0 0 0,0-1 0 0 0,-1 0 1 0 0,1 1-1 0 0,0-1 0 0 0,-1 0 1 0 0,1 0-1 0 0,-1 0 0 0 0,1 1 1 0 0,0-1-1 0 0,0 0 0 0 0,0 0 0 0 0,-1 0 1 0 0,1 0-1 0 0,-1 0 0 0 0,1 0 1 0 0,-1 0-1 0 0,0 0 0 0 0,-6 3-167 0 0,-17 17 258 0 0,-13 1 148 0 0,-72 23-1 0 0,100-40-232 0 0,-6 1 10 0 0,10-4-31 0 0,1 0 0 0 0,0 0 0 0 0,0 0 0 0 0,1 1 0 0 0,-2 0 0 0 0,2 0 0 0 0,-5 3 0 0 0,8-5-16 0 0,0 1-1 0 0,0-1 1 0 0,0 0 0 0 0,-1 0 0 0 0,1 1 0 0 0,0-1 0 0 0,-1 0 0 0 0,1 0 0 0 0,0 0-1 0 0,-1 0 1 0 0,1 1 0 0 0,-1-1 0 0 0,1 0 0 0 0,0 0 0 0 0,-1 0 0 0 0,1 0 0 0 0,0 0 0 0 0,0 0-1 0 0,0 0 1 0 0,-1 0 0 0 0,1 0 0 0 0,0 0 0 0 0,-1 0 0 0 0,1 0 0 0 0,-1 0 0 0 0,-23-2 48 0 0,20 2-51 0 0,0-1 0 0 0,1 0-2 0 0,-1-1-10 0 0,3 1 2 0 0,-17-32-71 0 0,7-1 57 0 0,5 16 21 0 0,3 12 2 0 0,1-1 0 0 0,-1 1 1 0 0,0-1-1 0 0,-5-7 0 0 0,5 8 1 0 0,2 2 2 0 0,1 4 4 0 0,-1-1-4 0 0,1 1 1 0 0,0 0-1 0 0,0 0 0 0 0,0-2 0 0 0,0 2 0 0 0,-1 0 1 0 0,1-1-1 0 0,0 1 0 0 0,0 0 0 0 0,0-1 0 0 0,-1 1 1 0 0,1-1-1 0 0,0 1 0 0 0,0 0 0 0 0,0-1 0 0 0,0 1 0 0 0,-1-1 1 0 0,1 1-1 0 0,0 0 0 0 0,0-1 0 0 0,0 1 0 0 0,0-1 1 0 0,0 1-1 0 0,0-1 0 0 0,0 1 0 0 0,0 0 0 0 0,0-1 0 0 0,1 1 1 0 0,-1-1-1 0 0,0 1 0 0 0,0-1 0 0 0,0 1 0 0 0,0 0 1 0 0,1-1-1 0 0,5-13 169 0 0,-2 10-152 0 0,1 0 8 0 0,0 0 0 0 0,0 1-1 0 0,0 0 1 0 0,0 0 0 0 0,0 0 0 0 0,1 1 0 0 0,5-2 0 0 0,4-3 56 0 0,-13 6-76 0 0,1 0 1 0 0,-2 0 0 0 0,2 0-1 0 0,-1 0 1 0 0,1 0-1 0 0,-1 1 1 0 0,3-1 0 0 0,5 0 36 0 0,-2 0 1 0 0,0-1-1 0 0,17-5 1 0 0,-6 1-9 0 0,50-18 22 0 0,-57 26-52 0 0,-7 0-6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7:36.245"/>
    </inkml:context>
    <inkml:brush xml:id="br0">
      <inkml:brushProperty name="width" value="0.05" units="cm"/>
      <inkml:brushProperty name="height" value="0.05" units="cm"/>
      <inkml:brushProperty name="color" value="#CC0066"/>
    </inkml:brush>
  </inkml:definitions>
  <inkml:trace contextRef="#ctx0" brushRef="#br0">80 1 10848 0 0,'0'0'6223'0'0,"3"0"-6049"0"0,10 0 119 0 0,-10 0 831 0 0,-17 13-579 0 0,4-6-346 0 0,0-1 0 0 0,0-1 0 0 0,-16 6 0 0 0,6-2 128 0 0,13-2-114 0 0,6-7-149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9:51.603"/>
    </inkml:context>
    <inkml:brush xml:id="br0">
      <inkml:brushProperty name="width" value="0.05" units="cm"/>
      <inkml:brushProperty name="height" value="0.05" units="cm"/>
      <inkml:brushProperty name="color" value="#CC0066"/>
    </inkml:brush>
  </inkml:definitions>
  <inkml:trace contextRef="#ctx0" brushRef="#br0">1 0 96 0 0,'0'0'0'0'0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9:53.618"/>
    </inkml:context>
    <inkml:brush xml:id="br0">
      <inkml:brushProperty name="width" value="0.05" units="cm"/>
      <inkml:brushProperty name="height" value="0.05" units="cm"/>
      <inkml:brushProperty name="color" value="#CC0066"/>
    </inkml:brush>
  </inkml:definitions>
  <inkml:trace contextRef="#ctx0" brushRef="#br0">2 982 136 0 0,'0'0'5023'0'0,"0"-3"-4783"0"0,-1 2-206 0 0,1 0 1 0 0,0 0 0 0 0,0 0 0 0 0,0 0 0 0 0,0 0 0 0 0,0 0-1 0 0,0 0 1 0 0,0 0 0 0 0,0 0 0 0 0,0 0 0 0 0,1-1 0 0 0,-1 1-1 0 0,0 0 1 0 0,1 0 0 0 0,-1 0 0 0 0,1 0 0 0 0,-1 1 0 0 0,1-3-1 0 0,15-16 888 0 0,-5 10-413 0 0,0 1 0 0 0,0 1 0 0 0,0 1-1 0 0,1-1 1 0 0,1 2 0 0 0,17-6-1 0 0,-13 5-121 0 0,124-40 1916 0 0,-47 22-1166 0 0,-88 21-1084 0 0,143-47 1677 0 0,-88 36-995 0 0,159-46 1072 0 0,-200 54-1474 0 0,37-6-1 0 0,-34 9-76 0 0,26-9-1 0 0,-27 6-32 0 0,28-3-1 0 0,18-5 96 0 0,84-40 481 0 0,43-13-161 0 0,-170 59-488 0 0,32-17 0 0 0,-47 20-154 0 0,21-9 126 0 0,41-12 1 0 0,-45 17-37 0 0,79-28-20 0 0,92-28 145 0 0,-16 22-58 0 0,160-30 53 0 0,-240 55-131 0 0,73-9 26 0 0,-82 10-56 0 0,-16 3-1 0 0,140-29 97 0 0,-121 22-75 0 0,150-24 78 0 0,-223 41-132 0 0,-16 2-5 0 0,3 0-1 0 0,-2 1 1 0 0,0 1-1 0 0,1-1 0 0 0,-1 2 1 0 0,16 1-1 0 0,-13 1 5 0 0,2-2-1 0 0,-1 0 1 0 0,22-2 0 0 0,-22 0-1 0 0,-2 1 1 0 0,2 0-1 0 0,0 1 0 0 0,17 4 1 0 0,49 19 24 0 0,-46-14-25 0 0,-24-8-4 0 0,1 0 0 0 0,-1 1 0 0 0,-1 0-1 0 0,2 1 1 0 0,12 8 0 0 0,3 5 11 0 0,-15-11 2 0 0,0 0-1 0 0,16 16 1 0 0,53 65 237 0 0,-67-76-154 0 0,-1 2 0 0 0,0-1 0 0 0,-1 2 0 0 0,15 25 0 0 0,-7-7 125 0 0,-2 1 1 0 0,13 40-1 0 0,-14-41-100 0 0,-12-26-91 0 0,1 0 0 0 0,0 0 0 0 0,-1 1 0 0 0,0-1 0 0 0,2 10 0 0 0,2 7 72 0 0,0-1 0 0 0,2 0 0 0 0,9 24 0 0 0,-5-14 199 0 0,11 49-1 0 0,-15-52-219 0 0,-7-21-38 0 0,0-1 0 0 0,0 2 0 0 0,0-2 0 0 0,-1 1 0 0 0,1-1 1 0 0,-2 2-1 0 0,0 8 0 0 0,-1 15 111 0 0,-7 195 995 0 0,11-223-1110 0 0,0 1 0 0 0,-1-1 1 0 0,1 1-1 0 0,0 0 1 0 0,4 4-1 0 0,-1 1 64 0 0,-4-7-82 0 0,0-1-1 0 0,0 0 1 0 0,0 0 0 0 0,0 0-1 0 0,-1 0 1 0 0,1 0 0 0 0,0 1-1 0 0,-1-1 1 0 0,1 0 0 0 0,-1 0-1 0 0,1 1 1 0 0,-1 4 0 0 0,16 14 169 0 0,9 34 88 0 0,-22-49-251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0:31.673"/>
    </inkml:context>
    <inkml:brush xml:id="br0">
      <inkml:brushProperty name="width" value="0.05" units="cm"/>
      <inkml:brushProperty name="height" value="0.05" units="cm"/>
      <inkml:brushProperty name="color" value="#CC0066"/>
    </inkml:brush>
  </inkml:definitions>
  <inkml:trace contextRef="#ctx0" brushRef="#br0">1857 763 96 0 0,'0'0'8241'0'0,"-3"-3"-8065"0"0,-31-26 2351 0 0,30 26-2288 0 0,1 1-1 0 0,-2 0 1 0 0,1 1 0 0 0,0-1 0 0 0,0 1 0 0 0,0 0 0 0 0,-1 1 0 0 0,-5-1 0 0 0,-20-4 372 0 0,6-3 78 0 0,17 7-397 0 0,0-1 1 0 0,0-2 0 0 0,0 2 0 0 0,0-1-1 0 0,-9-6 1 0 0,9 4-48 0 0,1 1 1 0 0,-1 0-1 0 0,0-1 0 0 0,1 2 0 0 0,-1 0 0 0 0,-1 1 1 0 0,2 0-1 0 0,-2 0 0 0 0,1 1 0 0 0,0 0 1 0 0,-15 0-1 0 0,16 0-172 0 0,0 0 1 0 0,1-1-1 0 0,0 0 1 0 0,-1-1-1 0 0,1 0 1 0 0,-1 0-1 0 0,-7-5 1 0 0,2 1 51 0 0,-72-32 179 0 0,36 19-151 0 0,-3-10-100 0 0,16 7-19 0 0,1 7-18 0 0,25 12-15 0 0,1 1 0 0 0,-1-1 0 0 0,1 0 0 0 0,-1-1 0 0 0,0 1 0 0 0,2-2 0 0 0,-1-1 0 0 0,-9-8 0 0 0,10 9-1 0 0,-2 0-1 0 0,1 1 0 0 0,0 1 0 0 0,-1 0 1 0 0,0 0-1 0 0,0 1 0 0 0,0 0 0 0 0,-11-3 1 0 0,-81-30-50 0 0,12 4 42 0 0,-51-19 72 0 0,68 31-64 0 0,33 11 0 0 0,4-7 0 0 0,18 9 0 0 0,-24-10 0 0 0,1 5 0 0 0,16 4-16 0 0,-39-6 0 0 0,54 13 1 0 0,0-2 0 0 0,-2 1-1 0 0,-11-8 1 0 0,14 7-13 0 0,-1 0 0 0 0,1 0 0 0 0,-1 1-1 0 0,1 0 1 0 0,-1 0 0 0 0,-8 1 0 0 0,11 0 6 0 0,0 0 1 0 0,0 0 0 0 0,0 0-1 0 0,0-1 1 0 0,-5-2-1 0 0,-16-6-132 0 0,8 2-6 0 0,15 7 127 0 0,1-1 0 0 0,-1 1 0 0 0,1 0 0 0 0,-1 0 0 0 0,0 0 0 0 0,1 0 0 0 0,-1 1 0 0 0,-3-1 0 0 0,3 0-33 0 0,-1 0-1 0 0,0 0 1 0 0,1 0 0 0 0,0-1 0 0 0,-1 0-1 0 0,1 0 1 0 0,0 0 0 0 0,-4-3 0 0 0,-17-8-442 0 0,11 7 217 0 0,6 3 42 0 0,-1 0-1 0 0,0 1 1 0 0,1 0 0 0 0,-13 0-1 0 0,17 1 53 0 0,1 1-1 0 0,0-1 0 0 0,0 1 0 0 0,0-1 0 0 0,-1 0 0 0 0,2 0 1 0 0,-1 0-1 0 0,-4-3 0 0 0,5 3 13 0 0,-2-1 0 0 0,1 1 0 0 0,0 0 0 0 0,-1-1 0 0 0,2 1 0 0 0,-2 0 0 0 0,1 1 0 0 0,-6-2 0 0 0,-24-9-1484 0 0,32 11 1632 0 0,-1 0 0 0 0,0 0-1 0 0,1 0 1 0 0,-1-1 0 0 0,0 1 0 0 0,0-1 0 0 0,0 1-1 0 0,1 0 1 0 0,0-1 0 0 0,-1 1 0 0 0,0-1 0 0 0,1 1 0 0 0,-1-1-1 0 0,1 0 1 0 0,-1 1 0 0 0,0-2 0 0 0,1 1-11 0 0,0 1 0 0 0,-1-1 0 0 0,0 0 0 0 0,1 1 0 0 0,-1-1 0 0 0,0 0 0 0 0,0 1 0 0 0,1-2 0 0 0,0 2 0 0 0,-1-1 0 0 0,0 1 0 0 0,0-1 0 0 0,0 1 0 0 0,0 0 0 0 0,1 0 0 0 0,-2-1 0 0 0,-19-10-1684 0 0,21 11 1499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0:33.024"/>
    </inkml:context>
    <inkml:brush xml:id="br0">
      <inkml:brushProperty name="width" value="0.05" units="cm"/>
      <inkml:brushProperty name="height" value="0.05" units="cm"/>
      <inkml:brushProperty name="color" value="#CC0066"/>
    </inkml:brush>
  </inkml:definitions>
  <inkml:trace contextRef="#ctx0" brushRef="#br0">1 85 1000 0 0,'0'0'-8'0'0,"21"-8"-199"0"0,-1-4 148 0 0,-16 10 48 0 0,0 0 1 0 0,0 0 0 0 0,-1 0-1 0 0,1 1 1 0 0,0-1-1 0 0,1 1 1 0 0,-1 0-1 0 0,5 0 1 0 0,50-1 4706 0 0,-34-10-2451 0 0,-8 3-1306 0 0,-14 9-732 0 0,-1-1 0 0 0,0 0 0 0 0,0 0 0 0 0,1 0 0 0 0,-1 0 0 0 0,0-1 0 0 0,1 1 0 0 0,-2-1 0 0 0,5-3 0 0 0,3 2 787 0 0,-4-1-281 0 0,2 0 529 0 0,15 2 1590 0 0,-21 2-2811 0 0,14 0 2670 0 0,-25 0-2431 0 0,5 1-231 0 0,0 0 0 0 0,0 0 0 0 0,0 0 0 0 0,0 0 0 0 0,0 1 0 0 0,-10 5 0 0 0,-3 3 98 0 0,2-10-6 0 0,15 0-116 0 0,0 0 1 0 0,0 0 0 0 0,-1 0 0 0 0,1-1 0 0 0,0 2 0 0 0,0-1 0 0 0,-1 0-1 0 0,1 0 1 0 0,0 0 0 0 0,0 1 0 0 0,0-1 0 0 0,-1 0 0 0 0,1 1 0 0 0,0-1 0 0 0,-2 2-1 0 0,1 0 5 0 0,-2 0-1 0 0,2 0 1 0 0,-2 0-1 0 0,2-1 1 0 0,-1 0-1 0 0,-7 2 1 0 0,7-2-6 0 0,-1 0-1 0 0,0 2 1 0 0,1-2 0 0 0,0 1 0 0 0,-6 3 0 0 0,9-4-4 0 0,-2 0 1 0 0,-1 1 1 0 0,1 0-1 0 0,-1-1 1 0 0,0 1-1 0 0,1-1 1 0 0,-1 0-1 0 0,1 0 1 0 0,-2 0-1 0 0,2-1 1 0 0,-1 1-1 0 0,0-1 1 0 0,0 1-1 0 0,0-1 1 0 0,-4-1-1 0 0,-25 1-1 0 0,29 0 0 0 0,0 0 0 0 0,0 0 0 0 0,1 2 0 0 0,-2 17 0 0 0,2 6 150 0 0,1 0 0 0 0,1 43 0 0 0,2-20-16 0 0,11-33 250 0 0,-11-14-343 0 0,-1 1 1 0 0,-1-1-1 0 0,1 0 0 0 0,0 1 0 0 0,0-1 0 0 0,0 0 0 0 0,0 1 0 0 0,-1-1 0 0 0,1 2 0 0 0,0-1 0 0 0,-1-1 0 0 0,1 1 1 0 0,-1 0-1 0 0,1-1 0 0 0,-1 1 0 0 0,0 0 0 0 0,0 0 0 0 0,0-1 0 0 0,1 1 0 0 0,-2 0 0 0 0,1 3 0 0 0,0-4-9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0:35.394"/>
    </inkml:context>
    <inkml:brush xml:id="br0">
      <inkml:brushProperty name="width" value="0.05" units="cm"/>
      <inkml:brushProperty name="height" value="0.05" units="cm"/>
      <inkml:brushProperty name="color" value="#CC0066"/>
    </inkml:brush>
  </inkml:definitions>
  <inkml:trace contextRef="#ctx0" brushRef="#br0">1 1 96 0 0,'0'0'0'0'0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0:44.685"/>
    </inkml:context>
    <inkml:brush xml:id="br0">
      <inkml:brushProperty name="width" value="0.05" units="cm"/>
      <inkml:brushProperty name="height" value="0.05" units="cm"/>
      <inkml:brushProperty name="color" value="#CC0066"/>
    </inkml:brush>
  </inkml:definitions>
  <inkml:trace contextRef="#ctx0" brushRef="#br0">723 252 2104 0 0,'0'0'8568'0'0,"-1"4"-8199"0"0,1-2-232 0 0,-1 0-1 0 0,1 0 1 0 0,-1 1 0 0 0,0-1-1 0 0,0 0 1 0 0,0 0 0 0 0,0 0-1 0 0,0 0 1 0 0,0 0 0 0 0,-1 0-1 0 0,-1 4 1 0 0,-1-1 336 0 0,4-5-374 0 0,-1 1 1 0 0,1 0-1 0 0,-1-1 1 0 0,0 1-1 0 0,1-1 1 0 0,-1 1-1 0 0,1-1 1 0 0,-1 1 0 0 0,1-1-1 0 0,-1 0 1 0 0,0 1-1 0 0,0-1 1 0 0,1 0-1 0 0,-1 0 1 0 0,1 0 0 0 0,-1 1-1 0 0,0-1 1 0 0,0 0-1 0 0,0 0 1 0 0,1 0-1 0 0,-1 0 1 0 0,0 0-1 0 0,1 0 1 0 0,-1-1 0 0 0,-1 1-1 0 0,0 0 117 0 0,0 0-1 0 0,-1 0 0 0 0,2 0 1 0 0,-2 0-1 0 0,1 0 0 0 0,0-1 1 0 0,0 1-1 0 0,0-1 0 0 0,-1 1 1 0 0,2-1-1 0 0,-2 0 0 0 0,2 0 1 0 0,-1-1-1 0 0,-1 1 1 0 0,2 0-1 0 0,-1-1 0 0 0,0 1 1 0 0,1-2-1 0 0,-1 1 0 0 0,0 1 1 0 0,1-1-1 0 0,-3-3 0 0 0,-7-5 1300 0 0,10 10-1415 0 0,0 0-1 0 0,1-1 0 0 0,-1 1 0 0 0,0 0 0 0 0,0-1 0 0 0,1 1 0 0 0,0 0 1 0 0,-1-1-1 0 0,1 1 0 0 0,-1-1 0 0 0,0 1 0 0 0,1-1 0 0 0,-1 1 0 0 0,1-1 1 0 0,-1 0-1 0 0,1 1 0 0 0,0-2 0 0 0,0 1 0 0 0,-1 0 0 0 0,1 1 0 0 0,0-1 1 0 0,-1 0-1 0 0,1 0 0 0 0,0 1 0 0 0,0-1 0 0 0,-1-1 0 0 0,-1-1 192 0 0,1 0 0 0 0,-2 0 0 0 0,1 0-1 0 0,0 1 1 0 0,-1 0 0 0 0,2-1 0 0 0,-2 0 0 0 0,-3-2-1 0 0,-19-4 1536 0 0,1-7-544 0 0,18 15-959 0 0,0-1-1 0 0,-1 0 0 0 0,1-1 0 0 0,-9-5 0 0 0,10 6-273 0 0,0-1-1 0 0,-1 1 1 0 0,1 0 0 0 0,-1 0 0 0 0,1 0-1 0 0,-1 1 1 0 0,0 0 0 0 0,1 0 0 0 0,0 1-1 0 0,-12 1 1 0 0,11-1-49 0 0,-2 1 0 0 0,0-1 0 0 0,0-1 0 0 0,0 1 0 0 0,0-2 0 0 0,-11-3 0 0 0,-22-17 0 0 0,37 22 0 0 0,2 0 0 0 0,-1 0 0 0 0,0 0 0 0 0,-44-32 0 0 0,34 23 0 0 0,11 8 0 0 0,0 0 0 0 0,0 0 0 0 0,0-1 0 0 0,-1 1 0 0 0,2 1 0 0 0,-2-1 0 0 0,2 0 0 0 0,-2 1 0 0 0,1-1 0 0 0,0 1 0 0 0,-1 0 0 0 0,1 0 0 0 0,0 0 0 0 0,-4 1 0 0 0,-10 0 0 0 0,14-1 0 0 0,-1 1 0 0 0,1-1 0 0 0,0 0 0 0 0,0-1 0 0 0,-1 1 0 0 0,1 0 0 0 0,0-1 0 0 0,0 1 0 0 0,-1-1 0 0 0,-3-2 0 0 0,-24-16 0 0 0,28 18 0 0 0,-1 0 0 0 0,0 0 0 0 0,-1-1 0 0 0,2 0 0 0 0,-1-1 0 0 0,0 0 0 0 0,0-2 0 0 0,-2 3 0 0 0,0 0 0 0 0,-56-32 0 0 0,59 33 0 0 0,-1 0 0 0 0,0 1 0 0 0,0-1 0 0 0,1 1 0 0 0,-1 0 0 0 0,0-1 0 0 0,1 2 0 0 0,-2-1 0 0 0,-2 1 0 0 0,-9 0 0 0 0,12-1 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0:45.647"/>
    </inkml:context>
    <inkml:brush xml:id="br0">
      <inkml:brushProperty name="width" value="0.05" units="cm"/>
      <inkml:brushProperty name="height" value="0.05" units="cm"/>
      <inkml:brushProperty name="color" value="#CC0066"/>
    </inkml:brush>
  </inkml:definitions>
  <inkml:trace contextRef="#ctx0" brushRef="#br0">173 27 11760 0 0,'0'0'10942'0'0,"-3"0"-10827"0"0,-10-3 194 0 0,-22-5-17 0 0,-1 0 0 0 0,-44 0 0 0 0,75 8-255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0:46.972"/>
    </inkml:context>
    <inkml:brush xml:id="br0">
      <inkml:brushProperty name="width" value="0.05" units="cm"/>
      <inkml:brushProperty name="height" value="0.05" units="cm"/>
      <inkml:brushProperty name="color" value="#CC0066"/>
    </inkml:brush>
  </inkml:definitions>
  <inkml:trace contextRef="#ctx0" brushRef="#br0">511 161 5120 0 0,'0'0'8312'0'0,"-2"-3"-7891"0"0,-2-1-122 0 0,-1 1 0 0 0,0-1 0 0 0,0 1 0 0 0,0 0 0 0 0,0 0 0 0 0,0 1 0 0 0,-1-1 0 0 0,1 1 0 0 0,-12-2 0 0 0,-13-4 115 0 0,23 5-371 0 0,0 1 0 0 0,1 0 0 0 0,-2 0 1 0 0,-11 0-1 0 0,-8-12 5 0 0,19 10-19 0 0,0 0 0 0 0,-15-11-1 0 0,21 14-15 0 0,1 0 0 0 0,-2 1 0 0 0,1 0-1 0 0,1-1 1 0 0,-2 1 0 0 0,2 0 0 0 0,-1 0-1 0 0,-3 1 1 0 0,-18-3-78 0 0,20 1-6 0 0,-1 0 1 0 0,0-1-1 0 0,0 2 0 0 0,1-1 1 0 0,-1 0-1 0 0,-6 1 0 0 0,6 0-18 0 0,1 0 0 0 0,0 0 0 0 0,-2-1 0 0 0,2 1 0 0 0,0-1 0 0 0,-1 0 0 0 0,0 0 0 0 0,-3-2 0 0 0,0-1 37 0 0,0 1 0 0 0,0 0 0 0 0,-1 1 1 0 0,1 0-1 0 0,-15-1 0 0 0,-18-5-102 0 0,30 5 154 0 0,3 1 1 0 0,0 0 0 0 0,1 0 1 0 0,0-1-1 0 0,0-1 0 0 0,-10-5 1 0 0,-17 5 190 0 0,30 4-168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0:47.790"/>
    </inkml:context>
    <inkml:brush xml:id="br0">
      <inkml:brushProperty name="width" value="0.05" units="cm"/>
      <inkml:brushProperty name="height" value="0.05" units="cm"/>
      <inkml:brushProperty name="color" value="#CC0066"/>
    </inkml:brush>
  </inkml:definitions>
  <inkml:trace contextRef="#ctx0" brushRef="#br0">269 89 4616 0 0,'0'0'7536'0'0,"-2"-2"-7338"0"0,-26-13 466 0 0,1 2 0 0 0,-48-16 0 0 0,37 19 77 0 0,-49-7 0 0 0,75 15-581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0:49.165"/>
    </inkml:context>
    <inkml:brush xml:id="br0">
      <inkml:brushProperty name="width" value="0.05" units="cm"/>
      <inkml:brushProperty name="height" value="0.05" units="cm"/>
      <inkml:brushProperty name="color" value="#CC0066"/>
    </inkml:brush>
  </inkml:definitions>
  <inkml:trace contextRef="#ctx0" brushRef="#br0">327 172 6128 0 0,'0'0'7304'0'0,"-4"-2"-7160"0"0,-55-33 1756 0 0,56 33-1764 0 0,1 1 0 0 0,0-1 0 0 0,0 1 1 0 0,-1-1-1 0 0,1 0 0 0 0,0 0 0 0 0,0 0 1 0 0,0 0-1 0 0,-3-3 0 0 0,4 4-73 0 0,-2-1 0 0 0,1 1 0 0 0,-1 1 0 0 0,1-1-1 0 0,-1 0 1 0 0,1 1 0 0 0,-1-1 0 0 0,1 1 0 0 0,-1 0 0 0 0,1 0 0 0 0,-1 0-1 0 0,-4 1 1 0 0,1-1 99 0 0,-4-1 53 0 0,1 0-1 0 0,-1-2 1 0 0,0 1 0 0 0,1 0 0 0 0,0-2-1 0 0,0 1 1 0 0,0-1 0 0 0,-12-8 0 0 0,-66-54 240 0 0,82 62-438 0 0,-3-2 8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0:50.709"/>
    </inkml:context>
    <inkml:brush xml:id="br0">
      <inkml:brushProperty name="width" value="0.05" units="cm"/>
      <inkml:brushProperty name="height" value="0.05" units="cm"/>
      <inkml:brushProperty name="color" value="#CC0066"/>
    </inkml:brush>
  </inkml:definitions>
  <inkml:trace contextRef="#ctx0" brushRef="#br0">106 21 9848 0 0,'0'0'2528'0'0,"-17"-7"-2240"0"0,-13 2 0 0 0,17 4 968 0 0,-33-7 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13.231"/>
    </inkml:context>
    <inkml:brush xml:id="br0">
      <inkml:brushProperty name="width" value="0.05" units="cm"/>
      <inkml:brushProperty name="height" value="0.05" units="cm"/>
      <inkml:brushProperty name="color" value="#CC0066"/>
    </inkml:brush>
  </inkml:definitions>
  <inkml:trace contextRef="#ctx0" brushRef="#br0">30 1 8640 0 0,'0'0'6862'0'0,"-1"4"-6632"0"0,-4 14 152 0 0,0 0-1 0 0,0 1 1 0 0,1 0 0 0 0,2 0 0 0 0,-2 24 0 0 0,2-17-119 0 0,1 0-1 0 0,1 1 0 0 0,2-1 0 0 0,4 35 0 0 0,16 66 450 0 0,-12-73-531 0 0,8 67 327 0 0,0 10 100 0 0,-16-121-439 0 0,-1 1 0 0 0,-1-1 0 0 0,0 21 0 0 0,0-10 206 0 0,0-20-7 0 0,0-2-359 0 0,2 1 0 0 0,-1-1 0 0 0,1 0 0 0 0,-1-1 0 0 0,0 1 1 0 0,0 0-1 0 0,0 0 0 0 0,1 0 0 0 0,-2 0 0 0 0,1 0 0 0 0,0-1 0 0 0,0 1 0 0 0,1-3 0 0 0,11-20 63 0 0,-11 15-53 0 0,0 0 0 0 0,0 0 1 0 0,-1 0-1 0 0,0 0 1 0 0,0-1-1 0 0,0-14 1 0 0,-1 12-5 0 0,1 0 1 0 0,0-1 0 0 0,2-13-1 0 0,2-13 20 0 0,1-3 2 0 0,-5 38-17 0 0,0-1 0 0 0,0 1 0 0 0,1 1-1 0 0,0-1 1 0 0,-1 0 0 0 0,1 1 0 0 0,0-1-1 0 0,0 1 1 0 0,1-1 0 0 0,3-5 0 0 0,-5 8-18 0 0,-1 1 1 0 0,1 0 0 0 0,0-1-1 0 0,0 1 1 0 0,-1 0 0 0 0,0-1 0 0 0,1 1-1 0 0,0 0 1 0 0,-1 0 0 0 0,1-1-1 0 0,0 1 1 0 0,0 0 0 0 0,0 0-1 0 0,-1 0 1 0 0,0 0 0 0 0,1 0 0 0 0,0 0-1 0 0,0 0 1 0 0,-1 0 0 0 0,1 1-1 0 0,0-1 1 0 0,-1 0 0 0 0,1 0-1 0 0,-1 1 1 0 0,1-1 0 0 0,0 1 0 0 0,-1-1-1 0 0,2 1 1 0 0,14 16 61 0 0,-11-10-49 0 0,0 0-1 0 0,0 1 0 0 0,0 1 0 0 0,0-1 1 0 0,-1 1-1 0 0,-1 0 0 0 0,0 0 0 0 0,1 0 0 0 0,1 12 1 0 0,2 13 99 0 0,5 45 0 0 0,-4-25-62 0 0,-8-17 165 0 0,0-33-169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13.988"/>
    </inkml:context>
    <inkml:brush xml:id="br0">
      <inkml:brushProperty name="width" value="0.05" units="cm"/>
      <inkml:brushProperty name="height" value="0.05" units="cm"/>
      <inkml:brushProperty name="color" value="#CC0066"/>
    </inkml:brush>
  </inkml:definitions>
  <inkml:trace contextRef="#ctx0" brushRef="#br0">1 55 8536 0 0,'0'0'2697'0'0,"0"-3"-1340"0"0,0-49 6100 0 0,8 71-7238 0 0,1 10-79 0 0,-2 0 1 0 0,1 1-1 0 0,-3 0 0 0 0,0 0 0 0 0,-2 0 0 0 0,0 1 1 0 0,-2 0-1 0 0,-1 0 0 0 0,0-1 0 0 0,-5 36 1 0 0,4-5 357 0 0,2-32 194 0 0,-1-28-580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14.335"/>
    </inkml:context>
    <inkml:brush xml:id="br0">
      <inkml:brushProperty name="width" value="0.05" units="cm"/>
      <inkml:brushProperty name="height" value="0.05" units="cm"/>
      <inkml:brushProperty name="color" value="#CC0066"/>
    </inkml:brush>
  </inkml:definitions>
  <inkml:trace contextRef="#ctx0" brushRef="#br0">137 1 14368 0 0,'0'0'4901'0'0,"-3"2"-4675"0"0,-14 5 219 0 0,1 1-1 0 0,-20 4 0 0 0,-23 9 839 0 0,56-18-1164 0 0,1-1-62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14.663"/>
    </inkml:context>
    <inkml:brush xml:id="br0">
      <inkml:brushProperty name="width" value="0.05" units="cm"/>
      <inkml:brushProperty name="height" value="0.05" units="cm"/>
      <inkml:brushProperty name="color" value="#CC0066"/>
    </inkml:brush>
  </inkml:definitions>
  <inkml:trace contextRef="#ctx0" brushRef="#br0">1 1 13672 0 0,'0'0'2000'0'0,"1"3"-1810"0"0,3 11 240 0 0,-1 0 0 0 0,0-1 1 0 0,-1 2-1 0 0,2 20 0 0 0,0 63 986 0 0,-3-65-1078 0 0,1 56 742 0 0,-7 93 0 0 0,9-148 2 0 0,-4-33-1004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14.995"/>
    </inkml:context>
    <inkml:brush xml:id="br0">
      <inkml:brushProperty name="width" value="0.05" units="cm"/>
      <inkml:brushProperty name="height" value="0.05" units="cm"/>
      <inkml:brushProperty name="color" value="#CC0066"/>
    </inkml:brush>
  </inkml:definitions>
  <inkml:trace contextRef="#ctx0" brushRef="#br0">178 0 15472 0 0,'0'0'2559'0'0,"-3"0"-2344"0"0,-20 3 701 0 0,1 1 0 0 0,0 1 0 0 0,-36 15 0 0 0,46-16-520 0 0,-22 9-1 0 0,31-11-385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15.797"/>
    </inkml:context>
    <inkml:brush xml:id="br0">
      <inkml:brushProperty name="width" value="0.05" units="cm"/>
      <inkml:brushProperty name="height" value="0.05" units="cm"/>
      <inkml:brushProperty name="color" value="#CC0066"/>
    </inkml:brush>
  </inkml:definitions>
  <inkml:trace contextRef="#ctx0" brushRef="#br0">48 184 12864 0 0,'0'0'1081'0'0,"2"0"-754"0"0,8-2-14 0 0,0 0 0 0 0,-1 0 0 0 0,0-1 0 0 0,0 0 0 0 0,0-1 0 0 0,1-1 0 0 0,-1 0 0 0 0,-1 0 0 0 0,1-1 0 0 0,-1 0 0 0 0,0-2 0 0 0,0 1 0 0 0,-1 0 0 0 0,1-1 0 0 0,-1-1 0 0 0,9-14 0 0 0,-15 22-266 0 0,0 0 0 0 0,0 0 0 0 0,0-2 0 0 0,-1 2 0 0 0,1 0 0 0 0,-1 0 0 0 0,1-1 0 0 0,-1 1 0 0 0,1-1 1 0 0,-1 1-1 0 0,1 0 0 0 0,-1-1 0 0 0,0 1 0 0 0,0-1 0 0 0,1 1 0 0 0,-1-1 0 0 0,0 1 0 0 0,0-1 0 0 0,0 1 0 0 0,-1-1 0 0 0,1 1 0 0 0,0-1 1 0 0,-1 0-1 0 0,1 0 0 0 0,-1 1 0 0 0,1 0 0 0 0,-1-1 0 0 0,1 1 0 0 0,0 0 0 0 0,-1-1 0 0 0,0 1 0 0 0,0 0 0 0 0,0 0 0 0 0,0 0 0 0 0,0-1 0 0 0,0 0 1 0 0,-3-1 57 0 0,0 0 1 0 0,1 1 0 0 0,-1-2 0 0 0,0 2 0 0 0,-1 0-1 0 0,2 0 1 0 0,-1 0 0 0 0,-1 1 0 0 0,-5-2 0 0 0,0 2 163 0 0,0 0 1 0 0,-17 1 0 0 0,11 0 71 0 0,-1 19 189 0 0,1-15-361 0 0,14-4-162 0 0,0 0 1 0 0,1 0 0 0 0,-2 0-1 0 0,1 0 1 0 0,1 1 0 0 0,-1-1-1 0 0,0 1 1 0 0,0 0 0 0 0,0-1 0 0 0,0 1-1 0 0,-1 2 1 0 0,1-1-8 0 0,-3-2 6 0 0,-18 0 5 0 0,23 0-11 0 0,-1 0 0 0 0,1 0 0 0 0,-1 1 0 0 0,1-1 0 0 0,0 0 0 0 0,0 0 0 0 0,0 1 0 0 0,0-1 0 0 0,-1 0 0 0 0,1 1 0 0 0,0-1 0 0 0,0 0 0 0 0,-1 1 0 0 0,1-1 0 0 0,0 1 0 0 0,0-1 0 0 0,-1 1 0 0 0,1-1 0 0 0,0 0 0 0 0,0 1 0 0 0,0-1 0 0 0,0 1 0 0 0,0-1 0 0 0,0 1 0 0 0,0-1 0 0 0,0 1 0 0 0,0-1 0 0 0,0 1 0 0 0,0 16 0 0 0,0-15 0 0 0,1 19 8 0 0,1-2-1 0 0,0 1 1 0 0,8 36-1 0 0,-5-32 24 0 0,5 46-1 0 0,-1 10 95 0 0,-4-51 55 0 0,0 54 0 0 0,-5-79-140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16.239"/>
    </inkml:context>
    <inkml:brush xml:id="br0">
      <inkml:brushProperty name="width" value="0.05" units="cm"/>
      <inkml:brushProperty name="height" value="0.05" units="cm"/>
      <inkml:brushProperty name="color" value="#CC0066"/>
    </inkml:brush>
  </inkml:definitions>
  <inkml:trace contextRef="#ctx0" brushRef="#br0">18 0 16184 0 0,'0'0'3070'0'0,"0"3"-2714"0"0,0 3-215 0 0,1-2 119 0 0,-1 1 0 0 0,0 0-1 0 0,0-1 1 0 0,0 0 0 0 0,0 1 0 0 0,-1-1 0 0 0,0 6 0 0 0,0-11-224 0 0,0 1 0 0 0,0-1 0 0 0,0 0 0 0 0,0 0 0 0 0,0 1-1 0 0,0-2 1 0 0,0 1 0 0 0,0 0 0 0 0,1 0 0 0 0,0 0 0 0 0,-1-1 0 0 0,0 1 0 0 0,1 0 0 0 0,-2-2 0 0 0,-2-5 754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16.599"/>
    </inkml:context>
    <inkml:brush xml:id="br0">
      <inkml:brushProperty name="width" value="0.05" units="cm"/>
      <inkml:brushProperty name="height" value="0.05" units="cm"/>
      <inkml:brushProperty name="color" value="#CC0066"/>
    </inkml:brush>
  </inkml:definitions>
  <inkml:trace contextRef="#ctx0" brushRef="#br0">79 0 13968 0 0,'0'0'1940'0'0,"-4"20"991"0"0,3-18-2807 0 0,-1-1 0 0 0,1 1 0 0 0,0-1 0 0 0,-1 0 0 0 0,1 0 0 0 0,-1 0 0 0 0,1 0 0 0 0,-1 0 0 0 0,1 0 0 0 0,0 0 0 0 0,-1 0 0 0 0,0-1 0 0 0,1 1 0 0 0,-1-1 0 0 0,0 0 0 0 0,1 1 0 0 0,-4-1 0 0 0,0-1-48 0 0,0 0 0 0 0,0 0-1 0 0,1 0 1 0 0,-9-4 0 0 0,9 3-16 0 0,-4-2 130 0 0,8 0 43 0 0,13-2 109 0 0,-8 5-338 0 0,0-1 36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17.199"/>
    </inkml:context>
    <inkml:brush xml:id="br0">
      <inkml:brushProperty name="width" value="0.05" units="cm"/>
      <inkml:brushProperty name="height" value="0.05" units="cm"/>
      <inkml:brushProperty name="color" value="#CC0066"/>
    </inkml:brush>
  </inkml:definitions>
  <inkml:trace contextRef="#ctx0" brushRef="#br0">146 1 11048 0 0,'0'0'5425'0'0,"-1"5"-4856"0"0,-33 134 542 0 0,-9 36 131 0 0,19-106-900 0 0,14-42-172 0 0,1 0 0 0 0,-8 37 0 0 0,15-52-70 0 0,-1 1-1 0 0,2-1 0 0 0,-1 16 1 0 0,2-24-74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17.700"/>
    </inkml:context>
    <inkml:brush xml:id="br0">
      <inkml:brushProperty name="width" value="0.05" units="cm"/>
      <inkml:brushProperty name="height" value="0.05" units="cm"/>
      <inkml:brushProperty name="color" value="#CC0066"/>
    </inkml:brush>
  </inkml:definitions>
  <inkml:trace contextRef="#ctx0" brushRef="#br0">195 0 13864 0 0,'0'0'2559'0'0,"0"3"-2112"0"0,-7 36 52 0 0,0 1-1 0 0,-2-1 0 0 0,-2-1 1 0 0,-16 39-1 0 0,4-7-213 0 0,11-37-95 0 0,-17 37-1 0 0,-3 3 151 0 0,-2 12 13 0 0,31-76-337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19.160"/>
    </inkml:context>
    <inkml:brush xml:id="br0">
      <inkml:brushProperty name="width" value="0.05" units="cm"/>
      <inkml:brushProperty name="height" value="0.05" units="cm"/>
      <inkml:brushProperty name="color" value="#CC0066"/>
    </inkml:brush>
  </inkml:definitions>
  <inkml:trace contextRef="#ctx0" brushRef="#br0">65 11 11152 0 0,'0'0'4110'0'0,"0"3"-3971"0"0,0 33 402 0 0,4 125 1127 0 0,7-39-412 0 0,-9-73-323 0 0,2-41-473 0 0,-3-8-425 0 0,-1 0 1 0 0,0 0-1 0 0,1 1 1 0 0,-1-1-1 0 0,1 0 1 0 0,-1 1-1 0 0,0-1 0 0 0,1 0 1 0 0,-1 1-1 0 0,0-1 1 0 0,0 0-1 0 0,0 1 1 0 0,0-1-1 0 0,0 1 0 0 0,0-1 1 0 0,1 1-1 0 0,-1-1 1 0 0,0 1-1 0 0,0-1 1 0 0,0 1-1 0 0,0-1 0 0 0,0 1 1 0 0,0-1-1 0 0,0 1 1 0 0,-1-32 990 0 0,-13-57 0 0 0,1-7-637 0 0,9 63 2 0 0,2-1-1 0 0,0-48 1 0 0,3 80-378 0 0,-1-1 0 0 0,0 1-1 0 0,0-1 1 0 0,1 1 0 0 0,-1 0 0 0 0,1-1 0 0 0,0 1 0 0 0,-1 0 0 0 0,0-1-1 0 0,1 1 1 0 0,1-2 0 0 0,-1 2 25 0 0,-1 0 1 0 0,1 0-1 0 0,-1 0 0 0 0,1-1 0 0 0,-1 0 0 0 0,1 1 1 0 0,-1-1-1 0 0,1 1 0 0 0,-1 0 0 0 0,1-1 1 0 0,-1 1-1 0 0,0-1 0 0 0,0-1 0 0 0,-1 2 52 0 0,-2 6-49 0 0,-2 4-10 0 0,-20 52 113 0 0,18-46-121 0 0,0 0 1 0 0,-5 20-1 0 0,5-16 16 0 0,6-13-30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20.184"/>
    </inkml:context>
    <inkml:brush xml:id="br0">
      <inkml:brushProperty name="width" value="0.05" units="cm"/>
      <inkml:brushProperty name="height" value="0.05" units="cm"/>
      <inkml:brushProperty name="color" value="#CC0066"/>
    </inkml:brush>
  </inkml:definitions>
  <inkml:trace contextRef="#ctx0" brushRef="#br0">55 84 12160 0 0,'0'0'6409'0'0,"-1"3"-6148"0"0,-17 17 317 0 0,17-19-550 0 0,0 0-1 0 0,1-1 0 0 0,-1 1 0 0 0,0-1 0 0 0,0 1 0 0 0,0 0 1 0 0,0-1-1 0 0,1 0 0 0 0,-1 1 0 0 0,0-1 0 0 0,0 0 0 0 0,-1 1 0 0 0,2-1 1 0 0,-1 0-1 0 0,0 0 0 0 0,0 0 0 0 0,-1 0 0 0 0,2 0 0 0 0,-1 0 1 0 0,0 0-1 0 0,0-1 0 0 0,-1 1 0 0 0,2 0 0 0 0,-3-2 0 0 0,2 1 3 0 0,0 0-1 0 0,1 0 1 0 0,-1 0-1 0 0,0 0 0 0 0,0 0 1 0 0,0-1-1 0 0,0 1 1 0 0,1-1-1 0 0,0 1 0 0 0,-1 0 1 0 0,1-1-1 0 0,-1 1 1 0 0,1 0-1 0 0,-1-1 0 0 0,1 1 1 0 0,0-1-1 0 0,0 1 1 0 0,0-1-1 0 0,0 1 0 0 0,0-1 1 0 0,0 1-1 0 0,0 0 0 0 0,0-1 1 0 0,0 1-1 0 0,1-1 1 0 0,-1 1-1 0 0,0-2 0 0 0,2 1 1 0 0,-2-2-3 0 0,1 0 0 0 0,1 0-1 0 0,-1 1 1 0 0,0-1 0 0 0,1 0 0 0 0,1 0 0 0 0,-2 1 0 0 0,1 0 0 0 0,4-4 0 0 0,-4 3 5 0 0,2 1 1 0 0,-1 1 0 0 0,0-1 0 0 0,1-1-1 0 0,-1 2 1 0 0,0 0 0 0 0,1 0 0 0 0,0 0-1 0 0,-1 1 1 0 0,7-2 0 0 0,-8 2-13 0 0,0 1 1 0 0,-1 0-1 0 0,1 0 1 0 0,0-1-1 0 0,0 1 0 0 0,0 1 1 0 0,-1-1-1 0 0,1 0 1 0 0,0 0-1 0 0,0 1 1 0 0,0-1-1 0 0,0 1 0 0 0,-1 0 1 0 0,1 0-1 0 0,0 0 1 0 0,-1 0-1 0 0,1 0 0 0 0,0 0 1 0 0,-1 0-1 0 0,0 1 1 0 0,1-1-1 0 0,-1 0 1 0 0,0 2-1 0 0,2 1 0 0 0,1 2 20 0 0,-1 0-1 0 0,1 0 1 0 0,-1 1-1 0 0,1 0 1 0 0,-2 0-1 0 0,1 0 1 0 0,-2 1-1 0 0,2-1 1 0 0,-2 0-1 0 0,1 0 1 0 0,-1 0-1 0 0,0 2 1 0 0,0-2-1 0 0,-1 1 1 0 0,0 12-1 0 0,-1-11-15 0 0,1 13 56 0 0,-2 1 0 0 0,0 0 0 0 0,0-2 0 0 0,-2 1 0 0 0,0 0 0 0 0,-8 24 0 0 0,8-29-32 0 0,4-15-41 0 0,0 0 0 0 0,0 0 0 0 0,0 0 0 0 0,-1 0 0 0 0,0 0 0 0 0,1 0 0 0 0,-1 0 0 0 0,0 0 0 0 0,0-1 0 0 0,1 2 0 0 0,-1-1 0 0 0,0 0 0 0 0,-2 2 0 0 0,2-3-2 0 0,-2 3-3 0 0,1 9-9 0 0,2-13 6 0 0,0 0 0 0 0,0 1 0 0 0,0-1 0 0 0,0 0 0 0 0,0 0 1 0 0,0 2-1 0 0,0-2 0 0 0,0 0 0 0 0,0 0 0 0 0,0 1 0 0 0,0-1 1 0 0,0 0-1 0 0,0 0 0 0 0,0 0 0 0 0,0 1 0 0 0,0-1 0 0 0,0 0 0 0 0,1 0 1 0 0,-1 0-1 0 0,0 1 0 0 0,0-1 0 0 0,0 0 0 0 0,0 0 0 0 0,0 0 1 0 0,0 1-1 0 0,0-1 0 0 0,0 0 0 0 0,0 0 0 0 0,0 0 0 0 0,0 0 1 0 0,1 0-1 0 0,-1 0 0 0 0,0 1 0 0 0,0-1 0 0 0,0 0 0 0 0,1 0 1 0 0,-1 0-1 0 0,0 0 0 0 0,1 0 0 0 0,10-2-73 0 0,13-11-61 0 0,-21 11 128 0 0,34-14 73 0 0,-27 11-29 0 0,-1 1 0 0 0,1-1 0 0 0,16-11 0 0 0,-14 0 415 0 0,-9 14-406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21.468"/>
    </inkml:context>
    <inkml:brush xml:id="br0">
      <inkml:brushProperty name="width" value="0.05" units="cm"/>
      <inkml:brushProperty name="height" value="0.05" units="cm"/>
      <inkml:brushProperty name="color" value="#CC0066"/>
    </inkml:brush>
  </inkml:definitions>
  <inkml:trace contextRef="#ctx0" brushRef="#br0">75 383 9040 0 0,'0'0'8649'0'0,"1"-4"-8441"0"0,13-46 288 0 0,-8 20-134 0 0,3 1 1 0 0,0-1 0 0 0,1 2-1 0 0,22-43 1 0 0,-28 62-306 0 0,6-8 461 0 0,0-2 0 0 0,-1 1 0 0 0,14-40 0 0 0,-18 46-134 0 0,-3 6 539 0 0,-13 5-483 0 0,-4 3-281 0 0,2 1 0 0 0,-17 8 0 0 0,6-3 47 0 0,9-3-78 0 0,2 1 0 0 0,0 1 0 0 0,-1 2 0 0 0,1-1 0 0 0,0 1 1 0 0,1 1-1 0 0,-16 17 0 0 0,24-24-71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21.925"/>
    </inkml:context>
    <inkml:brush xml:id="br0">
      <inkml:brushProperty name="width" value="0.05" units="cm"/>
      <inkml:brushProperty name="height" value="0.05" units="cm"/>
      <inkml:brushProperty name="color" value="#CC0066"/>
    </inkml:brush>
  </inkml:definitions>
  <inkml:trace contextRef="#ctx0" brushRef="#br0">0 54 24415 0 0,'0'0'16'0'0,"3"0"-8"0"0,7 0-1 0 0,-5 0-6 0 0,-3 0-2 0 0,-2 0-6 0 0,-1 0-2 0 0,0 0 7 0 0,1 0 0 0 0,-1 0 0 0 0,0 0 1 0 0,-1 0-1 0 0,1 0 0 0 0,1-1 0 0 0,-1 1 1 0 0,0 0-1 0 0,0-1 0 0 0,0 1 0 0 0,0-1 1 0 0,1 1-1 0 0,-1-1 0 0 0,0 1 0 0 0,-2-2 1 0 0,3 1-2 0 0,0 1 0 0 0,0-2 0 0 0,0 2 0 0 0,0-1 0 0 0,-1 1 0 0 0,1-1 0 0 0,0 0 1 0 0,0 1-1 0 0,0-1 0 0 0,0 1 0 0 0,-1-1 0 0 0,1 0 0 0 0,0 1 0 0 0,0-1 0 0 0,0 0 1 0 0,0 1-1 0 0,0-1 0 0 0,0 1 0 0 0,1-1 0 0 0,-1-1 0 0 0,1-1-7 0 0,-1 0-1 0 0,2 0 0 0 0,-1 0 0 0 0,1 0 1 0 0,-1-1-1 0 0,1 1 0 0 0,2-3 0 0 0,-1 2 11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22.624"/>
    </inkml:context>
    <inkml:brush xml:id="br0">
      <inkml:brushProperty name="width" value="0.05" units="cm"/>
      <inkml:brushProperty name="height" value="0.05" units="cm"/>
      <inkml:brushProperty name="color" value="#CC0066"/>
    </inkml:brush>
  </inkml:definitions>
  <inkml:trace contextRef="#ctx0" brushRef="#br0">99 10 19623 0 0,'0'0'6'0'0,"-3"3"-25"0"0,-8 12 31 0 0,0-1-1 0 0,0 3 1 0 0,1-2-1 0 0,0 2 1 0 0,0 1-1 0 0,2-1 1 0 0,-12 36-1 0 0,18-45 64 0 0,2 2-1 0 0,-1-2 0 0 0,0 1 1 0 0,0 0-1 0 0,1 0 1 0 0,2 16-1 0 0,-1-19 39 0 0,1-1 0 0 0,0 1 0 0 0,-1-1 0 0 0,2 1 0 0 0,-1 0 0 0 0,1-1 0 0 0,5 8 0 0 0,-2-2 121 0 0,-4-8-178 0 0,-1 0 0 0 0,2 0-1 0 0,-1-1 1 0 0,-1 1 0 0 0,2 0 0 0 0,-1-1 0 0 0,0 0 0 0 0,1 1 0 0 0,3 2 0 0 0,-5-4-32 0 0,1 0 0 0 0,-1-1 0 0 0,0 1-1 0 0,1-1 1 0 0,-1 1 0 0 0,0-1 0 0 0,1 0 0 0 0,0 1 0 0 0,-1-1-1 0 0,0 0 1 0 0,1 0 0 0 0,0 0 0 0 0,-2 0 0 0 0,2-1 0 0 0,0 1-1 0 0,-1 0 1 0 0,0-1 0 0 0,1 1 0 0 0,-1-1 0 0 0,2-1 0 0 0,7-3 64 0 0,-6 2-55 0 0,-1 1-1 0 0,-1 1 1 0 0,2-1 0 0 0,-1 0-1 0 0,0-1 1 0 0,0 1 0 0 0,-1-1-1 0 0,1 0 1 0 0,0 0 0 0 0,-1 0 0 0 0,1-1-1 0 0,2-5 1 0 0,11-21 113 0 0,-11 21-63 0 0,0 0-1 0 0,0-1 1 0 0,0 1-1 0 0,-1-1 0 0 0,-1-1 1 0 0,0 1-1 0 0,1 0 1 0 0,2-22-1 0 0,-5 23-22 0 0,0 1-1 0 0,0-1 1 0 0,0-1 0 0 0,-1 1-1 0 0,0 1 1 0 0,-1-2 0 0 0,0 1 0 0 0,-2-13-1 0 0,-1 5 61 0 0,4 12-53 0 0,0 0-1 0 0,-1 1 1 0 0,-1-1-1 0 0,1 1 1 0 0,0 0-1 0 0,-3-5 1 0 0,4 7-38 0 0,-1 1 0 0 0,1 0 1 0 0,-1 0-1 0 0,0 0 0 0 0,0 0 0 0 0,0 0 0 0 0,0 0 1 0 0,0 0-1 0 0,0 0 0 0 0,0 0 0 0 0,0 1 0 0 0,0-1 1 0 0,0 0-1 0 0,0 1 0 0 0,-1-1 0 0 0,1 1 0 0 0,0 0 1 0 0,0-1-1 0 0,0 1 0 0 0,-1 0 0 0 0,1 0 0 0 0,0 0 1 0 0,-2 0-1 0 0,1 0 15 0 0,-2 0-1 0 0,1 0 1 0 0,1 1 0 0 0,-2-1-1 0 0,2 1 1 0 0,-1 0 0 0 0,0 0 0 0 0,0 0-1 0 0,1 0 1 0 0,-2 1 0 0 0,2-1-1 0 0,-1 1 1 0 0,1 0 0 0 0,-1 1-1 0 0,1-1 1 0 0,0 0 0 0 0,-3 4 0 0 0,0 0 26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23.173"/>
    </inkml:context>
    <inkml:brush xml:id="br0">
      <inkml:brushProperty name="width" value="0.05" units="cm"/>
      <inkml:brushProperty name="height" value="0.05" units="cm"/>
      <inkml:brushProperty name="color" value="#CC0066"/>
    </inkml:brush>
  </inkml:definitions>
  <inkml:trace contextRef="#ctx0" brushRef="#br0">1 26 14464 0 0,'0'0'3539'0'0,"3"0"-3279"0"0,32 0 4068 0 0,-35 0-3904 0 0,-3-26 1216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23.992"/>
    </inkml:context>
    <inkml:brush xml:id="br0">
      <inkml:brushProperty name="width" value="0.05" units="cm"/>
      <inkml:brushProperty name="height" value="0.05" units="cm"/>
      <inkml:brushProperty name="color" value="#CC0066"/>
    </inkml:brush>
  </inkml:definitions>
  <inkml:trace contextRef="#ctx0" brushRef="#br0">60 94 14776 0 0,'0'0'5894'0'0,"-2"3"-5790"0"0,-43 60 793 0 0,43-58-848 0 0,0 0-1 0 0,1-1 1 0 0,-1 0-1 0 0,1 1 1 0 0,-1 0-1 0 0,2-1 1 0 0,-1 2-1 0 0,0-1 0 0 0,1-1 1 0 0,-1 7-1 0 0,3 49 458 0 0,-1-57-465 0 0,-1 1 0 0 0,1 0 1 0 0,1-2-1 0 0,0 1 0 0 0,-2 0 0 0 0,2 0 1 0 0,0-1-1 0 0,0 1 0 0 0,0-1 0 0 0,0 1 0 0 0,0 0 1 0 0,0-1-1 0 0,0 0 0 0 0,1 0 0 0 0,-2 0 0 0 0,5 2 1 0 0,16 17 349 0 0,-20-18-354 0 0,-1-1 1 0 0,1 0-1 0 0,1 1 0 0 0,-2-1 1 0 0,1 0-1 0 0,0-1 0 0 0,0 1 1 0 0,1 0-1 0 0,-1-1 0 0 0,1 1 1 0 0,-1-1-1 0 0,0 0 0 0 0,0 0 1 0 0,1 1-1 0 0,-1-1 0 0 0,2 0 1 0 0,-2-1-1 0 0,1 0 0 0 0,-1 1 1 0 0,1-1-1 0 0,4-1 0 0 0,7-4 59 0 0,-10 4-60 0 0,1 0-1 0 0,-1 0 1 0 0,0 0-1 0 0,0-1 1 0 0,1 0-1 0 0,-1 0 1 0 0,0 0-1 0 0,0-1 1 0 0,0 0-1 0 0,0 0 1 0 0,-1 0-1 0 0,0 0 1 0 0,1-1-1 0 0,-1 0 1 0 0,5-7-1 0 0,-3 3 34 0 0,-1-1 1 0 0,-1 0-1 0 0,0 1 0 0 0,0-2 0 0 0,0 1 0 0 0,-2 0 0 0 0,2-1 1 0 0,0-16-1 0 0,-1 7 56 0 0,-1 0 0 0 0,-1 1 0 0 0,-3-33 0 0 0,2 45-84 0 0,-7-47 94 0 0,8 50-98 0 0,-1-1 1 0 0,-1 1-1 0 0,2 0 0 0 0,-1-1 1 0 0,-1 1-1 0 0,0 0 0 0 0,1 1 1 0 0,0-1-1 0 0,-1 0 0 0 0,0 1 1 0 0,0-1-1 0 0,-4-4 0 0 0,3 4 32 0 0,-1 1 1 0 0,0 0-1 0 0,0 0 0 0 0,1 0 0 0 0,-1 1 1 0 0,-1-1-1 0 0,1 1 0 0 0,1 1 0 0 0,-1-1 1 0 0,-1 1-1 0 0,1-1 0 0 0,0 1 0 0 0,-8 2 0 0 0,7-1 18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24.683"/>
    </inkml:context>
    <inkml:brush xml:id="br0">
      <inkml:brushProperty name="width" value="0.05" units="cm"/>
      <inkml:brushProperty name="height" value="0.05" units="cm"/>
      <inkml:brushProperty name="color" value="#CC0066"/>
    </inkml:brush>
  </inkml:definitions>
  <inkml:trace contextRef="#ctx0" brushRef="#br0">33 1 10848 0 0,'0'0'6791'0'0,"-1"3"-6720"0"0,0-2-83 0 0,1 0 38 0 0,0 1 0 0 0,-1 0 0 0 0,1-1 0 0 0,-1 1 0 0 0,1-1-1 0 0,0 2 1 0 0,-1-2 0 0 0,0 0 0 0 0,0 1 0 0 0,0-1 0 0 0,0 0 0 0 0,1 1 0 0 0,-1-1 0 0 0,0 0-1 0 0,0 0 1 0 0,-1 0 0 0 0,2 0 0 0 0,-1 0 0 0 0,-1 0 0 0 0,1 0 0 0 0,0-1 0 0 0,0 1 0 0 0,-3 0-1 0 0,4-1-17 0 0,-3-1 0 0 0,1 1 0 0 0,-1-2 2 0 0,3 2 207 0 0,14-5 140 0 0,3 5 523 0 0,-16 0-720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25.457"/>
    </inkml:context>
    <inkml:brush xml:id="br0">
      <inkml:brushProperty name="width" value="0.05" units="cm"/>
      <inkml:brushProperty name="height" value="0.05" units="cm"/>
      <inkml:brushProperty name="color" value="#CC0066"/>
    </inkml:brush>
  </inkml:definitions>
  <inkml:trace contextRef="#ctx0" brushRef="#br0">141 377 12056 0 0,'0'0'2576'0'0,"1"3"-2432"0"0,1 0-68 0 0,-1-2-31 0 0,-1-1 1 0 0,1 1-1 0 0,-1 0 1 0 0,0 0-1 0 0,0 0 1 0 0,1 0-1 0 0,-1 0 1 0 0,0 0-1 0 0,0 0 1 0 0,1 0-1 0 0,-1 0 1 0 0,0 0-1 0 0,0 0 1 0 0,0 1-1 0 0,-1 1 117 0 0,0 1 0 0 0,0-1 0 0 0,0-1 0 0 0,-1 1-1 0 0,1 0 1 0 0,-1-1 0 0 0,0 1 0 0 0,1-1 0 0 0,-1 0 0 0 0,0 1-1 0 0,0-1 1 0 0,-2 3 0 0 0,2-1 493 0 0,3-12 45 0 0,-1 8-684 0 0,0 0 0 0 0,0-1 0 0 0,0 1 0 0 0,1-1 0 0 0,-1 1 0 0 0,0 0 0 0 0,0-1 0 0 0,0 1 0 0 0,0 0 0 0 0,0-1 0 0 0,0 1 0 0 0,0 0 0 0 0,0-1 0 0 0,1 1 0 0 0,-1 0 0 0 0,0 0 0 0 0,1-1 0 0 0,-1 1 0 0 0,0 0 0 0 0,1 0 0 0 0,-1 0 0 0 0,0-1 0 0 0,1 1 0 0 0,0 0 1 0 0,-1 0 0 0 0,0 0-1 0 0,0-1 1 0 0,0 1 0 0 0,1 0 0 0 0,-1 0-1 0 0,0 0 1 0 0,1-1 0 0 0,-1 1 0 0 0,0 0-1 0 0,0 0 1 0 0,1-1 0 0 0,-1 1 0 0 0,0 0-1 0 0,1-1 1 0 0,-1 1 0 0 0,0 0 0 0 0,0-1-1 0 0,0 1 1 0 0,0 0 0 0 0,1-1 0 0 0,-1 1-1 0 0,0-1 1 0 0,0 1 0 0 0,0 0 0 0 0,0-1-1 0 0,0 1 1 0 0,0-1 0 0 0,0 1 0 0 0,0 0-1 0 0,0-1 1 0 0,0 1 0 0 0,0-1 0 0 0,0 1-1 0 0,0 0 1 0 0,0-1 0 0 0,0 1 0 0 0,-1-1-1 0 0,1 1 1 0 0,0 0 0 0 0,0-1 0 0 0,0 1-1 0 0,-1-1 1 0 0,-7-22 985 0 0,2 0 0 0 0,-1-1-1 0 0,-6-48 1 0 0,-3-14 1094 0 0,11 47-1096 0 0,5 33-746 0 0,0-1 1 0 0,-1 0 0 0 0,0 1-1 0 0,-1 0 1 0 0,-1-8-1 0 0,0 4 81 0 0,1-1-1 0 0,0 0 1 0 0,1 1-1 0 0,-1-2 1 0 0,0-12-1 0 0,1 8-121 0 0,1 16-205 0 0,0-1 1 0 0,0 1 0 0 0,0 0 0 0 0,0 0 0 0 0,0 0-1 0 0,0 0 1 0 0,0 0 0 0 0,0 0 0 0 0,0 0 0 0 0,0 0-1 0 0,-1 0 1 0 0,1 0 0 0 0,0-1 0 0 0,0 1 0 0 0,0 0-1 0 0,0 0 1 0 0,0 0 0 0 0,0 0 0 0 0,0 0 0 0 0,-1 0-1 0 0,1 0 1 0 0,0 0 0 0 0,0 0 0 0 0,0 0 0 0 0,0 0 0 0 0,0 0-1 0 0,0 0 1 0 0,0 0 0 0 0,-1 0 0 0 0,1 0 0 0 0,0 0-1 0 0,0 0 1 0 0,0 0 0 0 0,0 0 0 0 0,0 0 0 0 0,0 1-1 0 0,0-1 1 0 0,-1 0 0 0 0,1 0 0 0 0,0 0 0 0 0,0 0-1 0 0,0 0 1 0 0,0 0 0 0 0,0 0 0 0 0,0 0 0 0 0,0 0 0 0 0,0 0-1 0 0,0 1 1 0 0,-1-1 0 0 0,-10 24 1006 0 0,3-7-675 0 0,-17 34-340 0 0,17-33 0 0 0,6-14 0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26.162"/>
    </inkml:context>
    <inkml:brush xml:id="br0">
      <inkml:brushProperty name="width" value="0.05" units="cm"/>
      <inkml:brushProperty name="height" value="0.05" units="cm"/>
      <inkml:brushProperty name="color" value="#CC0066"/>
    </inkml:brush>
  </inkml:definitions>
  <inkml:trace contextRef="#ctx0" brushRef="#br0">0 41 10344 0 0,'0'0'14005'0'0,"3"0"-13929"0"0,12 0 481 0 0,-17-4-418 0 0,0 1 0 0 0,1-1 0 0 0,-1 1 0 0 0,1-1 0 0 0,-2-8 1 0 0,3 2 1034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26.543"/>
    </inkml:context>
    <inkml:brush xml:id="br0">
      <inkml:brushProperty name="width" value="0.05" units="cm"/>
      <inkml:brushProperty name="height" value="0.05" units="cm"/>
      <inkml:brushProperty name="color" value="#CC0066"/>
    </inkml:brush>
  </inkml:definitions>
  <inkml:trace contextRef="#ctx0" brushRef="#br0">37 18 14776 0 0,'0'0'634'0'0,"-21"-1"4479"0"0,14 13-3984 0 0,2-2 82 0 0,5-10-1197 0 0,0-1-1 0 0,0 1 1 0 0,0 0 0 0 0,-1 0 0 0 0,1 0-1 0 0,0 0 1 0 0,0 0 0 0 0,-1 0-1 0 0,1-1 1 0 0,0 1 0 0 0,0 0-1 0 0,0 0 1 0 0,0 0 0 0 0,0-1-1 0 0,-1 1 1 0 0,1 0 0 0 0,0 0-1 0 0,0 0 1 0 0,0-1 0 0 0,0 1 0 0 0,0 0-1 0 0,0 0 1 0 0,0-1 0 0 0,0 1-1 0 0,0 0 1 0 0,0 0 0 0 0,0-1-1 0 0,0 1 1 0 0,0 0 0 0 0,0 0-1 0 0,0-1 1 0 0,0 1 0 0 0,0 0-1 0 0,0 0 1 0 0,0-1 0 0 0,0 1 0 0 0,0 0-1 0 0,0 0 1 0 0,0-1 0 0 0,0 1-1 0 0,1 0 1 0 0,1-3 51 0 0,-1 0 0 0 0,1 1 0 0 0,0-1 0 0 0,-1 1 0 0 0,2-1 0 0 0,-2 1 0 0 0,2 0 0 0 0,-1 0 0 0 0,0 0 0 0 0,4-2 0 0 0,1 2-11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28.101"/>
    </inkml:context>
    <inkml:brush xml:id="br0">
      <inkml:brushProperty name="width" value="0.05" units="cm"/>
      <inkml:brushProperty name="height" value="0.05" units="cm"/>
      <inkml:brushProperty name="color" value="#CC0066"/>
    </inkml:brush>
  </inkml:definitions>
  <inkml:trace contextRef="#ctx0" brushRef="#br0">121 1 9944 0 0,'0'0'9574'0'0,"-1"3"-9237"0"0,0 4-73 0 0,-1 1 0 0 0,0-1 0 0 0,-1 0 0 0 0,1-1 0 0 0,-2 0 0 0 0,-3 9 0 0 0,-10 24 556 0 0,14-31-704 0 0,0 0-1 0 0,0-1 1 0 0,-8 14 0 0 0,-40 74 667 0 0,49-93-682 0 0,1 1 1 0 0,0-1 0 0 0,0 1 0 0 0,0 0 0 0 0,0-1-1 0 0,0 2 1 0 0,1-1 0 0 0,0 0 0 0 0,-1 0 0 0 0,1 0-1 0 0,-1-1 1 0 0,1 1 0 0 0,0 4 0 0 0,0-6-94 0 0,0-1 1 0 0,0 1-1 0 0,0 1 0 0 0,-1-1 0 0 0,1-1 1 0 0,0 1-1 0 0,0 0 0 0 0,0 0 1 0 0,0-1-1 0 0,0 1 0 0 0,1 0 1 0 0,-1 0-1 0 0,0-1 0 0 0,0 1 0 0 0,0 0 1 0 0,1 0-1 0 0,-1-1 0 0 0,0 1 1 0 0,1 0-1 0 0,-1-1 0 0 0,0 1 1 0 0,0 0-1 0 0,0-1 0 0 0,1 1 1 0 0,-1-1-1 0 0,1 1 0 0 0,-1-1 0 0 0,1 1 1 0 0,0-1-1 0 0,-1 1 0 0 0,1-1 1 0 0,-1 0-1 0 0,0 1 0 0 0,1-1 1 0 0,0 0-1 0 0,-1 1 0 0 0,1-1 1 0 0,0 0-1 0 0,-1 0 0 0 0,1 0 0 0 0,-1 0 1 0 0,1 0-1 0 0,0 0 0 0 0,2 2-1 0 0,11 2 66 0 0,-2 0 1 0 0,2-2-1 0 0,-2 0 1 0 0,23-1-1 0 0,1 1 77 0 0,-1-2 40 0 0,-31-2-144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29.028"/>
    </inkml:context>
    <inkml:brush xml:id="br0">
      <inkml:brushProperty name="width" value="0.05" units="cm"/>
      <inkml:brushProperty name="height" value="0.05" units="cm"/>
      <inkml:brushProperty name="color" value="#CC0066"/>
    </inkml:brush>
  </inkml:definitions>
  <inkml:trace contextRef="#ctx0" brushRef="#br0">146 9 15576 0 0,'0'0'2169'0'0,"2"-1"-1955"0"0,7-3-8 0 0,0 0 3834 0 0,-20 5-3941 0 0,0 0 0 0 0,0 1 0 0 0,1 1-1 0 0,-1 0 1 0 0,0 0 0 0 0,1 2 0 0 0,0 0 0 0 0,-14 9 0 0 0,12-7-30 0 0,6-3-7 0 0,1-1 0 0 0,-1 0 0 0 0,1 1 0 0 0,0 0 0 0 0,0 0 0 0 0,-5 6 0 0 0,10-10-55 0 0,0 1-1 0 0,0-1 1 0 0,0 0 0 0 0,-1 0-1 0 0,1 1 1 0 0,0-1 0 0 0,0 0-1 0 0,0 1 1 0 0,0-1 0 0 0,-1 0-1 0 0,1 0 1 0 0,0 1 0 0 0,0-1-1 0 0,0 0 1 0 0,0 1 0 0 0,0-1 0 0 0,0 0-1 0 0,0 1 1 0 0,0-1 0 0 0,0 0-1 0 0,0 1 1 0 0,0-1 0 0 0,0 0-1 0 0,0 1 1 0 0,0-1 0 0 0,0 0-1 0 0,0 1 1 0 0,0-1 0 0 0,1 0-1 0 0,-1 1 1 0 0,0-1 0 0 0,0 0-1 0 0,0 0 1 0 0,0 1 0 0 0,1-1-1 0 0,-1 0 1 0 0,0 0 0 0 0,0 1 0 0 0,1-1-1 0 0,-1 0 1 0 0,0 0 0 0 0,0 0-1 0 0,0 1 1 0 0,0-1 0 0 0,0 0-1 0 0,0 0 1 0 0,1 0 0 0 0,-1 0-1 0 0,0 0 1 0 0,1 0 0 0 0,-1 0-1 0 0,0 0 1 0 0,1 1 0 0 0,14 3 83 0 0,14 0 50 0 0,-21-4-75 0 0,-1 1 0 0 0,1-1 0 0 0,0 2 0 0 0,0 0-1 0 0,-1 1 1 0 0,1-1 0 0 0,-2 1 0 0 0,2 0 0 0 0,10 8 0 0 0,-17-11-56 0 0,-1 1 0 0 0,1 0 0 0 0,-1-1-1 0 0,1 1 1 0 0,-1 0 0 0 0,0-1 0 0 0,1 1 0 0 0,-1 0 0 0 0,0 0 0 0 0,0-1-1 0 0,0 1 1 0 0,1 1 0 0 0,-1-1 0 0 0,0-1 0 0 0,0 1 0 0 0,0 0 0 0 0,0 0 0 0 0,0 0-1 0 0,0-1 1 0 0,-1 1 0 0 0,1 0 0 0 0,0 0 0 0 0,0-1 0 0 0,-1 1 0 0 0,1 0-1 0 0,0 0 1 0 0,-1-1 0 0 0,1 1 0 0 0,-1 1 0 0 0,-10 21 48 0 0,9-21-39 0 0,-3 6 12 0 0,0-1-1 0 0,-1 2 0 0 0,0-2 1 0 0,-9 8-1 0 0,-7 10 136 0 0,3-7 15 0 0,19-18-156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29.421"/>
    </inkml:context>
    <inkml:brush xml:id="br0">
      <inkml:brushProperty name="width" value="0.05" units="cm"/>
      <inkml:brushProperty name="height" value="0.05" units="cm"/>
      <inkml:brushProperty name="color" value="#CC0066"/>
    </inkml:brush>
  </inkml:definitions>
  <inkml:trace contextRef="#ctx0" brushRef="#br0">72 46 15680 0 0,'0'0'941'0'0,"0"2"-472"0"0,0 3-251 0 0,0-4-106 0 0,0 1 0 0 0,-1 0 1 0 0,1-1-1 0 0,0 1 0 0 0,0 0 0 0 0,0-1 0 0 0,1 1 0 0 0,-1 0 0 0 0,0-1 0 0 0,1 1 0 0 0,-1 0 1 0 0,1 0-1 0 0,-1 0 0 0 0,0-1 0 0 0,2 3 0 0 0,-1-4-42 0 0,0 1 1 0 0,-1-1-1 0 0,1 1 0 0 0,-1-1 1 0 0,0 1-1 0 0,0-1 0 0 0,1 1 1 0 0,-1 0-1 0 0,1-1 0 0 0,-1 1 1 0 0,1-1-1 0 0,-1 1 0 0 0,0 0 1 0 0,1 0-1 0 0,-1-1 0 0 0,0 1 1 0 0,1 0-1 0 0,-1-1 0 0 0,0 1 0 0 0,0 0 1 0 0,0 0-1 0 0,0-1 0 0 0,0 1 1 0 0,0 0-1 0 0,0 0 0 0 0,0 0 1 0 0,0-1-1 0 0,-1 3 0 0 0,1-1-12 0 0,-1-1 0 0 0,0 0 0 0 0,0 0 0 0 0,0 0 0 0 0,1 0 0 0 0,-1 0 0 0 0,0 0-1 0 0,-1 0 1 0 0,1 0 0 0 0,1 0 0 0 0,-1 0 0 0 0,-1-1 0 0 0,1 1 0 0 0,-1 0 0 0 0,-2 1-28 0 0,0 0 1 0 0,1-1 0 0 0,-1 0-1 0 0,0 0 1 0 0,0 0 0 0 0,0-1 0 0 0,0 1-1 0 0,0-1 1 0 0,-6 0 0 0 0,9-1-23 0 0,0 0-1 0 0,-1 0 1 0 0,1 0 0 0 0,0 0 0 0 0,-1 0 0 0 0,1 0 0 0 0,0-1 0 0 0,0 1-1 0 0,-1 0 1 0 0,1-1 0 0 0,0 1 0 0 0,1-1 0 0 0,-1 0 0 0 0,0 1 0 0 0,0-1-1 0 0,0-1 1 0 0,0 2 0 0 0,1-1 0 0 0,0 0 0 0 0,-1 0 0 0 0,1 0 0 0 0,-1 0-1 0 0,1 0 1 0 0,0 0 0 0 0,0 0 0 0 0,-1 0 0 0 0,1 1 0 0 0,1-3 0 0 0,-1 0 11 0 0,0-1 1 0 0,0 2 0 0 0,0-1 0 0 0,0 0-1 0 0,1 1 1 0 0,0-1 0 0 0,-1 0-1 0 0,1 0 1 0 0,0 0 0 0 0,0 1 0 0 0,1 0-1 0 0,-2-1 1 0 0,2 1 0 0 0,3-5 0 0 0,-3 6 6 0 0,-1-1-1 0 0,1 2 1 0 0,0-1 0 0 0,-1 1 0 0 0,1-1 0 0 0,1 1 0 0 0,-2 0 0 0 0,2 0 0 0 0,-2 0-1 0 0,2 0 1 0 0,-1 0 0 0 0,0 1 0 0 0,0-1 0 0 0,0 1 0 0 0,1 0 0 0 0,1-1 0 0 0,1 1 12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1:30.235"/>
    </inkml:context>
    <inkml:brush xml:id="br0">
      <inkml:brushProperty name="width" value="0.05" units="cm"/>
      <inkml:brushProperty name="height" value="0.05" units="cm"/>
      <inkml:brushProperty name="color" value="#CC0066"/>
    </inkml:brush>
  </inkml:definitions>
  <inkml:trace contextRef="#ctx0" brushRef="#br0">0 9 15776 0 0,'0'0'4517'0'0,"9"20"-3595"0"0,-7-12-805 0 0,-1 0-1 0 0,0 1 0 0 0,-1-1 0 0 0,0 0 0 0 0,0 1 1 0 0,-1 15-1 0 0,-1 6 168 0 0,2-29-273 0 0,1 1 1 0 0,-1-2 0 0 0,0 1 0 0 0,1 0 0 0 0,-1-1 0 0 0,0 1-1 0 0,1 0 1 0 0,-1-1 0 0 0,0 1 0 0 0,0-1 0 0 0,1 1-1 0 0,-1 0 1 0 0,1-1 0 0 0,-1 1 0 0 0,1-1 0 0 0,0 0 0 0 0,-1 1-1 0 0,1-1 1 0 0,-1 1 0 0 0,0-1 0 0 0,1 0 0 0 0,0 0-1 0 0,0 1 1 0 0,-1-1 0 0 0,1 0 0 0 0,0 0 0 0 0,-1 0 0 0 0,0 0-1 0 0,1 0 1 0 0,0 0 0 0 0,0 0 0 0 0,-1 0 0 0 0,1 0-1 0 0,0 0 1 0 0,-1 0 0 0 0,0-1 0 0 0,1 1 0 0 0,0 0 0 0 0,0 0-1 0 0,-1-1 1 0 0,1 1 0 0 0,0-1 0 0 0,-1 0 0 0 0,3-4 22 0 0,-1-1 1 0 0,1 0-1 0 0,-1 0 1 0 0,-1 0-1 0 0,1 1 1 0 0,0-2-1 0 0,-1 1 1 0 0,0-9-1 0 0,-1 10 4 0 0,1-1 1 0 0,0 1-1 0 0,0 0 0 0 0,0 0 0 0 0,0 0 0 0 0,1-1 0 0 0,0 1 0 0 0,-1 0 1 0 0,1 1-1 0 0,0-1 0 0 0,1 1 0 0 0,3-8 0 0 0,-5 12-9 0 0,-1-1 0 0 0,0 0-1 0 0,0 1 1 0 0,1-1-1 0 0,0 1 1 0 0,-1-1 0 0 0,1 1-1 0 0,0-1 1 0 0,-1 1-1 0 0,1-1 1 0 0,-1 1 0 0 0,0-1-1 0 0,1 1 1 0 0,0 0 0 0 0,0 0-1 0 0,0-1 1 0 0,-1 1-1 0 0,1 0 1 0 0,0 0 0 0 0,-1 0-1 0 0,1 0 1 0 0,0 0 0 0 0,-1 0-1 0 0,1 0 1 0 0,0 0-1 0 0,0 0 1 0 0,1 2 24 0 0,0-1 0 0 0,-1 0 0 0 0,0 0 0 0 0,1 1 0 0 0,0-1 0 0 0,-2 1 0 0 0,2 0 1 0 0,1 3-1 0 0,-1-1-14 0 0,0-2-5 0 0,1 3 126 0 0,0-1-1 0 0,1 0 1 0 0,-1 0 0 0 0,9 9 0 0 0,-11-12-115 0 0,0-1 1 0 0,0 1-1 0 0,1 0 0 0 0,-1-1 1 0 0,0 1-1 0 0,0 0 1 0 0,1-1-1 0 0,0 0 1 0 0,-2 1-1 0 0,2-1 1 0 0,0 0-1 0 0,-1 0 1 0 0,0 0-1 0 0,1 0 1 0 0,0 0-1 0 0,-2-1 1 0 0,2 1-1 0 0,0 0 0 0 0,-1-1 1 0 0,0 1-1 0 0,3-2 1 0 0,1-1 124 0 0,-1 0 0 0 0,0 0 0 0 0,0-2-1 0 0,0 2 1 0 0,1-1 0 0 0,4-7 0 0 0,-9 11-157 0 0,0 0 0 0 0,0 0 0 0 0,1 0 0 0 0,-1-1 0 0 0,0 1 0 0 0,0 0 0 0 0,0 0 0 0 0,0 0 0 0 0,0 0 0 0 0,1-1 0 0 0,-1 1 0 0 0,0 0 0 0 0,1 0 0 0 0,-1 0 0 0 0,0 0 0 0 0,1 0 0 0 0,-1 0 0 0 0,0 0 0 0 0,1 0 0 0 0,-1 0 0 0 0,0 0 0 0 0,1 0 0 0 0,-1 0 0 0 0,0 0 0 0 0,1 0 0 0 0,-1 1 0 0 0,0-1 0 0 0,0 0 0 0 0,0 0 0 0 0,0 0 0 0 0,1 0 0 0 0,-1 1 0 0 0,0-1 0 0 0,0 0 0 0 0,1 0 0 0 0,-1 0 0 0 0,0 1 0 0 0,0-1 0 0 0,1 0 0 0 0,-1 0 0 0 0,0 1 0 0 0,7 15 250 0 0,-4-11-112 0 0,-1-1-63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2:04.201"/>
    </inkml:context>
    <inkml:brush xml:id="br0">
      <inkml:brushProperty name="width" value="0.05" units="cm"/>
      <inkml:brushProperty name="height" value="0.05" units="cm"/>
      <inkml:brushProperty name="color" value="#CC0066"/>
    </inkml:brush>
  </inkml:definitions>
  <inkml:trace contextRef="#ctx0" brushRef="#br0">54 168 8032 0 0,'0'0'382'0'0,"2"3"-332"0"0,-1-2-153 0 0,0 0 190 0 0,0-1 1 0 0,-1 1 0 0 0,0 0 0 0 0,1 0 0 0 0,0-1-1 0 0,0 1 1 0 0,0-1 0 0 0,0 1 0 0 0,-1-1-1 0 0,1 1 1 0 0,0-1 0 0 0,0 1 0 0 0,0-1 0 0 0,0 0-1 0 0,-1 0 1 0 0,1 1 0 0 0,0-1 0 0 0,0 0-1 0 0,0 0 1 0 0,0 0 0 0 0,-1 0 0 0 0,1 0-1 0 0,0-1 1 0 0,0 1 0 0 0,1 0 0 0 0,-2 0 0 0 0,1-1-1 0 0,0 1 1 0 0,0 0 0 0 0,0-1 0 0 0,-1 1-1 0 0,1-1 1 0 0,0 0 0 0 0,4-2 163 0 0,0-1 1 0 0,0 1-1 0 0,0-2 1 0 0,0 1-1 0 0,0 0 0 0 0,-1-1 1 0 0,0 1-1 0 0,0-1 1 0 0,0-1-1 0 0,0 1 0 0 0,-1-1 1 0 0,0 0-1 0 0,0 1 1 0 0,-1-1-1 0 0,1-1 0 0 0,-1 0 1 0 0,4-13-1 0 0,-6 17-161 0 0,0 0-1 0 0,-1 0 0 0 0,1 0 1 0 0,0 0-1 0 0,-1 0 0 0 0,0 0 1 0 0,0 0-1 0 0,0-1 1 0 0,0 2-1 0 0,1-1 0 0 0,-2 0 1 0 0,0 0-1 0 0,1 1 0 0 0,0-1 1 0 0,-1 1-1 0 0,0 0 1 0 0,1 0-1 0 0,-2-1 0 0 0,2 1 1 0 0,-1 0-1 0 0,-1 0 0 0 0,2 0 1 0 0,-2 0-1 0 0,1 1 1 0 0,-1 0-1 0 0,1-1 0 0 0,0 1 1 0 0,-1 0-1 0 0,1 1 0 0 0,-5-2 1 0 0,4 2-26 0 0,-1 1-1 0 0,0 0 1 0 0,1 0 0 0 0,0 0 0 0 0,-1 0 0 0 0,1 1-1 0 0,0-1 1 0 0,0 1 0 0 0,0 0 0 0 0,-1 0 0 0 0,2 1 0 0 0,-1 0-1 0 0,0-1 1 0 0,1 1 0 0 0,-6 6 0 0 0,2-1 88 0 0,0 1 1 0 0,1-1-1 0 0,0 0 1 0 0,0 2-1 0 0,-5 12 1 0 0,7-8 11 0 0,0-2 0 0 0,1 1 0 0 0,-1 0 0 0 0,3 1 0 0 0,-2-2 1 0 0,2 1-1 0 0,-1 1 0 0 0,4 19 0 0 0,-3-29-124 0 0,0 0-1 0 0,1-1 1 0 0,0 1 0 0 0,1 1-1 0 0,-1-2 1 0 0,0 1 0 0 0,0-1-1 0 0,1 1 1 0 0,0-1 0 0 0,0 0-1 0 0,0 0 1 0 0,0 1 0 0 0,0-1-1 0 0,0 0 1 0 0,1 0 0 0 0,-1-1 0 0 0,1 0-1 0 0,-1 1 1 0 0,1-1 0 0 0,0 0-1 0 0,0 0 1 0 0,0-1 0 0 0,0 1-1 0 0,6 1 1 0 0,4 2 41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2:06.132"/>
    </inkml:context>
    <inkml:brush xml:id="br0">
      <inkml:brushProperty name="width" value="0.05" units="cm"/>
      <inkml:brushProperty name="height" value="0.05" units="cm"/>
      <inkml:brushProperty name="color" value="#CC0066"/>
    </inkml:brush>
  </inkml:definitions>
  <inkml:trace contextRef="#ctx0" brushRef="#br0">111 108 7632 0 0,'0'0'9486'0'0,"0"3"-9347"0"0,0-2-61 0 0,-1 1 1 0 0,1-1-1 0 0,0 0 0 0 0,0 1 1 0 0,0-1-1 0 0,0 0 0 0 0,0 1 1 0 0,0-1-1 0 0,0 0 1 0 0,1 1-1 0 0,-1-1 0 0 0,0 0 1 0 0,1 1-1 0 0,-1-1 0 0 0,1 0 1 0 0,0 0-1 0 0,-1 2 1 0 0,1-2-1 0 0,-1 0 0 0 0,2 2 1 0 0,0-2-25 0 0,-1 0 1 0 0,0-1 0 0 0,0 1 0 0 0,1 0-1 0 0,0-1 1 0 0,-2 1 0 0 0,2-1-1 0 0,0 0 1 0 0,-1 1 0 0 0,0-1-1 0 0,1 0 1 0 0,0 0 0 0 0,-2 0 0 0 0,2 0-1 0 0,0-1 1 0 0,-1 1 0 0 0,0 0-1 0 0,3-1 1 0 0,0 0-14 0 0,0 0 0 0 0,1-1 0 0 0,-1 1 0 0 0,0-1 0 0 0,1 0 0 0 0,-1-1 0 0 0,0 1 0 0 0,-1-1 1 0 0,1 0-1 0 0,0 0 0 0 0,0 0 0 0 0,-1 0 0 0 0,1-1 0 0 0,-1 0 0 0 0,0 1 0 0 0,0-3 0 0 0,-1 2 0 0 0,6-8 0 0 0,-4 2 7 0 0,6-14 287 0 0,-9 22-308 0 0,-1 1 1 0 0,0-1-1 0 0,1 1 0 0 0,-1 0 0 0 0,0 0 0 0 0,0 0 0 0 0,0-1 1 0 0,0 1-1 0 0,0 0 0 0 0,0 0 0 0 0,0 0 0 0 0,0-1 0 0 0,0 1 1 0 0,-1 0-1 0 0,1 0 0 0 0,0 0 0 0 0,-1 0 0 0 0,1 0 0 0 0,-2-2 1 0 0,2 1 11 0 0,-1 1 0 0 0,0-1 0 0 0,0 1 0 0 0,0 0 0 0 0,0-2 0 0 0,1 2-1 0 0,-2 0 1 0 0,1 0 0 0 0,-1-1 0 0 0,2 1 0 0 0,-2 0 0 0 0,1 1 0 0 0,-1-1 0 0 0,2 0 0 0 0,-2 0 0 0 0,0 1 0 0 0,1-1 0 0 0,0 1 0 0 0,-1-1 0 0 0,0 1 0 0 0,1 0 0 0 0,0-1 0 0 0,-1 1 0 0 0,0 0 0 0 0,1 0 0 0 0,-1 1 0 0 0,1-1 0 0 0,-2 1 0 0 0,2-1-32 0 0,-7 0 150 0 0,-1 1 1 0 0,1 0-1 0 0,-15 5 1 0 0,17-5-111 0 0,-75 27 337 0 0,69-27-564 0 0,0 0 0 0 0,-12-2 0 0 0,14 0 78 0 0,10 1 48 0 0,-1 9-302 0 0,2 0 332 0 0,-1-1 1 0 0,1 0-1 0 0,0 1 1 0 0,0-1-1 0 0,1 0 1 0 0,0 0-1 0 0,0 0 1 0 0,6 13-1 0 0,6 14 16 0 0,-5-13-2 0 0,0 1 0 0 0,0 1 0 0 0,4 25 0 0 0,6 4 58 0 0,-15-47-21 0 0,-1-3-6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2:06.654"/>
    </inkml:context>
    <inkml:brush xml:id="br0">
      <inkml:brushProperty name="width" value="0.05" units="cm"/>
      <inkml:brushProperty name="height" value="0.05" units="cm"/>
      <inkml:brushProperty name="color" value="#CC0066"/>
    </inkml:brush>
  </inkml:definitions>
  <inkml:trace contextRef="#ctx0" brushRef="#br0">101 130 14064 0 0,'0'0'4839'0'0,"1"2"-4695"0"0,2 3 5 0 0,-1-2-1 0 0,1 0 1 0 0,-2 1-1 0 0,2 0 0 0 0,1 6 1 0 0,-3-9-91 0 0,0 2 0 0 0,-1-2 1 0 0,1 1-1 0 0,-1 0 0 0 0,0-1 0 0 0,1 1 0 0 0,-1 0 1 0 0,0-1-1 0 0,0 1 0 0 0,1 0 0 0 0,-1-1 1 0 0,0 1-1 0 0,0 0 0 0 0,-1-1 0 0 0,1 1 1 0 0,0 0-1 0 0,-1-1 0 0 0,1 2 0 0 0,0-1 0 0 0,-1 2 1 0 0,-1-2-35 0 0,0 0 1 0 0,1 0 0 0 0,0 0 0 0 0,-1-1 0 0 0,1 1-1 0 0,-2 0 1 0 0,1-1 0 0 0,1 0 0 0 0,-1 1-1 0 0,0-1 1 0 0,0 0 0 0 0,0 0 0 0 0,-4 1-1 0 0,-31 6 31 0 0,27-6-31 0 0,8-2-21 0 0,0 0 0 0 0,1 0-1 0 0,-1 0 1 0 0,1 0 0 0 0,-1 0 0 0 0,1-1 0 0 0,-1 1-1 0 0,1-1 1 0 0,0 1 0 0 0,-1-1 0 0 0,1 1 0 0 0,-1-1 0 0 0,1 0-1 0 0,0 0 1 0 0,-1 0 0 0 0,1 0 0 0 0,0-1 0 0 0,0 1-1 0 0,0 0 1 0 0,-1 0 0 0 0,2-1 0 0 0,-1 1 0 0 0,0-1-1 0 0,0 1 1 0 0,0 0 0 0 0,0-1 0 0 0,1 0 0 0 0,-1 1-1 0 0,1-1 1 0 0,-1 0 0 0 0,0 1 0 0 0,1-1 0 0 0,0 0-1 0 0,-1-4 1 0 0,0-4 8 0 0,-1 0-1 0 0,1-2 1 0 0,1 2-1 0 0,0-16 1 0 0,0 19-1 0 0,1 0 1 0 0,0-1-1 0 0,0 1 1 0 0,0 0 0 0 0,1 0-1 0 0,0-1 1 0 0,0 2-1 0 0,0-1 1 0 0,0 1 0 0 0,7-12-1 0 0,-8 15-4 0 0,1 0 0 0 0,0 1 0 0 0,-1-1 0 0 0,1 1 0 0 0,0 0 0 0 0,0 0 0 0 0,0 0 0 0 0,0-1 0 0 0,1 1 0 0 0,-1 0 0 0 0,0 1 0 0 0,1-1 0 0 0,-1 1 0 0 0,1 0 0 0 0,-1 0 0 0 0,1 0 0 0 0,-1 0 0 0 0,1 0 0 0 0,-1 1 0 0 0,1-1 0 0 0,0 1 0 0 0,-1 0 0 0 0,1 0 0 0 0,-1 0 0 0 0,1 1 0 0 0,3 0 0 0 0,-2 0 3 0 0,-1 0 1 0 0,2 0-1 0 0,-2 0 0 0 0,1 1 0 0 0,-1 0 0 0 0,2 0 0 0 0,-2 0 0 0 0,0 2 0 0 0,1-1 0 0 0,-1-1 0 0 0,0 1 0 0 0,0 1 1 0 0,0-1-1 0 0,0 0 0 0 0,-1 1 0 0 0,5 7 0 0 0,-3-5 12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2:07.081"/>
    </inkml:context>
    <inkml:brush xml:id="br0">
      <inkml:brushProperty name="width" value="0.05" units="cm"/>
      <inkml:brushProperty name="height" value="0.05" units="cm"/>
      <inkml:brushProperty name="color" value="#CC0066"/>
    </inkml:brush>
  </inkml:definitions>
  <inkml:trace contextRef="#ctx0" brushRef="#br0">0 19 12864 0 0,'1'9'434'0'0,"0"0"0"0"0,0 1 0 0 0,0-1 0 0 0,4 11 0 0 0,4 26 1307 0 0,-4 4-1283 0 0,-1-16 373 0 0,0 39 0 0 0,-4-60-699 0 0,1-11-100 0 0,-1 0 0 0 0,0 0 0 0 0,1 0 0 0 0,-1 1 1 0 0,0-1-1 0 0,0 0 0 0 0,-1 0 0 0 0,1 0 0 0 0,0 1 0 0 0,-1-1 1 0 0,1 0-1 0 0,-1 0 0 0 0,0 0 0 0 0,1 0 0 0 0,-1 0 0 0 0,1 0 1 0 0,-1 0-1 0 0,-1 0 0 0 0,0 3 0 0 0,-1-2 215 0 0,2-4 22 0 0,0-7-249 0 0,0-4 23 0 0,0-1-1 0 0,1 0 1 0 0,0 0 0 0 0,1 1 0 0 0,2-21-1 0 0,0 2 35 0 0,0-3-14 0 0,-3 20-13 0 0,1 1-1 0 0,0-1 1 0 0,0 1-1 0 0,1 0 1 0 0,0 0-1 0 0,2 1 0 0 0,-1-1 1 0 0,6-14-1 0 0,-8 22-6 0 0,2 1-1 0 0,-1 0 0 0 0,0 1 1 0 0,0-1-1 0 0,5-5 0 0 0,-6 8-24 0 0,-1 1-1 0 0,1-1 0 0 0,0 0 0 0 0,-1 0 1 0 0,1 1-1 0 0,0-1 0 0 0,0 1 0 0 0,0-1 1 0 0,0 1-1 0 0,-1-1 0 0 0,1 1 0 0 0,1 0 1 0 0,-1-1-1 0 0,0 1 0 0 0,-1 0 0 0 0,1 0 1 0 0,0 0-1 0 0,0 0 0 0 0,1 0 1 0 0,-1 0-1 0 0,-1 0 0 0 0,1 0 0 0 0,0 0 1 0 0,0 1-1 0 0,0-1 0 0 0,1 1 0 0 0,4 4 55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2:07.412"/>
    </inkml:context>
    <inkml:brush xml:id="br0">
      <inkml:brushProperty name="width" value="0.05" units="cm"/>
      <inkml:brushProperty name="height" value="0.05" units="cm"/>
      <inkml:brushProperty name="color" value="#CC0066"/>
    </inkml:brush>
  </inkml:definitions>
  <inkml:trace contextRef="#ctx0" brushRef="#br0">0 0 14872 0 0,'0'0'1046'0'0,"2"3"-522"0"0,-1 1-413 0 0,1-1 1 0 0,-1 0-1 0 0,1 1 0 0 0,-2 0 0 0 0,1-1 0 0 0,0 1 1 0 0,0-1-1 0 0,0 1 0 0 0,-1-1 0 0 0,1 7 1 0 0,-2 45 1695 0 0,2 5-930 0 0,-1-49-795 0 0,6 51 1034 0 0,22 105-1 0 0,-23-145-675 0 0,-5-21-416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2:07.738"/>
    </inkml:context>
    <inkml:brush xml:id="br0">
      <inkml:brushProperty name="width" value="0.05" units="cm"/>
      <inkml:brushProperty name="height" value="0.05" units="cm"/>
      <inkml:brushProperty name="color" value="#CC0066"/>
    </inkml:brush>
  </inkml:definitions>
  <inkml:trace contextRef="#ctx0" brushRef="#br0">175 1 15576 0 0,'0'0'3046'0'0,"-3"3"-2506"0"0,-2 3-413 0 0,0-1 0 0 0,-1 1 0 0 0,1-1 0 0 0,0 0 0 0 0,-1-1 0 0 0,0 0 0 0 0,-12 6 0 0 0,-49 15 740 0 0,31-12-255 0 0,23-8-486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2:08.575"/>
    </inkml:context>
    <inkml:brush xml:id="br0">
      <inkml:brushProperty name="width" value="0.05" units="cm"/>
      <inkml:brushProperty name="height" value="0.05" units="cm"/>
      <inkml:brushProperty name="color" value="#CC0066"/>
    </inkml:brush>
  </inkml:definitions>
  <inkml:trace contextRef="#ctx0" brushRef="#br0">4 0 10248 0 0,'0'0'8974'0'0,"-1"3"-8835"0"0,1 1-107 0 0,-1-1 40 0 0,1-1 1 0 0,-1 2-1 0 0,1-2 0 0 0,0 1 0 0 0,0 0 1 0 0,0-1-1 0 0,0 1 0 0 0,1-1 0 0 0,-1 1 1 0 0,0-1-1 0 0,1 1 0 0 0,0-1 0 0 0,-1 1 0 0 0,2 3 1 0 0,1-3-13 0 0,-1 1 1 0 0,1-1 0 0 0,0 0-1 0 0,-1 0 1 0 0,2 0-1 0 0,-1 0 1 0 0,0 0 0 0 0,1 0-1 0 0,-1-1 1 0 0,0 0 0 0 0,8 3-1 0 0,1-2 78 0 0,1 1-1 0 0,17 1 1 0 0,-13-2 20 0 0,8 2 21 0 0,-3-1 77 0 0,42 1 0 0 0,10-10 1865 0 0,-73 5-1987 0 0,-3 1-43 0 0,2 0 0 0 0,-2 0 0 0 0,1 0 0 0 0,0 0 1 0 0,0 0-1 0 0,0 1 0 0 0,0-1 0 0 0,0 0 1 0 0,0 1-1 0 0,0-1 0 0 0,1 1 0 0 0,-1-1 0 0 0,0 3 1 0 0,-11 27 151 0 0,10-23-122 0 0,-39 92 284 0 0,31-84-331 0 0,1-1 0 0 0,-18 25 0 0 0,-4 5 105 0 0,28-40-131 0 0,0 0-1 0 0,-1-1 1 0 0,1 2-1 0 0,-6 3 1 0 0,6-6-23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2:10.320"/>
    </inkml:context>
    <inkml:brush xml:id="br0">
      <inkml:brushProperty name="width" value="0.05" units="cm"/>
      <inkml:brushProperty name="height" value="0.05" units="cm"/>
      <inkml:brushProperty name="color" value="#CC0066"/>
    </inkml:brush>
  </inkml:definitions>
  <inkml:trace contextRef="#ctx0" brushRef="#br0">154 0 8744 0 0,'0'0'7456'0'0,"0"3"-7272"0"0,-2 7-17 0 0,1 0 0 0 0,-2 0 0 0 0,1-1 0 0 0,-1 1 0 0 0,0-1 0 0 0,-1 0 0 0 0,0 0 0 0 0,0 0 0 0 0,-6 9 0 0 0,4-7-36 0 0,0 0-1 0 0,1 1 1 0 0,0 0 0 0 0,0-1-1 0 0,-4 22 1 0 0,-11 79 1174 0 0,11-36-633 0 0,6-42-303 0 0,3-28-299 0 0,0 0 1 0 0,-1 1-1 0 0,1 0 0 0 0,-1-1 0 0 0,0 0 0 0 0,-3 9 0 0 0,-10 34 261 0 0,10-32-123 0 0,-11 31 0 0 0,13-44-189 0 0,2-1 0 0 0,-2 0-1 0 0,1 1 1 0 0,0-1 0 0 0,0 1 0 0 0,0-1-1 0 0,1 2 1 0 0,-1-2 0 0 0,1 1 0 0 0,-1-1 0 0 0,1 8-1 0 0,0-11-10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2:50.876"/>
    </inkml:context>
    <inkml:brush xml:id="br0">
      <inkml:brushProperty name="width" value="0.05" units="cm"/>
      <inkml:brushProperty name="height" value="0.05" units="cm"/>
      <inkml:brushProperty name="color" value="#CC0066"/>
    </inkml:brush>
  </inkml:definitions>
  <inkml:trace contextRef="#ctx0" brushRef="#br0">2622 69 1600 0 0,'0'0'15415'0'0,"0"-3"-15261"0"0,1 0-67 0 0,0 1 0 0 0,0-1 0 0 0,0 0 0 0 0,0 0 0 0 0,0 1 0 0 0,0-1 0 0 0,1 0-1 0 0,-1 0 1 0 0,1 1 0 0 0,0 0 0 0 0,-1-1 0 0 0,1 1 0 0 0,0 0 0 0 0,0 0 0 0 0,0 1 0 0 0,0-1 0 0 0,2-1 0 0 0,29-12 304 0 0,-23 12-92 0 0,-8 2 10 0 0,-4 0 151 0 0,-20 1 414 0 0,12-1-597 0 0,1 1-1 0 0,-1 0 1 0 0,-1 1 0 0 0,1 1 0 0 0,-16 4-1 0 0,18-4-110 0 0,1 0 1 0 0,-1-1-1 0 0,0 1 0 0 0,-15-1 0 0 0,16-2-39 0 0,0 1 0 0 0,0 1 0 0 0,0 0 0 0 0,0 0 0 0 0,0 0 0 0 0,-9 5 0 0 0,0 0 195 0 0,0-1 0 0 0,-20 5 0 0 0,-18 5 352 0 0,40-12-470 0 0,1 0 0 0 0,-2-2 0 0 0,1 1 0 0 0,0-2-1 0 0,-23-2 1 0 0,-2 0 248 0 0,35 2-417 0 0,0 0-1 0 0,0 0 1 0 0,0 1 0 0 0,1 0 0 0 0,-2 0 0 0 0,1 0 0 0 0,-7 4-1 0 0,-60 18 460 0 0,66-21-430 0 0,0-1 0 0 0,-1 0 0 0 0,1 1 0 0 0,-10-1-1 0 0,10-1-20 0 0,0 0-1 0 0,0 1 1 0 0,0-1-1 0 0,-8 4 1 0 0,5-2 26 0 0,1-1-1 0 0,0 0 1 0 0,-1-1 0 0 0,2 1 0 0 0,-2-2 0 0 0,-7 0 0 0 0,-9-1 167 0 0,5 4 26 0 0,1 1-1 0 0,0 1 1 0 0,-29 11-1 0 0,9-4 40 0 0,10-2-86 0 0,-2 3-1 0 0,-31 18 0 0 0,10-6 26 0 0,-69 20 278 0 0,100-38-466 0 0,-133 28 107 0 0,117-26-143 0 0,34-8-16 0 0,-293 67 0 0 0,268-55 0 0 0,22-9 0 0 0,-1 0 0 0 0,1-1 0 0 0,-1 1 0 0 0,-7 1 0 0 0,-7 1 0 0 0,-1 1 0 0 0,-25 13 0 0 0,-17 5 0 0 0,18-11 0 0 0,-1 2 0 0 0,-45 26 0 0 0,23-7 0 0 0,-29 18 0 0 0,-12 21 0 0 0,97-65 0 0 0,-5 3 0 0 0,1-1 0 0 0,1 3 0 0 0,-1 0 0 0 0,1 0 0 0 0,-17 23 0 0 0,-32 34 0 0 0,20-11 0 0 0,32-46 0 0 0,1 1 0 0 0,0 1 0 0 0,1 1 0 0 0,1-1 0 0 0,0 2 0 0 0,-11 26 0 0 0,11-17 0 0 0,3 1 0 0 0,-1-1 0 0 0,2 2 0 0 0,-3 30 0 0 0,7-41 0 0 0,0-2 0 0 0,2 22 0 0 0,0-5 0 0 0,0-21 0 0 0,0-1 0 0 0,0 0 0 0 0,2 1 0 0 0,3 15 0 0 0,-1-9 0 0 0,3 21 0 0 0,-7-28 0 0 0,1 0 0 0 0,1 1 0 0 0,0-1 0 0 0,-1 0 0 0 0,3 1 0 0 0,-2-2 0 0 0,9 15 0 0 0,-6-10 0 0 0,1 2 0 0 0,-1-2 0 0 0,0 2 0 0 0,-1 0 0 0 0,6 29 0 0 0,-5-21 0 0 0,-1 3 0 0 0,5 41 0 0 0,1 7 0 0 0,19 87 0 0 0,-14-54 0 0 0,-11-64 0 0 0,36 202 0 0 0,-38-224 0 0 0,-1 0 0 0 0,-1-1 0 0 0,0 27 0 0 0,-1-21 0 0 0,3 42 0 0 0,3-20 0 0 0,2 0 0 0 0,24 93 0 0 0,-6-63 0 0 0,-18-52 0 0 0,13 33 0 0 0,-7-22 0 0 0,-11-29 0 0 0,-3-6 0 0 0,1 1 0 0 0,0-2 0 0 0,0 1 0 0 0,0-1 0 0 0,0 1 0 0 0,0-1 0 0 0,3 5 0 0 0,-1-3 0 0 0,0 0 0 0 0,1 0 0 0 0,-2-1 0 0 0,1 1 0 0 0,0-1 0 0 0,0 1 0 0 0,0 0 0 0 0,-1-1 0 0 0,2 0 0 0 0,-1 2 0 0 0,0-1 0 0 0,-1-1 0 0 0,4 2 0 0 0,0 1 0 0 0,0-1 0 0 0,0 0 0 0 0,0-1 0 0 0,1 0 0 0 0,0 0 0 0 0,10 4 0 0 0,1-6 0 0 0,0-1 0 0 0,32-3 0 0 0,-9 1 0 0 0,-10-2 0 0 0,-1-1 0 0 0,1-1 0 0 0,45-17 0 0 0,5-2 0 0 0,142-19 0 0 0,-108 7 0 0 0,-20 4 0 0 0,-9 12 0 0 0,51-17 0 0 0,249-99 0 0 0,-134 54 0 0 0,-122 43 0 0 0,33-4 0 0 0,-41 10 0 0 0,86-18 0 0 0,-189 46 0 0 0,38-17 0 0 0,-23 7 0 0 0,41-11 0 0 0,-19 5 0 0 0,88-21 0 0 0,-76 23 0 0 0,91-43 0 0 0,-62 22 0 0 0,-40 19 0 0 0,-13 5 0 0 0,60-32 0 0 0,-68 34 0 0 0,-30 13 0 0 0,-1-1 0 0 0,2 0 0 0 0,-1-1 0 0 0,0 0 0 0 0,0-1 0 0 0,5-4 0 0 0,20-16 0 0 0,-20 16 0 0 0,0 0 0 0 0,-1-1 0 0 0,15-17 0 0 0,-17 16 0 0 0,-3 5 0 0 0,0-1 0 0 0,0 0 0 0 0,-1-1 0 0 0,1 0 0 0 0,-1 0 0 0 0,0 0 0 0 0,4-11 0 0 0,-5 9 0 0 0,0 0 0 0 0,-1-1 0 0 0,1 1 0 0 0,-2 0 0 0 0,1-2 0 0 0,0 2 0 0 0,-1 0 0 0 0,0-19 0 0 0,-2 14 0 0 0,-1 1 0 0 0,0-1 0 0 0,0 1 0 0 0,-1-1 0 0 0,0 1 0 0 0,-5-15 0 0 0,-9-37 0 0 0,14 54 0 0 0,-1-1 0 0 0,-6-18 0 0 0,6 19 0 0 0,0 0 0 0 0,0 0 0 0 0,-1-16 0 0 0,0 4 0 0 0,-11-35 0 0 0,-4-16 0 0 0,0-2 0 0 0,13 37 0 0 0,-13-44 0 0 0,18 78 0 0 0,1-1 0 0 0,0 1 0 0 0,1 0 0 0 0,0-2 0 0 0,-1 2 0 0 0,1 0 0 0 0,1-1 0 0 0,-1-7 0 0 0,2-23 0 0 0,-2 24 0 0 0,0 6 0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3:02.799"/>
    </inkml:context>
    <inkml:brush xml:id="br0">
      <inkml:brushProperty name="width" value="0.05" units="cm"/>
      <inkml:brushProperty name="height" value="0.05" units="cm"/>
      <inkml:brushProperty name="color" value="#CC0066"/>
    </inkml:brush>
  </inkml:definitions>
  <inkml:trace contextRef="#ctx0" brushRef="#br0">362 109 7136 0 0,'0'0'10050'0'0,"-2"3"-9781"0"0,0-2-197 0 0,1 1-1 0 0,0-1 1 0 0,-1 0-1 0 0,-1 0 1 0 0,2 0-1 0 0,-1 0 0 0 0,0 0 1 0 0,1 0-1 0 0,-2 0 1 0 0,2 0-1 0 0,-1-1 1 0 0,-1 0-1 0 0,-1 1 0 0 0,-11 2 39 0 0,14-3-102 0 0,0 1 0 0 0,-1-1 0 0 0,1 0 0 0 0,-1 1 1 0 0,1-1-1 0 0,-1 0 0 0 0,1 0 0 0 0,0 0 0 0 0,-1 0 1 0 0,1 0-1 0 0,-1-1 0 0 0,1 1 0 0 0,-3-1 0 0 0,-137-46 71 0 0,107 32-17 0 0,-1 0 0 0 0,-35-26 1 0 0,55 31-17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3:17.374"/>
    </inkml:context>
    <inkml:brush xml:id="br0">
      <inkml:brushProperty name="width" value="0.05" units="cm"/>
      <inkml:brushProperty name="height" value="0.05" units="cm"/>
      <inkml:brushProperty name="color" value="#CC0066"/>
    </inkml:brush>
  </inkml:definitions>
  <inkml:trace contextRef="#ctx0" brushRef="#br0">1 1 96 0 0,'0'0'6608'0'0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3:24.536"/>
    </inkml:context>
    <inkml:brush xml:id="br0">
      <inkml:brushProperty name="width" value="0.05" units="cm"/>
      <inkml:brushProperty name="height" value="0.05" units="cm"/>
      <inkml:brushProperty name="color" value="#CC0066"/>
    </inkml:brush>
  </inkml:definitions>
  <inkml:trace contextRef="#ctx0" brushRef="#br0">207 1 7736 0 0,'0'0'2632'0'0,"-4"0"-2626"0"0,-6 2 20 0 0,-1 0 0 0 0,1 1-1 0 0,0 1 1 0 0,0 1-1 0 0,0-1 1 0 0,0 2-1 0 0,-11 7 1 0 0,0 0 109 0 0,19-12-123 0 0,-15 8 127 0 0,0 2-1 0 0,-22 18 1 0 0,32-21-65 0 0,-1-2 14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3:25.026"/>
    </inkml:context>
    <inkml:brush xml:id="br0">
      <inkml:brushProperty name="width" value="0.05" units="cm"/>
      <inkml:brushProperty name="height" value="0.05" units="cm"/>
      <inkml:brushProperty name="color" value="#CC0066"/>
    </inkml:brush>
  </inkml:definitions>
  <inkml:trace contextRef="#ctx0" brushRef="#br0">167 0 7528 0 0,'0'0'1400'0'0,"-3"3"-1248"0"0,-113 58 2103 0 0,68-37-3228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3:28.200"/>
    </inkml:context>
    <inkml:brush xml:id="br0">
      <inkml:brushProperty name="width" value="0.05" units="cm"/>
      <inkml:brushProperty name="height" value="0.05" units="cm"/>
      <inkml:brushProperty name="color" value="#CC0066"/>
    </inkml:brush>
  </inkml:definitions>
  <inkml:trace contextRef="#ctx0" brushRef="#br0">295 96 6016 0 0,'0'0'4952'0'0,"-3"2"-4848"0"0,-12 15 368 0 0,13-17-222 0 0,1 0 1 0 0,-1 0 0 0 0,0 0 0 0 0,1 0 0 0 0,-1-1-1 0 0,0 1 1 0 0,1-1 0 0 0,-1 1 0 0 0,0-1 0 0 0,1 1-1 0 0,-3-3 1 0 0,-10-3 732 0 0,12 6-772 0 0,-1-1 0 0 0,1 1 0 0 0,-1-1 0 0 0,1 0 0 0 0,-1 0 0 0 0,1 0 0 0 0,0 0 0 0 0,-4-3 0 0 0,4 3 0 0 0,0 0 0 0 0,-1-1 0 0 0,2 1 0 0 0,-2 0 0 0 0,1 0 0 0 0,-1 0 0 0 0,1 1 0 0 0,-4-1 0 0 0,-2 0 489 0 0,1-1 1 0 0,0 0-1 0 0,-14-6 0 0 0,16 6-810 0 0,-4-3 2199 0 0,21 4-260 0 0,-10 1-1801 0 0,-1 0 0 0 0,1 0 0 0 0,-2 0 0 0 0,1 0 0 0 0,1 0-1 0 0,-1 1 1 0 0,0-1 0 0 0,0 0 0 0 0,0 1 0 0 0,1-1 0 0 0,-1 1 0 0 0,-1-1 0 0 0,2 1-1 0 0,-1-1 1 0 0,0 1 0 0 0,1 1 0 0 0,4 4 61 0 0,-3-5-55 0 0,-1 1 1 0 0,1-1-1 0 0,-1 1 1 0 0,1-1-1 0 0,-1 0 1 0 0,1 0-1 0 0,0 0 1 0 0,0-1-1 0 0,-1 1 0 0 0,1-1 1 0 0,0 0-1 0 0,5 0 1 0 0,-8 0-27 0 0,1 0 0 0 0,-1 1 0 0 0,1-1 0 0 0,0 0 0 0 0,0 1 1 0 0,0-1-1 0 0,-1 0 0 0 0,0 1 0 0 0,1-1 0 0 0,-1 1 0 0 0,1-1 0 0 0,0 1 0 0 0,-1-1 0 0 0,1 1 1 0 0,0 0-1 0 0,-1-1 0 0 0,0 1 0 0 0,1 1 0 0 0,-1-1 3 0 0,1 0-1 0 0,0-1 1 0 0,-1 1-1 0 0,1 0 0 0 0,0 0 1 0 0,-1-1-1 0 0,0 1 1 0 0,1 0-1 0 0,0-1 1 0 0,0 2-1 0 0,0-1 1 0 0,0-1-1 0 0,-1 1 1 0 0,1-1-1 0 0,0 0 1 0 0,0 1-1 0 0,0-1 1 0 0,0 0-1 0 0,1 1 1 0 0,0-2 3 0 0,0 1 0 0 0,-1 0 0 0 0,1 0 0 0 0,0 0 0 0 0,-1 0 0 0 0,0 0 0 0 0,1 1 0 0 0,-1-1 1 0 0,1 0-1 0 0,0 1 0 0 0,-1 0 0 0 0,1-1 0 0 0,0 1 0 0 0,-1 0 0 0 0,0 0 0 0 0,1 0 0 0 0,0 0 0 0 0,-2 0 0 0 0,2 0 0 0 0,-1 1 0 0 0,1-1 1 0 0,-2 1-1 0 0,1-1 0 0 0,2 2 0 0 0,6 3 123 0 0,-8-8 50 0 0,-8-6-113 0 0,3 5-64 0 0,0-1 0 0 0,0 1-1 0 0,-1 0 1 0 0,0 0 0 0 0,0 1-1 0 0,-7-4 1 0 0,-4-1 14 0 0,1 2-2 0 0,13 5-18 0 0,1 0 0 0 0,-1 0 0 0 0,-1-1 0 0 0,2 1 0 0 0,-1-1 1 0 0,0 1-1 0 0,1-1 0 0 0,-1 0 0 0 0,0 0 0 0 0,1 0 0 0 0,-1 0 0 0 0,0 0 0 0 0,1 0 0 0 0,-1-1 0 0 0,-1-3 0 0 0,0 2 4 0 0,-2 1 15 0 0,0-1-1 0 0,0 1 1 0 0,0 1-1 0 0,-10-3 0 0 0,11 3 2 0 0,-1 0 0 0 0,0 0-1 0 0,1-1 1 0 0,-9-5 0 0 0,-17-4 90 0 0,26 10-78 0 0,-1 0 1 0 0,1 0-1 0 0,0-1 0 0 0,0 1 0 0 0,1-1 1 0 0,-2 0-1 0 0,1-1 0 0 0,1 1 0 0 0,0-2 1 0 0,-2 1-1 0 0,-2-4 0 0 0,4 6 1 0 0,1 0 0 0 0,-1 0 0 0 0,2 1 0 0 0,-2-1 0 0 0,1 1 0 0 0,-1 0 1 0 0,1 0-1 0 0,-1 0 0 0 0,-4 1 0 0 0,4-1 27 0 0,3 0-47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3:31.871"/>
    </inkml:context>
    <inkml:brush xml:id="br0">
      <inkml:brushProperty name="width" value="0.05" units="cm"/>
      <inkml:brushProperty name="height" value="0.05" units="cm"/>
      <inkml:brushProperty name="color" value="#CC0066"/>
    </inkml:brush>
  </inkml:definitions>
  <inkml:trace contextRef="#ctx0" brushRef="#br0">152 79 3312 0 0,'0'0'11625'0'0,"-2"0"-11537"0"0,-6-1 102 0 0,-2 0-1 0 0,1 0 1 0 0,0-2 0 0 0,1 0 0 0 0,-2 1 0 0 0,2-2 0 0 0,0 0-1 0 0,-1 0 1 0 0,1 0 0 0 0,0-1 0 0 0,1-2 0 0 0,-2 1-1 0 0,-8-10 1 0 0,-2-1 1062 0 0,17 17-41 0 0,10 10-821 0 0,5 7-148 0 0,-6-7-92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3:32.406"/>
    </inkml:context>
    <inkml:brush xml:id="br0">
      <inkml:brushProperty name="width" value="0.05" units="cm"/>
      <inkml:brushProperty name="height" value="0.05" units="cm"/>
      <inkml:brushProperty name="color" value="#CC0066"/>
    </inkml:brush>
  </inkml:definitions>
  <inkml:trace contextRef="#ctx0" brushRef="#br0">223 213 13360 0 0,'0'0'1352'0'0,"-14"-9"342"0"0,1 1-1506 0 0,0-2-1 0 0,1 1 1 0 0,0-2-1 0 0,0 0 1 0 0,-13-19-1 0 0,-16-12-95 0 0,13 9-14 0 0,22 25-42 0 0,0 1 0 0 0,-12-13 0 0 0,0 10 106 0 0,13 6-134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33:32.972"/>
    </inkml:context>
    <inkml:brush xml:id="br0">
      <inkml:brushProperty name="width" value="0.05" units="cm"/>
      <inkml:brushProperty name="height" value="0.05" units="cm"/>
      <inkml:brushProperty name="color" value="#CC0066"/>
    </inkml:brush>
  </inkml:definitions>
  <inkml:trace contextRef="#ctx0" brushRef="#br0">180 124 10656 0 0,'0'0'614'0'0,"-2"-1"-307"0"0,-10-6-221 0 0,-5-3 831 0 0,0-2 0 0 0,-18-15 0 0 0,30 22-710 0 0,-3-3 64 0 0,-1 1 0 0 0,-1-1 0 0 0,0 1 0 0 0,-11-5 0 0 0,-1-2-46 0 0,11 8-58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03.421"/>
    </inkml:context>
    <inkml:brush xml:id="br0">
      <inkml:brushProperty name="width" value="0.05" units="cm"/>
      <inkml:brushProperty name="height" value="0.05" units="cm"/>
      <inkml:brushProperty name="color" value="#CC0066"/>
    </inkml:brush>
  </inkml:definitions>
  <inkml:trace contextRef="#ctx0" brushRef="#br0">0 1 10752 0 0,'0'0'0'0'0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6T15:20:49.921"/>
    </inkml:context>
    <inkml:brush xml:id="br0">
      <inkml:brushProperty name="width" value="0.05" units="cm"/>
      <inkml:brushProperty name="height" value="0.05" units="cm"/>
      <inkml:brushProperty name="color" value="#CC0066"/>
    </inkml:brush>
  </inkml:definitions>
  <inkml:trace contextRef="#ctx0" brushRef="#br0">17 30 26757,'39'12'0,"-95"-54"0,73 72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11.399"/>
    </inkml:context>
    <inkml:brush xml:id="br0">
      <inkml:brushProperty name="width" value="0.05" units="cm"/>
      <inkml:brushProperty name="height" value="0.05" units="cm"/>
      <inkml:brushProperty name="color" value="#CC0066"/>
    </inkml:brush>
  </inkml:definitions>
  <inkml:trace contextRef="#ctx0" brushRef="#br0">1265 0 16072 0 0,'0'0'2690'0'0,"-2"3"-2459"0"0,1 0-166 0 0,0-2-31 0 0,1 0-1 0 0,-1 0 1 0 0,1-1-1 0 0,-1 1 1 0 0,1 0-1 0 0,-1 0 1 0 0,0 0-1 0 0,1-1 1 0 0,-1 1-1 0 0,0 0 1 0 0,0-1-1 0 0,0 1 1 0 0,-1 1-1 0 0,1-2 272 0 0,-1 0-1 0 0,1 0 0 0 0,-1 1 1 0 0,1-1-1 0 0,-1 0 0 0 0,1 0 0 0 0,-1 0 1 0 0,1 0-1 0 0,-1 0 0 0 0,-1-1 1 0 0,-2 1-73 0 0,-17-1 543 0 0,16 1-652 0 0,-1 0-1 0 0,0 0 0 0 0,0 0 1 0 0,1 0-1 0 0,-1 1 0 0 0,0 0 1 0 0,1 0-1 0 0,-7 2 0 0 0,-36 9 204 0 0,32-8-275 0 0,0 0 0 0 0,-30 12 0 0 0,-237 119 321 0 0,237-108-301 0 0,-14 6 55 0 0,-2 2 18 0 0,-18 9-14 0 0,43-22-84 0 0,16-7-8 0 0,0 0-1 0 0,-21 21 0 0 0,27-24-21 0 0,-44 47 56 0 0,59-58-72 0 0,-57 62 26 0 0,43-44-17 0 0,6-9-2 0 0,-11 16 1 0 0,-34 75-2 0 0,40-72-6 0 0,-38 103 0 0 0,35-95 0 0 0,1 65 0 0 0,9-67 4 0 0,5-24-2 0 0,0 1-1 0 0,0 11 0 0 0,0 38 10 0 0,3 50 17 0 0,-1-106-26 0 0,2 0 1 0 0,-1 0-1 0 0,3 8 1 0 0,-2-8-1 0 0,0-1 1 0 0,0 1 0 0 0,-1 0 0 0 0,0 9 0 0 0,-1 123 38 0 0,1-134-39 0 0,-1 0-1 0 0,1-1 1 0 0,-1 1 0 0 0,1 0-1 0 0,0-1 1 0 0,2 4-1 0 0,-2-4 2 0 0,1 1-1 0 0,-1 0 0 0 0,0 0 0 0 0,0-1 0 0 0,-1 1 0 0 0,1 4 0 0 0,-3 48 44 0 0,2 74 333 0 0,0-129-373 0 0,0 0 0 0 0,0 1 0 0 0,0-1 0 0 0,0 0 0 0 0,0 0-1 0 0,0 1 1 0 0,0-1 0 0 0,0 0 0 0 0,0 0 0 0 0,0 1 0 0 0,0-1 0 0 0,0 0 0 0 0,0 0 0 0 0,0 1 0 0 0,0-1 0 0 0,0 0 0 0 0,0 0 0 0 0,0 1 0 0 0,-1-1 0 0 0,1 0 0 0 0,0 0 0 0 0,0 1-1 0 0,0-1 1 0 0,0 0 0 0 0,-1 0 0 0 0,1 0 0 0 0,0 1 0 0 0,0-1 0 0 0,-1 0 0 0 0,1 0 0 0 0,0 0 0 0 0,-1 0 0 0 0,1 0 0 0 0,0 1 0 0 0,0-1 0 0 0,-1 0 0 0 0,1 0 0 0 0,0 0-1 0 0,-1 0 1 0 0,1 0 0 0 0,0 0 0 0 0,-1 0 0 0 0,1 0 0 0 0,0 0 0 0 0,-1 0 0 0 0,1 0 0 0 0,-1 0 0 0 0,1 0 0 0 0,0 0 0 0 0,-1 0 0 0 0,1 0 0 0 0,-1 0 0 0 0,-14-8 109 0 0,11 6-84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0:49.491"/>
    </inkml:context>
    <inkml:brush xml:id="br0">
      <inkml:brushProperty name="width" value="0.05" units="cm"/>
      <inkml:brushProperty name="height" value="0.05" units="cm"/>
      <inkml:brushProperty name="color" value="#CC0066"/>
    </inkml:brush>
  </inkml:definitions>
  <inkml:trace contextRef="#ctx0" brushRef="#br0">0 0 19295 0 0,'0'0'6699'0'0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0:49.586"/>
    </inkml:context>
    <inkml:brush xml:id="br0">
      <inkml:brushProperty name="width" value="0.05" units="cm"/>
      <inkml:brushProperty name="height" value="0.05" units="cm"/>
      <inkml:brushProperty name="color" value="#CC0066"/>
    </inkml:brush>
  </inkml:definitions>
  <inkml:trace contextRef="#ctx0" brushRef="#br0">0 0 19495 0 0,'0'0'0'0'0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0:51.288"/>
    </inkml:context>
    <inkml:brush xml:id="br0">
      <inkml:brushProperty name="width" value="0.05" units="cm"/>
      <inkml:brushProperty name="height" value="0.05" units="cm"/>
      <inkml:brushProperty name="color" value="#CC0066"/>
    </inkml:brush>
  </inkml:definitions>
  <inkml:trace contextRef="#ctx0" brushRef="#br0">936 361 22311 0 0,'-1'-1'168'0'0,"0"1"-1"0"0,0 0 1 0 0,0 0 0 0 0,0 0-1 0 0,0 0 1 0 0,1 0-1 0 0,-1-1 1 0 0,0 1 0 0 0,0 0-1 0 0,0-1 1 0 0,0 1-1 0 0,1 0 1 0 0,-1-1-1 0 0,-1 0 1 0 0,1 1 5 0 0,1-1-1 0 0,-1 1 1 0 0,0-1-1 0 0,1 1 1 0 0,-1 0 0 0 0,0-1-1 0 0,0 1 1 0 0,0 0-1 0 0,1 0 1 0 0,-1-1-1 0 0,0 1 1 0 0,0 0 0 0 0,0 0-1 0 0,-1 0 1 0 0,-21-10 1747 0 0,3 4-872 0 0,15 5-925 0 0,-1 0 1 0 0,1-1-1 0 0,0 1 0 0 0,0-1 1 0 0,1 0-1 0 0,-6-3 1 0 0,-15-6 266 0 0,21 10-357 0 0,1 0 1 0 0,0-1-1 0 0,-1 1 1 0 0,1-1-1 0 0,0 1 1 0 0,0-1 0 0 0,0 0-1 0 0,-2-2 1 0 0,-1 0 26 0 0,0 0 0 0 0,0 1 0 0 0,0-1 0 0 0,0 1 0 0 0,-1 0 0 0 0,0 1 0 0 0,-12-4 1 0 0,-3-2 78 0 0,10 1-81 0 0,11 6-50 0 0,-1 0 1 0 0,1 0 0 0 0,-1 1 0 0 0,1-1 0 0 0,-1 0 0 0 0,0 0 0 0 0,1 0 0 0 0,-1 1 0 0 0,0-1 0 0 0,0 1 0 0 0,0-1 0 0 0,0 1 0 0 0,1 0 0 0 0,-1-1 0 0 0,-4 1 0 0 0,4 0-9 0 0,0 0 0 0 0,0-1 0 0 0,0 1 0 0 0,0 0 0 0 0,0-1 0 0 0,0 1 0 0 0,0-1 0 0 0,0 0 0 0 0,0 0 0 0 0,0 1 0 0 0,-2-3 0 0 0,1 2 0 0 0,1 0 0 0 0,0 0 0 0 0,-1 0 0 0 0,1 0 0 0 0,-1 0 0 0 0,1 0 0 0 0,-1 1 0 0 0,0-1 0 0 0,1 1 0 0 0,-1-1 0 0 0,-5 1 0 0 0,3-1 0 0 0,1 0 0 0 0,0 0 0 0 0,0 0 0 0 0,0 0 0 0 0,0 0 0 0 0,-7-4 0 0 0,-9-1 0 0 0,11 3 0 0 0,7 2 0 0 0,0 1 0 0 0,0-1 0 0 0,0 0 0 0 0,0 1 0 0 0,0 0 0 0 0,0-1 0 0 0,0 1 0 0 0,-3 0 0 0 0,3 0 0 0 0,0-1 0 0 0,0 1 0 0 0,-1 0 0 0 0,1-1 0 0 0,0 1 0 0 0,0-1 0 0 0,0 0 0 0 0,-4-1 0 0 0,4 1 0 0 0,0 1 0 0 0,0-1 0 0 0,-1 0 0 0 0,1 0 0 0 0,0 1 0 0 0,-1-1 0 0 0,1 1 0 0 0,-5-1 0 0 0,2 1 0 0 0,0-1 0 0 0,0 0 0 0 0,0-1 0 0 0,-1 1 0 0 0,2-1 0 0 0,-1 0 0 0 0,0 0 0 0 0,-6-3 0 0 0,3 1 0 0 0,4 2 0 0 0,-26-12 0 0 0,27 12 0 0 0,-10-7 0 0 0,-5-1 0 0 0,14 7 0 0 0,3-1 0 0 0,-24-14 0 0 0,20 16 0 0 0,3 1 0 0 0,1 1 0 0 0,0 0 0 0 0,0-1 0 0 0,-1 1 0 0 0,1-1 0 0 0,0 1 0 0 0,0-1 0 0 0,0 0 0 0 0,-1 1 0 0 0,1-1 0 0 0,0 0 0 0 0,0 0 0 0 0,0-1 0 0 0,-3 0 0 0 0,1-2 0 0 0,-2 2 0 0 0,1-3 0 0 0,-2 3 0 0 0,1 2 0 0 0,0 0 0 0 0,0-1 0 0 0,1 0 0 0 0,0-2 0 0 0,0 0 0 0 0,3 2 0 0 0,1 1 0 0 0,-1-1 0 0 0,0 1 0 0 0,0-1 0 0 0,0 0 0 0 0,0 1 0 0 0,0-1 0 0 0,0 1 0 0 0,0 0 0 0 0,0-1 0 0 0,0 1 0 0 0,0 0 0 0 0,-1-1 0 0 0,-2 0 0 0 0,-1 0 0 0 0,0 1 0 0 0,1-2 0 0 0,-1-1 0 0 0,2 0 0 0 0,-1 1 0 0 0,1 1 0 0 0,-1 0 0 0 0,0 0 0 0 0,1-2 0 0 0,3 3 0 0 0,0 0 0 0 0,-1 0 0 0 0,1 0 0 0 0,0 0 0 0 0,0-1 0 0 0,0 1 0 0 0,0 0 0 0 0,0 0 0 0 0,0 0 0 0 0,-1 0 0 0 0,1 0 0 0 0,0-1 0 0 0,0 1 0 0 0,0 0 0 0 0,0 0 0 0 0,-1 0 0 0 0,1 0 0 0 0,0 0 0 0 0,0 0 0 0 0,0 0 0 0 0,-1 0 0 0 0,1 0 0 0 0,0 0 0 0 0,0 0 0 0 0,-1 0 0 0 0,1 0 0 0 0,0-1 0 0 0,0 1 0 0 0,0 0 0 0 0,-1 0 0 0 0,1 1 0 0 0,0-1 0 0 0,0 0 0 0 0,-1 0 0 0 0,1 0 0 0 0,0 0 0 0 0,0 0 0 0 0,0 0 0 0 0,-1 0 0 0 0,-3 0 0 0 0,-11-8 0 0 0,12 7 0 0 0,-1 1 0 0 0,0 0 0 0 0,1 0 0 0 0,-1 0 0 0 0,1-1 0 0 0,-2 0 0 0 0,2-2 0 0 0,-1 1 0 0 0,1-2 0 0 0,-1 2 0 0 0,0-1 0 0 0,1 0 0 0 0,-1 0 0 0 0,0 2 0 0 0,0 0 0 0 0,1 0 0 0 0,-1-1 0 0 0,0 0 0 0 0,0 1 0 0 0,1 1 0 0 0,-1 0 0 0 0,0-1 0 0 0,1-1 0 0 0,-1 1 0 0 0,1 1 0 0 0,-1 0 0 0 0,0 0 0 0 0,-22 0 0 0 0,22 0 0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52.232"/>
    </inkml:context>
    <inkml:brush xml:id="br0">
      <inkml:brushProperty name="width" value="0.05" units="cm"/>
      <inkml:brushProperty name="height" value="0.05" units="cm"/>
      <inkml:brushProperty name="color" value="#CC0066"/>
    </inkml:brush>
  </inkml:definitions>
  <inkml:trace contextRef="#ctx0" brushRef="#br0">16 0 7528 0 0,'0'0'7542'0'0,"-4"1"-7418"0"0,-8 4-1929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52.422"/>
    </inkml:context>
    <inkml:brush xml:id="br0">
      <inkml:brushProperty name="width" value="0.05" units="cm"/>
      <inkml:brushProperty name="height" value="0.05" units="cm"/>
      <inkml:brushProperty name="color" value="#CC0066"/>
    </inkml:brush>
  </inkml:definitions>
  <inkml:trace contextRef="#ctx0" brushRef="#br0">0 0 17983 0 0,'0'0'0'0'0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52.869"/>
    </inkml:context>
    <inkml:brush xml:id="br0">
      <inkml:brushProperty name="width" value="0.05" units="cm"/>
      <inkml:brushProperty name="height" value="0.05" units="cm"/>
      <inkml:brushProperty name="color" value="#CC0066"/>
    </inkml:brush>
  </inkml:definitions>
  <inkml:trace contextRef="#ctx0" brushRef="#br0">0 46 17687 0 0,'0'0'4184'0'0,"26"0"-2296"0"0,-23 0-1806 0 0,-1 0-1 0 0,1 0 1 0 0,-1 0 0 0 0,1 0-1 0 0,-1-1 1 0 0,1 1-1 0 0,-1-1 1 0 0,1 1 0 0 0,2-2-1 0 0,-4 2 71 0 0,-2 0-132 0 0,0-1-1 0 0,0 1 1 0 0,1 0 0 0 0,-1 0-1 0 0,0-1 1 0 0,0 1-1 0 0,0 0 1 0 0,1-1 0 0 0,-1 1-1 0 0,0 0 1 0 0,1-1-1 0 0,-1 1 1 0 0,0-1 0 0 0,1 1-1 0 0,-1-1 1 0 0,1 1-1 0 0,-1-1 1 0 0,1 1 0 0 0,-1-1-1 0 0,1 1 1 0 0,-1-1 0 0 0,1 0-1 0 0,0 1 1 0 0,-1-1-1 0 0,1 0 1 0 0,0 1 0 0 0,0-1-1 0 0,0 0 1 0 0,0 1-1 0 0,0-1 1 0 0,0 0 0 0 0,0 1-1 0 0,0-1 1 0 0,0 0-1 0 0,0 1 1 0 0,0-1 0 0 0,0 0-1 0 0,1 1 1 0 0,-1-1-1 0 0,0 0 1 0 0,1 1 0 0 0,-1-1-1 0 0,0 1 1 0 0,1-1-1 0 0,-1 0 1 0 0,2 0 0 0 0,-1 1-17 0 0,3-2-2 0 0,-3-12 19 0 0,-1 14-15 0 0,-2 1 14 0 0,1 0 0 0 0,0 1 1 0 0,-1-1-1 0 0,1 0 0 0 0,0 1 1 0 0,0-1-1 0 0,0 0 0 0 0,0 1 0 0 0,0-1 1 0 0,0 3-1 0 0,-3 3-3428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52.981"/>
    </inkml:context>
    <inkml:brush xml:id="br0">
      <inkml:brushProperty name="width" value="0.05" units="cm"/>
      <inkml:brushProperty name="height" value="0.05" units="cm"/>
      <inkml:brushProperty name="color" value="#CC0066"/>
    </inkml:brush>
  </inkml:definitions>
  <inkml:trace contextRef="#ctx0" brushRef="#br0">1 0 18087 0 0,'0'0'0'0'0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53.123"/>
    </inkml:context>
    <inkml:brush xml:id="br0">
      <inkml:brushProperty name="width" value="0.05" units="cm"/>
      <inkml:brushProperty name="height" value="0.05" units="cm"/>
      <inkml:brushProperty name="color" value="#CC0066"/>
    </inkml:brush>
  </inkml:definitions>
  <inkml:trace contextRef="#ctx0" brushRef="#br0">32 37 18087 0 0,'3'-3'203'0'0,"0"1"0"0"0,-1-1 0 0 0,1 1 0 0 0,-1-1-1 0 0,0 1 1 0 0,0-1 0 0 0,0 0 0 0 0,0 0-1 0 0,-1 0 1 0 0,2-3 0 0 0,2 2 1303 0 0,-4 4-871 0 0,-2 3-511 0 0,-3 2 168 0 0,-1 1 0 0 0,2 0 0 0 0,-5 10 0 0 0,-7 10 95 0 0,4-12 11 0 0,-4 6-3323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53.868"/>
    </inkml:context>
    <inkml:brush xml:id="br0">
      <inkml:brushProperty name="width" value="0.05" units="cm"/>
      <inkml:brushProperty name="height" value="0.05" units="cm"/>
      <inkml:brushProperty name="color" value="#CC0066"/>
    </inkml:brush>
  </inkml:definitions>
  <inkml:trace contextRef="#ctx0" brushRef="#br0">74 18 10152 0 0,'0'0'8687'0'0,"0"-2"-8640"0"0,0-1-73 0 0,-1-9 239 0 0,-2 12-84 0 0,-3 7-101 0 0,3-4-19 0 0,0 0-1 0 0,0 0 1 0 0,0 0 0 0 0,-1 0 0 0 0,-4 3-1 0 0,4-4 11 0 0,1 0 0 0 0,1 1 0 0 0,-1-1 1 0 0,0 0-1 0 0,1 1 0 0 0,-1-1 0 0 0,1 1 0 0 0,-2 4 0 0 0,3-6-212 0 0,0 0 0 0 0,0 0 1 0 0,0 0-1 0 0,0 0 0 0 0,-1-1 0 0 0,1 1 1 0 0,0 0-1 0 0,0 0 0 0 0,-3 1 0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53.963"/>
    </inkml:context>
    <inkml:brush xml:id="br0">
      <inkml:brushProperty name="width" value="0.05" units="cm"/>
      <inkml:brushProperty name="height" value="0.05" units="cm"/>
      <inkml:brushProperty name="color" value="#CC0066"/>
    </inkml:brush>
  </inkml:definitions>
  <inkml:trace contextRef="#ctx0" brushRef="#br0">1 21 15976 0 0,'0'0'1070'0'0,"6"-7"-125"0"0,-6 6-794 0 0,1 1 0 0 0,0-1-1 0 0,-1 1 1 0 0,1-1-1 0 0,-1 1 1 0 0,1-1 0 0 0,-1 1-1 0 0,1-1 1 0 0,-1 1-1 0 0,0-1 1 0 0,1 0-1 0 0,-1 1 1 0 0,0-1 0 0 0,1-1-1 0 0,-1-2-2393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54.948"/>
    </inkml:context>
    <inkml:brush xml:id="br0">
      <inkml:brushProperty name="width" value="0.05" units="cm"/>
      <inkml:brushProperty name="height" value="0.05" units="cm"/>
      <inkml:brushProperty name="color" value="#CC0066"/>
    </inkml:brush>
  </inkml:definitions>
  <inkml:trace contextRef="#ctx0" brushRef="#br0">1 1 13464 0 0,'0'0'5327'0'0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55.124"/>
    </inkml:context>
    <inkml:brush xml:id="br0">
      <inkml:brushProperty name="width" value="0.05" units="cm"/>
      <inkml:brushProperty name="height" value="0.05" units="cm"/>
      <inkml:brushProperty name="color" value="#CC0066"/>
    </inkml:brush>
  </inkml:definitions>
  <inkml:trace contextRef="#ctx0" brushRef="#br0">1 0 19999 0 0,'0'0'0'0'0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55.442"/>
    </inkml:context>
    <inkml:brush xml:id="br0">
      <inkml:brushProperty name="width" value="0.05" units="cm"/>
      <inkml:brushProperty name="height" value="0.05" units="cm"/>
      <inkml:brushProperty name="color" value="#CC0066"/>
    </inkml:brush>
  </inkml:definitions>
  <inkml:trace contextRef="#ctx0" brushRef="#br0">81 38 20903 0 0,'0'0'1960'0'0,"-3"-1"-1756"0"0,-17-7 1311 0 0,14 6-991 0 0,-1 0-1 0 0,0-1 0 0 0,1 0 1 0 0,0 0-1 0 0,0 0 0 0 0,-7-6 1 0 0,6 6 61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56.918"/>
    </inkml:context>
    <inkml:brush xml:id="br0">
      <inkml:brushProperty name="width" value="0.05" units="cm"/>
      <inkml:brushProperty name="height" value="0.05" units="cm"/>
      <inkml:brushProperty name="color" value="#CC0066"/>
    </inkml:brush>
  </inkml:definitions>
  <inkml:trace contextRef="#ctx0" brushRef="#br0">165 67 18991 0 0,'3'2'567'0'0,"8"3"218"0"0,1 1 0 0 0,15 11 0 0 0,-23-14-457 0 0,0-1 1 0 0,0 1-1 0 0,1-1 1 0 0,-1 0 0 0 0,1 0-1 0 0,0 0 1 0 0,0-1-1 0 0,-1 1 1 0 0,1-1 0 0 0,11 2-1 0 0,-14-2-232 0 0,1 0 0 0 0,-1 1-1 0 0,1-1 1 0 0,-1 1 0 0 0,1-1-1 0 0,-1 1 1 0 0,0-1 0 0 0,0 1-1 0 0,0 0 1 0 0,0 0 0 0 0,1 2-1 0 0,-3-3-86 0 0,0 0 0 0 0,0-1 0 0 0,0 1 0 0 0,0 0 0 0 0,0 0 0 0 0,0-1 0 0 0,0 1 0 0 0,-1 0 0 0 0,1-1 0 0 0,0 1 0 0 0,-1 0 0 0 0,1-1-1 0 0,0 1 1 0 0,-1 0 0 0 0,1-1 0 0 0,-1 1 0 0 0,1 0 0 0 0,-1-1 0 0 0,0 1 0 0 0,1-1 0 0 0,-1 1 0 0 0,0-1 0 0 0,0 1 0 0 0,1-1 0 0 0,-1 0 0 0 0,0 1 0 0 0,0-1 0 0 0,0 1 0 0 0,1-1 0 0 0,-1 0 0 0 0,0 0-1 0 0,0 0 1 0 0,0 1 0 0 0,0-1 0 0 0,0 0 0 0 0,0 0 0 0 0,-1 0 0 0 0,-48-16 64 0 0,35 12-58 0 0,-1-1 1 0 0,-16-7 0 0 0,21 7-3 0 0,0 0-1 0 0,1 0 1 0 0,0-1-1 0 0,1-1 1 0 0,0 1 0 0 0,-12-11-1 0 0,-24-18 69 0 0,37 28-54 0 0,-6-8 63 0 0,1 3 160 0 0,9 9 8 0 0,10 8-172 0 0,13 10 75 0 0,2-1 0 0 0,38 21 0 0 0,-22-14 45 0 0,-29-15-137 0 0,1-1 0 0 0,0 0 1 0 0,0 0-1 0 0,1-1 1 0 0,-1 0-1 0 0,13 4 1 0 0,-14-3 89 0 0,-7-5-152 0 0,-1 0 0 0 0,0 1-1 0 0,1-1 1 0 0,-1 0 0 0 0,0 0 0 0 0,1 1 0 0 0,-1-1-1 0 0,0 0 1 0 0,1 0 0 0 0,-1 0 0 0 0,1 1 0 0 0,-1-1-1 0 0,0 0 1 0 0,1 0 0 0 0,-1 0 0 0 0,1 0 0 0 0,-1 0-1 0 0,1 1 1 0 0,-1-1 0 0 0,1 0 0 0 0,-1 0 0 0 0,0 0-1 0 0,1 0 1 0 0,0 0 0 0 0,-1-1 1 0 0,0 0-1 0 0,-1 0 1 0 0,1 1-1 0 0,0-1 1 0 0,-1 0-1 0 0,1 1 0 0 0,-1-1 1 0 0,1 1-1 0 0,-1-1 1 0 0,1 0-1 0 0,-1 1 1 0 0,0-1-1 0 0,0 1 1 0 0,1-1-1 0 0,-1 1 1 0 0,0-1-1 0 0,0 1 1 0 0,-1-1-1 0 0,-20-13 35 0 0,-3 2-7 0 0,13 5-15 0 0,0 1-1 0 0,0 1 0 0 0,-1 0 0 0 0,0 0 1 0 0,-15-3-1 0 0,6 3 57 0 0,-38-14 0 0 0,48 13 16 0 0,11 4-28 0 0,8 4-44 0 0,30 8 311 0 0,1 0-4402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57.818"/>
    </inkml:context>
    <inkml:brush xml:id="br0">
      <inkml:brushProperty name="width" value="0.05" units="cm"/>
      <inkml:brushProperty name="height" value="0.05" units="cm"/>
      <inkml:brushProperty name="color" value="#CC0066"/>
    </inkml:brush>
  </inkml:definitions>
  <inkml:trace contextRef="#ctx0" brushRef="#br0">42 12 18391 0 0,'0'0'3395'0'0,"-3"-1"-2912"0"0,0-1-298 0 0,2 1-123 0 0,0 0 0 0 0,0 1 0 0 0,0-1 0 0 0,0 0 1 0 0,0 1-1 0 0,0-1 0 0 0,-1 1 0 0 0,1-1 0 0 0,0 1 0 0 0,0-1 0 0 0,0 1 0 0 0,-1 0 1 0 0,1 0-1 0 0,0-1 0 0 0,0 1 0 0 0,-3 0 0 0 0,0-1 510 0 0,-4 1 560 0 0,7 0-1119 0 0,1 1 0 0 0,0-1 0 0 0,0 0 0 0 0,0 0 0 0 0,0 1 0 0 0,0-1 0 0 0,0 0 0 0 0,0 0 0 0 0,-1 1 0 0 0,1-1 0 0 0,0 0 0 0 0,0 1 0 0 0,0-1 0 0 0,0 0 0 0 0,1 0 0 0 0,-1 1-1 0 0,0-1 1 0 0,0 0 0 0 0,0 0 0 0 0,0 1 0 0 0,0-1 0 0 0,0 0 0 0 0,0 0 0 0 0,1 1 0 0 0,-1-1 0 0 0,0 0 0 0 0,0 0 0 0 0,0 1 0 0 0,1-1 0 0 0,1 3 13 0 0,0-1 0 0 0,0 1 0 0 0,0-1 0 0 0,0 0-1 0 0,1 0 1 0 0,-1 1 0 0 0,1-1 0 0 0,-1 0 0 0 0,1-1 0 0 0,0 1 0 0 0,0 0-1 0 0,7 2 1 0 0,-8-3-40 0 0,0 0 0 0 0,0 0 0 0 0,0 1 0 0 0,-1-1 1 0 0,1 0-1 0 0,0 1 0 0 0,-1-1 0 0 0,2 2 0 0 0,1 1-3009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58.436"/>
    </inkml:context>
    <inkml:brush xml:id="br0">
      <inkml:brushProperty name="width" value="0.05" units="cm"/>
      <inkml:brushProperty name="height" value="0.05" units="cm"/>
      <inkml:brushProperty name="color" value="#CC0066"/>
    </inkml:brush>
  </inkml:definitions>
  <inkml:trace contextRef="#ctx0" brushRef="#br0">235 166 18191 0 0,'-22'-1'2147'0'0,"19"1"-1964"0"0,1-1 0 0 0,0 1 0 0 0,0-1 0 0 0,0 0 0 0 0,0 1 0 0 0,0-1 0 0 0,0 0 0 0 0,0 0 0 0 0,0 0 0 0 0,1 0 0 0 0,-1 0 0 0 0,0 0 0 0 0,1 0 0 0 0,-1-1-1 0 0,1 1 1 0 0,-1 0 0 0 0,1-1 0 0 0,0 1 0 0 0,-2-3 0 0 0,-12-10 523 0 0,-10-11 181 0 0,23 23-830 0 0,1 1 1 0 0,0-1-1 0 0,0 1 1 0 0,0-1-1 0 0,1 1 1 0 0,-1-1-1 0 0,0 1 1 0 0,0-4-1 0 0,1 5 38 0 0,-17-17 353 0 0,16 16-401 0 0,-9-5 93 0 0,1 2-51 0 0,-55-41 289 0 0,48 37-35 0 0,6 2-4068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58.979"/>
    </inkml:context>
    <inkml:brush xml:id="br0">
      <inkml:brushProperty name="width" value="0.05" units="cm"/>
      <inkml:brushProperty name="height" value="0.05" units="cm"/>
      <inkml:brushProperty name="color" value="#CC0066"/>
    </inkml:brush>
  </inkml:definitions>
  <inkml:trace contextRef="#ctx0" brushRef="#br0">299 149 19399 0 0,'-9'-4'2010'0'0,"-12"-8"1967"0"0,16 9-3824 0 0,1-1 0 0 0,0 1 0 0 0,-1 0 1 0 0,0 0-1 0 0,0 0 0 0 0,0 1 0 0 0,0 0 0 0 0,-1-1 1 0 0,-7-1-1 0 0,12 4-135 0 0,-1-1 0 0 0,1 1 0 0 0,0-1 1 0 0,0 1-1 0 0,0-1 0 0 0,0 1 0 0 0,0-1 0 0 0,0 0 0 0 0,0 1 1 0 0,-2-2-1 0 0,-8-5 87 0 0,8 6-79 0 0,0-1 0 0 0,0 1 0 0 0,1 0-1 0 0,-1-1 1 0 0,1 0 0 0 0,0 1 0 0 0,-3-4 0 0 0,-14 1 54 0 0,5-4-39 0 0,-24-10 0 0 0,-4-3-33 0 0,-3 1 7 0 0,39 17-15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16.188"/>
    </inkml:context>
    <inkml:brush xml:id="br0">
      <inkml:brushProperty name="width" value="0.05" units="cm"/>
      <inkml:brushProperty name="height" value="0.05" units="cm"/>
      <inkml:brushProperty name="color" value="#CC0066"/>
    </inkml:brush>
  </inkml:definitions>
  <inkml:trace contextRef="#ctx0" brushRef="#br0">445 0 14872 0 0,'0'0'9819'0'0,"0"3"-9709"0"0,0 11 239 0 0,-9-6-46 0 0,-13 10 129 0 0,17-15-337 0 0,0 1 0 0 0,1 0 0 0 0,-1 0-1 0 0,1 0 1 0 0,-4 5 0 0 0,-15 21 332 0 0,-1 0 0 0 0,-32 27 0 0 0,37-35-186 0 0,14-17-184 0 0,1 0-1 0 0,0 1 0 0 0,-1 0 0 0 0,-4 11 0 0 0,-4 5 69 0 0,-41 48 203 0 0,10-13-120 0 0,34-40-143 0 0,8-14-47 0 0,0 0 0 0 0,0 1 0 0 0,0-1-1 0 0,-4 5 1 0 0,1-3 7 0 0,0 1 0 0 0,-6 10 0 0 0,8-11-8 0 0,0 0-1 0 0,0 0 0 0 0,-1 0 0 0 0,0-1 0 0 0,-8 8 0 0 0,9-10-3 0 0,1 1-1 0 0,-1-1 0 0 0,1 1 0 0 0,0-1 1 0 0,-2 5-1 0 0,2-5 4 0 0,1 1 1 0 0,-1-1-1 0 0,0 1 1 0 0,0-1-1 0 0,-4 3 0 0 0,5-4-3 0 0,-1 1-1 0 0,1-1 1 0 0,-1 0-1 0 0,1 0 1 0 0,-1 1-1 0 0,1-1 1 0 0,0 0-1 0 0,0 1 1 0 0,0-1-1 0 0,0 1 1 0 0,0-1-1 0 0,0 1 1 0 0,0 3-1 0 0,1-4 116 0 0,2-13-87 0 0,18-20-19 0 0,-15 23-14 0 0,12-16 0 0 0,66-87 25 0 0,-46 59-20 0 0,6-6 5 0 0,0 2-2 0 0,-31 39-6 0 0,1 1-1 0 0,1 0 1 0 0,1 1-1 0 0,23-20 1 0 0,2 2 24 0 0,-39 33-28 0 0,-1 1-6 0 0,0 0 0 0 0,0 0 0 0 0,0 0 0 0 0,1 0 1 0 0,-1 0-1 0 0,0 0 0 0 0,0 0 0 0 0,0 0 0 0 0,0 0 0 0 0,0 0 1 0 0,0 0-1 0 0,0 0 0 0 0,1 0 0 0 0,-1 0 0 0 0,0 0 0 0 0,0 0 0 0 0,0 0 1 0 0,0 0-1 0 0,0 0 0 0 0,0 0 0 0 0,0 0 0 0 0,0 1 0 0 0,1-1 1 0 0,-1 0-1 0 0,0 0 0 0 0,0 0 0 0 0,0 0 0 0 0,0 0 0 0 0,0 0 1 0 0,0 0-1 0 0,0 0 0 0 0,0 0 0 0 0,0 0 0 0 0,0 0 0 0 0,0 0 1 0 0,0 0-1 0 0,1 0 0 0 0,-1 1 0 0 0,0-1 0 0 0,0 0 0 0 0,0 0 0 0 0,0 0 1 0 0,0 0-1 0 0,0 0 0 0 0,0 0 0 0 0,0 0 0 0 0,0 0 0 0 0,0 0 1 0 0,0 1-1 0 0,0-1 0 0 0,0 0 0 0 0,0 0 0 0 0,0 0 0 0 0,-1 0 1 0 0,-2 8 15 0 0,-8 7 8 0 0,-44 53 13 0 0,46-56-26 0 0,-9 20 0 0 0,-4 6 2 0 0,15-28-12 0 0,-64 85 14 0 0,-3 0 17 0 0,74-95-32 0 0,-5 9 13 0 0,4-6-5 0 0,3-5-4 0 0,51-76 37 0 0,15-17-12 0 0,-29 49-22 0 0,46-53 11 0 0,-73 85-6 0 0,-8 9 0 0 0,-10 12-5 0 0,-21 28 0 0 0,2-2 1 0 0,-35 34 1 0 0,39-46-6 0 0,-97 99 35 0 0,110-111-23 0 0,16-17-11 0 0,-1-1 1 0 0,8-11-1 0 0,-2 1 1 0 0,52-71 18 0 0,24-16 0 0 0,-66 78-21 0 0,12-12 12 0 0,-30 33-13 0 0,-5 7-1 0 0,0 0 0 0 0,0 0 0 0 0,0 0 0 0 0,0 0 0 0 0,0 0 0 0 0,0 0 0 0 0,0 0 0 0 0,0 0 0 0 0,0 0 0 0 0,0 0 0 0 0,0 0 0 0 0,0-1 0 0 0,0 1 0 0 0,0 0 0 0 0,0 0 0 0 0,0 0 0 0 0,0 0 0 0 0,0 0 0 0 0,0 0 0 0 0,0 0 0 0 0,0 0 0 0 0,0 0 0 0 0,0 0 0 0 0,0 0 0 0 0,0 0 0 0 0,0 0 0 0 0,0 0 0 0 0,-1 0 0 0 0,1 0 0 0 0,0 0 0 0 0,0 0 0 0 0,0 0 0 0 0,0 0 0 0 0,0 0 0 0 0,0 0 0 0 0,0 0 0 0 0,0 0 0 0 0,0 0 0 0 0,0 0 0 0 0,0 0 0 0 0,0 0 0 0 0,0 0 0 0 0,0 0 0 0 0,0 0 0 0 0,0 0 0 0 0,-1 0 0 0 0,1 0 0 0 0,0 0 0 0 0,0 0 0 0 0,0 0 0 0 0,0 0 0 0 0,0 0 0 0 0,0 0 0 0 0,0 0 0 0 0,0 0 0 0 0,0 0 0 0 0,0 0 0 0 0,0 0 0 0 0,0 0 0 0 0,0 0 0 0 0,-2 1 0 0 0,1-1 0 0 0,-1 1 0 0 0,1 0 0 0 0,-1-1 0 0 0,1 1 0 0 0,0 0 0 0 0,-1 0 0 0 0,-1 2 0 0 0,-61 69 0 0 0,46-49 0 0 0,-2-1 0 0 0,-24 22 0 0 0,34-35-5 0 0,0 1-1 0 0,-12 16 1 0 0,18-18-2 0 0,15-17-10 0 0,30-36 10 0 0,-25 29 2 0 0,14-20 0 0 0,-27 33 3 0 0,5-10-3 0 0,1 1 0 0 0,1 0 0 0 0,0 0 0 0 0,1 1 0 0 0,19-16 0 0 0,-24 24-9 0 0,-4 4 4 0 0,-6 7-1 0 0,-11 12 0 0 0,11-15 10 0 0,-126 133-79 0 0,118-128 69 0 0,8-7 6 0 0,1 0-1 0 0,0 0 1 0 0,0 0-1 0 0,0 0 1 0 0,0 0-1 0 0,-3 5 1 0 0,17-28-44 0 0,25-35 0 0 0,1 1 19 0 0,-29 40 16 0 0,1 1 0 0 0,0 0 0 0 0,21-21 0 0 0,-29 33-11 0 0,-3 3 9 0 0,-5 7-1 0 0,-11 13 1 0 0,-15 9-138 0 0,-39 29 0 0 0,72-59 130 0 0,0-1-10 0 0,0 0 32 0 0,-1-1 1 0 0,1 1-1 0 0,0 0 1 0 0,0 0-1 0 0,0 0 1 0 0,0 0-1 0 0,0 0 1 0 0,0 0-1 0 0,-1 0 1 0 0,1 0-1 0 0,0 0 1 0 0,0-1-1 0 0,0 1 1 0 0,0 0-1 0 0,0 0 1 0 0,0 0-1 0 0,0 0 0 0 0,0 0 1 0 0,0 0-1 0 0,0 0 1 0 0,0-1-1 0 0,0 1 1 0 0,0 0-1 0 0,0 0 1 0 0,0 0-1 0 0,0 0 1 0 0,0 0-1 0 0,0-1 1 0 0,0 1-1 0 0,0 0 1 0 0,0 0-1 0 0,0 0 1 0 0,0 0-1 0 0,0 0 1 0 0,0 0-1 0 0,0 0 1 0 0,0-1-1 0 0,0 1 1 0 0,1 0-1 0 0,-1 0 1 0 0,0 0-1 0 0,0 0 1 0 0,0 0-1 0 0,0 0 1 0 0,0 0-1 0 0,6-7-37 0 0,-6 6 30 0 0,27-35-136 0 0,25-30-150 0 0,-23 39 86 0 0,-32 32 67 0 0,2-3 133 0 0,0 0 0 0 0,-1 0-1 0 0,1 0 1 0 0,-1 0-1 0 0,1 0 1 0 0,-1 0 0 0 0,0 0-1 0 0,0 0 1 0 0,0-1-1 0 0,0 1 1 0 0,0 0 0 0 0,-3 1-1 0 0,-10 6-58 0 0,14-8 65 0 0,0-1 0 0 0,0 1 0 0 0,1-1 0 0 0,-1 1 0 0 0,0 0 0 0 0,0-1 0 0 0,0 1 0 0 0,0-1 0 0 0,0 0 0 0 0,0 1 0 0 0,0-1-1 0 0,0 0 1 0 0,0 1 0 0 0,0-1 0 0 0,0 0 0 0 0,0 0 0 0 0,0 1 0 0 0,0-1 0 0 0,-3 0 0 0 0,4-1-4 0 0,0-1-1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16.649"/>
    </inkml:context>
    <inkml:brush xml:id="br0">
      <inkml:brushProperty name="width" value="0.05" units="cm"/>
      <inkml:brushProperty name="height" value="0.05" units="cm"/>
      <inkml:brushProperty name="color" value="#CC0066"/>
    </inkml:brush>
  </inkml:definitions>
  <inkml:trace contextRef="#ctx0" brushRef="#br0">1 1 10952 0 0,'0'0'0'0'0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17.937"/>
    </inkml:context>
    <inkml:brush xml:id="br0">
      <inkml:brushProperty name="width" value="0.05" units="cm"/>
      <inkml:brushProperty name="height" value="0.05" units="cm"/>
      <inkml:brushProperty name="color" value="#CC0066"/>
    </inkml:brush>
  </inkml:definitions>
  <inkml:trace contextRef="#ctx0" brushRef="#br0">181 12 11152 0 0,'0'0'1081'0'0,"-3"-1"-972"0"0,-5-1-4 0 0,1 0 308 0 0,0 0 1 0 0,-1 1-1 0 0,1-1 1 0 0,-1 1-1 0 0,-8 0 1 0 0,-88 1 1704 0 0,103 0-2083 0 0,1 0-1 0 0,-1 1 1 0 0,0-1 0 0 0,1 0-1 0 0,-1 0 1 0 0,1 0-1 0 0,-1 1 1 0 0,0-1 0 0 0,1 0-1 0 0,-1 0 1 0 0,1 1-1 0 0,-1-1 1 0 0,1 0 0 0 0,-1 1-1 0 0,1-1 1 0 0,0 0-1 0 0,-1 1 1 0 0,1-1-1 0 0,0 1 1 0 0,-1-1 0 0 0,1 1-1 0 0,0-1 1 0 0,0 1-1 0 0,-1-1 1 0 0,1 1 0 0 0,0 0-19 0 0,0-1 0 0 0,-1 0 0 0 0,1 0 1 0 0,0 1-1 0 0,0-1 0 0 0,0 0 1 0 0,0 1-1 0 0,0-1 0 0 0,0 0 0 0 0,0 0 1 0 0,0 1-1 0 0,0-1 0 0 0,0 0 0 0 0,0 1 1 0 0,0-1-1 0 0,0 0 0 0 0,1 0 1 0 0,-1 1-1 0 0,0-1 0 0 0,0 0 0 0 0,0 0 1 0 0,0 1-1 0 0,1-1 0 0 0,-1 0 0 0 0,0 0 1 0 0,0 0-1 0 0,0 1 0 0 0,1-1 1 0 0,-1 0-1 0 0,0 0 0 0 0,1 0 0 0 0,-1 1 1 0 0,0-1-1 0 0,0 0 0 0 0,1 0 0 0 0,-1 0 1 0 0,0 0-1 0 0,1 0 0 0 0,-1 0 0 0 0,0 0 1 0 0,1 1-1 0 0,-1-1 0 0 0,1 0 1 0 0,-1 0-1 0 0,1 0 0 0 0,100 0 833 0 0,-88 0-793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18.398"/>
    </inkml:context>
    <inkml:brush xml:id="br0">
      <inkml:brushProperty name="width" value="0.05" units="cm"/>
      <inkml:brushProperty name="height" value="0.05" units="cm"/>
      <inkml:brushProperty name="color" value="#CC0066"/>
    </inkml:brush>
  </inkml:definitions>
  <inkml:trace contextRef="#ctx0" brushRef="#br0">174 23 10656 0 0,'-4'0'195'0'0,"1"-1"1"0"0,-1 0-1 0 0,1 1 1 0 0,0-1-1 0 0,-1 0 1 0 0,1 0-1 0 0,-4-2 1 0 0,-12-4 742 0 0,4 5-413 0 0,0-1 1 0 0,-1 2-1 0 0,1 0 0 0 0,-29 0 0 0 0,37 1-333 0 0,-4 13 471 0 0,12-12-628 0 0,1 0-1 0 0,0 0 0 0 0,0 0 0 0 0,0 0 0 0 0,0 0 1 0 0,0 0-1 0 0,0 0 0 0 0,0-1 0 0 0,0 1 0 0 0,0 0 1 0 0,0-1-1 0 0,0 0 0 0 0,1 1 0 0 0,3-1 0 0 0,35-2 120 0 0,-15-1-29 0 0,-15 3-496 0 0,0 0-1 0 0,1 0 0 0 0,-1 1 1 0 0,13 2-1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18.765"/>
    </inkml:context>
    <inkml:brush xml:id="br0">
      <inkml:brushProperty name="width" value="0.05" units="cm"/>
      <inkml:brushProperty name="height" value="0.05" units="cm"/>
      <inkml:brushProperty name="color" value="#CC0066"/>
    </inkml:brush>
  </inkml:definitions>
  <inkml:trace contextRef="#ctx0" brushRef="#br0">159 4 11256 0 0,'-30'-2'756'0'0,"24"1"-607"0"0,1 1 1 0 0,-1-1-1 0 0,0 1 1 0 0,1 0 0 0 0,-1 0-1 0 0,0 1 1 0 0,1-1-1 0 0,-1 1 1 0 0,-9 2 0 0 0,8 0 120 0 0,0-1 0 0 0,-1-1 0 0 0,1 1 1 0 0,0-1-1 0 0,-1 0 0 0 0,-10 1 1 0 0,17-2-78 0 0,3 0-82 0 0,1 0 0 0 0,-1 0 1 0 0,0 0-1 0 0,0 0 0 0 0,0 0 0 0 0,0 1 1 0 0,0-1-1 0 0,0 1 0 0 0,0-1 1 0 0,2 2-1 0 0,0-1-54 0 0,1 1 0 0 0,0-1 0 0 0,1 1 0 0 0,-1-1 0 0 0,0-1 0 0 0,0 1 0 0 0,1 0 0 0 0,5-1 0 0 0,19 4 211 0 0,-24-3-212 0 0,0 0-1 0 0,0 0 1 0 0,-1 0-1 0 0,1-1 1 0 0,0 1 0 0 0,0-1-1 0 0,0 0 1 0 0,0 0-1 0 0,0-1 1 0 0,0 1 0 0 0,-1-1-1 0 0,12-2 1 0 0,-12 1-32 0 0,4-1-2229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19.038"/>
    </inkml:context>
    <inkml:brush xml:id="br0">
      <inkml:brushProperty name="width" value="0.05" units="cm"/>
      <inkml:brushProperty name="height" value="0.05" units="cm"/>
      <inkml:brushProperty name="color" value="#CC0066"/>
    </inkml:brush>
  </inkml:definitions>
  <inkml:trace contextRef="#ctx0" brushRef="#br0">186 1 13672 0 0,'-185'-1'3953'0'0,"185"1"-3489"0"0,5 5-387 0 0,0-1-37 0 0,0-1 1 0 0,0 0-1 0 0,0 0 0 0 0,1 0 1 0 0,-1-1-1 0 0,1 1 0 0 0,0-1 1 0 0,-1 0-1 0 0,2 0 0 0 0,10 2 1 0 0,-3-2-625 0 0,1 0 1 0 0,0-1-1 0 0,21-1 1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19.119"/>
    </inkml:context>
    <inkml:brush xml:id="br0">
      <inkml:brushProperty name="width" value="0.05" units="cm"/>
      <inkml:brushProperty name="height" value="0.05" units="cm"/>
      <inkml:brushProperty name="color" value="#CC0066"/>
    </inkml:brush>
  </inkml:definitions>
  <inkml:trace contextRef="#ctx0" brushRef="#br0">1 0 11952 0 0,'0'0'0'0'0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19.480"/>
    </inkml:context>
    <inkml:brush xml:id="br0">
      <inkml:brushProperty name="width" value="0.05" units="cm"/>
      <inkml:brushProperty name="height" value="0.05" units="cm"/>
      <inkml:brushProperty name="color" value="#CC0066"/>
    </inkml:brush>
  </inkml:definitions>
  <inkml:trace contextRef="#ctx0" brushRef="#br0">227 67 11856 0 0,'-53'0'613'0'0,"-40"0"908"0"0,90 0-1459 0 0,0 0-1 0 0,0 1 1 0 0,0 0 0 0 0,0-1-1 0 0,0 1 1 0 0,-3 1 0 0 0,4-1 19 0 0,-1 0 0 0 0,1 0 0 0 0,-1 0 1 0 0,0-1-1 0 0,1 1 0 0 0,-1-1 0 0 0,-4 1 1 0 0,7-1-76 0 0,0 0 1 0 0,0 0-1 0 0,0 0 1 0 0,-1 0-1 0 0,1 0 1 0 0,0 0-1 0 0,0 0 1 0 0,0 0-1 0 0,0 0 1 0 0,0 0-1 0 0,0 0 1 0 0,0 0-1 0 0,0 0 1 0 0,0 0-1 0 0,0 0 1 0 0,0 0-1 0 0,0 0 1 0 0,0 0-1 0 0,0 0 1 0 0,0 0-1 0 0,0 0 1 0 0,-1 0-1 0 0,1 0 1 0 0,0 0-1 0 0,0 0 1 0 0,0 0-1 0 0,0 0 1 0 0,0 0-1 0 0,0 0 1 0 0,0 0-1 0 0,0 0 1 0 0,0 0-1 0 0,0 0 1 0 0,0 0-1 0 0,0 0 1 0 0,0 0-1 0 0,0 0 1 0 0,0 0 0 0 0,0-1-1 0 0,0 1 1 0 0,0 0-1 0 0,0 0 1 0 0,0 0-1 0 0,0 0 1 0 0,0 0-1 0 0,0 0 1 0 0,0 0-1 0 0,0 0 1 0 0,0 0-1 0 0,0 0 1 0 0,0 0-1 0 0,0 0 1 0 0,0 0-1 0 0,0 0 1 0 0,0 0-1 0 0,0 0 1 0 0,0 0-1 0 0,0 0 1 0 0,0 0-1 0 0,0 0 1 0 0,0 0-1 0 0,0 0 1 0 0,0-1-1 0 0,0 1 1 0 0,0 0-1 0 0,0 0 1 0 0,0 0-1 0 0,5-3 107 0 0,6-3-86 0 0,111-42 288 0 0,-104 44-273 0 0,-15 4-36 0 0,0-1 0 0 0,0 0 0 0 0,1 0 0 0 0,-1 1 1 0 0,0-2-1 0 0,0 1 0 0 0,0 0 0 0 0,0 0 1 0 0,4-3-1 0 0,-4 2-1 0 0,-9 2-10 0 0,1 0 2 0 0,1 0 0 0 0,-1 1 0 0 0,1 0 1 0 0,-7 1-1 0 0,-12 2-2 0 0,-71 10-51 0 0,84-12-124 0 0,-1 1-316 0 0,-1-2 0 0 0,1 1-1 0 0,-17 0 1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19.623"/>
    </inkml:context>
    <inkml:brush xml:id="br0">
      <inkml:brushProperty name="width" value="0.05" units="cm"/>
      <inkml:brushProperty name="height" value="0.05" units="cm"/>
      <inkml:brushProperty name="color" value="#CC0066"/>
    </inkml:brush>
  </inkml:definitions>
  <inkml:trace contextRef="#ctx0" brushRef="#br0">0 42 10544 0 0,'21'-4'897'0'0,"0"-1"-266"0"0,23-3 0 0 0,-15 2-277 0 0,53-13-975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23.210"/>
    </inkml:context>
    <inkml:brush xml:id="br0">
      <inkml:brushProperty name="width" value="0.05" units="cm"/>
      <inkml:brushProperty name="height" value="0.05" units="cm"/>
      <inkml:brushProperty name="color" value="#CC0066"/>
    </inkml:brush>
  </inkml:definitions>
  <inkml:trace contextRef="#ctx0" brushRef="#br0">0 62 9040 0 0,'0'0'266'0'0,"4"0"-174"0"0,33-11 365 0 0,-19 5-6 0 0,-3 3-154 0 0,-1 0 0 0 0,22-2 0 0 0,11 3 100 0 0,-38 3-350 0 0,-1-1 1 0 0,0 0-1 0 0,1-1 0 0 0,-1 0 0 0 0,13-2 0 0 0,48-13 821 0 0,-47 4-1428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23.320"/>
    </inkml:context>
    <inkml:brush xml:id="br0">
      <inkml:brushProperty name="width" value="0.05" units="cm"/>
      <inkml:brushProperty name="height" value="0.05" units="cm"/>
      <inkml:brushProperty name="color" value="#CC0066"/>
    </inkml:brush>
  </inkml:definitions>
  <inkml:trace contextRef="#ctx0" brushRef="#br0">330 0 13360 0 0,'-17'0'1432'0'0,"5"2"-1172"0"0,0-1 0 0 0,-11 4 0 0 0,0 0 392 0 0,-17 4 366 0 0,-72 23 1 0 0,103-29-833 0 0,6-2-218 0 0,-55 20 925 0 0,38-11-3123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24.624"/>
    </inkml:context>
    <inkml:brush xml:id="br0">
      <inkml:brushProperty name="width" value="0.05" units="cm"/>
      <inkml:brushProperty name="height" value="0.05" units="cm"/>
      <inkml:brushProperty name="color" value="#CC0066"/>
    </inkml:brush>
  </inkml:definitions>
  <inkml:trace contextRef="#ctx0" brushRef="#br0">409 135 15576 0 0,'19'-1'1547'0'0,"24"-7"-527"0"0,-1-2-1 0 0,-1 0 0 0 0,64-25 1 0 0,-89 30-727 0 0,0 0 0 0 0,23-4 0 0 0,-19 4-20 0 0,-12 3-193 0 0,15-2 357 0 0,-22 4-402 0 0,-14 5 98 0 0,-3 1-104 0 0,-1 0 0 0 0,-31 8 1 0 0,23-8-13 0 0,-143 48 50 0 0,135-41-12 0 0,33-13-26 0 0,1-1-24 0 0,0 0 0 0 0,1 0-1 0 0,-1 0 1 0 0,1 0 0 0 0,0 0 0 0 0,-1 0 0 0 0,1 0-1 0 0,0 0 1 0 0,0 0 0 0 0,-1 1 0 0 0,1-1-1 0 0,0 1 1 0 0,0-1 0 0 0,2 0 0 0 0,5-1 6 0 0,-7 1-10 0 0,57-21 90 0 0,102-53 1 0 0,-153 70-72 0 0,1 1 0 0 0,0 0 0 0 0,0 0 0 0 0,15-5 0 0 0,-16 4 14 0 0,-8 4-18 0 0,-4 2-12 0 0,-1-1-1 0 0,0 1 0 0 0,0 0 1 0 0,1 1-1 0 0,-1-1 0 0 0,1 0 1 0 0,-1 1-1 0 0,1 0 1 0 0,0 0-1 0 0,-6 3 0 0 0,-13 6 2 0 0,-186 73 17 0 0,50-10-22 0 0,121-55 0 0 0,19-7 0 0 0,16-10 0 0 0,6-2 0 0 0,191-93-30 0 0,-104 51-10 0 0,-81 39 36 0 0,-8 3 2 0 0,0 0 0 0 0,0-1 1 0 0,0 1-1 0 0,0 0 1 0 0,-1-1-1 0 0,1 1 0 0 0,0 0 1 0 0,0-1-1 0 0,0 1 0 0 0,0-1 1 0 0,0 1-1 0 0,1-2 0 0 0,-1 2-6 0 0,-1 0 8 0 0,0 0-1 0 0,0 0 0 0 0,0 0 1 0 0,1 0-1 0 0,-1 0 0 0 0,0 0 1 0 0,0 0-1 0 0,0 0 0 0 0,0 0 1 0 0,0 0-1 0 0,0 0 0 0 0,0 0 1 0 0,0 0-1 0 0,0 0 0 0 0,0 0 1 0 0,0 0-1 0 0,0 0 0 0 0,1 0 1 0 0,-1 0-1 0 0,0 0 0 0 0,0 0 1 0 0,0 0-1 0 0,0 0 0 0 0,0 0 1 0 0,0 0-1 0 0,0 0 0 0 0,0 0 1 0 0,0 0-1 0 0,0 0 0 0 0,0 0 1 0 0,0 0-1 0 0,0 0 0 0 0,0 0 1 0 0,0 0-1 0 0,0 1 0 0 0,0-1 1 0 0,0 0-1 0 0,0 0 0 0 0,0 0 1 0 0,0 0-1 0 0,0 0 0 0 0,0 0 1 0 0,0 0-1 0 0,0 0 0 0 0,0 0 1 0 0,0 0-1 0 0,0 0 0 0 0,0 0 1 0 0,0 0-1 0 0,0 0 1 0 0,0 0-1 0 0,0 0 0 0 0,0 1 1 0 0,0-1-1 0 0,0 0 0 0 0,0 0 1 0 0,0 0-1 0 0,0 0 0 0 0,0 0 1 0 0,0 0-1 0 0,0 0 0 0 0,0 0 1 0 0,0 0-1 0 0,0 0 0 0 0,-7 6-12 0 0,-11 4 7 0 0,-56 27-26 0 0,-82 30 0 0 0,45-14-5 0 0,83-39 7 0 0,27-13 25 0 0,-7 4-3 0 0,41-14 6 0 0,73-39 2 0 0,-17 8 2 0 0,6-3 44 0 0,-86 40 56 0 0,-23 8-78 0 0,-8 4-11 0 0,-314 153 169 0 0,283-135-159 0 0,40-20-13 0 0,0 1-1 0 0,1 0 1 0 0,0 0-1 0 0,0 1 1 0 0,-14 14 0 0 0,24-20-5 0 0,2-3-5 0 0,0 0 0 0 0,1 0 0 0 0,-1 0 0 0 0,0 0 1 0 0,0 0-1 0 0,0 0 0 0 0,0 1 0 0 0,0-1 0 0 0,0 0 0 0 0,0 0 0 0 0,0 0 0 0 0,0 0 1 0 0,1 0-1 0 0,-1 0 0 0 0,0 0 0 0 0,0 0 0 0 0,0 0 0 0 0,0 0 0 0 0,0 0 0 0 0,0 0 1 0 0,1 0-1 0 0,-1 0 0 0 0,0 0 0 0 0,0 0 0 0 0,0 0 0 0 0,0 0 0 0 0,0 0 0 0 0,0 0 1 0 0,1 0-1 0 0,-1 0 0 0 0,0 0 0 0 0,0 0 0 0 0,0 0 0 0 0,0 0 0 0 0,0 0 1 0 0,0 0-1 0 0,1 0 0 0 0,-1 0 0 0 0,0 0 0 0 0,0 0 0 0 0,0 0 0 0 0,0 0 0 0 0,0-1 0 0 0,3 0 3 0 0,33-19-2 0 0,39-30-1 0 0,87-58 0 0 0,-148 102 0 0 0,-36 26 0 0 0,-120 74 748 0 0,4-2-4488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24.752"/>
    </inkml:context>
    <inkml:brush xml:id="br0">
      <inkml:brushProperty name="width" value="0.05" units="cm"/>
      <inkml:brushProperty name="height" value="0.05" units="cm"/>
      <inkml:brushProperty name="color" value="#CC0066"/>
    </inkml:brush>
  </inkml:definitions>
  <inkml:trace contextRef="#ctx0" brushRef="#br0">0 233 16783 0 0,'25'-13'728'0'0,"-1"-1"-1"0"0,0-1 0 0 0,30-26 0 0 0,-15 12-12 0 0,94-65 1156 0 0,-117 85-1576 0 0,9-9-2765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25.214"/>
    </inkml:context>
    <inkml:brush xml:id="br0">
      <inkml:brushProperty name="width" value="0.05" units="cm"/>
      <inkml:brushProperty name="height" value="0.05" units="cm"/>
      <inkml:brushProperty name="color" value="#CC0066"/>
    </inkml:brush>
  </inkml:definitions>
  <inkml:trace contextRef="#ctx0" brushRef="#br0">228 121 16983 0 0,'-23'18'224'0'0,"7"-4"326"0"0,-2-1 1 0 0,0 0 0 0 0,-1-1 0 0 0,-24 12 0 0 0,28-17-171 0 0,1 0 1 0 0,0 1-1 0 0,0 1 1 0 0,-13 11-1 0 0,20-15 538 0 0,15-11-669 0 0,12-9-192 0 0,78-54 229 0 0,30-20-20 0 0,-103 75-200 0 0,38-18 0 0 0,-26 15-6 0 0,26-9 68 0 0,-52 23-82 0 0,-9 4-17 0 0,-7 2-16 0 0,-149 75-27 0 0,154-79-10 0 0,0 1 0 0 0,0 0 0 0 0,0 0 0 0 0,0 0 0 0 0,0 0 0 0 0,0-1 0 0 0,1 1 0 0 0,-1 0 0 0 0,0 0 0 0 0,0 0 0 0 0,0 0 0 0 0,0-1 0 0 0,-1 1 1 0 0,1 0-1 0 0,0 0 0 0 0,0 0 0 0 0,0 0 0 0 0,0-1 0 0 0,0 1 0 0 0,0 0 0 0 0,0 0 0 0 0,0 0 0 0 0,0 0 0 0 0,0 0 0 0 0,-1-1 0 0 0,1 1 0 0 0,0 0 0 0 0,0 0 0 0 0,0 0 1 0 0,0 0-1 0 0,0 0 0 0 0,-1 0 0 0 0,1 0 0 0 0,0-1 0 0 0,0 1 0 0 0,0 0 0 0 0,-1 0 0 0 0,1 0 0 0 0,0 0 0 0 0,0 0 0 0 0,0 0 0 0 0,-1 0 0 0 0,1 0 0 0 0,0 0 1 0 0,0 0-1 0 0,-1 0 0 0 0,1 0 0 0 0,0 0 0 0 0,0 0 0 0 0,0 0 0 0 0,-1 0 0 0 0,1 0 0 0 0,0 0 0 0 0,0 0 0 0 0,0 0 0 0 0,-1 0 0 0 0,1 0 0 0 0,0 0 0 0 0,0 1 0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25.356"/>
    </inkml:context>
    <inkml:brush xml:id="br0">
      <inkml:brushProperty name="width" value="0.05" units="cm"/>
      <inkml:brushProperty name="height" value="0.05" units="cm"/>
      <inkml:brushProperty name="color" value="#CC0066"/>
    </inkml:brush>
  </inkml:definitions>
  <inkml:trace contextRef="#ctx0" brushRef="#br0">333 1 16384 0 0,'-35'22'702'0'0,"26"-16"-474"0"0,-1 1-1 0 0,-10 4 1 0 0,-10 3 385 0 0,0 2 0 0 0,2 0 1 0 0,-46 33-1 0 0,3 11 551 0 0,68-58-1346 0 0,-11 10 800 0 0,5-6-3350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25.645"/>
    </inkml:context>
    <inkml:brush xml:id="br0">
      <inkml:brushProperty name="width" value="0.05" units="cm"/>
      <inkml:brushProperty name="height" value="0.05" units="cm"/>
      <inkml:brushProperty name="color" value="#CC0066"/>
    </inkml:brush>
  </inkml:definitions>
  <inkml:trace contextRef="#ctx0" brushRef="#br0">237 75 16184 0 0,'18'-11'378'0'0,"16"-14"0"0"0,14-8 291 0 0,-38 28 468 0 0,-14 9-442 0 0,-15 10-281 0 0,-70 48 34 0 0,17-10-320 0 0,45-32-78 0 0,1 1-1 0 0,-30 32 1 0 0,16-15-23 0 0,31-30-11 0 0,5-5-6 0 0,3-1 3 0 0,1-1-4 0 0,20-12 1 0 0,6-8-3 0 0,41-40 0 0 0,-51 44-7 0 0,3-3 413 0 0,23-20-3411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25.881"/>
    </inkml:context>
    <inkml:brush xml:id="br0">
      <inkml:brushProperty name="width" value="0.05" units="cm"/>
      <inkml:brushProperty name="height" value="0.05" units="cm"/>
      <inkml:brushProperty name="color" value="#CC0066"/>
    </inkml:brush>
  </inkml:definitions>
  <inkml:trace contextRef="#ctx0" brushRef="#br0">262 0 15272 0 0,'0'0'622'0'0,"-5"6"-37"0"0,-85 84 1343 0 0,67-65-1440 0 0,-66 71 831 0 0,80-85-1130 0 0,2-3-71 0 0,0 0 0 0 0,1 1 0 0 0,0-1 0 0 0,-6 15 0 0 0,6-13 10 0 0,4-6 118 0 0,10-10-152 0 0,67-76-39 0 0,-61 65-46 0 0,18-21 41 0 0,-21 23-2784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26.024"/>
    </inkml:context>
    <inkml:brush xml:id="br0">
      <inkml:brushProperty name="width" value="0.05" units="cm"/>
      <inkml:brushProperty name="height" value="0.05" units="cm"/>
      <inkml:brushProperty name="color" value="#CC0066"/>
    </inkml:brush>
  </inkml:definitions>
  <inkml:trace contextRef="#ctx0" brushRef="#br0">0 0 14568 0 0,'0'0'0'0'0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26.119"/>
    </inkml:context>
    <inkml:brush xml:id="br0">
      <inkml:brushProperty name="width" value="0.05" units="cm"/>
      <inkml:brushProperty name="height" value="0.05" units="cm"/>
      <inkml:brushProperty name="color" value="#CC0066"/>
    </inkml:brush>
  </inkml:definitions>
  <inkml:trace contextRef="#ctx0" brushRef="#br0">115 19 14272 0 0,'-38'49'949'0'0,"-10"10"55"0"0,20-15 1218 0 0,29-42-1700 0 0,3-4-188 0 0,19-25-108 0 0,31-47-1 0 0,-19 28 65 0 0,-17 22-2875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26.248"/>
    </inkml:context>
    <inkml:brush xml:id="br0">
      <inkml:brushProperty name="width" value="0.05" units="cm"/>
      <inkml:brushProperty name="height" value="0.05" units="cm"/>
      <inkml:brushProperty name="color" value="#CC0066"/>
    </inkml:brush>
  </inkml:definitions>
  <inkml:trace contextRef="#ctx0" brushRef="#br0">97 13 12960 0 0,'-12'20'457'0'0,"0"0"1"0"0,-2-1 0 0 0,-32 34-1 0 0,33-37 754 0 0,20-19-678 0 0,13-24-317 0 0,47-48-1 0 0,-63 70-198 0 0,27-26-2102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26.821"/>
    </inkml:context>
    <inkml:brush xml:id="br0">
      <inkml:brushProperty name="width" value="0.05" units="cm"/>
      <inkml:brushProperty name="height" value="0.05" units="cm"/>
      <inkml:brushProperty name="color" value="#CC0066"/>
    </inkml:brush>
  </inkml:definitions>
  <inkml:trace contextRef="#ctx0" brushRef="#br0">0 306 12456 0 0,'20'-13'369'0'0,"29"-23"0"0"0,-33 22 94 0 0,38-22 0 0 0,-51 34-307 0 0,6-2 452 0 0,-9 3-594 0 0,0 1-1 0 0,1 0 1 0 0,-1 0 0 0 0,0 0 0 0 0,0 0-1 0 0,0 0 1 0 0,1 0 0 0 0,-1 0 0 0 0,0 0-1 0 0,0 0 1 0 0,0 0 0 0 0,0 0-1 0 0,1 0 1 0 0,-1 0 0 0 0,0 0 0 0 0,0 0-1 0 0,0 0 1 0 0,1 0 0 0 0,-1 0 0 0 0,0 0-1 0 0,0 0 1 0 0,0 0 0 0 0,0 1 0 0 0,0-1-1 0 0,1 0 1 0 0,-1 0 0 0 0,0 0 0 0 0,0 0-1 0 0,0 0 1 0 0,0 0 0 0 0,0 0 0 0 0,1 0-1 0 0,-1 1 1 0 0,0-1 0 0 0,0 0 0 0 0,0 0-1 0 0,0 0 1 0 0,0 0 0 0 0,0 0 0 0 0,0 0-1 0 0,0 1 1 0 0,0-1 0 0 0,0 0-1 0 0,0 0 1 0 0,-10 16 506 0 0,4-1-371 0 0,5-11-113 0 0,-1-1 0 0 0,1 1 0 0 0,-1 0 0 0 0,0-1 0 0 0,0 1 0 0 0,-4 3 1 0 0,6-7-35 0 0,0 0 0 0 0,0 0 0 0 0,-1 0 0 0 0,1 0 0 0 0,0 0 0 0 0,0 1 0 0 0,0-1 0 0 0,-1 0 0 0 0,1 0 0 0 0,0 0 0 0 0,0 0 0 0 0,0 0 0 0 0,0 0 0 0 0,0 1 0 0 0,0-1 0 0 0,-1 0 0 0 0,1 0 0 0 0,0 0 1 0 0,0 0-1 0 0,0 1 0 0 0,0-1 0 0 0,0 0 0 0 0,0 0 0 0 0,0 0 0 0 0,0 0 0 0 0,0 1 0 0 0,0-1 0 0 0,0 0 0 0 0,0 0 0 0 0,0 0 0 0 0,0 0 0 0 0,0 1 0 0 0,0-1 0 0 0,0 0 0 0 0,0 0 0 0 0,1 0 1 0 0,-1 0-1 0 0,0 1 0 0 0,0-1 0 0 0,0 0 0 0 0,0 0 0 0 0,0 0 0 0 0,0 0 0 0 0,1 0 0 0 0,-1 0 0 0 0,0 1 0 0 0,0-1 0 0 0,0 0 0 0 0,0 0 0 0 0,1 0 0 0 0,-1 0 0 0 0,0 0 0 0 0,0 0 0 0 0,1 0 1 0 0,-1 0-1 0 0,0 0 0 0 0,0 0 0 0 0,0 0 0 0 0,1 0 0 0 0,-1 0 0 0 0,0 0 0 0 0,0 0 0 0 0,1 0 0 0 0,-1 0 0 0 0,0 0 0 0 0,0 0 0 0 0,1 0 0 0 0,13-1 26 0 0,-2-3-18 0 0,-1-1-1 0 0,0 1 0 0 0,0-2 0 0 0,-1 1 0 0 0,1-1 0 0 0,11-8 0 0 0,18-11 14 0 0,62-32 9 0 0,54-29 57 0 0,-153 85-83 0 0,-1 0-1 0 0,0 0 0 0 0,0 0 0 0 0,0 0 0 0 0,1 0 0 0 0,-1 1 0 0 0,1-1 0 0 0,-1 1 0 0 0,1-1 0 0 0,3 0 0 0 0,10-3 94 0 0,-14 4-89 0 0,-1 1-1 0 0,1-1 0 0 0,0 0 1 0 0,0 1-1 0 0,-1-1 1 0 0,1 1-1 0 0,0 0 0 0 0,-1-1 1 0 0,1 1-1 0 0,-1 0 1 0 0,1 0-1 0 0,-1 0 0 0 0,0 0 1 0 0,1 0-1 0 0,-1 0 1 0 0,0 0-1 0 0,0 0 0 0 0,0 0 1 0 0,2 3-1 0 0,-3-4-6 0 0,1 0-1 0 0,-1 1 1 0 0,1-1-1 0 0,-1 0 1 0 0,1 0-1 0 0,-1 0 1 0 0,1 1-1 0 0,0-1 1 0 0,-1 0-1 0 0,1 0 1 0 0,-1 0-1 0 0,1 0 1 0 0,-1 0-1 0 0,1 0 1 0 0,0 0-1 0 0,-1 0 1 0 0,1 0-1 0 0,-1 0 0 0 0,1 0 1 0 0,0 0-1 0 0,-1-1 1 0 0,1 1-1 0 0,-1 0 1 0 0,1 0-1 0 0,-1 0 1 0 0,1-1-1 0 0,-1 1 1 0 0,1 0-1 0 0,0-1 1 0 0,22-10-6 0 0,-15 7 12 0 0,-4 1-7 0 0,0 1-1 0 0,0 0 1 0 0,0-1-1 0 0,0 0 0 0 0,4-4 1 0 0,8-7-3 0 0,-15 13 1 0 0,7-7 0 0 0,-4 6 0 0 0,-1 1-1 0 0,2 1-6 0 0,-2 0-1 0 0,0 0 0 0 0,-2 0-6 0 0,-5 2-396 0 0,2 0 314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27.554"/>
    </inkml:context>
    <inkml:brush xml:id="br0">
      <inkml:brushProperty name="width" value="0.05" units="cm"/>
      <inkml:brushProperty name="height" value="0.05" units="cm"/>
      <inkml:brushProperty name="color" value="#CC0066"/>
    </inkml:brush>
  </inkml:definitions>
  <inkml:trace contextRef="#ctx0" brushRef="#br0">159 81 12160 0 0,'0'0'136'0'0,"-3"-1"-64"0"0,-6-1 99 0 0,0-1 0 0 0,0 1 1 0 0,0-2-1 0 0,1 1 0 0 0,0-1 1 0 0,0 0-1 0 0,0 0 0 0 0,1 0 1 0 0,-13-11-1 0 0,-27-8 745 0 0,34 12 140 0 0,12 10 3 0 0,8 6-785 0 0,0 0-103 0 0,1-1-1 0 0,0 1 1 0 0,-1-1-1 0 0,11 3 1 0 0,3 3-5 0 0,-13-7-65 0 0,0 1 0 0 0,0 0 1 0 0,1-1-1 0 0,-1 0 0 0 0,1-1 1 0 0,0 0-1 0 0,11 2 0 0 0,7 1 47 0 0,-17-2-2570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29.300"/>
    </inkml:context>
    <inkml:brush xml:id="br0">
      <inkml:brushProperty name="width" value="0.05" units="cm"/>
      <inkml:brushProperty name="height" value="0.05" units="cm"/>
      <inkml:brushProperty name="color" value="#CC0066"/>
    </inkml:brush>
  </inkml:definitions>
  <inkml:trace contextRef="#ctx0" brushRef="#br0">393 236 12456 0 0,'-10'-9'1105'0'0,"-31"-22"330"0"0,32 25-1226 0 0,0 0 1 0 0,0-1 0 0 0,1 1 0 0 0,0-1-1 0 0,-11-13 1 0 0,11 10-50 0 0,-1 1 0 0 0,0 0-1 0 0,0 0 1 0 0,-1 1 0 0 0,-14-10 0 0 0,5 7 202 0 0,6 4-138 0 0,1 0 273 0 0,11 6 184 0 0,7 3 455 0 0,42 19-740 0 0,-21-11-6 0 0,45 26 0 0 0,-66-33-325 0 0,1 0 0 0 0,0 0 1 0 0,11 4-1 0 0,-12-6-25 0 0,-1 1 0 0 0,1 0 1 0 0,-1 1-1 0 0,0-1 0 0 0,0 1 0 0 0,7 4 0 0 0,-11-6-26 0 0,10 9 103 0 0,-11-10-115 0 0,0 0 0 0 0,1 0 0 0 0,-1 1 0 0 0,0-1 0 0 0,0 0 0 0 0,0 1 0 0 0,0-1 0 0 0,0 0 0 0 0,0 0 0 0 0,1 1-1 0 0,-1-1 1 0 0,0 0 0 0 0,0 1 0 0 0,0-1 0 0 0,0 0 0 0 0,0 1 0 0 0,-1-1 0 0 0,1 0 0 0 0,0 1 0 0 0,0-1 0 0 0,0 0 0 0 0,0 1 0 0 0,0-1 0 0 0,-1 0 0 0 0,1 0 0 0 0,0 1 0 0 0,0-1 0 0 0,0 0 0 0 0,-1 1 0 0 0,0-1 0 0 0,0 0 2 0 0,-1 0 0 0 0,1 0 0 0 0,-1 0 0 0 0,1 0 0 0 0,-1-1-1 0 0,1 1 1 0 0,-1 0 0 0 0,1-1 0 0 0,0 1 0 0 0,-1 0 0 0 0,-1-2 0 0 0,-2 1-1 0 0,-5-2 3 0 0,1 1 0 0 0,0-1 0 0 0,-1 0 0 0 0,2 0 1 0 0,-1-1-1 0 0,0 0 0 0 0,-12-8 0 0 0,-52-38 18 0 0,61 40-20 0 0,-13-11-3 0 0,20 16-1 0 0,-1 0 0 0 0,0-1 0 0 0,-12-6 0 0 0,4 1 14 0 0,13 10-11 0 0,0-1 0 0 0,-1 1-1 0 0,1 0 1 0 0,0 0-1 0 0,-1-1 1 0 0,0 1 0 0 0,1 0-1 0 0,-1 0 1 0 0,0 0 0 0 0,0 0-1 0 0,1 1 1 0 0,-1-1-1 0 0,0 0 1 0 0,0 1 0 0 0,-4-2-1 0 0,2 2 0 0 0,-12 0 165 0 0,13 2-66 0 0,8 3-40 0 0,6 2 6 0 0,7 6 66 0 0,1-1 1 0 0,0 0-1 0 0,2-2 1 0 0,38 17 0 0 0,-20-13 56 0 0,-19-6-14 0 0,42 11-1 0 0,-52-15-116 0 0,-9-3-50 0 0,0-1 1 0 0,0 1-1 0 0,0-1 0 0 0,0 0 0 0 0,0 1 0 0 0,0-1 0 0 0,0 0 1 0 0,0 0-1 0 0,0 1 0 0 0,0-1 0 0 0,1 0 0 0 0,-1 0 9 0 0,-1 0-17 0 0,0-1 1 0 0,-1 1 0 0 0,1-1 0 0 0,0 1-1 0 0,-1-1 1 0 0,1 1 0 0 0,-1-1 0 0 0,1 1 0 0 0,0 0-1 0 0,-1-1 1 0 0,1 1 0 0 0,-1 0 0 0 0,1-1-1 0 0,-1 1 1 0 0,0 0 0 0 0,1-1 0 0 0,-1 1-1 0 0,1 0 1 0 0,-1 0 0 0 0,0 0 0 0 0,1-1 0 0 0,-2 1-1 0 0,-17-4 4 0 0,12 3-2 0 0,-18-6 8 0 0,1-1-1 0 0,0 0 1 0 0,0-1 0 0 0,-30-16 0 0 0,25 7 15 0 0,29 18-24 0 0,0 0 0 0 0,0 0 0 0 0,0 0 0 0 0,0 0 0 0 0,0 0 0 0 0,0 0 0 0 0,0 0 0 0 0,0 0 0 0 0,0 0 0 0 0,0 0 0 0 0,0 0 0 0 0,0 0 0 0 0,0 0 0 0 0,0 0 0 0 0,0 0 0 0 0,0 0 0 0 0,-1 0 0 0 0,1 0 0 0 0,0 0 0 0 0,0 0 0 0 0,0 0 0 0 0,0 0 0 0 0,0 0 0 0 0,0 0 0 0 0,0 0 0 0 0,0 0 0 0 0,0 0 0 0 0,0 0 0 0 0,0 0 0 0 0,0 0 0 0 0,0 0 0 0 0,0 0 0 0 0,0 0 0 0 0,0 0 0 0 0,0 0 0 0 0,0 0 0 0 0,0 0 0 0 0,0 0 0 0 0,0 0 0 0 0,0 0 0 0 0,0 0 0 0 0,0 0 0 0 0,3 5 26 0 0,6 7-8 0 0,8 3 10 0 0,1-1 1 0 0,1-1-1 0 0,30 17 0 0 0,67 30 141 0 0,-73-35-29 0 0,-43-25-141 0 0,0 0 0 0 0,0 0 1 0 0,0 0-1 0 0,-1 0 1 0 0,1 0-1 0 0,0 0 0 0 0,0 0 1 0 0,0 0-1 0 0,0 0 1 0 0,0 0-1 0 0,0 0 0 0 0,0 0 1 0 0,-1 0-1 0 0,1 0 1 0 0,0 0-1 0 0,0 0 0 0 0,0 0 1 0 0,0 0-1 0 0,0 0 1 0 0,0 0-1 0 0,0 1 0 0 0,0-1 1 0 0,0 0-1 0 0,0 0 1 0 0,-1 0-1 0 0,1 0 0 0 0,0 0 1 0 0,0 0-1 0 0,0 0 1 0 0,0 0-1 0 0,0 0 1 0 0,0 0-1 0 0,0 1 0 0 0,0-1 1 0 0,0 0-1 0 0,0 0 1 0 0,0 0-1 0 0,0 0 0 0 0,0 0 1 0 0,0 0-1 0 0,0 0 1 0 0,0 0-1 0 0,0 0 0 0 0,0 1 1 0 0,0-1-1 0 0,0 0 1 0 0,1 0-1 0 0,-1 0 0 0 0,0 0 1 0 0,0 0-1 0 0,-11-1 29 0 0,-54-13 37 0 0,42 10-37 0 0,0-1 1 0 0,0-1 0 0 0,0 0 0 0 0,1-1 0 0 0,1-1 0 0 0,-23-10 0 0 0,-24-26 118 0 0,78 49 176 0 0,98 52 337 0 0,-33-29-262 0 0,-28-11-136 0 0,-27-6-4 0 0,-18-9-91 0 0,-15-4-103 0 0,-24-12 38 0 0,0 0 0 0 0,1-2 0 0 0,-57-33 0 0 0,57 26-32 0 0,27 16-19 0 0,0 1 0 0 0,0 1 0 0 0,-1-1 0 0 0,-11-4-1 0 0,13 7 113 0 0,9 3 20 0 0,13 7-59 0 0,21 15-19 0 0,-25-14-57 0 0,1-1-1 0 0,1 0 1 0 0,-1-1-1 0 0,1 0 1 0 0,16 5-1 0 0,-25-10-35 0 0,0 1-4 0 0,0-1 1 0 0,-1 0 0 0 0,1 0-1 0 0,0-1 1 0 0,0 1-1 0 0,0 0 1 0 0,0-1-1 0 0,0 1 1 0 0,0-1 0 0 0,0 0-1 0 0,0 0 1 0 0,0 0-1 0 0,0 0 1 0 0,0 0 0 0 0,6-1-1 0 0,-9 1-7 0 0,1 0-1 0 0,-1 0 1 0 0,1 0 0 0 0,-1-1-1 0 0,1 1 1 0 0,-1 0 0 0 0,0 0-1 0 0,1 0 1 0 0,-1-1 0 0 0,0 1-1 0 0,1 0 1 0 0,-1 0-1 0 0,0 0 1 0 0,1-1 0 0 0,-1 1-1 0 0,0 0 1 0 0,0-1 0 0 0,1 1-1 0 0,-1 0 1 0 0,0-1 0 0 0,0 1-1 0 0,0 0 1 0 0,1-1-1 0 0,-1 1 1 0 0,0 0 0 0 0,0-1-1 0 0,-4-11 42 0 0,-12-7-6 0 0,4 10-25 0 0,1 1 0 0 0,-1 0 0 0 0,-1 0-1 0 0,0 1 1 0 0,0 0 0 0 0,-17-6 0 0 0,11 5 4 0 0,1-1 1 0 0,-24-15 0 0 0,36 21-8 0 0,1 0 0 0 0,-1 0 0 0 0,-11-4 0 0 0,-4-2 38 0 0,24 23-9 0 0,0-10-35 0 0,1 1 0 0 0,0-1 0 0 0,0 0 1 0 0,0 0-1 0 0,6 4 0 0 0,1-1 4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30.158"/>
    </inkml:context>
    <inkml:brush xml:id="br0">
      <inkml:brushProperty name="width" value="0.05" units="cm"/>
      <inkml:brushProperty name="height" value="0.05" units="cm"/>
      <inkml:brushProperty name="color" value="#CC0066"/>
    </inkml:brush>
  </inkml:definitions>
  <inkml:trace contextRef="#ctx0" brushRef="#br0">76 83 8840 0 0,'-32'76'5293'0'0,"8"-26"-4734"0"0,20-44-200 0 0,0 1 1 0 0,1 0-1 0 0,1 0 1 0 0,0 0 0 0 0,0 1-1 0 0,-1 9 1 0 0,3-16-35 0 0,5-9-275 0 0,-1 1 0 0 0,-1-1 0 0 0,1 1 0 0 0,1-9-1 0 0,27-76-5 0 0,4-15-174 0 0,-32 83 16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30.538"/>
    </inkml:context>
    <inkml:brush xml:id="br0">
      <inkml:brushProperty name="width" value="0.05" units="cm"/>
      <inkml:brushProperty name="height" value="0.05" units="cm"/>
      <inkml:brushProperty name="color" value="#CC0066"/>
    </inkml:brush>
  </inkml:definitions>
  <inkml:trace contextRef="#ctx0" brushRef="#br0">129 104 9240 0 0,'0'0'856'0'0,"0"-2"-768"0"0,0-1 68 0 0,-1 0 1 0 0,0 0-1 0 0,0 1 0 0 0,0-1 1 0 0,0 0-1 0 0,0 1 1 0 0,-1-1-1 0 0,0 1 1 0 0,1-1-1 0 0,-1 1 0 0 0,0 0 1 0 0,-1 0-1 0 0,1-1 1 0 0,-4-2-1 0 0,-8-5 232 0 0,-23-14 0 0 0,29 19-232 0 0,-35-17-1457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30.682"/>
    </inkml:context>
    <inkml:brush xml:id="br0">
      <inkml:brushProperty name="width" value="0.05" units="cm"/>
      <inkml:brushProperty name="height" value="0.05" units="cm"/>
      <inkml:brushProperty name="color" value="#CC0066"/>
    </inkml:brush>
  </inkml:definitions>
  <inkml:trace contextRef="#ctx0" brushRef="#br0">111 58 12552 0 0,'-5'-1'231'0'0,"0"0"1"0"0,1 0 0 0 0,-1 0 0 0 0,0-1-1 0 0,1 0 1 0 0,-1 1 0 0 0,1-1 0 0 0,-6-4-1 0 0,1 2 133 0 0,-26-17 1636 0 0,15 8-288 0 0,20 11-1054 0 0,7 1-477 0 0,5 1-110 0 0,-5 1 1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30.998"/>
    </inkml:context>
    <inkml:brush xml:id="br0">
      <inkml:brushProperty name="width" value="0.05" units="cm"/>
      <inkml:brushProperty name="height" value="0.05" units="cm"/>
      <inkml:brushProperty name="color" value="#CC0066"/>
    </inkml:brush>
  </inkml:definitions>
  <inkml:trace contextRef="#ctx0" brushRef="#br0">408 134 11760 0 0,'0'0'1230'0'0,"-4"-1"-1070"0"0,-35-8 456 0 0,1-1-1 0 0,0-2 1 0 0,1-1-1 0 0,1-1 1 0 0,-38-20-1 0 0,57 25-449 0 0,8 4-71 0 0,0 0 0 0 0,-1 0 0 0 0,1 1 0 0 0,-1 0-1 0 0,-17-5 1 0 0,25 9-73 0 0,-1 0-1 0 0,1 0 1 0 0,0 0-1 0 0,0 0 1 0 0,-1 0-1 0 0,1 1 1 0 0,0-1-1 0 0,0 0 1 0 0,0 1 0 0 0,-1-1-1 0 0,1 1 1 0 0,0 0-1 0 0,0 0 1 0 0,-3 1-1 0 0,4-2-8 0 0,1 0-1 0 0,-1 1 0 0 0,0-1 0 0 0,0 1 1 0 0,0-1-1 0 0,0 1 0 0 0,0-1 1 0 0,1 1-1 0 0,-1-1 0 0 0,0 1 1 0 0,0 0-1 0 0,1-1 0 0 0,-1 1 1 0 0,1 0-1 0 0,-1 0 0 0 0,1-1 1 0 0,-1 1-1 0 0,1 0 0 0 0,0 0 0 0 0,-1-1 1 0 0,1 1-1 0 0,0 0 0 0 0,0 0 1 0 0,0 0-1 0 0,0-1 0 0 0,-1 1 1 0 0,2 0-1 0 0,-1 0 0 0 0,0 0 1 0 0,0-1-1 0 0,0 1 0 0 0,1 1 0 0 0,0 0 0 0 0,1 1-1 0 0,0-1 1 0 0,0 1-1 0 0,0-1 0 0 0,0 0 1 0 0,0 0-1 0 0,1 0 1 0 0,-1 0-1 0 0,1 0 0 0 0,0 0 1 0 0,-1-1-1 0 0,7 3 0 0 0,2 1 13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31.364"/>
    </inkml:context>
    <inkml:brush xml:id="br0">
      <inkml:brushProperty name="width" value="0.05" units="cm"/>
      <inkml:brushProperty name="height" value="0.05" units="cm"/>
      <inkml:brushProperty name="color" value="#CC0066"/>
    </inkml:brush>
  </inkml:definitions>
  <inkml:trace contextRef="#ctx0" brushRef="#br0">392 152 12456 0 0,'0'0'938'0'0,"-3"0"-806"0"0,-34-8 275 0 0,25 6-110 0 0,-1 0-1 0 0,1-1 1 0 0,-1-1 0 0 0,1 1-1 0 0,-15-8 1 0 0,-21-13 243 0 0,20 10 172 0 0,-43-18 0 0 0,39 18-256 0 0,21 9-186 0 0,0 1 0 0 0,-14-5 0 0 0,21 8-125 0 0,1 0 0 0 0,-1 0 0 0 0,0-1 0 0 0,1 1 0 0 0,-1-1 0 0 0,1 1 0 0 0,0-1-1 0 0,-5-3 1 0 0,7 4-65 0 0,19 2 614 0 0,-9 0-610 0 0,3 1-6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31.857"/>
    </inkml:context>
    <inkml:brush xml:id="br0">
      <inkml:brushProperty name="width" value="0.05" units="cm"/>
      <inkml:brushProperty name="height" value="0.05" units="cm"/>
      <inkml:brushProperty name="color" value="#CC0066"/>
    </inkml:brush>
  </inkml:definitions>
  <inkml:trace contextRef="#ctx0" brushRef="#br0">418 198 12664 0 0,'0'0'1870'0'0,"-3"-2"-1675"0"0,-23-6 716 0 0,-41-10-1 0 0,-14-4-18 0 0,63 16-652 0 0,0-1 0 0 0,1 0 0 0 0,0-1 0 0 0,1-1 0 0 0,0 0 0 0 0,-25-19 0 0 0,-32-20 375 0 0,57 32-407 0 0,7 6 428 0 0,14 14-589 0 0,0-1 0 0 0,1 0 1 0 0,-1 0-1 0 0,1 0 0 0 0,0-1 0 0 0,0 0 1 0 0,0 1-1 0 0,7 0 0 0 0,-7-1-31 0 0,12 4 33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32.463"/>
    </inkml:context>
    <inkml:brush xml:id="br0">
      <inkml:brushProperty name="width" value="0.05" units="cm"/>
      <inkml:brushProperty name="height" value="0.05" units="cm"/>
      <inkml:brushProperty name="color" value="#CC0066"/>
    </inkml:brush>
  </inkml:definitions>
  <inkml:trace contextRef="#ctx0" brushRef="#br0">438 87 12760 0 0,'0'0'1656'0'0,"-4"1"-1522"0"0,-3 1 149 0 0,0 0-1 0 0,0 0 1 0 0,0 0-1 0 0,0-1 1 0 0,-1 0-1 0 0,1 0 1 0 0,-1 0-1 0 0,1-1 1 0 0,-13 0-1 0 0,3-1 33 0 0,-1-1 0 0 0,0 0-1 0 0,1-2 1 0 0,-26-6 0 0 0,13 2 137 0 0,1-2 1 0 0,0 0 0 0 0,-42-22-1 0 0,51 24 137 0 0,17 8-488 0 0,1-1-1 0 0,-1 0 1 0 0,1 1 0 0 0,0-1 0 0 0,0 0 0 0 0,0 0 0 0 0,0 0 0 0 0,0-1 0 0 0,0 1 0 0 0,-3-3 1247 0 0,20 6-1023 0 0,49 19 161 0 0,-41-13-337 0 0,0-1 0 0 0,1-1 1 0 0,43 8-1 0 0,-34-9 22 0 0,37 10 0 0 0,-59-12-124 0 0,-1 0 25 0 0,2 0 112 0 0,-81 0-116 0 0,51-1-61 0 0,1-1 0 0 0,-1 0 0 0 0,1-1 1 0 0,-31-3-1 0 0,32 0-4 0 0,1 0 0 0 0,-1 0 0 0 0,1-2 0 0 0,-21-7 1 0 0,9 1 0 0 0,-39-22 1 0 0,63 30-3 0 0,2 3 4 0 0,3 0-4 0 0,0 0 0 0 0,0 1 0 0 0,0-1 0 0 0,0 1 0 0 0,0-1 0 0 0,0 1 0 0 0,0-1 0 0 0,0 1 0 0 0,-1 0 0 0 0,1 0 0 0 0,3 1 0 0 0,1 2 1 0 0,9 2 10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33.849"/>
    </inkml:context>
    <inkml:brush xml:id="br0">
      <inkml:brushProperty name="width" value="0.05" units="cm"/>
      <inkml:brushProperty name="height" value="0.05" units="cm"/>
      <inkml:brushProperty name="color" value="#CC0066"/>
    </inkml:brush>
  </inkml:definitions>
  <inkml:trace contextRef="#ctx0" brushRef="#br0">35 208 12960 0 0,'0'0'1705'0'0,"2"-3"-1202"0"0,8-12-29 0 0,-1-1 1 0 0,0 0-1 0 0,-2-1 1 0 0,-1 1 0 0 0,5-20-1 0 0,-5 9-129 0 0,-5 16 60 0 0,2 1 0 0 0,4-12 0 0 0,-6 20-50 0 0,2-6-4 0 0,-3 7-124 0 0,-2 3 192 0 0,0 2-372 0 0,0 0-1 0 0,0 1 1 0 0,1-1 0 0 0,-1 0-1 0 0,1 0 1 0 0,0 7-1 0 0,-2 3 54 0 0,-18 107 762 0 0,20-119-813 0 0,1-1-1 0 0,0 1 0 0 0,0 0 0 0 0,0 0 1 0 0,0-1-1 0 0,0 1 0 0 0,1 3 1 0 0,-1-5-41 0 0,0 0-1 0 0,0 0 1 0 0,0 0 0 0 0,0 1 0 0 0,0-1 0 0 0,0 0 0 0 0,0 0 0 0 0,0 0 0 0 0,0 0 0 0 0,0 0 0 0 0,0 0 0 0 0,0 0 0 0 0,1 0-1 0 0,-1 1 1 0 0,0-1 0 0 0,0 0 0 0 0,0 0 0 0 0,0 0 0 0 0,0 0 0 0 0,0 0 0 0 0,0 0 0 0 0,1 0 0 0 0,-1 0 0 0 0,0 0 0 0 0,0 0-1 0 0,0 0 1 0 0,0 0 0 0 0,0 0 0 0 0,0 0 0 0 0,1 0 0 0 0,-1 0 0 0 0,0 0 0 0 0,0 0 0 0 0,0 0 0 0 0,0 0 0 0 0,0 0-1 0 0,1 0 1 0 0,-1 0 0 0 0,0 0 0 0 0,8-7 153 0 0,8-16-27 0 0,-1-1 0 0 0,-2 0 0 0 0,-1-1 0 0 0,8-28-1 0 0,-17 44-87 0 0,-1-11 203 0 0,-6 13-15 0 0,4 7-228 0 0,-1 0-1 0 0,1 0 1 0 0,-1 0 0 0 0,1 0-1 0 0,0 0 1 0 0,-1 1-1 0 0,1-1 1 0 0,-1 0 0 0 0,1 0-1 0 0,0 0 1 0 0,-1 0-1 0 0,1 0 1 0 0,0 1 0 0 0,-1-1-1 0 0,1 0 1 0 0,0 0-1 0 0,-1 0 1 0 0,1 1 0 0 0,0-1-1 0 0,0 0 1 0 0,-1 0-1 0 0,1 1 1 0 0,0-1 0 0 0,0 0-1 0 0,0 0 1 0 0,0 1-1 0 0,-1-1 1 0 0,-23 27 117 0 0,4-4 3 0 0,-23 32 0 0 0,21-23-47 0 0,10-15 35 0 0,1 0 0 0 0,-9 19 0 0 0,19-29 130 0 0,1-5-146 0 0,1-4-53 0 0,14-9 63 0 0,10-14-16 0 0,-1-1 1 0 0,39-56 0 0 0,-30 37-9 0 0,-29 39-351 0 0,10-13 761 0 0,-10 6-3861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34.193"/>
    </inkml:context>
    <inkml:brush xml:id="br0">
      <inkml:brushProperty name="width" value="0.05" units="cm"/>
      <inkml:brushProperty name="height" value="0.05" units="cm"/>
      <inkml:brushProperty name="color" value="#CC0066"/>
    </inkml:brush>
  </inkml:definitions>
  <inkml:trace contextRef="#ctx0" brushRef="#br0">436 45 18895 0 0,'-63'77'1962'0'0,"42"-55"-1665"0"0,11-12 366 0 0,0 1 0 0 0,0 0 1 0 0,-12 19-1 0 0,33-47 786 0 0,10-15-1282 0 0,21-48 0 0 0,-31 59-148 0 0,-8 17-14 0 0,-1-1 0 0 0,0 1 0 0 0,0-1 0 0 0,0 1 0 0 0,-1-1 0 0 0,0 1 0 0 0,0-1 0 0 0,0-5 0 0 0,-1 7-2 0 0,-1 0 2 0 0,0 3-5 0 0,0-1 1 0 0,1 1-1 0 0,-1 0 0 0 0,0-1 1 0 0,1 1-1 0 0,-1 0 0 0 0,0 0 1 0 0,1-1-1 0 0,-1 1 1 0 0,0 0-1 0 0,0 0 0 0 0,1 0 1 0 0,-1 0-1 0 0,0 0 0 0 0,0 0 1 0 0,0 0-1 0 0,1 0 1 0 0,-1 0-1 0 0,0 0 0 0 0,0 0 1 0 0,1 0-1 0 0,-1 0 0 0 0,0 0 1 0 0,-1 1-1 0 0,1-1 2 0 0,-8 2 0 0 0,-1 0 0 0 0,1 1 0 0 0,0 0 0 0 0,0 1 0 0 0,1-1 0 0 0,-10 6 0 0 0,-4 2 0 0 0,-12 4 3 0 0,4-1 9 0 0,-1-2 0 0 0,-55 18-1 0 0,61-24 375 0 0,-22 6-447 0 0,16-5-3488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34.304"/>
    </inkml:context>
    <inkml:brush xml:id="br0">
      <inkml:brushProperty name="width" value="0.05" units="cm"/>
      <inkml:brushProperty name="height" value="0.05" units="cm"/>
      <inkml:brushProperty name="color" value="#CC0066"/>
    </inkml:brush>
  </inkml:definitions>
  <inkml:trace contextRef="#ctx0" brushRef="#br0">1 12 10752 0 0,'0'0'0'0'0,"3"-1"0"0"0,5-2 0 0 0,2 0 432 0 0,4-2 8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34.480"/>
    </inkml:context>
    <inkml:brush xml:id="br0">
      <inkml:brushProperty name="width" value="0.05" units="cm"/>
      <inkml:brushProperty name="height" value="0.05" units="cm"/>
      <inkml:brushProperty name="color" value="#CC0066"/>
    </inkml:brush>
  </inkml:definitions>
  <inkml:trace contextRef="#ctx0" brushRef="#br0">265 0 10544 0 0,'0'0'1866'0'0,"-3"1"-1515"0"0,-71 24 1793 0 0,54-18-1765 0 0,-23 11 1 0 0,2-1-115 0 0,-42 11-1905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1:34.993"/>
    </inkml:context>
    <inkml:brush xml:id="br0">
      <inkml:brushProperty name="width" value="0.05" units="cm"/>
      <inkml:brushProperty name="height" value="0.05" units="cm"/>
      <inkml:brushProperty name="color" value="#CC0066"/>
    </inkml:brush>
  </inkml:definitions>
  <inkml:trace contextRef="#ctx0" brushRef="#br0">57 147 13360 0 0,'36'-20'455'0'0,"11"-8"339"0"0,-26 14-362 0 0,0 0-1 0 0,1 2 1 0 0,1 0 0 0 0,27-11-1 0 0,-37 17-201 0 0,-12 5-109 0 0,1 0-1 0 0,-1 0 1 0 0,1 0 0 0 0,0 1 0 0 0,-1-1 0 0 0,1 0-1 0 0,0 1 1 0 0,0-1 0 0 0,0 1 0 0 0,0-1-1 0 0,3 1 1 0 0,-5 0-14 0 0,-7 9 171 0 0,3-6-237 0 0,0 1 0 0 0,-1-1-1 0 0,0 0 1 0 0,0 1-1 0 0,-7 2 1 0 0,-11 8 75 0 0,-92 53 302 0 0,79-48-284 0 0,26-13-73 0 0,2-2 17 0 0,0 0 0 0 0,0 1 0 0 0,1-1 0 0 0,0 2 0 0 0,0-1 0 0 0,-6 6 0 0 0,37-17 397 0 0,-6-3-418 0 0,16-5 115 0 0,-2-1-1 0 0,0-1 0 0 0,40-27 0 0 0,-49 26 55 0 0,50-26-1 0 0,-57 36-147 0 0,-11 5-40 0 0,-1 1 1 0 0,0-1-1 0 0,0 0 1 0 0,7-5 0 0 0,-11 7-34 0 0,0 0 0 0 0,0 0 0 0 0,0 0 0 0 0,0-1 0 0 0,0 1 0 0 0,0 0 1 0 0,0 0-1 0 0,0 0 0 0 0,0 0 0 0 0,1 0 0 0 0,-1 0 0 0 0,0 0 0 0 0,0-1 1 0 0,0 1-1 0 0,0 0 0 0 0,0 0 0 0 0,0 0 0 0 0,0 0 0 0 0,1 0 0 0 0,-1 0 1 0 0,0 0-1 0 0,0 0 0 0 0,0 0 0 0 0,0 0 0 0 0,0 0 0 0 0,1 0 0 0 0,-1 0 0 0 0,0-1 1 0 0,0 1-1 0 0,0 0 0 0 0,0 0 0 0 0,0 0 0 0 0,1 0 0 0 0,-1 0 0 0 0,0 0 1 0 0,0 0-1 0 0,0 0 0 0 0,0 0 0 0 0,1 1 0 0 0,-1-1 0 0 0,0 0 0 0 0,0 0 1 0 0,0 0-1 0 0,0 0 0 0 0,1 0 0 0 0,-1 0 0 0 0,0 0 0 0 0,0 0 0 0 0,0 0 1 0 0,0 1-4 0 0,0-1 1 0 0,0 0 0 0 0,-1 1 0 0 0,1-1 0 0 0,0 0-1 0 0,0 1 1 0 0,-1-1 0 0 0,1 0 0 0 0,0 1 0 0 0,-1-1 0 0 0,1 0-1 0 0,0 0 1 0 0,-1 1 0 0 0,1-1 0 0 0,0 0 0 0 0,-1 0 0 0 0,1 0-1 0 0,-1 1 1 0 0,0-1 0 0 0,-25 11 42 0 0,1 2 0 0 0,-32 19 0 0 0,-7 4-29 0 0,-81 43 9 0 0,93-50-20 0 0,40-23-5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2:11.314"/>
    </inkml:context>
    <inkml:brush xml:id="br0">
      <inkml:brushProperty name="width" value="0.05" units="cm"/>
      <inkml:brushProperty name="height" value="0.05" units="cm"/>
      <inkml:brushProperty name="color" value="#CC0066"/>
    </inkml:brush>
  </inkml:definitions>
  <inkml:trace contextRef="#ctx0" brushRef="#br0">513 0 3208 0 0,'0'0'5729'0'0,"-3"2"-5554"0"0,-1-1-15 0 0,0 0 0 0 0,1 0 0 0 0,-1 0 0 0 0,0 0 0 0 0,0 0 0 0 0,0 0 0 0 0,1-1 0 0 0,-9 1 0 0 0,-33-1 558 0 0,-72 9 0 0 0,86-6-425 0 0,0 2 0 0 0,1 1 1 0 0,-52 15-1 0 0,67-17-165 0 0,-1 1 25 0 0,0 1 1 0 0,-15 6-1 0 0,26-9-89 0 0,-1 0-1 0 0,1 0 1 0 0,0 0-1 0 0,1 0 1 0 0,-1 0-1 0 0,1 1 1 0 0,0 0 0 0 0,0 0-1 0 0,-4 5 1 0 0,5-5-9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2:11.775"/>
    </inkml:context>
    <inkml:brush xml:id="br0">
      <inkml:brushProperty name="width" value="0.05" units="cm"/>
      <inkml:brushProperty name="height" value="0.05" units="cm"/>
      <inkml:brushProperty name="color" value="#CC0066"/>
    </inkml:brush>
  </inkml:definitions>
  <inkml:trace contextRef="#ctx0" brushRef="#br0">280 9 6728 0 0,'0'0'1122'0'0,"-4"0"-1007"0"0,-12-3 92 0 0,5 1 410 0 0,-1 1 0 0 0,-17-2 1 0 0,7 3-174 0 0,0 1 1 0 0,1 1 0 0 0,-28 4-1 0 0,-45 10-1236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2:12.015"/>
    </inkml:context>
    <inkml:brush xml:id="br0">
      <inkml:brushProperty name="width" value="0.05" units="cm"/>
      <inkml:brushProperty name="height" value="0.05" units="cm"/>
      <inkml:brushProperty name="color" value="#CC0066"/>
    </inkml:brush>
  </inkml:definitions>
  <inkml:trace contextRef="#ctx0" brushRef="#br0">264 0 11256 0 0,'-5'5'296'0'0,"0"-1"0"0"0,0 0 1 0 0,0 0-1 0 0,-1 0 0 0 0,1-1 1 0 0,-1 1-1 0 0,-1-1 1 0 0,1 0-1 0 0,-9 4 0 0 0,-16 7 241 0 0,-31 21 387 0 0,36-13-561 0 0,2-2-46 0 0,14-12-626 0 0,0 0 0 0 0,1 0 0 0 0,0 1 0 0 0,-8 11 1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2:12.522"/>
    </inkml:context>
    <inkml:brush xml:id="br0">
      <inkml:brushProperty name="width" value="0.05" units="cm"/>
      <inkml:brushProperty name="height" value="0.05" units="cm"/>
      <inkml:brushProperty name="color" value="#CC0066"/>
    </inkml:brush>
  </inkml:definitions>
  <inkml:trace contextRef="#ctx0" brushRef="#br0">39 0 9744 0 0,'0'0'1584'0'0,"-9"17"-1264"0"0,4-11 8 0 0,2-1-8 0 0,-3 0 0 0 0,0 2-192 0 0,1-2 0 0 0,0 1-8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2:17.850"/>
    </inkml:context>
    <inkml:brush xml:id="br0">
      <inkml:brushProperty name="width" value="0.05" units="cm"/>
      <inkml:brushProperty name="height" value="0.05" units="cm"/>
      <inkml:brushProperty name="color" value="#CC0066"/>
    </inkml:brush>
  </inkml:definitions>
  <inkml:trace contextRef="#ctx0" brushRef="#br0">139 12 9040 0 0,'0'0'1018'0'0,"-1"3"-706"0"0,-1 5 180 0 0,-2 0 0 0 0,0 1-1 0 0,0-1 1 0 0,0 0 0 0 0,-2-1-1 0 0,1 1 1 0 0,-9 8 0 0 0,11-11-395 0 0,0 0 1 0 0,1-1 0 0 0,-4 10-1 0 0,-14 25-7 0 0,9 5-21 0 0,-13 9 82 0 0,4 2 205 0 0,17-50 187 0 0,1-4-227 0 0,1-11-151 0 0,5-16-191 0 0,4-12 70 0 0,-4 15 0 0 0,18-44 0 0 0,-8 37-11 0 0,15-36 90 0 0,-25 53-102 0 0,-2 9-7 0 0,0-1 0 0 0,-1 1 0 0 0,0-1 0 0 0,0-7 0 0 0,0 3 42 0 0,1 11-9 0 0,0 11-25 0 0,-2-10-20 0 0,0 1 0 0 0,-1-1 0 0 0,0 1-1 0 0,0-1 1 0 0,0 0 0 0 0,-3 5 0 0 0,3-5 2 0 0,-1 1 0 0 0,1-1-1 0 0,0 0 1 0 0,0 1 0 0 0,0-1 0 0 0,0 5 0 0 0,0 10 17 0 0,-1-1 0 0 0,-8 24 0 0 0,1-2 29 0 0,1-14-11 0 0,5-20-18 0 0,2 0-1 0 0,-1 0 1 0 0,1 0-1 0 0,-1 0 0 0 0,1 5 1 0 0,-1 36 476 0 0,2-46-362 0 0,1-1-126 0 0,0 0 1 0 0,0 1 0 0 0,0-1-1 0 0,0 0 1 0 0,0 0 0 0 0,0 0-1 0 0,0 0 1 0 0,0 0 0 0 0,0-1-1 0 0,-1 1 1 0 0,1 0 0 0 0,-1 0-1 0 0,1 0 1 0 0,-1 0-1 0 0,1 0 1 0 0,-1-2 0 0 0,20-73 174 0 0,-14 44-68 0 0,14-33 1 0 0,-13 51-15 0 0,-5 13-20 0 0,-4 9-49 0 0,-2 8-15 0 0,-8 38 62 0 0,-44 104 0 0 0,51-146-67 0 0,1 0 0 0 0,-5 25 0 0 0,5-16-4 0 0,0-6-3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2:20.528"/>
    </inkml:context>
    <inkml:brush xml:id="br0">
      <inkml:brushProperty name="width" value="0.05" units="cm"/>
      <inkml:brushProperty name="height" value="0.05" units="cm"/>
      <inkml:brushProperty name="color" value="#CC0066"/>
    </inkml:brush>
  </inkml:definitions>
  <inkml:trace contextRef="#ctx0" brushRef="#br0">100 0 5520 0 0,'0'0'522'0'0,"-1"3"-411"0"0,-5 14 107 0 0,2 1 1 0 0,-3 33-1 0 0,0 0-2 0 0,-10 54 118 0 0,-5 23 52 0 0,-9 37 110 0 0,27-146-416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2:21.273"/>
    </inkml:context>
    <inkml:brush xml:id="br0">
      <inkml:brushProperty name="width" value="0.05" units="cm"/>
      <inkml:brushProperty name="height" value="0.05" units="cm"/>
      <inkml:brushProperty name="color" value="#CC0066"/>
    </inkml:brush>
  </inkml:definitions>
  <inkml:trace contextRef="#ctx0" brushRef="#br0">13 0 3312 0 0,'0'0'0'0'0,"-1"14"0"0"0,-1 1 224 0 0,-1 4 8 0 0,2 4 0 0 0,-1 3 0 0 0,1 4-120 0 0,-1 3-8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07.123"/>
    </inkml:context>
    <inkml:brush xml:id="br0">
      <inkml:brushProperty name="width" value="0.05" units="cm"/>
      <inkml:brushProperty name="height" value="0.05" units="cm"/>
      <inkml:brushProperty name="color" value="#CC0066"/>
    </inkml:brush>
  </inkml:definitions>
  <inkml:trace contextRef="#ctx0" brushRef="#br0">2928 0 18295 0 0,'0'0'6875'0'0,"-2"4"-6752"0"0,1-2-91 0 0,1-1 0 0 0,-1 1 0 0 0,0-1 0 0 0,0 1 0 0 0,0-1 0 0 0,-1 1 0 0 0,1-1 0 0 0,0 0 0 0 0,-1 1 0 0 0,1-1 0 0 0,-1 0 0 0 0,1 0 0 0 0,-1 0 0 0 0,0 0 1 0 0,0 0-1 0 0,1 0 0 0 0,-1 0 0 0 0,0 0 0 0 0,-2 0 0 0 0,-24 6 297 0 0,22-6-212 0 0,-1 1-1 0 0,1-1 1 0 0,0 1-1 0 0,-9 4 1 0 0,13-6-71 0 0,-1 1-1 0 0,1-1 1 0 0,0 0 0 0 0,0 1 0 0 0,-1-1 0 0 0,1 0-1 0 0,0 0 1 0 0,-1-1 0 0 0,-3 1 0 0 0,-1-1 136 0 0,-139 1 1035 0 0,142 1-1187 0 0,-1-1-1 0 0,1 1 1 0 0,0 0 0 0 0,0 0-1 0 0,0 0 1 0 0,1 0-1 0 0,-1 0 1 0 0,-5 3 0 0 0,-16 4 216 0 0,6-3-112 0 0,-8 1 231 0 0,-30 10-1 0 0,-6 2 232 0 0,19-7-71 0 0,22-5-268 0 0,-32 4-1 0 0,-4 1 214 0 0,10-1-222 0 0,-16 4 80 0 0,-63 16-328 0 0,120-29 0 0 0,-1 0 0 0 0,1 1 0 0 0,0-2 0 0 0,-8 1 0 0 0,9 0 0 0 0,-1-1 0 0 0,1 1 0 0 0,0 0 0 0 0,0 0 0 0 0,-9 2 0 0 0,-2 2 0 0 0,-35 7 0 0 0,35-9 0 0 0,0 1 0 0 0,-20 6 0 0 0,-72 23 0 0 0,90-29 0 0 0,-32 11 0 0 0,26-5 0 0 0,11-6 0 0 0,9-1 0 0 0,0-1 0 0 0,2-2 0 0 0,1 1 0 0 0,-1-1 0 0 0,0 1 0 0 0,1-1 0 0 0,-1 0 0 0 0,0 0 0 0 0,1 0 0 0 0,-1 0 0 0 0,-3-1 0 0 0,-5 0 0 0 0,-82 5 0 0 0,-21-4 0 0 0,103 1 0 0 0,0 0 0 0 0,1 0 0 0 0,0 1 0 0 0,-16 4 0 0 0,4 0 0 0 0,-43 10 0 0 0,-12 3 0 0 0,62-16 0 0 0,0 1 0 0 0,-23 9 0 0 0,21-7 0 0 0,-24 6 0 0 0,-5 3 0 0 0,17-5 0 0 0,10-4 0 0 0,-71 19 0 0 0,-48 11 0 0 0,125-31 0 0 0,0 1 0 0 0,0 0 0 0 0,1 0 0 0 0,-15 10 0 0 0,22-13 0 0 0,-62 44 0 0 0,20-12 0 0 0,11-11 0 0 0,-43 27 0 0 0,57-36 0 0 0,-27 22 0 0 0,27-20 0 0 0,7-6 0 0 0,2 0 0 0 0,0 0 0 0 0,0 1 0 0 0,1 0 0 0 0,1 0 0 0 0,-10 16 0 0 0,0 2 0 0 0,14-19 0 0 0,0 0 0 0 0,-7 12 0 0 0,5-3 0 0 0,-1 0 0 0 0,2 0 0 0 0,-8 31 0 0 0,10-23 0 0 0,2-11 0 0 0,1-1 0 0 0,-1 20 0 0 0,4-19 0 0 0,-1 3 0 0 0,2-1 0 0 0,0 1 0 0 0,1-1 0 0 0,12 37 0 0 0,14 24 0 0 0,9 21 0 0 0,-2 6 0 0 0,-13-31 0 0 0,49 145 0 0 0,-66-202 0 0 0,35 101 0 0 0,15 57 0 0 0,-6-23 0 0 0,-21-66 0 0 0,38 195 0 0 0,-59-248 0 0 0,21 77 0 0 0,-4-23 0 0 0,9 27 0 0 0,-27-98 0 0 0,2 1 0 0 0,13 22 0 0 0,6 13 0 0 0,17 52 0 0 0,-40-99 0 0 0,-1-1 0 0 0,2 0 0 0 0,5 7 0 0 0,3 4 0 0 0,39 48 0 0 0,-40-51 0 0 0,1 0 0 0 0,0 0 0 0 0,2-1 0 0 0,31 22 0 0 0,32 21 0 0 0,-29-21 0 0 0,-33-22 0 0 0,0-2 0 0 0,21 13 0 0 0,19 8 0 0 0,19 10 0 0 0,-51-32 0 0 0,0-1 0 0 0,1-1 0 0 0,0-1 0 0 0,35 6 0 0 0,-8-1 0 0 0,-32-8 0 0 0,1 0 0 0 0,0-1 0 0 0,27 1 0 0 0,64-2 0 0 0,-86-2 0 0 0,-19 0 0 0 0,1 1 0 0 0,0 0 0 0 0,-1 0 0 0 0,9 2 0 0 0,-9-1 0 0 0,1-1 0 0 0,-1 1 0 0 0,1-1 0 0 0,8 0 0 0 0,-1-1 0 0 0,15 0 0 0 0,0-1 0 0 0,43-5 0 0 0,26-5 0 0 0,20-3 0 0 0,-36-2 0 0 0,111-35 0 0 0,-139 34 0 0 0,-24 6 0 0 0,37-8 0 0 0,50-7 0 0 0,193-39 0 0 0,-165 41 0 0 0,210-29 0 0 0,-164 29 0 0 0,-126 17 0 0 0,286-38 0 0 0,-336 42 0 0 0,1 0 0 0 0,-1-1 0 0 0,-1-1 0 0 0,1 0 0 0 0,14-7 0 0 0,-1-1 0 0 0,40-24 0 0 0,-52 27 0 0 0,-1 0 0 0 0,-1-1 0 0 0,0 0 0 0 0,0-1 0 0 0,16-18 0 0 0,50-60 0 0 0,-72 79 0 0 0,0-1 0 0 0,0 0 0 0 0,-2 0 0 0 0,0 0 0 0 0,9-23 0 0 0,5-26 0 0 0,-10 31 0 0 0,11-55 0 0 0,-19 54 0 0 0,-4-36 0 0 0,0 20 0 0 0,1 2 0 0 0,-2-1 0 0 0,-13-58 0 0 0,5 71 0 0 0,-3 0 0 0 0,-30-53 0 0 0,-5-12 0 0 0,-17-62 0 0 0,45 108 0 0 0,-15-35 0 0 0,28 65 0 0 0,6 17 0 0 0,0 0 0 0 0,-1 1 0 0 0,-3-9 0 0 0,-3-2 0 0 0,-5-20 0 0 0,7 19 0 0 0,-11-20 0 0 0,-1-2 0 0 0,-16-46 0 0 0,13 28 0 0 0,2 1 0 0 0,-9-20 0 0 0,18 51 0 0 0,7 16 0 0 0,0 0 0 0 0,0 0 0 0 0,-1 1 0 0 0,-8-12 0 0 0,8 15 0 0 0,0 0 0 0 0,2 0 0 0 0,2 0 0 0 0,0 0 0 0 0,0 0 0 0 0,0-1 0 0 0,0 1 0 0 0,0 0 0 0 0,0 0 0 0 0,0-1 0 0 0,0 1 0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3:00.312"/>
    </inkml:context>
    <inkml:brush xml:id="br0">
      <inkml:brushProperty name="width" value="0.05" units="cm"/>
      <inkml:brushProperty name="height" value="0.05" units="cm"/>
      <inkml:brushProperty name="color" value="#CC0066"/>
    </inkml:brush>
  </inkml:definitions>
  <inkml:trace contextRef="#ctx0" brushRef="#br0">60 0 8136 0 0,'0'0'2569'0'0,"-3"0"-2481"0"0,-54 0 488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3:39.045"/>
    </inkml:context>
    <inkml:brush xml:id="br0">
      <inkml:brushProperty name="width" value="0.05" units="cm"/>
      <inkml:brushProperty name="height" value="0.05" units="cm"/>
      <inkml:brushProperty name="color" value="#CC0066"/>
    </inkml:brush>
  </inkml:definitions>
  <inkml:trace contextRef="#ctx0" brushRef="#br0">0 0 22007 0 0,'0'0'744'0'0,"4"0"-366"0"0,119 0 4793 0 0,67 0-2853 0 0,-187 0-2288 0 0,0 0 1 0 0,0 1 0 0 0,0-1-1 0 0,0 1 1 0 0,6 1 0 0 0,-6-1-4 0 0,0 0 0 0 0,0 0 0 0 0,0-1 1 0 0,0 1-1 0 0,0-1 0 0 0,4 1 0 0 0,126-1 940 0 0,-67 5-711 0 0,-55-5-217 0 0,-1 1 1 0 0,1 0-1 0 0,-1 1 1 0 0,0 0-1 0 0,12 3 0 0 0,-5-1 5 0 0,51 13 167 0 0,-41-9-4331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3:39.520"/>
    </inkml:context>
    <inkml:brush xml:id="br0">
      <inkml:brushProperty name="width" value="0.05" units="cm"/>
      <inkml:brushProperty name="height" value="0.05" units="cm"/>
      <inkml:brushProperty name="color" value="#CC0066"/>
    </inkml:brush>
  </inkml:definitions>
  <inkml:trace contextRef="#ctx0" brushRef="#br0">1 0 23415 0 0,'0'0'1479'0'0,"22"1"3650"0"0,-11 1-4686 0 0,-8-1-266 0 0,-1 0-1 0 0,1-1 1 0 0,0 1 0 0 0,0 0 0 0 0,0-1-1 0 0,4 0 1 0 0,0 1-67 0 0,-1-1 0 0 0,0 1 0 0 0,0 0 0 0 0,0 1 0 0 0,8 1 0 0 0,20 4 286 0 0,-24-5-396 0 0,-1 0 0 0 0,1 1 0 0 0,15 5 0 0 0,-1 0 0 0 0,26 10 0 0 0,-11-2 0 0 0,-29-13 0 0 0,-1 1 0 0 0,0 0 0 0 0,0 1 0 0 0,12 8 0 0 0,-9-8 0 0 0,-8-4 0 0 0,-1 0 0 0 0,0 0 0 0 0,1 1 0 0 0,-1-1 0 0 0,0 1 0 0 0,3 2 0 0 0,1 0 892 0 0,-4-2-3275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3:46.104"/>
    </inkml:context>
    <inkml:brush xml:id="br0">
      <inkml:brushProperty name="width" value="0.05" units="cm"/>
      <inkml:brushProperty name="height" value="0.05" units="cm"/>
      <inkml:brushProperty name="color" value="#CC0066"/>
    </inkml:brush>
  </inkml:definitions>
  <inkml:trace contextRef="#ctx0" brushRef="#br0">1621 326 23519 0 0,'0'0'8697'0'0,"3"-10"-8281"0"0,-4 2-408 0 0,0 0 0 0 0,0 0 0 0 0,-1-1 0 0 0,-1 1 0 0 0,1 0 0 0 0,-2 0 0 0 0,-4-8 0 0 0,-38-52 46 0 0,21 34-45 0 0,-9-9-9 0 0,-2-4 0 0 0,26 31 0 0 0,7 14 0 0 0,-1-1 0 0 0,0 0 0 0 0,1 1 0 0 0,3 1 0 0 0,-1 1 0 0 0,1 0 0 0 0,0-1 0 0 0,0 1 0 0 0,-1 0 0 0 0,1 0 0 0 0,0-1 0 0 0,-1 1 0 0 0,1 0 0 0 0,-1 0 0 0 0,1-1 0 0 0,0 1 0 0 0,-1 0 0 0 0,1 0 0 0 0,-1 0 0 0 0,1 0 0 0 0,-1-1 0 0 0,1 1 0 0 0,-1 0 0 0 0,1 0 0 0 0,0 0 0 0 0,-1 0 0 0 0,1 0 0 0 0,-1 0 0 0 0,0 0 0 0 0,-1 0 0 0 0,1 0 0 0 0,1 0 0 0 0,0 0 0 0 0,0 0 0 0 0,0 0 0 0 0,-1 0 0 0 0,1 0 0 0 0,0 1 0 0 0,0-1 0 0 0,-1 0 0 0 0,1 0 0 0 0,0 0 0 0 0,0 0 0 0 0,0 0 0 0 0,0 0 0 0 0,-1 0 0 0 0,1 0 0 0 0,0 1 0 0 0,0-1 0 0 0,0 0 0 0 0,0 0 0 0 0,0 0 0 0 0,0 0 0 0 0,-1 0 0 0 0,1 1 0 0 0,0-1 0 0 0,0 0 0 0 0,0 0 0 0 0,0 0 0 0 0,0 0 0 0 0,0 1 0 0 0,0-1 0 0 0,0 0 0 0 0,0 0 0 0 0,0 0 0 0 0,0 0 0 0 0,0 1 0 0 0,0-1 0 0 0,0 0 0 0 0,0 0 0 0 0,0 0 0 0 0,0 0 0 0 0,0 1 0 0 0,0-1 0 0 0,0 0 0 0 0,1 0 0 0 0,-1 0 0 0 0,2 10 0 0 0,15 14 0 0 0,1 0 0 0 0,26 26 0 0 0,-21-25 0 0 0,-4-4 0 0 0,-3-4 0 0 0,-1 1 0 0 0,-1-1 0 0 0,-1 2 0 0 0,13 24 0 0 0,-17-20 0 0 0,-7-15 0 0 0,0-2 0 0 0,1 1 0 0 0,7 12 0 0 0,-7-16 0 0 0,0 0 0 0 0,0-1 0 0 0,-3 2 0 0 0,0-2 0 0 0,0 1 0 0 0,-3 0 0 0 0,2-2 0 0 0,0 0 0 0 0,-1-1 0 0 0,1 1 0 0 0,0 0 0 0 0,-1 0 0 0 0,1-1 0 0 0,0 1 0 0 0,-1-1 0 0 0,1 1 0 0 0,-1-1 0 0 0,1 1 0 0 0,-1-1 0 0 0,1 0 0 0 0,-1 0 0 0 0,0 0 0 0 0,1 1 0 0 0,-1-1 0 0 0,1 0 0 0 0,-1 0 0 0 0,0-1 0 0 0,1 1 0 0 0,-1 0 0 0 0,1 0 0 0 0,-1 0 0 0 0,1-1 0 0 0,-1 1 0 0 0,-1-1 0 0 0,-13-2 0 0 0,-12 3 0 0 0,8 0 0 0 0,-1 0 0 0 0,1 1 0 0 0,0 0 0 0 0,-27 5 0 0 0,-95 20 0 0 0,103-18 0 0 0,-85 22 0 0 0,-24 11 0 0 0,146-41 0 0 0,-2 2 0 0 0,-1 1 0 0 0,3 0 0 0 0,-1-1 0 0 0,0-2 0 0 0,1 0 0 0 0,4-1 0 0 0,22 1 0 0 0,-20 0 0 0 0,0 0 0 0 0,0 0 0 0 0,-1 0 0 0 0,1 0 0 0 0,0 0 0 0 0,0 0 0 0 0,-1 0 0 0 0,1 0 0 0 0,0 0 0 0 0,-1 0 0 0 0,2 1 0 0 0,5-2 0 0 0,-6-1 0 0 0,-1 0 0 0 0,1-1 0 0 0,0 1 0 0 0,-1-3 0 0 0,10-4 0 0 0,-7 5 0 0 0,5-4 0 0 0,-7 6 0 0 0,0 1 0 0 0,-1-2 0 0 0,3 0 0 0 0,-1-1 0 0 0,1 1 0 0 0,0 0 0 0 0,0 0 0 0 0,0 1 0 0 0,1-1 0 0 0,-1 1 0 0 0,1 0 0 0 0,0 1 0 0 0,11-3 0 0 0,7-1 0 0 0,129-35 0 0 0,-104 35 0 0 0,-11 1 0 0 0,-14 1 0 0 0,11-1 0 0 0,-18 3 0 0 0,-15 1 0 0 0,0 0 0 0 0,0-1 0 0 0,0 1 0 0 0,1 0 0 0 0,-1-1 0 0 0,0 1 0 0 0,0-1 0 0 0,0 0 0 0 0,0 1 0 0 0,0-1 0 0 0,4-2 0 0 0,-3 2 0 0 0,-1 1 0 0 0,1 0 0 0 0,0 0 0 0 0,-1-1 0 0 0,1 0 0 0 0,0 1 0 0 0,7 0 0 0 0,-8 0 0 0 0,-2-2 0 0 0,-2-1 0 0 0,-2 1 0 0 0,-1 0 0 0 0,1-1 0 0 0,-1 0 0 0 0,0 0 0 0 0,0 0 0 0 0,1 1 0 0 0,-1-1 0 0 0,-13-14 0 0 0,8 8 0 0 0,3 2 0 0 0,-1-1 0 0 0,1 1 0 0 0,1-1 0 0 0,0 0 0 0 0,-4-8 0 0 0,-8-14 0 0 0,8 15 0 0 0,1 0 0 0 0,1-1 0 0 0,1 0 0 0 0,-6-28 0 0 0,-7-19 0 0 0,18 58 0 0 0,0 3 0 0 0,0-1 0 0 0,-1 1 0 0 0,1-1 0 0 0,0 1 0 0 0,-1-1 0 0 0,0 1 0 0 0,-2-3 0 0 0,0 2 0 0 0,1 0 0 0 0,-1 0 0 0 0,0 0 0 0 0,0 1 0 0 0,1-1 0 0 0,-1 0 0 0 0,2 0 0 0 0,0 1 0 0 0,-1 1 0 0 0,-1 1 0 0 0,4 0 0 0 0,-1 0 0 0 0,1 1 0 0 0,0-1 0 0 0,-1 0 0 0 0,1 0 0 0 0,0 0 0 0 0,0 1 0 0 0,0-1 0 0 0,-1 0 0 0 0,1 0 0 0 0,0 1 0 0 0,0-1 0 0 0,0 0 0 0 0,-1 0 0 0 0,1 1 0 0 0,0-1 0 0 0,0 0 0 0 0,0 0 0 0 0,0 1 0 0 0,0-1 0 0 0,0 0 0 0 0,0 1 0 0 0,0-1 0 0 0,0 0 0 0 0,0 0 0 0 0,0 1 0 0 0,0 9 0 0 0,0-8 0 0 0,0 0 0 0 0,0 4 0 0 0,0-1 0 0 0,0 0 0 0 0,1 0 0 0 0,0 1 0 0 0,0-1 0 0 0,0 0 0 0 0,4 8 0 0 0,23 51 0 0 0,-21-51 0 0 0,45 73 0 0 0,-41-68 0 0 0,-8-12 0 0 0,1 0 0 0 0,0 0 0 0 0,8 10 0 0 0,-8-13 0 0 0,-1 0 0 0 0,-1-1 0 0 0,-1 0 0 0 0,-1 0 0 0 0,1 0 0 0 0,-1-1 0 0 0,0 1 0 0 0,1 0 0 0 0,-1 0 0 0 0,0 0 0 0 0,0 0 0 0 0,-1-1 0 0 0,1 1 0 0 0,0 0 0 0 0,-2 2 0 0 0,0-1 0 0 0,2 0 0 0 0,0 0 0 0 0,0 0 0 0 0,-2 0 0 0 0,2-1 0 0 0,0 1 0 0 0,0 0 0 0 0,0 0 0 0 0,0-1 0 0 0,0-3 0 0 0,0 3 0 0 0,0 0 0 0 0,0 1 0 0 0,0 0 0 0 0,0 0 0 0 0,0 0 0 0 0,0-1 0 0 0,0 2 0 0 0,0-2 0 0 0,0-4 0 0 0,1-1 0 0 0,2 2 0 0 0,1 1 0 0 0,-1 0 0 0 0,1 0 0 0 0,0 0 0 0 0,0-1 0 0 0,-2 1 0 0 0,-3-2 0 0 0,0 2 0 0 0,0 0 0 0 0,0-1 0 0 0,0 1 0 0 0,0 0 0 0 0,0 0 0 0 0,-1 0 0 0 0,1 0 0 0 0,0 0 0 0 0,0 0 0 0 0,0 0 0 0 0,-1 0 0 0 0,1 0 0 0 0,0 0 0 0 0,-1 0 0 0 0,-2 1 0 0 0,-17-1 0 0 0,-1 0 0 0 0,-39 6 0 0 0,-59 11 0 0 0,113-16 0 0 0,-135 30 0 0 0,-36 20 0 0 0,168-48 0 0 0,1 0 0 0 0,-1 1 0 0 0,1-1 0 0 0,-16 10 0 0 0,21-10 0 0 0,1 0 0 0 0,-1-1 0 0 0,1 1 0 0 0,-2 0 0 0 0,2 0 0 0 0,-1 0 0 0 0,13-7 0 0 0,-1 0 0 0 0,1 0 0 0 0,15-3 0 0 0,-7 1 0 0 0,74-29 0 0 0,-53 20 0 0 0,0 1 0 0 0,48-13 0 0 0,-56 19 0 0 0,32-13 0 0 0,3-1 0 0 0,-49 18 0 0 0,26-4 0 0 0,-13 4 0 0 0,-6 3 0 0 0,-21 1 0 0 0,-4 0 0 0 0,-2 0 0 0 0,-2 0 0 0 0,5 0 0 0 0,1 1 0 0 0,-1 1 0 0 0,0-1 0 0 0,0 0 0 0 0,0 1 0 0 0,0-1 0 0 0,-1 0 0 0 0,1 1 0 0 0,0-1 0 0 0,-1 0 0 0 0,1 0 0 0 0,-3 1 0 0 0,1 1 0 0 0,-1-1 0 0 0,0 1 0 0 0,1-2 0 0 0,-1 0 0 0 0,1-1 0 0 0,-2 0 0 0 0,2-1 0 0 0,1-1 0 0 0,-1-2 0 0 0,-1-1 0 0 0,0 1 0 0 0,0 0 0 0 0,0 0 0 0 0,-1 1 0 0 0,0-1 0 0 0,0 1 0 0 0,0 0 0 0 0,-11-6 0 0 0,-99-35 0 0 0,62 30 0 0 0,47 12 0 0 0,4 1 0 0 0,0 0 0 0 0,0 1 0 0 0,-1-1 0 0 0,1 0 0 0 0,0 1 0 0 0,0 0 0 0 0,0-1 0 0 0,-1 1 0 0 0,1 0 0 0 0,0 0 0 0 0,-1 0 0 0 0,-3 0 0 0 0,2 0 0 0 0,1 0 0 0 0,64-1 0 0 0,54 2 0 0 0,-101 1 0 0 0,0-1 0 0 0,-1 2 0 0 0,25 5 0 0 0,-24-5 0 0 0,-11-3 0 0 0,0 1 0 0 0,-1-1 0 0 0,1 1 0 0 0,0-1 0 0 0,-1 1 0 0 0,1 0 0 0 0,0 0 0 0 0,-1 0 0 0 0,0 0 0 0 0,1 0 0 0 0,-1 1 0 0 0,0-1 0 0 0,1 0 0 0 0,-1 1 0 0 0,3 2 0 0 0,-2-1 0 0 0,1 0 0 0 0,-1-3 0 0 0,-11 0 0 0 0,-11-4 0 0 0,0-1 0 0 0,1 0 0 0 0,-33-14 0 0 0,-22-7 0 0 0,52 21 0 0 0,-34-5 0 0 0,31 7 0 0 0,-22-7 0 0 0,45 9 0 0 0,-15 1 0 0 0,35 8 0 0 0,53 12 0 0 0,28 6 0 0 0,-77-21 0 0 0,43 14 0 0 0,-62-17 0 0 0,-1 0 0 0 0,1 1 0 0 0,-10-5 0 0 0,0 0 0 0 0,0 0 0 0 0,0 1 0 0 0,0-1 0 0 0,-6 1 0 0 0,-11-4 0 0 0,-152-38 0 0 0,138 36 0 0 0,24 4 0 0 0,1 1 0 0 0,-18-6 0 0 0,23 5 0 0 0,-37-8 0 0 0,40 11 0 0 0,14 1 0 0 0,0 0 0 0 0,19 5 0 0 0,-13-3 0 0 0,128 28 0 0 0,-76-16 0 0 0,-57-14 0 0 0,-8-1 0 0 0,-1 1 0 0 0,0-1 0 0 0,0 0 0 0 0,0 1 0 0 0,0 0 0 0 0,0-1 0 0 0,0 1 0 0 0,0 0 0 0 0,0-1 0 0 0,0 1 0 0 0,0 0 0 0 0,-1 0 0 0 0,1 0 0 0 0,2 3 0 0 0,0-2 0 0 0,0 0 0 0 0,14-4 0 0 0,-107-13 0 0 0,-20-6 0 0 0,121 23 0 0 0,69 15 0 0 0,-78-16 0 0 0,-1-1 0 0 0,0 1 0 0 0,0-1 0 0 0,0 0 0 0 0,0 0 0 0 0,0 0 0 0 0,0 0 0 0 0,0 0 0 0 0,0 0 0 0 0,0 0 0 0 0,0 0 0 0 0,4-2 0 0 0,-3 1 0 0 0,-5-2 0 0 0,-2 0 0 0 0,-1 0 0 0 0,0 1 0 0 0,-1 0 0 0 0,1-1 0 0 0,-1 1 0 0 0,1 1 0 0 0,-1-1 0 0 0,0 1 0 0 0,-7-2 0 0 0,-8-2 0 0 0,-1-1 0 0 0,-134-34 0 0 0,53 20 0 0 0,99 19 0 0 0,11 2 0 0 0,-1 0 0 0 0,1 0 0 0 0,-1 0 0 0 0,7 2 0 0 0,20 5 0 0 0,-23-7 0 0 0,13 2 0 0 0,44 11 0 0 0,-52-7 0 0 0,-12-6 0 0 0,-27-9 0 0 0,-138-19 0 0 0,149 24 0 0 0,10 2 0 0 0,0 0 0 0 0,0 0 0 0 0,0 0 0 0 0,0 1 0 0 0,-1-1 0 0 0,1 1 0 0 0,0 0 0 0 0,0 0 0 0 0,-6 0 0 0 0,121 0 0 0 0,-108-1 0 0 0,-4 1 0 0 0,0 0 0 0 0,0 0 0 0 0,0 0 0 0 0,0 0 0 0 0,0 0 0 0 0,1 0 0 0 0,-1 0 0 0 0,0 0 0 0 0,0 0 0 0 0,0-1 0 0 0,0 1 0 0 0,0 0 0 0 0,0 0 0 0 0,0 0 0 0 0,0 0 0 0 0,0 0 0 0 0,1 0 0 0 0,-1 0 0 0 0,0 0 0 0 0,0-1 0 0 0,0 1 0 0 0,0 0 0 0 0,0 0 0 0 0,0 0 0 0 0,0 0 0 0 0,0 0 0 0 0,0 0 0 0 0,0-1 0 0 0,0 1 0 0 0,0 0 0 0 0,0 0 0 0 0,0 0 0 0 0,0 0 0 0 0,0 0 0 0 0,-1 0 0 0 0,1-1 0 0 0,0 1 0 0 0,0 0 0 0 0,0 0 0 0 0,0 0 0 0 0,0 0 0 0 0,0 0 0 0 0,0 0 0 0 0,0 0 0 0 0,0 0 0 0 0,-1-1 0 0 0,1 1 0 0 0,0 0 0 0 0,0 0 0 0 0,0 0 0 0 0,0 0 0 0 0,0 0 0 0 0,-1 0 0 0 0,-5-3 0 0 0,6 3 0 0 0,-25-6 0 0 0,1 1 0 0 0,-1 0 0 0 0,-26-2 0 0 0,28 7 0 0 0,-24 0 0 0 0,44 0 0 0 0,-1 0 0 0 0,0-1 0 0 0,0 1 0 0 0,1-2 0 0 0,-1 1 0 0 0,-22-4 0 0 0,-2 2 0 0 0,1 0 0 0 0,0 1 0 0 0,-1 1 0 0 0,-40 2 0 0 0,2 0 0 0 0,-178-1-49 0 0,158 5-215 0 0,-63 1-1031 0 0,122-4-1693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3:47.616"/>
    </inkml:context>
    <inkml:brush xml:id="br0">
      <inkml:brushProperty name="width" value="0.05" units="cm"/>
      <inkml:brushProperty name="height" value="0.05" units="cm"/>
      <inkml:brushProperty name="color" value="#CC0066"/>
    </inkml:brush>
  </inkml:definitions>
  <inkml:trace contextRef="#ctx0" brushRef="#br0">61 105 18191 0 0,'-1'-2'551'0'0,"-6"-9"-120"0"0,-6-12 2238 0 0,-17-40 0 0 0,27 58-1587 0 0,0 7-389 0 0,0 8-410 0 0,3 1-198 0 0,2 0 1 0 0,-1-1-1 0 0,2 1 1 0 0,0-1-1 0 0,0 1 1 0 0,1-1 0 0 0,12 19-1 0 0,4 2 150 0 0,29 31-1 0 0,-28-36-112 0 0,-15-19-99 0 0,1 2 55 0 0,0 1 0 0 0,2-1 0 0 0,-1-1 1 0 0,19 16-1 0 0,-12-18 118 0 0,-11-5-3749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3:47.791"/>
    </inkml:context>
    <inkml:brush xml:id="br0">
      <inkml:brushProperty name="width" value="0.05" units="cm"/>
      <inkml:brushProperty name="height" value="0.05" units="cm"/>
      <inkml:brushProperty name="color" value="#CC0066"/>
    </inkml:brush>
  </inkml:definitions>
  <inkml:trace contextRef="#ctx0" brushRef="#br0">52 26 20303 0 0,'-36'-25'3618'0'0,"36"25"-3570"0"0,0 0 1 0 0,-1 0-1 0 0,1 0 1 0 0,-1 0 0 0 0,1 0-1 0 0,0-1 1 0 0,-1 1 0 0 0,1 0-1 0 0,-1 0 1 0 0,1 0-1 0 0,0 0 1 0 0,-1 0 0 0 0,1 0-1 0 0,-1 0 1 0 0,1 0 0 0 0,-1 0-1 0 0,1 0 1 0 0,0 0-1 0 0,-1 0 1 0 0,1 0 0 0 0,-1 1-1 0 0,1-1 1 0 0,0 0 0 0 0,-1 0-1 0 0,1 0 1 0 0,-1 0-1 0 0,1 0 1 0 0,0 1 0 0 0,-1-1-1 0 0,1 0 1 0 0,0 0 0 0 0,0 1-1 0 0,-1-1 1 0 0,1 0-1 0 0,0 0 1 0 0,-1 1 0 0 0,1-1-1 0 0,0 0 1 0 0,0 0 0 0 0,0 1-1 0 0,0-1 1 0 0,-1 0-1 0 0,1 1 1 0 0,0-1 0 0 0,0 0-1 0 0,0 1 1 0 0,0-1 0 0 0,0 1-1 0 0,0 1 16 0 0,-1 2 2 0 0,1 1 0 0 0,0-1 0 0 0,0 1 0 0 0,1-1 0 0 0,0 1 0 0 0,0-1 0 0 0,0 0 0 0 0,0 1 0 0 0,1-1 0 0 0,0 0 0 0 0,0 0 0 0 0,6 8 0 0 0,-1-4-28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3:48.140"/>
    </inkml:context>
    <inkml:brush xml:id="br0">
      <inkml:brushProperty name="width" value="0.05" units="cm"/>
      <inkml:brushProperty name="height" value="0.05" units="cm"/>
      <inkml:brushProperty name="color" value="#CC0066"/>
    </inkml:brush>
  </inkml:definitions>
  <inkml:trace contextRef="#ctx0" brushRef="#br0">98 127 16983 0 0,'-3'-3'442'0'0,"-12"-15"-100"0"0,-37-45 2430 0 0,25 20-4416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3:48.298"/>
    </inkml:context>
    <inkml:brush xml:id="br0">
      <inkml:brushProperty name="width" value="0.05" units="cm"/>
      <inkml:brushProperty name="height" value="0.05" units="cm"/>
      <inkml:brushProperty name="color" value="#CC0066"/>
    </inkml:brush>
  </inkml:definitions>
  <inkml:trace contextRef="#ctx0" brushRef="#br0">1 0 17983 0 0,'12'9'1194'0'0,"33"45"297"0"0,-14-18-616 0 0,-26-31-743 0 0,-1 0-1 0 0,1-1 1 0 0,0 1 0 0 0,0-1-1 0 0,1 0 1 0 0,0-1-1 0 0,0 1 1 0 0,13 6-1 0 0,-10-5 226 0 0,0 0-3307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3:48.664"/>
    </inkml:context>
    <inkml:brush xml:id="br0">
      <inkml:brushProperty name="width" value="0.05" units="cm"/>
      <inkml:brushProperty name="height" value="0.05" units="cm"/>
      <inkml:brushProperty name="color" value="#CC0066"/>
    </inkml:brush>
  </inkml:definitions>
  <inkml:trace contextRef="#ctx0" brushRef="#br0">180 167 18695 0 0,'-72'-94'2608'0'0,"26"38"-1234"0"0,35 43-1117 0 0,6 9 217 0 0,3 4 1279 0 0,3 6-1668 0 0,0 0 0 0 0,0-1 0 0 0,1 1 1 0 0,0 0-1 0 0,0-1 0 0 0,1 1 0 0 0,0-1 1 0 0,7 9-1 0 0,5 10 77 0 0,53 99 810 0 0,-65-117-846 0 0,0-1 0 0 0,1 0 0 0 0,-1 0 0 0 0,1 0 0 0 0,8 6 0 0 0,-12-11-124 0 0,0 0 1 0 0,0 0 0 0 0,0 0-1 0 0,0 0 1 0 0,0 0-1 0 0,0 0 1 0 0,0 0-1 0 0,0 0 1 0 0,0-1 0 0 0,0 1-1 0 0,0 0 1 0 0,0 0-1 0 0,0 0 1 0 0,0 0-1 0 0,0 0 1 0 0,0 0 0 0 0,0 0-1 0 0,0 0 1 0 0,0 0-1 0 0,0 0 1 0 0,0 0-1 0 0,0 0 1 0 0,0 0 0 0 0,0 0-1 0 0,1 0 1 0 0,-1 0-1 0 0,0 0 1 0 0,0-1-1 0 0,0 1 1 0 0,0 0-1 0 0,0 0 1 0 0,0 0 0 0 0,0 0-1 0 0,0 0 1 0 0,0 0-1 0 0,0 0 1 0 0,0 0-1 0 0,1 0 1 0 0,-1 0 0 0 0,0 0-1 0 0,0 0 1 0 0,0 0-1 0 0,0 0 1 0 0,0 0-1 0 0,0 0 1 0 0,0 0 0 0 0,0 0-1 0 0,0 0 1 0 0,0 0-1 0 0,0 0 1 0 0,1 0-1 0 0,-1 0 1 0 0,0 1 0 0 0,-3-8 62 0 0,-30-43 119 0 0,-77-86 0 0 0,73 104-64 0 0,36 31-86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4:02.359"/>
    </inkml:context>
    <inkml:brush xml:id="br0">
      <inkml:brushProperty name="width" value="0.05" units="cm"/>
      <inkml:brushProperty name="height" value="0.05" units="cm"/>
      <inkml:brushProperty name="color" value="#CC0066"/>
    </inkml:brush>
  </inkml:definitions>
  <inkml:trace contextRef="#ctx0" brushRef="#br0">0 0 11656 0 0,'0'0'0'0'0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4:02.518"/>
    </inkml:context>
    <inkml:brush xml:id="br0">
      <inkml:brushProperty name="width" value="0.05" units="cm"/>
      <inkml:brushProperty name="height" value="0.05" units="cm"/>
      <inkml:brushProperty name="color" value="#CC0066"/>
    </inkml:brush>
  </inkml:definitions>
  <inkml:trace contextRef="#ctx0" brushRef="#br0">44 0 12160 0 0,'0'0'209'0'0,"-23"3"1478"0"0,2-1-2471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4:02.628"/>
    </inkml:context>
    <inkml:brush xml:id="br0">
      <inkml:brushProperty name="width" value="0.05" units="cm"/>
      <inkml:brushProperty name="height" value="0.05" units="cm"/>
      <inkml:brushProperty name="color" value="#CC0066"/>
    </inkml:brush>
  </inkml:definitions>
  <inkml:trace contextRef="#ctx0" brushRef="#br0">2 0 13768 0 0,'0'0'0'0'0,"-2"0"0"0"0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4:02.787"/>
    </inkml:context>
    <inkml:brush xml:id="br0">
      <inkml:brushProperty name="width" value="0.05" units="cm"/>
      <inkml:brushProperty name="height" value="0.05" units="cm"/>
      <inkml:brushProperty name="color" value="#CC0066"/>
    </inkml:brush>
  </inkml:definitions>
  <inkml:trace contextRef="#ctx0" brushRef="#br0">123 3 13560 0 0,'-20'-2'1807'0'0,"-5"1"-2309"0"0</inkml:trace>
  <inkml:trace contextRef="#ctx0" brushRef="#br0" timeOffset="1">4 5 14272 0 0,'0'0'0'0'0,"-1"0"0"0"0,-1 0 0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4:03.486"/>
    </inkml:context>
    <inkml:brush xml:id="br0">
      <inkml:brushProperty name="width" value="0.05" units="cm"/>
      <inkml:brushProperty name="height" value="0.05" units="cm"/>
      <inkml:brushProperty name="color" value="#CC0066"/>
    </inkml:brush>
  </inkml:definitions>
  <inkml:trace contextRef="#ctx0" brushRef="#br0">34 0 11352 0 0,'0'0'1716'0'0,"-28"4"1272"0"0,23-3-4768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4:03.786"/>
    </inkml:context>
    <inkml:brush xml:id="br0">
      <inkml:brushProperty name="width" value="0.05" units="cm"/>
      <inkml:brushProperty name="height" value="0.05" units="cm"/>
      <inkml:brushProperty name="color" value="#CC0066"/>
    </inkml:brush>
  </inkml:definitions>
  <inkml:trace contextRef="#ctx0" brushRef="#br0">0 1 20095 0 0,'0'0'0'0'0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4:04.693"/>
    </inkml:context>
    <inkml:brush xml:id="br0">
      <inkml:brushProperty name="width" value="0.05" units="cm"/>
      <inkml:brushProperty name="height" value="0.05" units="cm"/>
      <inkml:brushProperty name="color" value="#CC0066"/>
    </inkml:brush>
  </inkml:definitions>
  <inkml:trace contextRef="#ctx0" brushRef="#br0">0 25 20903 0 0,'26'0'4098'0'0,"33"-3"-979"0"0,-43 1-2847 0 0,1 1 0 0 0,0 1 0 0 0,27 2 0 0 0,-30-1-85 0 0,-4 1-71 0 0,-1-1 0 0 0,1 0-1 0 0,0 0 1 0 0,-1-1-1 0 0,1 0 1 0 0,-1-1 0 0 0,12-1-1 0 0,-1 0 169 0 0,-1 0-1 0 0,32 1 0 0 0,-29 0-88 0 0,39-3-1 0 0,-8-2-33 0 0,12-1-34 0 0,-52 6-116 0 0,-1 2 2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4:05.836"/>
    </inkml:context>
    <inkml:brush xml:id="br0">
      <inkml:brushProperty name="width" value="0.05" units="cm"/>
      <inkml:brushProperty name="height" value="0.05" units="cm"/>
      <inkml:brushProperty name="color" value="#CC0066"/>
    </inkml:brush>
  </inkml:definitions>
  <inkml:trace contextRef="#ctx0" brushRef="#br0">0 1 12160 0 0,'0'0'0'0'0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4:15.144"/>
    </inkml:context>
    <inkml:brush xml:id="br0">
      <inkml:brushProperty name="width" value="0.05" units="cm"/>
      <inkml:brushProperty name="height" value="0.05" units="cm"/>
      <inkml:brushProperty name="color" value="#CC0066"/>
    </inkml:brush>
  </inkml:definitions>
  <inkml:trace contextRef="#ctx0" brushRef="#br0">236 174 20095 0 0,'0'0'1312'0'0,"-7"-17"1882"0"0,1 10-2315 0 0,1 0 0 0 0,-1 1 1 0 0,-1 0-1 0 0,-7-7 1 0 0,-1 1-22 0 0,13 9-666 0 0,-2-1 183 0 0,0-8 1810 0 0,4 12-2075 0 0,0 0-73 0 0,0 0-33 0 0,1 2-4 0 0,0 0 0 0 0,1-1 0 0 0,0 1 0 0 0,-1-1 0 0 0,1 0 0 0 0,0 1 0 0 0,0-1 0 0 0,3 2 0 0 0,-3-2 0 0 0,20 11 0 0 0,-17-10 0 0 0,-1 0 0 0 0,0 0 0 0 0,0 0 0 0 0,0 0 0 0 0,0 1 0 0 0,0 0 0 0 0,-1-1 0 0 0,1 1 0 0 0,-1 0 0 0 0,0 0 0 0 0,0 0 0 0 0,2 5 0 0 0,-5-8 0 0 0,0 1 0 0 0,0-1 0 0 0,1 0 0 0 0,-1 0 0 0 0,0 0 0 0 0,0 1 0 0 0,0-1 0 0 0,0 0 0 0 0,0 0 0 0 0,0 0 0 0 0,0 1 0 0 0,1-1 0 0 0,-1 0 0 0 0,0 0 0 0 0,0 0 0 0 0,0 1 0 0 0,1-1 0 0 0,-1 0 0 0 0,0 0 0 0 0,0 0 0 0 0,0 0 0 0 0,1 0 0 0 0,-1 0 0 0 0,0 1 0 0 0,0-1 0 0 0,1 0 0 0 0,-1 0 0 0 0,0 0 0 0 0,1 0 0 0 0,-1 0 0 0 0,0 0 0 0 0,0 0 0 0 0,1 0 0 0 0,-1 0 0 0 0,0 0 0 0 0,1 0 0 0 0,-14-13 0 0 0,-23-11 0 0 0,23 15 0 0 0,-21-16 0 0 0,59 42 0 0 0,-14-11 0 0 0,0 2 0 0 0,15 11 0 0 0,-25-18 0 0 0,-16-10 0 0 0,0 1 0 0 0,0-2 0 0 0,1 1 0 0 0,-23-22 0 0 0,19 15 0 0 0,53 56 0 0 0,-34-39 0 0 0,0-1 0 0 0,0 1 0 0 0,-7-5 0 0 0,0-1 0 0 0,-1 1 0 0 0,0 0 0 0 0,0 1 0 0 0,-9-4 0 0 0,-5-3 0 0 0,15 7 0 0 0,4 2 0 0 0,0 0 0 0 0,0-1 0 0 0,0 1 0 0 0,0 0 0 0 0,0 1 0 0 0,0-1 0 0 0,0 0 0 0 0,-5-1 0 0 0,20 16 0 0 0,0-5 0 0 0,-56-36 0 0 0,21 13 0 0 0,31 23 0 0 0,-8-7 0 0 0,0-1 0 0 0,0 0 0 0 0,0 1 0 0 0,1-1 0 0 0,-1 1 0 0 0,1-1 0 0 0,-1 0 0 0 0,1 0 0 0 0,0 0 0 0 0,-1 0 0 0 0,1 0 0 0 0,3 2 0 0 0,-7-9 0 0 0,-3-2 0 0 0,2 3 0 0 0,-1 1 0 0 0,0-1 0 0 0,0 1 0 0 0,0 0 0 0 0,-1 0 0 0 0,0 0 0 0 0,-8-5 0 0 0,12 9 0 0 0,1-1 0 0 0,0 1 0 0 0,-1 0 0 0 0,1 0 0 0 0,-1-1 0 0 0,1 1 0 0 0,0 0 0 0 0,-1 0 0 0 0,1 0 0 0 0,-1 0 0 0 0,1 0 0 0 0,-1-1 0 0 0,1 1 0 0 0,-1 0 0 0 0,1 0 0 0 0,0 0 0 0 0,-1 0 0 0 0,1 0 0 0 0,-1 0 0 0 0,1 0 0 0 0,-1 0 0 0 0,1 0 0 0 0,-1 1 0 0 0,0 5 0 0 0,12 11 0 0 0,12 1 0 0 0,-17-13 0 0 0,0-1 0 0 0,-1 1 0 0 0,0 0 0 0 0,0 0 0 0 0,0 0 0 0 0,4 7 0 0 0,-6-7 0 0 0,1 0 0 0 0,0-1 0 0 0,0 0 0 0 0,0 0 0 0 0,0 0 0 0 0,1 0 0 0 0,0 0 0 0 0,0-1 0 0 0,12 6 0 0 0,-10-4 0 0 0,-1 0 0 0 0,1 0 0 0 0,-1 0 0 0 0,0 0 0 0 0,-1 1 0 0 0,5 6 0 0 0,27 39 0 0 0,-29-39 0 0 0,1 3 0 0 0,-1 1 0 0 0,9 26 0 0 0,6 12 0 0 0,-9-25 0 0 0,-14-28 0 0 0,0-1 0 0 0,0 1 0 0 0,0 0 0 0 0,0 0 0 0 0,0 0 0 0 0,0-1 0 0 0,0 1 0 0 0,0 0 0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4:16.240"/>
    </inkml:context>
    <inkml:brush xml:id="br0">
      <inkml:brushProperty name="width" value="0.05" units="cm"/>
      <inkml:brushProperty name="height" value="0.05" units="cm"/>
      <inkml:brushProperty name="color" value="#CC0066"/>
    </inkml:brush>
  </inkml:definitions>
  <inkml:trace contextRef="#ctx0" brushRef="#br0">0 0 13864 0 0,'0'0'0'0'0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4:16.351"/>
    </inkml:context>
    <inkml:brush xml:id="br0">
      <inkml:brushProperty name="width" value="0.05" units="cm"/>
      <inkml:brushProperty name="height" value="0.05" units="cm"/>
      <inkml:brushProperty name="color" value="#CC0066"/>
    </inkml:brush>
  </inkml:definitions>
  <inkml:trace contextRef="#ctx0" brushRef="#br0">1 0 15472 0 0,'0'0'0'0'0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4:17.922"/>
    </inkml:context>
    <inkml:brush xml:id="br0">
      <inkml:brushProperty name="width" value="0.05" units="cm"/>
      <inkml:brushProperty name="height" value="0.05" units="cm"/>
      <inkml:brushProperty name="color" value="#CC0066"/>
    </inkml:brush>
  </inkml:definitions>
  <inkml:trace contextRef="#ctx0" brushRef="#br0">488 157 16983 0 0,'-15'-10'1548'0'0,"5"5"-977"0"0,0 0 0 0 0,0 1 0 0 0,0 0-1 0 0,-1 0 1 0 0,-16-3 0 0 0,-56-8 1530 0 0,18 5-791 0 0,57 8-968 0 0,-8-1 368 0 0,15 3-649 0 0,1 0-1 0 0,-1 0 1 0 0,1-1 0 0 0,-1 1 0 0 0,1 0 0 0 0,-1 0 0 0 0,1-1-1 0 0,0 1 1 0 0,-1 0 0 0 0,1 0 0 0 0,0-1 0 0 0,-1 1 0 0 0,1 0-1 0 0,0-1 1 0 0,-1 1 0 0 0,1 0 0 0 0,0-1 0 0 0,0 1 0 0 0,-1-1-1 0 0,1 1 1 0 0,0 0 0 0 0,0-1 0 0 0,0 1 0 0 0,0-1 0 0 0,0 0-1 0 0,0 1-26 0 0,0 0-1 0 0,0 0 1 0 0,0-1-1 0 0,1 1 1 0 0,-1 0-1 0 0,0 0 0 0 0,0 0 1 0 0,1 0-1 0 0,-1 0 1 0 0,0-1-1 0 0,1 1 1 0 0,-1 0-1 0 0,0 0 0 0 0,0 0 1 0 0,1 0-1 0 0,-1 0 1 0 0,0 0-1 0 0,1 0 0 0 0,-1 0 1 0 0,0 0-1 0 0,1 0 1 0 0,-1 0-1 0 0,0 0 1 0 0,0 0-1 0 0,1 0 0 0 0,-1 0 1 0 0,0 0-1 0 0,1 0 1 0 0,-1 0-1 0 0,1 1 0 0 0,12 1 74 0 0,-12-2-23 0 0,70 18 1145 0 0,-77-24-462 0 0,-9-3-679 0 0,-4 2 64 0 0,0 1 0 0 0,-1 0 0 0 0,-21-3 0 0 0,-16-5 276 0 0,39 11-16 0 0,25 4-412 0 0,0 0 0 0 0,-1 1 0 0 0,1 0 0 0 0,-1 0 0 0 0,7 4 0 0 0,23 6 0 0 0,-33-12 0 0 0,-2 1 0 0 0,0-1 0 0 0,0 0 0 0 0,0 1 0 0 0,0-1 0 0 0,0 0 0 0 0,0 1 0 0 0,0-1 0 0 0,0 1 0 0 0,0 0 0 0 0,0-1 0 0 0,0 1 0 0 0,0-1 0 0 0,0 1 0 0 0,1 1 0 0 0,-1-1 0 0 0,-16-8 0 0 0,8 4 0 0 0,-72-27 0 0 0,66 25 0 0 0,0 0 0 0 0,0 0 0 0 0,0 1 0 0 0,-22-4 0 0 0,9 1 0 0 0,25 7 0 0 0,6 1 0 0 0,0 0 0 0 0,0 0 0 0 0,0 0 0 0 0,0 1 0 0 0,0 0 0 0 0,0-1 0 0 0,0 1 0 0 0,-1 1 0 0 0,6 2 0 0 0,12 5 0 0 0,188 77 0 0 0,-197-80 0 0 0,0 0 0 0 0,-1 1 0 0 0,16 13 0 0 0,0 0 0 0 0,-12-10 0 0 0,-18-15 0 0 0,1 3 0 0 0,1 1 0 0 0,0-1 0 0 0,0 0 0 0 0,-1 0 0 0 0,1 1 0 0 0,-1-1 0 0 0,1 0 0 0 0,-1 0 0 0 0,1 1 0 0 0,-1-1 0 0 0,0 0 0 0 0,1 1 0 0 0,-1-1 0 0 0,0 1 0 0 0,0-1 0 0 0,0 1 0 0 0,-1-2 0 0 0,1 2 0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4:18.207"/>
    </inkml:context>
    <inkml:brush xml:id="br0">
      <inkml:brushProperty name="width" value="0.05" units="cm"/>
      <inkml:brushProperty name="height" value="0.05" units="cm"/>
      <inkml:brushProperty name="color" value="#CC0066"/>
    </inkml:brush>
  </inkml:definitions>
  <inkml:trace contextRef="#ctx0" brushRef="#br0">3 3 18191 0 0,'0'0'4366'0'0,"-3"-3"-6984"0"0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4:19.591"/>
    </inkml:context>
    <inkml:brush xml:id="br0">
      <inkml:brushProperty name="width" value="0.05" units="cm"/>
      <inkml:brushProperty name="height" value="0.05" units="cm"/>
      <inkml:brushProperty name="color" value="#CC0066"/>
    </inkml:brush>
  </inkml:definitions>
  <inkml:trace contextRef="#ctx0" brushRef="#br0">605 212 20903 0 0,'0'0'1000'0'0,"-19"-13"2918"0"0,13 12-3447 0 0,1-1 0 0 0,-1 0 0 0 0,1 0 1 0 0,-9-5-1 0 0,0 1 864 0 0,-22-14 786 0 0,12 7-995 0 0,12 9-1126 0 0,11 4 0 0 0,-1 0 0 0 0,1 0 0 0 0,0-1 0 0 0,-1 1 0 0 0,1-1 0 0 0,-1 1 0 0 0,1-1 0 0 0,0 0 0 0 0,0 1 0 0 0,-2-2 0 0 0,-2-1 0 0 0,1 1 0 0 0,-1 0 0 0 0,1-1 0 0 0,-1 1 0 0 0,0 0 0 0 0,0 1 0 0 0,-9-3 0 0 0,7 2 0 0 0,0 0 0 0 0,0 0 0 0 0,-11-6 0 0 0,13 6 0 0 0,-1 0 0 0 0,1 0 0 0 0,-1 0 0 0 0,0 0 0 0 0,-9-1 0 0 0,8 2 0 0 0,1-1 0 0 0,-1 1 0 0 0,1-1 0 0 0,-10-5 0 0 0,-53-17 0 0 0,54 18 0 0 0,0 1 0 0 0,0 0 0 0 0,0 0 0 0 0,-29-4 0 0 0,-20-6 0 0 0,33 9 0 0 0,22 4 0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4:21.022"/>
    </inkml:context>
    <inkml:brush xml:id="br0">
      <inkml:brushProperty name="width" value="0.05" units="cm"/>
      <inkml:brushProperty name="height" value="0.05" units="cm"/>
      <inkml:brushProperty name="color" value="#CC0066"/>
    </inkml:brush>
  </inkml:definitions>
  <inkml:trace contextRef="#ctx0" brushRef="#br0">450 61 20207 0 0,'-25'4'4522'0'0,"21"-5"-3963"0"0,-15-3 1166 0 0,0 0 1 0 0,-30-11-1 0 0,-4-1-154 0 0,17 6-904 0 0,23 7-661 0 0,1 0 0 0 0,-1 0 0 0 0,0 1 0 0 0,0 1 0 0 0,-22-2 0 0 0,-68 5 14 0 0,80-1-19 0 0,4-1-1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6:53.448"/>
    </inkml:context>
    <inkml:brush xml:id="br0">
      <inkml:brushProperty name="width" value="0.05" units="cm"/>
      <inkml:brushProperty name="height" value="0.05" units="cm"/>
      <inkml:brushProperty name="color" value="#CC0066"/>
    </inkml:brush>
  </inkml:definitions>
  <inkml:trace contextRef="#ctx0" brushRef="#br0">0 0 15472 0 0,'24'5'4058'0'0,"-19"-5"-3663"0"0,6 0 368 0 0,-4-1-3298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27.523"/>
    </inkml:context>
    <inkml:brush xml:id="br0">
      <inkml:brushProperty name="width" value="0.05" units="cm"/>
      <inkml:brushProperty name="height" value="0.05" units="cm"/>
      <inkml:brushProperty name="color" value="#CC0066"/>
    </inkml:brush>
  </inkml:definitions>
  <inkml:trace contextRef="#ctx0" brushRef="#br0">47 85 12160 0 0,'0'0'9361'0'0,"2"2"-9091"0"0,1 1-128 0 0,0 1 0 0 0,0 0-1 0 0,0 1 1 0 0,-1-1 0 0 0,0 0-1 0 0,0 1 1 0 0,2 6 0 0 0,14 39 512 0 0,16 54 754 0 0,-22-65-910 0 0,20 41 0 0 0,-30-76-352 0 0,-1 0 0 0 0,1 0 0 0 0,0-1 0 0 0,1 1 0 0 0,-1 0 0 0 0,1-1 0 0 0,0 1 0 0 0,0-1 0 0 0,0 0 0 0 0,1 1 0 0 0,5 3 0 0 0,-6-5 268 0 0,-2-2-315 0 0,-1 0-1 0 0,0 0 1 0 0,0 0-1 0 0,1 0 1 0 0,-1 0-1 0 0,0 0 1 0 0,0 0-1 0 0,0 0 0 0 0,1 1 1 0 0,-1-1-1 0 0,0 0 1 0 0,0 0-1 0 0,0 0 1 0 0,0 0-1 0 0,1 0 1 0 0,-1 1-1 0 0,0-1 0 0 0,0 0 1 0 0,0 0-1 0 0,0 0 1 0 0,0 1-1 0 0,0-1 1 0 0,0 0-1 0 0,0 0 1 0 0,0 0-1 0 0,0 0 0 0 0,0 1 1 0 0,-4 14 1754 0 0,27-18-1853 0 0,7-4 0 0 0,-1 0 0 0 0,-1-2 0 0 0,28-11 0 0 0,-43 15 0 0 0,-2 0 0 0 0,1-1 0 0 0,-1-1 0 0 0,0 1 0 0 0,-1-1 0 0 0,0-1 0 0 0,0 1 0 0 0,-1-1 0 0 0,8-10 0 0 0,9-9 0 0 0,-15 16 0 0 0,0-1 0 0 0,-1 0 0 0 0,-1 0 0 0 0,13-23 0 0 0,-20 28 0 0 0,1 0 0 0 0,-2 0 0 0 0,1 0 0 0 0,-1 0 0 0 0,-1 0 0 0 0,0-1 0 0 0,-1-9 0 0 0,-12-51 0 0 0,13 68 0 0 0,-1-5 0 0 0,-1 1 0 0 0,1-1 0 0 0,-1 1 0 0 0,0-1 0 0 0,0 1 0 0 0,-1 0 0 0 0,1 0 0 0 0,-1 0 0 0 0,-1 0 0 0 0,1 0 0 0 0,-1 0 0 0 0,1 1 0 0 0,-1-1 0 0 0,-1 1 0 0 0,1 0 0 0 0,0 0 0 0 0,-1 0 0 0 0,0 0 0 0 0,0 1 0 0 0,0 0 0 0 0,-6-3 0 0 0,-3 1 0 0 0,0 1 0 0 0,-1 0 0 0 0,1 0 0 0 0,-1 1 0 0 0,0 0 0 0 0,0 1 0 0 0,0 0 0 0 0,0 1 0 0 0,0 1 0 0 0,1 0 0 0 0,-1 0 0 0 0,0 1 0 0 0,0 0 0 0 0,-16 5 0 0 0,-25 6 0 0 0,2 1 0 0 0,-81 32 0 0 0,126-43 0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28.014"/>
    </inkml:context>
    <inkml:brush xml:id="br0">
      <inkml:brushProperty name="width" value="0.05" units="cm"/>
      <inkml:brushProperty name="height" value="0.05" units="cm"/>
      <inkml:brushProperty name="color" value="#CC0066"/>
    </inkml:brush>
  </inkml:definitions>
  <inkml:trace contextRef="#ctx0" brushRef="#br0">0 0 13360 0 0,'0'0'0'0'0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28.126"/>
    </inkml:context>
    <inkml:brush xml:id="br0">
      <inkml:brushProperty name="width" value="0.05" units="cm"/>
      <inkml:brushProperty name="height" value="0.05" units="cm"/>
      <inkml:brushProperty name="color" value="#CC0066"/>
    </inkml:brush>
  </inkml:definitions>
  <inkml:trace contextRef="#ctx0" brushRef="#br0">0 0 17287 0 0,'0'0'0'0'0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28.493"/>
    </inkml:context>
    <inkml:brush xml:id="br0">
      <inkml:brushProperty name="width" value="0.05" units="cm"/>
      <inkml:brushProperty name="height" value="0.05" units="cm"/>
      <inkml:brushProperty name="color" value="#CC0066"/>
    </inkml:brush>
  </inkml:definitions>
  <inkml:trace contextRef="#ctx0" brushRef="#br0">73 475 18695 0 0,'0'0'2344'0'0,"0"-2"-2200"0"0,-3-40 1495 0 0,-3 0 0 0 0,-18-63 0 0 0,2 16-898 0 0,13 34 592 0 0,1-83 1 0 0,8 138-1322 0 0,0 0-1 0 0,0 0 1 0 0,0 0-1 0 0,0 0 1 0 0,0 0-1 0 0,0 0 1 0 0,0 0-1 0 0,0 0 1 0 0,0 0-1 0 0,0 0 1 0 0,0 0-1 0 0,0 0 1 0 0,0-1-1 0 0,0 1 1 0 0,0 0-1 0 0,0 0 1 0 0,0 0-1 0 0,0 0 1 0 0,0 0 0 0 0,0 0-1 0 0,0 0 1 0 0,0 0-1 0 0,0 0 1 0 0,0 0-1 0 0,0 0 1 0 0,0 0-1 0 0,0 0 1 0 0,0 0-1 0 0,0 0 1 0 0,0 0-1 0 0,1 0 1 0 0,-1 0-1 0 0,0 0 1 0 0,0 0-1 0 0,0-1 1 0 0,0 1-1 0 0,0 0 1 0 0,0 0-1 0 0,0 0 1 0 0,0 0-1 0 0,0 0 1 0 0,0 0-1 0 0,0 0 1 0 0,1 0-1 0 0,-1 0 1 0 0,0 0-1 0 0,0 0 1 0 0,0 0-1 0 0,0 0 1 0 0,0 0-1 0 0,0 1 1 0 0,0-1-1 0 0,6 3 205 0 0,4 5-68 0 0,8 17 358 0 0,23 47 0 0 0,-28-46-370 0 0,33 46 450 0 0,-1-1-147 0 0,-23-35-387 0 0,47 60 0 0 0,-68-94-52 0 0,1 0 0 0 0,1-1 0 0 0,-2 1 0 0 0,-1-1 0 0 0,-1-1 0 0 0,-33-15 0 0 0,31 13 0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28.658"/>
    </inkml:context>
    <inkml:brush xml:id="br0">
      <inkml:brushProperty name="width" value="0.05" units="cm"/>
      <inkml:brushProperty name="height" value="0.05" units="cm"/>
      <inkml:brushProperty name="color" value="#CC0066"/>
    </inkml:brush>
  </inkml:definitions>
  <inkml:trace contextRef="#ctx0" brushRef="#br0">3 0 21503 0 0,'0'0'0'0'0,"-2"0"0"0"0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28.761"/>
    </inkml:context>
    <inkml:brush xml:id="br0">
      <inkml:brushProperty name="width" value="0.05" units="cm"/>
      <inkml:brushProperty name="height" value="0.05" units="cm"/>
      <inkml:brushProperty name="color" value="#CC0066"/>
    </inkml:brush>
  </inkml:definitions>
  <inkml:trace contextRef="#ctx0" brushRef="#br0">100 0 20999 0 0,'0'0'0'0'0,"-4"1"0"0"0,0 1 0 0 0,-2 2 456 0 0,-4 1 0 0 0,0 0 0 0 0,-1-1 0 0 0,-2 0-320 0 0,0 0 8 0 0,-1 0 0 0 0,-1 0 0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29.397"/>
    </inkml:context>
    <inkml:brush xml:id="br0">
      <inkml:brushProperty name="width" value="0.05" units="cm"/>
      <inkml:brushProperty name="height" value="0.05" units="cm"/>
      <inkml:brushProperty name="color" value="#CC0066"/>
    </inkml:brush>
  </inkml:definitions>
  <inkml:trace contextRef="#ctx0" brushRef="#br0">0 0 13464 0 0,'0'0'6135'0'0,"4"12"-5468"0"0,51 183 1935 0 0,-51-178-2456 0 0,9 23 254 0 0,1-2-1 0 0,28 50 1 0 0,-26-56-188 0 0,22 46 1378 0 0,-36-76-724 0 0,-3-7-111 0 0,-1-7-3869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30.033"/>
    </inkml:context>
    <inkml:brush xml:id="br0">
      <inkml:brushProperty name="width" value="0.05" units="cm"/>
      <inkml:brushProperty name="height" value="0.05" units="cm"/>
      <inkml:brushProperty name="color" value="#CC0066"/>
    </inkml:brush>
  </inkml:definitions>
  <inkml:trace contextRef="#ctx0" brushRef="#br0">1 1 12864 0 0,'0'0'0'0'0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30.240"/>
    </inkml:context>
    <inkml:brush xml:id="br0">
      <inkml:brushProperty name="width" value="0.05" units="cm"/>
      <inkml:brushProperty name="height" value="0.05" units="cm"/>
      <inkml:brushProperty name="color" value="#CC0066"/>
    </inkml:brush>
  </inkml:definitions>
  <inkml:trace contextRef="#ctx0" brushRef="#br0">286 0 18791 0 0,'-203'84'5116'0'0,"161"-68"-4528"0"0,1-3 1343 0 0,49-14-1876 0 0,3-1-1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31.161"/>
    </inkml:context>
    <inkml:brush xml:id="br0">
      <inkml:brushProperty name="width" value="0.05" units="cm"/>
      <inkml:brushProperty name="height" value="0.05" units="cm"/>
      <inkml:brushProperty name="color" value="#CC0066"/>
    </inkml:brush>
  </inkml:definitions>
  <inkml:trace contextRef="#ctx0" brushRef="#br0">65 594 20503 0 0,'0'0'951'0'0,"0"-2"-478"0"0,-3-42 873 0 0,-1-16 1044 0 0,-11-61 30 0 0,4 21-1581 0 0,-17-86 618 0 0,26 163-792 0 0,0-26 0 0 0,2 40-95 0 0,10 24-143 0 0,-4-7-385 0 0,15 29-30 0 0,34 56-13 0 0,-21-47 1 0 0,78 122 0 0 0,-74-110 0 0 0,-14-23 0 0 0,-23-33 0 0 0,1-1 0 0 0,-2 0 0 0 0,0-1 0 0 0,0 0 0 0 0,1 0 0 0 0,-1 1 0 0 0,0-1 0 0 0,0 0 0 0 0,0 1 0 0 0,0-1 0 0 0,0 0 0 0 0,0 1 0 0 0,0-1 0 0 0,0 0 0 0 0,0 1 0 0 0,0-1 0 0 0,-1 0 0 0 0,1 1 0 0 0,0-1 0 0 0,0 0 0 0 0,0 1 0 0 0,0-1 0 0 0,-1 0 0 0 0,1 0 0 0 0,0 1 0 0 0,0-1 0 0 0,-1 0 0 0 0,1 0 0 0 0,0 1 0 0 0,0-1 0 0 0,-1 0 0 0 0,1 0 0 0 0,0 1 0 0 0,-1-1 0 0 0,-10 6 0 0 0,8-5 0 0 0,1 0 0 0 0,0 0 0 0 0,-1-1 0 0 0,1 1 0 0 0,-1 0 0 0 0,1-1 0 0 0,-1 0 0 0 0,1 1 0 0 0,-1-1 0 0 0,-4 0 0 0 0,6 0 0 0 0,0-1 0 0 0,0 1 0 0 0,0 0 0 0 0,0-1 0 0 0,0 1 0 0 0,0 0 0 0 0,0-1 0 0 0,0 1 0 0 0,0-1 0 0 0,0 0 0 0 0,0 1 0 0 0,0-1 0 0 0,1 1 0 0 0,-1-1 0 0 0,0 0 0 0 0,1 0 0 0 0,-1 1 0 0 0,0-1 0 0 0,1 0 0 0 0,-1 0 0 0 0,1 0 0 0 0,0 1 0 0 0,-1-1 0 0 0,1 0 0 0 0,0 0 0 0 0,-1-1 0 0 0,0-1 855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31.416"/>
    </inkml:context>
    <inkml:brush xml:id="br0">
      <inkml:brushProperty name="width" value="0.05" units="cm"/>
      <inkml:brushProperty name="height" value="0.05" units="cm"/>
      <inkml:brushProperty name="color" value="#CC0066"/>
    </inkml:brush>
  </inkml:definitions>
  <inkml:trace contextRef="#ctx0" brushRef="#br0">260 32 20999 0 0,'0'0'828'0'0,"0"-16"674"0"0,0 13-1459 0 0,-2-8 437 0 0,2 11-472 0 0,-1 0 0 0 0,1-1-1 0 0,-1 1 1 0 0,1 0 0 0 0,-1 0 0 0 0,1 0 0 0 0,0 0 0 0 0,-1 0 0 0 0,1 0-1 0 0,-1 0 1 0 0,1 0 0 0 0,-1-1 0 0 0,1 1 0 0 0,-1 0 0 0 0,1 0-1 0 0,-1 1 1 0 0,1-1 0 0 0,-1 0 0 0 0,1 0 0 0 0,-1 0 0 0 0,1 0 0 0 0,-1 0-1 0 0,1 0 1 0 0,0 0 0 0 0,-1 1 0 0 0,1-1 0 0 0,-1 0 0 0 0,1 0 0 0 0,0 0-1 0 0,-1 1 1 0 0,-51 19 0 0 0,11-4-4 0 0,-68 19-1 0 0,88-30-2 0 0,1 0-1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33.358"/>
    </inkml:context>
    <inkml:brush xml:id="br0">
      <inkml:brushProperty name="width" value="0.05" units="cm"/>
      <inkml:brushProperty name="height" value="0.05" units="cm"/>
      <inkml:brushProperty name="color" value="#CC0066"/>
    </inkml:brush>
  </inkml:definitions>
  <inkml:trace contextRef="#ctx0" brushRef="#br0">0 81 11656 0 0,'0'0'6101'0'0,"1"0"-6062"0"0,0 0 1 0 0,0 0 0 0 0,-1 0-1 0 0,1 0 1 0 0,0 0-1 0 0,0 0 1 0 0,0 0 0 0 0,-1 0-1 0 0,1 0 1 0 0,0 0-1 0 0,0 0 1 0 0,1 0-1 0 0,6 17 1311 0 0,7 26 0 0 0,-10-28-988 0 0,0 1 0 0 0,11 18 0 0 0,23 36 604 0 0,49 79 406 0 0,-28-62 88 0 0,-58-84-696 0 0,3 4 91 0 0,-5-7-798 0 0,0 0 0 0 0,0 0 0 0 0,0 0 1 0 0,0 0-1 0 0,0 0 0 0 0,0 0 0 0 0,0 0 1 0 0,0 0-1 0 0,0 1 0 0 0,0-1 0 0 0,0 0 1 0 0,0 0-1 0 0,1 0 0 0 0,-1 0 0 0 0,0 0 0 0 0,0 0 1 0 0,0 0-1 0 0,0 0 0 0 0,0 1 0 0 0,0-1 1 0 0,-1 0-1 0 0,1 0 0 0 0,0 0 0 0 0,0 0 1 0 0,0 0-1 0 0,0 0 0 0 0,0 0 0 0 0,0 0 1 0 0,0 1-1 0 0,0-1 0 0 0,0 0 0 0 0,0 0 0 0 0,0 0 1 0 0,0 0-1 0 0,0 0 0 0 0,0 0 0 0 0,-1 0 1 0 0,1 0-1 0 0,0 0 0 0 0,0 0 0 0 0,0 0 1 0 0,0 0-1 0 0,0 0 0 0 0,0 0 0 0 0,-1 1 1 0 0,1-1-1 0 0,0 0 0 0 0,0 0 0 0 0,0 0 0 0 0,0 0 1 0 0,0 0-1 0 0,0 0 0 0 0,-1 0 698 0 0,0 0-530 0 0,-4 0 569 0 0,4 0-757 0 0,0 1 0 0 0,1-1-1 0 0,-1 1 1 0 0,0-1 0 0 0,0 1 0 0 0,1-1-1 0 0,-1 1 1 0 0,0 0 0 0 0,1-1 0 0 0,-1 1-1 0 0,1 0 1 0 0,-1 1 0 0 0,0-1-37 0 0,1 1 0 0 0,0-1 0 0 0,2-1 0 0 0,0 0 0 0 0,0 0 0 0 0,0 0 0 0 0,0-1 0 0 0,0 1 0 0 0,0 0 0 0 0,-1-1 0 0 0,1 1 0 0 0,0-1 0 0 0,2-1 0 0 0,174-80 0 0 0,-167 76 0 0 0,-1 0 0 0 0,-1 0 0 0 0,1-1 0 0 0,-1 0 0 0 0,0 0 0 0 0,-1-1 0 0 0,0 0 0 0 0,-1 0 0 0 0,0 0 0 0 0,-1-1 0 0 0,0 0 0 0 0,-1 0 0 0 0,0 0 0 0 0,5-15 0 0 0,-9 21 0 0 0,0 1 0 0 0,-1-1 0 0 0,1 1 0 0 0,-1-1 0 0 0,0 1 0 0 0,0-1 0 0 0,0 1 0 0 0,-1-1 0 0 0,1 0 0 0 0,-1 1 0 0 0,1-1 0 0 0,-1 1 0 0 0,0-1 0 0 0,0 1 0 0 0,-1 0 0 0 0,1-1 0 0 0,-1 1 0 0 0,1 0 0 0 0,-1 0 0 0 0,0 0 0 0 0,0 0 0 0 0,0 0 0 0 0,-1 0 0 0 0,1 0 0 0 0,-1 0 0 0 0,1 1 0 0 0,-4-3 0 0 0,-5-1 0 0 0,-1 0 0 0 0,1 0 0 0 0,-1 1 0 0 0,0 0 0 0 0,-21-4 0 0 0,23 6 0 0 0,-1 0 0 0 0,0 1 0 0 0,1 0 0 0 0,-1 1 0 0 0,0 0 0 0 0,0 0 0 0 0,1 1 0 0 0,-21 3 0 0 0,11-1 0 0 0,-32 0 0 0 0,59-3 0 0 0,-1-1 0 0 0,1 0 0 0 0,-1 0 0 0 0,0 0 0 0 0,1-1 0 0 0,9-3 0 0 0,38-16 0 0 0,-38 13 0 0 0,0-1 0 0 0,28-19 0 0 0,-37 23 0 0 0,0 0 0 0 0,-1 0 0 0 0,0-1 0 0 0,0 0 0 0 0,-1 0 0 0 0,0 0 0 0 0,8-14 0 0 0,-12 18 0 0 0,-1-1 0 0 0,1 1 0 0 0,-1 0 0 0 0,0-1 0 0 0,0 1 0 0 0,0 0 0 0 0,0-1 0 0 0,-1 1 0 0 0,1-1 0 0 0,-1 1 0 0 0,0 0 0 0 0,1 0 0 0 0,-2-1 0 0 0,1 1 0 0 0,0 0 0 0 0,0 0 0 0 0,-1 0 0 0 0,0 0 0 0 0,1 0 0 0 0,-1 0 0 0 0,-4-3 0 0 0,2 1 0 0 0,-1 0 0 0 0,0 0 0 0 0,0 1 0 0 0,0-1 0 0 0,0 1 0 0 0,-1 0 0 0 0,0 0 0 0 0,-12-4 0 0 0,11 6 0 0 0,0-1 0 0 0,0 1 0 0 0,0 0 0 0 0,0 1 0 0 0,-1-1 0 0 0,1 1 0 0 0,0 0 0 0 0,0 1 0 0 0,-1-1 0 0 0,1 1 0 0 0,-9 2 0 0 0,0 0 0 0 0,1 1 0 0 0,0 0 0 0 0,1 1 0 0 0,-17 7 0 0 0,22-9 0 0 0,1 1 0 0 0,0 1 0 0 0,0-1 0 0 0,1 1 0 0 0,0 0 0 0 0,-13 11 0 0 0,14-9 0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34.138"/>
    </inkml:context>
    <inkml:brush xml:id="br0">
      <inkml:brushProperty name="width" value="0.05" units="cm"/>
      <inkml:brushProperty name="height" value="0.05" units="cm"/>
      <inkml:brushProperty name="color" value="#CC0066"/>
    </inkml:brush>
  </inkml:definitions>
  <inkml:trace contextRef="#ctx0" brushRef="#br0">104 430 19295 0 0,'-9'-41'2986'0'0,"-22"-61"-1"0"0,10 45-1583 0 0,4 0-1 0 0,-9-70 1 0 0,26 82-226 0 0,0 45-1023 0 0,2 1-102 0 0,0 0 0 0 0,0 0 0 0 0,0 0 0 0 0,-1 1 0 0 0,1-1-1 0 0,-1 1 1 0 0,1-1 0 0 0,-1 1 0 0 0,0 0 0 0 0,2 2-1 0 0,-1-1 17 0 0,99 110 1034 0 0,-81-89-1034 0 0,-2 0 0 0 0,27 50 0 0 0,-16-23-36 0 0,-9-18-31 0 0,-6-9 0 0 0,1-1 0 0 0,26 31 0 0 0,-36-50 0 0 0,-4-4 0 0 0,-1 0 0 0 0,0 0 0 0 0,0 0 0 0 0,0 0 0 0 0,1 0 0 0 0,-1 0 0 0 0,0 0 0 0 0,0 0 0 0 0,0 0 0 0 0,0 0 0 0 0,1 0 0 0 0,-1 0 0 0 0,0 0 0 0 0,0 0 0 0 0,0-1 0 0 0,0 1 0 0 0,1 0 0 0 0,-1 0 0 0 0,0 0 0 0 0,0 0 0 0 0,0 0 0 0 0,0 0 0 0 0,0 0 0 0 0,0 0 0 0 0,1-1 0 0 0,-1 1 0 0 0,0 0 0 0 0,0 0 0 0 0,0 0 0 0 0,0 0 0 0 0,0 0 0 0 0,0 0 0 0 0,0-1 0 0 0,0 1 0 0 0,0 0 0 0 0,0 0 0 0 0,0 0 0 0 0,0 0 0 0 0,0 0 0 0 0,0-1 0 0 0,0 1 0 0 0,0 0 0 0 0,0 0 0 0 0,0 0 0 0 0,0 0 0 0 0,0 0 0 0 0,0-1 0 0 0,0 1 0 0 0,0 0 0 0 0,-1-8 0 0 0,1 8 0 0 0,-4-14 0 0 0,0-1 0 0 0,-14-26 0 0 0,13 32 0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34.391"/>
    </inkml:context>
    <inkml:brush xml:id="br0">
      <inkml:brushProperty name="width" value="0.05" units="cm"/>
      <inkml:brushProperty name="height" value="0.05" units="cm"/>
      <inkml:brushProperty name="color" value="#CC0066"/>
    </inkml:brush>
  </inkml:definitions>
  <inkml:trace contextRef="#ctx0" brushRef="#br0">207 1 20095 0 0,'0'0'3798'0'0,"-3"1"-3538"0"0,-11 3 254 0 0,0-1 0 0 0,-1 0 0 0 0,0 0 0 0 0,-15 1 0 0 0,-23 3 321 0 0,52-6-881 0 0,-44 8 1000 0 0,28-5-4330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35.453"/>
    </inkml:context>
    <inkml:brush xml:id="br0">
      <inkml:brushProperty name="width" value="0.05" units="cm"/>
      <inkml:brushProperty name="height" value="0.05" units="cm"/>
      <inkml:brushProperty name="color" value="#CC0066"/>
    </inkml:brush>
  </inkml:definitions>
  <inkml:trace contextRef="#ctx0" brushRef="#br0">180 0 14776 0 0,'0'0'6785'0'0,"-1"1"-6683"0"0,-40 18 409 0 0,23-10-96 0 0,-21 11 1 0 0,33-16-306 0 0,0 0 0 0 0,1 1 0 0 0,-1-1 1 0 0,1 1-1 0 0,0-1 0 0 0,1 1 0 0 0,-5 6 0 0 0,3-4 141 0 0,1 1 1 0 0,0-1-1 0 0,1 1 1 0 0,0 0-1 0 0,0 0 0 0 0,-2 14 1 0 0,6-21-205 0 0,0 0 1 0 0,0 0-1 0 0,0 0 0 0 0,0 0 1 0 0,0 0-1 0 0,1-1 0 0 0,-1 1 1 0 0,0 0-1 0 0,1 0 0 0 0,-1 0 1 0 0,1 0-1 0 0,-1 0 1 0 0,1-1-1 0 0,0 1 0 0 0,-1 0 1 0 0,1 0-1 0 0,0-1 0 0 0,0 1 1 0 0,0 0-1 0 0,0-1 0 0 0,0 1 1 0 0,0-1-1 0 0,0 1 1 0 0,1 0-1 0 0,30 11 444 0 0,-24-9-334 0 0,17 4 230 0 0,1-1 1 0 0,0 0-1 0 0,48 5 1 0 0,33 6 664 0 0,-103-16-951 0 0,0 1-1 0 0,0-1 1 0 0,0 1-1 0 0,-1 0 1 0 0,1 0-1 0 0,-1 0 1 0 0,0 0-1 0 0,1 0 0 0 0,-1 0 1 0 0,0 1-1 0 0,-1-1 1 0 0,1 1-1 0 0,-1 0 1 0 0,1-1-1 0 0,-1 1 0 0 0,0 0 1 0 0,0 0-1 0 0,-1 0 1 0 0,1 0-1 0 0,-1 0 1 0 0,0 1-1 0 0,0-1 1 0 0,1 6-1 0 0,-2-4-90 0 0,1-1 0 0 0,-1 1 0 0 0,0 0 0 0 0,0-1 0 0 0,-1 1 0 0 0,0 0-1 0 0,0-1 1 0 0,0 1 0 0 0,-1 0 0 0 0,0-1 0 0 0,0 1 0 0 0,0-1 0 0 0,-1 0 0 0 0,0 0 0 0 0,0 0 0 0 0,0 0 0 0 0,-1 0 0 0 0,0 0 0 0 0,0 0 0 0 0,0-1-1 0 0,0 0 1 0 0,-1 1 0 0 0,0-1 0 0 0,0-1 0 0 0,0 1 0 0 0,-6 2 0 0 0,-9 4-10 0 0,-28 9 0 0 0,39-15 0 0 0,7-2 0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36.647"/>
    </inkml:context>
    <inkml:brush xml:id="br0">
      <inkml:brushProperty name="width" value="0.05" units="cm"/>
      <inkml:brushProperty name="height" value="0.05" units="cm"/>
      <inkml:brushProperty name="color" value="#CC0066"/>
    </inkml:brush>
  </inkml:definitions>
  <inkml:trace contextRef="#ctx0" brushRef="#br0">309 16 13968 0 0,'0'0'2368'0'0,"5"-16"2869"0"0,-7 19-4929 0 0,1 0 0 0 0,0-1 1 0 0,-1 1-1 0 0,0-1 0 0 0,1 1 1 0 0,-1-1-1 0 0,-3 3 0 0 0,1-2-261 0 0,0-1 0 0 0,0 0 0 0 0,0 0 0 0 0,0 0 1 0 0,0-1-1 0 0,0 1 0 0 0,-9 1 0 0 0,-35 6 355 0 0,27-5-203 0 0,-112 27 1427 0 0,90-19 97 0 0,42-12-1660 0 0,1 0-1 0 0,-1 0 1 0 0,0 1 0 0 0,1-1 0 0 0,-1 0 0 0 0,0 0-1 0 0,1 1 1 0 0,-1-1 0 0 0,1 0 0 0 0,-1 1 0 0 0,1-1 0 0 0,-1 1-1 0 0,1-1 1 0 0,-1 0 0 0 0,1 1 0 0 0,0-1 0 0 0,-1 1-1 0 0,1-1 1 0 0,0 1 0 0 0,-1-1 0 0 0,1 1 0 0 0,0-1-1 0 0,0 1 1 0 0,0 0 0 0 0,-1-1 0 0 0,1 1 0 0 0,0-1-1 0 0,0 1 1 0 0,0-1 0 0 0,0 1 0 0 0,0-1 0 0 0,1 2 0 0 0,7 18 386 0 0,-5-13-290 0 0,35 92 721 0 0,5 1-81 0 0,-38-89-771 0 0,15 31-23 0 0,-12-21-5 0 0,2-1 0 0 0,1 0 0 0 0,17 23 0 0 0,-27-39 0 0 0,0-3 0 0 0,-1-1 0 0 0,0 1 0 0 0,1 0 0 0 0,-1 0 0 0 0,1 0 0 0 0,-1-1 0 0 0,1 1 0 0 0,0 0 0 0 0,-1 0 0 0 0,1-1 0 0 0,0 1 0 0 0,0 0 0 0 0,-1-1 0 0 0,1 1 0 0 0,1 0 0 0 0,0 1 0 0 0,1-1 0 0 0,-1 1 0 0 0,0-2 0 0 0,0 0 0 0 0,0 0 0 0 0,0 0 0 0 0,0 0 0 0 0,11 0 0 0 0,0-1 0 0 0,0-1 0 0 0,0 0 0 0 0,-1 0 0 0 0,24-7 0 0 0,-29 7 0 0 0,0-1 0 0 0,0 1 0 0 0,-1-1 0 0 0,1 0 0 0 0,-1 0 0 0 0,0-1 0 0 0,0 1 0 0 0,-1-1 0 0 0,1 0 0 0 0,-1 0 0 0 0,0-1 0 0 0,0 1 0 0 0,-1-1 0 0 0,5-5 0 0 0,-5 4 0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19:37.121"/>
    </inkml:context>
    <inkml:brush xml:id="br0">
      <inkml:brushProperty name="width" value="0.05" units="cm"/>
      <inkml:brushProperty name="height" value="0.05" units="cm"/>
      <inkml:brushProperty name="color" value="#CC0066"/>
    </inkml:brush>
  </inkml:definitions>
  <inkml:trace contextRef="#ctx0" brushRef="#br0">358 0 19295 0 0,'0'0'2462'0'0,"-2"1"-2236"0"0,-31 13 1086 0 0,-2-1 0 0 0,-58 14-1 0 0,47-15-454 0 0,-44 18-1 0 0,85-28-800 0 0,1 0 6 0 0,-1 0-1 0 0,1 0 0 0 0,-1-1 1 0 0,1 1-1 0 0,-1-1 0 0 0,0 0 1 0 0,1 0-1 0 0,-10 0 0 0 0,10-1 3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7:17.909"/>
    </inkml:context>
    <inkml:brush xml:id="br0">
      <inkml:brushProperty name="width" value="0.05" units="cm"/>
      <inkml:brushProperty name="height" value="0.05" units="cm"/>
      <inkml:brushProperty name="color" value="#CC0066"/>
    </inkml:brush>
  </inkml:definitions>
  <inkml:trace contextRef="#ctx0" brushRef="#br0">0 1094 18591 0 0,'6'-1'345'0'0,"1"0"-1"0"0,-1 0 1 0 0,0 1-1 0 0,1 0 1 0 0,10 0-1 0 0,-9 0 247 0 0,0 0 0 0 0,16-2 0 0 0,8-2 252 0 0,0-2 1 0 0,0-1-1 0 0,-1 0 0 0 0,32-12 0 0 0,-60 18-808 0 0,121-48 1198 0 0,-94 36-786 0 0,-2-1 0 0 0,30-19-1 0 0,78-58 1161 0 0,-109 73-1292 0 0,54-40 468 0 0,48-49 16 0 0,-125 103-799 0 0,149-133 0 0 0,-131 115 0 0 0,0-1 0 0 0,24-30 0 0 0,115-163 0 0 0,-118 145 0 0 0,-31 59 0 0 0,-11 12 0 0 0,-1-1 0 0 0,0 1 0 0 0,0 0 0 0 0,0-1 0 0 0,0 1 0 0 0,0 0 0 0 0,0-1 0 0 0,0 1 0 0 0,1 0 0 0 0,-1 0 0 0 0,0-1 0 0 0,0 1 0 0 0,0 0 0 0 0,1 0 0 0 0,-1-1 0 0 0,0 1 0 0 0,0 0 0 0 0,1 0 0 0 0,-1-1 0 0 0,0 1 0 0 0,1 0 0 0 0,-1 0 0 0 0,0 0 0 0 0,1-1 0 0 0,1 1 0 0 0,-1-1 0 0 0,1 0 0 0 0,-1 0 0 0 0,0 0 0 0 0,1 0 0 0 0,-1 0 0 0 0,0 0 0 0 0,0-1 0 0 0,1 0 0 0 0,-1-4 0 0 0,-1 6 0 0 0,0 0 0 0 0,-1 0 0 0 0,0-1 0 0 0,0 1 0 0 0,0 0 0 0 0,-1 0 0 0 0,1 0 0 0 0,0 1 0 0 0,-5-1 0 0 0,-1 0 0 0 0,1 1 0 0 0,0 0 0 0 0,-1 0 0 0 0,1 1 0 0 0,0-1 0 0 0,-7 4 0 0 0,-39 16 0 0 0,-97 41 0 0 0,137-57 0 0 0,0-1 0 0 0,-1 0 0 0 0,-19 4 0 0 0,19-5 0 0 0,0 0 0 0 0,0 1 0 0 0,-17 7 0 0 0,24-9 0 0 0,0 0 0 0 0,0 0 0 0 0,-1 0 0 0 0,-8 1 0 0 0,9-2 0 0 0,-1 0 0 0 0,1 1 0 0 0,0 0 0 0 0,-7 2 0 0 0,2 3 0 0 0,38-10 0 0 0,-7-1 0 0 0,0-1 0 0 0,0 0 0 0 0,33-14 0 0 0,11-3 0 0 0,1 4 0 0 0,-9 2 0 0 0,59-23 0 0 0,-88 28 0 0 0,45-16 0 0 0,-38 16 0 0 0,-33 11 0 0 0,-19 13 0 0 0,16-12 0 0 0,-1 1 0 0 0,0 0 0 0 0,1 0 0 0 0,0-1 0 0 0,-1 1 0 0 0,1 1 0 0 0,0-1 0 0 0,0 0 0 0 0,0 0 0 0 0,1 0 0 0 0,-1 1 0 0 0,1-1 0 0 0,0 1 0 0 0,0-1 0 0 0,0 1 0 0 0,-1 3 0 0 0,-1 7 0 0 0,1-1 0 0 0,0 17 0 0 0,1-12 0 0 0,0 46 0 0 0,1-14 0 0 0,-2 78 0 0 0,1-115 0 0 0,0-1 0 0 0,-5 16 0 0 0,1-7 0 0 0,5-19 0 0 0,-2 7 0 0 0,1 0 0 0 0,1 15 0 0 0,0-22 0 0 0,0-2 0 0 0,6-90 0 0 0,-1 1 0 0 0,-4 47 0 0 0,0 11 0 0 0,-5-42 0 0 0,1 49 0 0 0,11 46 0 0 0,7 58 0 0 0,-13-74 0 0 0,-1-1 0 0 0,0 1 0 0 0,-1 0 0 0 0,1-1 0 0 0,-1 1 0 0 0,0 0 0 0 0,-2 8 0 0 0,2-12 0 0 0,-1 0 0 0 0,0-1 0 0 0,-1 1 0 0 0,1-2 0 0 0,0 1 0 0 0,0-1 0 0 0,0 0 0 0 0,0 1 0 0 0,0-1 0 0 0,0 0 0 0 0,0 0 0 0 0,0 0 0 0 0,0 0 0 0 0,1 1 0 0 0,-1-1 0 0 0,-1-2 0 0 0,2 2 0 0 0,-10-15 0 0 0,1 0 0 0 0,0-1 0 0 0,2 0 0 0 0,-8-30 0 0 0,-1-5 0 0 0,9 29 0 0 0,28 80 0 0 0,26 48 0 0 0,-45-101 0 0 0,0 0 0 0 0,0 1 0 0 0,-1-1 0 0 0,0 1 0 0 0,0-1 0 0 0,0 10 0 0 0,-2-17 0 0 0,0 0 0 0 0,0 1 0 0 0,-1-1 0 0 0,1 1 0 0 0,-4-4 0 0 0,-1-3 0 0 0,0-3 0 0 0,1 1 0 0 0,-5-19 0 0 0,7 19 0 0 0,0 1 0 0 0,-1 0 0 0 0,-10-19 0 0 0,3 16 0 0 0,10 14 0 0 0,1 0 0 0 0,-1 0 0 0 0,1-1 0 0 0,0 1 0 0 0,-1 0 0 0 0,1 0 0 0 0,0-1 0 0 0,0 1 0 0 0,0 0 0 0 0,-1 0 0 0 0,1 0 0 0 0,0-1 0 0 0,1 2 0 0 0,-1 8 0 0 0,2 0 0 0 0,0 0 0 0 0,0 0 0 0 0,1-1 0 0 0,0 1 0 0 0,1 0 0 0 0,9 13 0 0 0,-11-19 0 0 0,0-1 0 0 0,0 0 0 0 0,1 0 0 0 0,3 4 0 0 0,-5-6 0 0 0,-2-16 0 0 0,-3 5 0 0 0,0 1 0 0 0,0-1 0 0 0,-1 1 0 0 0,-10-13 0 0 0,12 18 0 0 0,0 0 0 0 0,-1 0 0 0 0,1 0 0 0 0,-1 1 0 0 0,0-1 0 0 0,0 1 0 0 0,-1 0 0 0 0,0 0 0 0 0,1 0 0 0 0,-1 1 0 0 0,0-1 0 0 0,-6-1 0 0 0,11 3 0 0 0,-1 1 0 0 0,1 0 0 0 0,-1 0 0 0 0,0-1 0 0 0,1 1 0 0 0,-1 0 0 0 0,1 0 0 0 0,-1 0 0 0 0,0 0 0 0 0,1 0 0 0 0,-1 0 0 0 0,1 0 0 0 0,-1 0 0 0 0,0 0 0 0 0,1 0 0 0 0,-1 0 0 0 0,0 0 0 0 0,1 0 0 0 0,-1 0 0 0 0,1 0 0 0 0,-1 0 0 0 0,0 0 0 0 0,1 0 0 0 0,-2 1 0 0 0,2-1 0 0 0,0 1 0 0 0,-1-1 0 0 0,1 1 0 0 0,0-1 0 0 0,0 1 0 0 0,-1-1 0 0 0,1 1 0 0 0,0-1 0 0 0,0 1 0 0 0,0-1 0 0 0,0 1 0 0 0,0-1 0 0 0,0 1 0 0 0,0-1 0 0 0,0 1 0 0 0,0-1 0 0 0,0 1 0 0 0,0 0 0 0 0,1 2 0 0 0,0-1 0 0 0,0 1 0 0 0,0 0 0 0 0,0-1 0 0 0,1 1 0 0 0,-1 0 0 0 0,3 1 0 0 0,-3-2 0 0 0,1 0 0 0 0,0-1 0 0 0,0 1 0 0 0,0-1 0 0 0,0 0 0 0 0,0 1 0 0 0,1-1 0 0 0,-1 0 0 0 0,0 0 0 0 0,1 0 0 0 0,-1 0 0 0 0,1 0 0 0 0,-1-1 0 0 0,1 1 0 0 0,0-1 0 0 0,-1 1 0 0 0,1-1 0 0 0,0 1 0 0 0,-1-1 0 0 0,1 0 0 0 0,0 0 0 0 0,0 0 0 0 0,-1-1 0 0 0,1 1 0 0 0,3-1 0 0 0,-6 1 0 0 0,0 0 0 0 0,1 0 0 0 0,-1-1 0 0 0,0 1 0 0 0,0 0 0 0 0,1 0 0 0 0,-1-1 0 0 0,0 1 0 0 0,0 0 0 0 0,0 0 0 0 0,1-1 0 0 0,-1 1 0 0 0,0 0 0 0 0,0-1 0 0 0,0 1 0 0 0,0 0 0 0 0,0 0 0 0 0,0-1 0 0 0,0 1 0 0 0,0 0 0 0 0,0-1 0 0 0,0 1 0 0 0,0 0 0 0 0,0 0 0 0 0,0-1 0 0 0,0 1 0 0 0,0 0 0 0 0,-1-1 0 0 0,1 1 0 0 0,0 0 0 0 0,0 0 0 0 0,0-1 0 0 0,0 1 0 0 0,-1 0 0 0 0,1 0 0 0 0,0-1 0 0 0,0 1 0 0 0,-1 0 0 0 0,1 0 0 0 0,0 0 0 0 0,-1-1 0 0 0,-10-9 0 0 0,5 8 0 0 0,0-1 0 0 0,-1 1 0 0 0,1 0 0 0 0,0 0 0 0 0,-1 0 0 0 0,0 0 0 0 0,1 1 0 0 0,-1 0 0 0 0,-12-1 0 0 0,10 2 0 0 0,0 0 0 0 0,0 0 0 0 0,-1 0 0 0 0,1 1 0 0 0,0 0 0 0 0,-17 3 0 0 0,21-1 0 0 0,5-2 0 0 0,0-1 0 0 0,1 0 0 0 0,-1 0 0 0 0,0 1 0 0 0,1-1 0 0 0,-1 0 0 0 0,0 0 0 0 0,1 0 0 0 0,-1 1 0 0 0,1-1 0 0 0,-1 0 0 0 0,1 0 0 0 0,-1 0 0 0 0,0 0 0 0 0,1 0 0 0 0,-1 0 0 0 0,1 0 0 0 0,-1 1 0 0 0,1-1 0 0 0,-1 0 0 0 0,1 0 0 0 0,-1 0 0 0 0,2-1 0 0 0,11 1 0 0 0,-11 0 0 0 0,8 0 0 0 0,0-1 0 0 0,0 0 0 0 0,0-1 0 0 0,0 1 0 0 0,0-1 0 0 0,-1-1 0 0 0,1 1 0 0 0,11-6 0 0 0,-20 8 0 0 0,0-1 0 0 0,-3 1 0 0 0,1-1 0 0 0,0 1 0 0 0,0 0 0 0 0,0-1 0 0 0,0 1 0 0 0,-1 0 0 0 0,1 0 0 0 0,0 0 0 0 0,0 0 0 0 0,-1 0 0 0 0,1 0 0 0 0,-2 0 0 0 0,3 0 0 0 0,-16 1 0 0 0,0-1 0 0 0,0 2 0 0 0,0 0 0 0 0,0 0 0 0 0,0 1 0 0 0,1 1 0 0 0,0 0 0 0 0,0 1 0 0 0,0 0 0 0 0,-24 11 0 0 0,38-15 0 0 0,1-1 0 0 0,23 0 0 0 0,-2-5 0 0 0,-1 0 0 0 0,1-1 0 0 0,-1-1 0 0 0,29-13 0 0 0,-36 15 0 0 0,-12 4 0 0 0,1 1 0 0 0,0-1 0 0 0,0 0 0 0 0,0 0 0 0 0,0 1 0 0 0,-1-1 0 0 0,1 0 0 0 0,0-1 0 0 0,-1 1 0 0 0,3-2 0 0 0,-5 3 0 0 0,0-1 0 0 0,0 1 0 0 0,0-1 0 0 0,0 1 0 0 0,0 0 0 0 0,0-1 0 0 0,0 1 0 0 0,0 0 0 0 0,0 0 0 0 0,0 0 0 0 0,-1 0 0 0 0,1 0 0 0 0,0 0 0 0 0,0 0 0 0 0,-2 0 0 0 0,-12 1 0 0 0,0 1 0 0 0,0 0 0 0 0,1 0 0 0 0,-1 2 0 0 0,1-1 0 0 0,-15 6 0 0 0,-7 4 0 0 0,-36 18 0 0 0,62-27 0 0 0,5-2 0 0 0,13-4 0 0 0,11-3 0 0 0,-1-2 0 0 0,0 0 0 0 0,0 0 0 0 0,-1-2 0 0 0,21-12 0 0 0,-38 21 0 0 0,0 0 0 0 0,0 0 0 0 0,0 0 0 0 0,0 0 0 0 0,0 0 0 0 0,0 0 0 0 0,-1 0 0 0 0,1 0 0 0 0,0 0 0 0 0,0 0 0 0 0,0 0 0 0 0,0 0 0 0 0,0 0 0 0 0,0 0 0 0 0,0 0 0 0 0,0 0 0 0 0,0 0 0 0 0,0 0 0 0 0,0 0 0 0 0,0 0 0 0 0,0 0 0 0 0,0 0 0 0 0,0 0 0 0 0,0-1 0 0 0,0 1 0 0 0,0 0 0 0 0,0 0 0 0 0,0 0 0 0 0,0 0 0 0 0,0 0 0 0 0,0 0 0 0 0,0 0 0 0 0,0 0 0 0 0,0 0 0 0 0,0 0 0 0 0,0 0 0 0 0,0 0 0 0 0,0 0 0 0 0,0 0 0 0 0,0 0 0 0 0,0 0 0 0 0,0 0 0 0 0,0 0 0 0 0,0 0 0 0 0,0 0 0 0 0,0 0 0 0 0,0 0 0 0 0,0 0 0 0 0,0 0 0 0 0,0 0 0 0 0,0-1 0 0 0,0 1 0 0 0,0 0 0 0 0,0 0 0 0 0,0 0 0 0 0,0 0 0 0 0,0 0 0 0 0,0 0 0 0 0,0 0 0 0 0,0 0 0 0 0,0 0 0 0 0,0 0 0 0 0,0 0 0 0 0,0 0 0 0 0,1 0 0 0 0,-9 0 0 0 0,-8 1 0 0 0,-1 4 0 0 0,-1 0 0 0 0,1 0 0 0 0,0 1 0 0 0,1 1 0 0 0,-20 10 0 0 0,35-17 0 0 0,-1 1 0 0 0,0 0 0 0 0,0 0 0 0 0,0 0 0 0 0,0 0 0 0 0,0 1 0 0 0,0-1 0 0 0,0 0 0 0 0,1 1 0 0 0,-1-1 0 0 0,-1 3 0 0 0,3-4 0 0 0,0 1 0 0 0,1-1 0 0 0,-1 0 0 0 0,1 1 0 0 0,-1-1 0 0 0,0 0 0 0 0,1 0 0 0 0,-1 0 0 0 0,1 1 0 0 0,-1-1 0 0 0,1 0 0 0 0,-1 0 0 0 0,1 0 0 0 0,-1 0 0 0 0,1 0 0 0 0,-1 0 0 0 0,1 0 0 0 0,-1 0 0 0 0,1 0 0 0 0,-1 0 0 0 0,1 0 0 0 0,-1 0 0 0 0,1 0 0 0 0,-1 0 0 0 0,1 0 0 0 0,0 0 0 0 0,15-2 0 0 0,-7-1 0 0 0,0 1 0 0 0,0-1 0 0 0,0-1 0 0 0,0 0 0 0 0,-1 0 0 0 0,0 0 0 0 0,0 0 0 0 0,8-7 0 0 0,-15 10 0 0 0,0 0 0 0 0,-24 1 0 0 0,15 2 0 0 0,0 0 0 0 0,0 0 0 0 0,0 1 0 0 0,0 0 0 0 0,1 0 0 0 0,-13 7 0 0 0,14-6 0 0 0,-1-1 0 0 0,1 1 0 0 0,-1-2 0 0 0,0 1 0 0 0,0 0 0 0 0,-1-1 0 0 0,1 0 0 0 0,-9 1 0 0 0,11-2 0 0 0,1-1 0 0 0,-1 0 0 0 0,0-1 0 0 0,1 1 0 0 0,-1 0 0 0 0,1-1 0 0 0,-1 0 0 0 0,1 0 0 0 0,-6-2 0 0 0,-5 0 0 0 0,13 3 0 0 0,1 0 0 0 0,0 0 0 0 0,0 0 0 0 0,0 0 0 0 0,0-1 0 0 0,16 4 0 0 0,-13-2 0 0 0,0 0 0 0 0,-1-1 0 0 0,1 1 0 0 0,0-1 0 0 0,0 0 0 0 0,0 0 0 0 0,0 1 0 0 0,0-1 0 0 0,0 0 0 0 0,3 0 0 0 0,32-4 0 0 0,-20 2 0 0 0,0 0 0 0 0,17-3 0 0 0,-21 2 0 0 0,23-1 0 0 0,12-3 0 0 0,-36 4 0 0 0,-1 0 0 0 0,1-1 0 0 0,-1 0 0 0 0,0-1 0 0 0,13-7 0 0 0,-5 2 0 0 0,97-43 0 0 0,-98 44 0 0 0,21-15 0 0 0,5-3 0 0 0,-11 8 0 0 0,-32 18 0 0 0,0 1 0 0 0,0-1 0 0 0,0 0 0 0 0,1 0 0 0 0,-2 0 0 0 0,2 1 0 0 0,-1 0 0 0 0,0-1 0 0 0,0 1 0 0 0,-1-1 0 0 0,1 0 0 0 0,-1 0 0 0 0,1 1 0 0 0,0-1 0 0 0,1 0 0 0 0,-1 1 0 0 0,0-1 0 0 0,0 1 0 0 0,0-1 0 0 0,0 0 0 0 0,0 0 0 0 0,0 0 0 0 0,0 0 0 0 0,0 1 0 0 0,0-1 0 0 0,0 0 0 0 0,0 0 0 0 0,0 0 0 0 0,0 1 0 0 0,0-1 0 0 0,1 0 0 0 0,-1 0 0 0 0,0 0 0 0 0,0 0 0 0 0,-1 1 0 0 0,-16 8 0 0 0,-7 6 0 0 0,10-7 0 0 0,1 1 0 0 0,0 0 0 0 0,-10 9 0 0 0,22-17 0 0 0,-2 0 0 0 0,-1 5 0 0 0,3-4 0 0 0,0 0 0 0 0,0-1 0 0 0,0 1 0 0 0,0 0 0 0 0,0 1 0 0 0,-1-1 0 0 0,1 1 0 0 0,-1-1 0 0 0,1 1 0 0 0,-1-1 0 0 0,0 1 0 0 0,0-1 0 0 0,0 1 0 0 0,0-1 0 0 0,0 0 0 0 0,0 1 0 0 0,0-1 0 0 0,-3 2 0 0 0,-21 15 0 0 0,18-13 0 0 0,-8 6-70 0 0,8-6-17 0 0,0 1 0 0 0,-1-1-1 0 0,0 0 1 0 0,0-1 0 0 0,0 1 0 0 0,-1-1-1 0 0,-11 3 1 0 0,60-22-363 0 0,-26 9 254 0 0,27-8 1 0 0,-41 14 193 0 0,0 0 0 0 0,0 0 0 0 0,0 0 0 0 0,0 0-1 0 0,0 0 1 0 0,1 0 0 0 0,-1 0 0 0 0,0 0 0 0 0,0 0 0 0 0,0 0 0 0 0,0 0 0 0 0,0 0 0 0 0,0 0 0 0 0,0 0 0 0 0,0 0 0 0 0,0 0 0 0 0,0 0 0 0 0,0 0 0 0 0,0 0 0 0 0,0 0 0 0 0,1 0 0 0 0,-1 0 0 0 0,0 1-1 0 0,0-1 1 0 0,0 0 0 0 0,0 0 0 0 0,0 0 0 0 0,0 0 0 0 0,0 0 0 0 0,0 0 0 0 0,0 0 0 0 0,0 0 0 0 0,0 0 0 0 0,0 0 0 0 0,0 0 0 0 0,0 0 0 0 0,0 0 0 0 0,0 0 0 0 0,0 0 0 0 0,0 0 0 0 0,0 1 0 0 0,0-1-1 0 0,0 0 1 0 0,0 0 0 0 0,0 0 0 0 0,0 0 0 0 0,0 0 0 0 0,0 0 0 0 0,0 0 0 0 0,0 0 0 0 0,0 0 0 0 0,0 0 0 0 0,0 0 0 0 0,0 0 0 0 0,0 0 0 0 0,-1 0 0 0 0,-2 7-38 0 0,-4 5 22 0 0,-13 12-19 0 0,0 0-1 0 0,-30 25 1 0 0,46-48 35 0 0,4-6-3 0 0,4-9-2 0 0,-3 12 8 0 0,28-71 241 0 0,-42 113 574 0 0,10-29-705 0 0,0 1 0 0 0,-1-1 0 0 0,0-1 0 0 0,-1 1 0 0 0,-10 15 0 0 0,15-26-110 0 0,-1 1 0 0 0,1-1 0 0 0,0 0-1 0 0,0 0 1 0 0,0 0 0 0 0,0 0 0 0 0,0 1 0 0 0,0-1 0 0 0,0 0 0 0 0,-1 0 0 0 0,1 0 0 0 0,0 0 0 0 0,0 0 0 0 0,0 0 0 0 0,0 1 0 0 0,-1-1 0 0 0,1 0 0 0 0,0 0 0 0 0,0 0 0 0 0,-1 0 0 0 0,1 0 0 0 0,0 0 0 0 0,0 0 0 0 0,0 0-1 0 0,-1 0 1 0 0,1 0 0 0 0,0 0 0 0 0,0 0 0 0 0,-1 0 0 0 0,1 0 0 0 0,0 0 0 0 0,0 0 0 0 0,-1 0 0 0 0,1 0 0 0 0,0 0 0 0 0,0 0 0 0 0,0 0 0 0 0,-1 0 0 0 0,1 0 0 0 0,0 0 0 0 0,-7-8 61 0 0,-1-12 22 0 0,7 16-84 0 0,0 0 0 0 0,1 0 0 0 0,0-1 0 0 0,0 1 0 0 0,1-6 0 0 0,0-8 0 0 0,-1 30 0 0 0,-2 1 0 0 0,1 0 0 0 0,-2-1 0 0 0,0 0 0 0 0,-1 1 0 0 0,-9 16 0 0 0,13-28 0 0 0,-1-1 0 0 0,0-1 0 0 0,0 0 0 0 0,1 0 0 0 0,-1 0 0 0 0,1 0 0 0 0,-1 0 0 0 0,1 0 0 0 0,-1 0 0 0 0,1 0 0 0 0,0 0 0 0 0,0 0 0 0 0,0 0 0 0 0,0-1 0 0 0,0-11 0 0 0,1 0 0 0 0,5-17 0 0 0,-5 25 0 0 0,1-1 0 0 0,0 1 0 0 0,0-1 0 0 0,1 1 0 0 0,-1 0 0 0 0,2-1 0 0 0,6-7 0 0 0,-10 13 0 0 0,0 0 0 0 0,0 0 0 0 0,0-1 0 0 0,0 1 0 0 0,0 0 0 0 0,0 0 0 0 0,0 0 0 0 0,0 0 0 0 0,0 0 0 0 0,0 0 0 0 0,1 0 0 0 0,-1-1 0 0 0,0 1 0 0 0,0 0 0 0 0,0 0 0 0 0,0 0 0 0 0,0 0 0 0 0,0 0 0 0 0,0 0 0 0 0,1 0 0 0 0,-1 0 0 0 0,0 0 0 0 0,0 0 0 0 0,0 0 0 0 0,0 0 0 0 0,0 0 0 0 0,1 0 0 0 0,-1 0 0 0 0,0 0 0 0 0,0 0 0 0 0,0 0 0 0 0,0 0 0 0 0,1 0 0 0 0,-1 0 0 0 0,0 0 0 0 0,0 0 0 0 0,0 0 0 0 0,0 0 0 0 0,0 0 0 0 0,1 0 0 0 0,-1 0 0 0 0,0 0 0 0 0,0 0 0 0 0,0 0 0 0 0,0 0 0 0 0,0 0 0 0 0,1 0 0 0 0,-1 0 0 0 0,0 0 0 0 0,3 9 0 0 0,-2 8 0 0 0,-3-6 0 0 0,0-1 0 0 0,-1 1 0 0 0,-1-1 0 0 0,-8 17 0 0 0,-26 39 0 0 0,33-58 0 0 0,3-5 0 0 0,2-2 0 0 0,0 0 0 0 0,-1 0 0 0 0,0 1 0 0 0,1-1 0 0 0,-1 0 0 0 0,0 0 0 0 0,1 0 0 0 0,-1-1 0 0 0,0 1 0 0 0,0 0 0 0 0,0 0 0 0 0,0 0 0 0 0,0 0 0 0 0,-2 1 0 0 0,2-3 0 0 0,1 1 0 0 0,0 0 0 0 0,-1 0 0 0 0,1 0 0 0 0,0 0 0 0 0,0 0 0 0 0,-1 0 0 0 0,1-1 0 0 0,0 1 0 0 0,0 0 0 0 0,-1 0 0 0 0,1 0 0 0 0,0 0 0 0 0,0-1 0 0 0,0 1 0 0 0,-1 0 0 0 0,1 0 0 0 0,0-1 0 0 0,0 1 0 0 0,0 0 0 0 0,0 0 0 0 0,0-1 0 0 0,0 1 0 0 0,-1 0 0 0 0,1 0 0 0 0,0-1 0 0 0,0 1 0 0 0,0 0 0 0 0,0 0 0 0 0,0-1 0 0 0,0 1 0 0 0,1-1 0 0 0,-3-8 0 0 0,4-5 0 0 0,0 1 0 0 0,1 0 0 0 0,1 0 0 0 0,0 0 0 0 0,13-23 0 0 0,-15 31 0 0 0,-2 3 0 0 0,1 0 0 0 0,0 1 0 0 0,0-1 0 0 0,-1 1 0 0 0,1-1 0 0 0,0 0 0 0 0,1 1 0 0 0,-1 0 0 0 0,0-1 0 0 0,1 1 0 0 0,-1-1 0 0 0,1 1 0 0 0,-1 0 0 0 0,4-2 0 0 0,-5 3 0 0 0,1 0 0 0 0,-1 1 0 0 0,0-1 0 0 0,1 0 0 0 0,-1 0 0 0 0,0 0 0 0 0,0 1 0 0 0,1-1 0 0 0,-1 0 0 0 0,0 1 0 0 0,0-1 0 0 0,0 0 0 0 0,1 0 0 0 0,-1 1 0 0 0,0-1 0 0 0,0 0 0 0 0,0 1 0 0 0,0-1 0 0 0,0 0 0 0 0,0 1 0 0 0,0-1 0 0 0,0 0 0 0 0,0 1 0 0 0,0-1 0 0 0,0 0 0 0 0,0 1 0 0 0,0-1 0 0 0,0 0 0 0 0,0 1 0 0 0,-1 11 0 0 0,-3 5 0 0 0,0 0 0 0 0,-2 1 0 0 0,-13 25 0 0 0,-35 45 0 0 0,54-87 0 0 0,-1 0 0 0 0,1 0 0 0 0,-1-1 0 0 0,1 1 0 0 0,-1 0 0 0 0,1 0 0 0 0,-1-1 0 0 0,0 1 0 0 0,0-1 0 0 0,1 1 0 0 0,-1-1 0 0 0,0 1 0 0 0,0-1 0 0 0,0 1 0 0 0,0-1 0 0 0,-1 1 0 0 0,2-1 0 0 0,-1 0 0 0 0,1 0 0 0 0,-1 0 0 0 0,1 0 0 0 0,-1 0 0 0 0,1-1 0 0 0,-1 1 0 0 0,1 0 0 0 0,0 0 0 0 0,-1 0 0 0 0,1-1 0 0 0,0 1 0 0 0,-1 0 0 0 0,1 0 0 0 0,0-1 0 0 0,-1 1 0 0 0,1 0 0 0 0,0-1 0 0 0,-1 1 0 0 0,1 0 0 0 0,0-1 0 0 0,0 1 0 0 0,0 0 0 0 0,0-1 0 0 0,-1 1 0 0 0,1 0 0 0 0,0-1 0 0 0,0 1 0 0 0,0 0 0 0 0,0-1 0 0 0,0 1 0 0 0,0 0 0 0 0,0-1 0 0 0,0 1 0 0 0,0-1 0 0 0,0 1 0 0 0,0-7 0 0 0,0 1 0 0 0,1 0 0 0 0,-1-1 0 0 0,2 1 0 0 0,-1 0 0 0 0,1-1 0 0 0,3-5 0 0 0,23-43 0 0 0,-21 43 0 0 0,7-9 0 0 0,-15 36 0 0 0,-17 25 0 0 0,-1-1 0 0 0,-3 0 0 0 0,-36 47 0 0 0,57-84 0 0 0,-1 1 0 0 0,0-1 0 0 0,0 1 0 0 0,0-1 0 0 0,-1 1 0 0 0,0-1 0 0 0,-3 3 0 0 0,6-5 0 0 0,0 0 0 0 0,0 0 0 0 0,0 0 0 0 0,-1 0 0 0 0,1 0 0 0 0,0 0 0 0 0,0 0 0 0 0,0 0 0 0 0,0 0 0 0 0,-1 0 0 0 0,1 0 0 0 0,0 0 0 0 0,0 0 0 0 0,0 0 0 0 0,-1 0 0 0 0,1 0 0 0 0,0 0 0 0 0,0-1 0 0 0,0 1 0 0 0,0 0 0 0 0,0 0 0 0 0,-1 0 0 0 0,1 0 0 0 0,0 0 0 0 0,0 0 0 0 0,0 0 0 0 0,0-1 0 0 0,0 1 0 0 0,0 0 0 0 0,0 0 0 0 0,0 0 0 0 0,-1 0 0 0 0,1 0 0 0 0,0 0 0 0 0,0-1 0 0 0,0 1 0 0 0,0 0 0 0 0,0 0 0 0 0,0 0 0 0 0,0 0 0 0 0,0 0 0 0 0,0-1 0 0 0,0 1 0 0 0,0 0 0 0 0,0 0 0 0 0,0 0 0 0 0,0 0 0 0 0,1-1 0 0 0,-3-7 0 0 0,3 1 0 0 0,0-1 0 0 0,0 1 0 0 0,1 0 0 0 0,0-1 0 0 0,1 1 0 0 0,5-11 0 0 0,28-39 0 0 0,-33 51 0 0 0,-1 3 0 0 0,0 0 0 0 0,1 0 0 0 0,-1 0 0 0 0,0 0 0 0 0,1 0 0 0 0,0 1 0 0 0,0-1 0 0 0,5-3 0 0 0,-6 5 0 0 0,-2 1 0 0 0,0 0 0 0 0,1 0 0 0 0,-1 1 0 0 0,0-1 0 0 0,0 0 0 0 0,0 0 0 0 0,1 0 0 0 0,-1 0 0 0 0,0 0 0 0 0,0 0 0 0 0,0 0 0 0 0,0 1 0 0 0,1-1 0 0 0,-1 0 0 0 0,0 0 0 0 0,0 0 0 0 0,0 0 0 0 0,0 1 0 0 0,0-1 0 0 0,0 0 0 0 0,0 0 0 0 0,0 0 0 0 0,0 0 0 0 0,1 1 0 0 0,-1-1 0 0 0,0 0 0 0 0,0 0 0 0 0,0 0 0 0 0,0 1 0 0 0,0-1 0 0 0,-1 0 0 0 0,1 0 0 0 0,0 0 0 0 0,0 0 0 0 0,0 1 0 0 0,0-1 0 0 0,0 0 0 0 0,0 0 0 0 0,0 0 0 0 0,0 1 0 0 0,-3 9 0 0 0,-7 14 0 0 0,-1 0 0 0 0,-2 0 0 0 0,-1-1 0 0 0,-1 0 0 0 0,-38 40 0 0 0,51-61 0 0 0,-3 4 0 0 0,0-1 0 0 0,-1 1 0 0 0,0-1 0 0 0,0 0 0 0 0,0-1 0 0 0,-9 6 0 0 0,15-11 0 0 0,0 1 0 0 0,0 0 0 0 0,-1 0 0 0 0,1 0 0 0 0,0 0 0 0 0,0 0 0 0 0,0 0 0 0 0,0 0 0 0 0,-1 0 0 0 0,1 0 0 0 0,0 0 0 0 0,0 0 0 0 0,0-1 0 0 0,0 1 0 0 0,0 0 0 0 0,-1 0 0 0 0,1 0 0 0 0,0 0 0 0 0,0 0 0 0 0,0-1 0 0 0,0 1 0 0 0,0 0 0 0 0,0 0 0 0 0,0 0 0 0 0,0 0 0 0 0,0 0 0 0 0,0-1 0 0 0,0 1 0 0 0,0 0 0 0 0,0 0 0 0 0,0 0 0 0 0,0 0 0 0 0,0-1 0 0 0,0 1 0 0 0,0 0 0 0 0,0 0 0 0 0,0 0 0 0 0,0 0 0 0 0,0 0 0 0 0,0-1 0 0 0,0 1 0 0 0,0 0 0 0 0,0 0 0 0 0,1 0 0 0 0,0-8 0 0 0,3 0 0 0 0,0 0 0 0 0,0 0 0 0 0,1 0 0 0 0,1 0 0 0 0,6-7 0 0 0,36-35 0 0 0,-45 47 0 0 0,-1 1 0 0 0,0 0 0 0 0,0-1 0 0 0,1 1 0 0 0,-1 1 0 0 0,1-1 0 0 0,-1 0 0 0 0,1 0 0 0 0,5-2 0 0 0,-7 4 0 0 0,-1 0 0 0 0,0 0 0 0 0,0 0 0 0 0,0 0 0 0 0,1 0 0 0 0,-1 0 0 0 0,0 0 0 0 0,0 0 0 0 0,0 0 0 0 0,0 0 0 0 0,0 0 0 0 0,1 0 0 0 0,-1 1 0 0 0,0-1 0 0 0,0 0 0 0 0,0 0 0 0 0,0 0 0 0 0,0 0 0 0 0,0 0 0 0 0,1 0 0 0 0,-1 0 0 0 0,0 0 0 0 0,0 1 0 0 0,0-1 0 0 0,0 0 0 0 0,0 0 0 0 0,0 0 0 0 0,0 0 0 0 0,0 0 0 0 0,0 1 0 0 0,0-1 0 0 0,0 0 0 0 0,0 0 0 0 0,0 0 0 0 0,0 0 0 0 0,0 0 0 0 0,0 1 0 0 0,0-1 0 0 0,0 0 0 0 0,0 0 0 0 0,0 0 0 0 0,0 0 0 0 0,0 0 0 0 0,0 0 0 0 0,0 1 0 0 0,0-1 0 0 0,-1 0 0 0 0,1 0 0 0 0,0 0 0 0 0,-3 9 0 0 0,-12 14 0 0 0,0 0 0 0 0,-2 0 0 0 0,-1-1 0 0 0,-2-1 0 0 0,-26 23 0 0 0,43-42 0 0 0,-12 9 0 0 0,17-20 0 0 0,7-9 0 0 0,1 2 0 0 0,1-1 0 0 0,1 1 0 0 0,1 0 0 0 0,1 1 0 0 0,26-22 0 0 0,-39 36 0 0 0,-7 16 0 0 0,-17 15 0 0 0,-38 40 0 0 0,27-33 0 0 0,-29 29 0 0 0,96-103 0 0 0,59-62 0 0 0,-77 86 0 0 0,0 0 0 0 0,25-14 0 0 0,-25 16 0 0 0,-1-1 0 0 0,23-23 0 0 0,-12 11 0 0 0,124-102-24 0 0,-132 114 28 0 0,-1-2 1 0 0,0 0-1 0 0,19-24 0 0 0,-23 23-1 0 0,0 1-1 0 0,24-21 0 0 0,-29 28-2 0 0,-6 7 0 0 0,-12 15 0 0 0,-122 110 0 0 0,93-89 0 0 0,-12 13 0 0 0,50-46 0 0 0,-23 19 0 0 0,24-21 0 0 0,2 0 0 0 0,0-2 0 0 0,1 0 0 0 0,-1 1 0 0 0,1-1 0 0 0,-1 0 0 0 0,0 0 0 0 0,1 0 0 0 0,-1 0 0 0 0,0 0 0 0 0,0 0 0 0 0,0-1 0 0 0,0 1 0 0 0,1-2 0 0 0,-1 2 0 0 0,39-42 0 0 0,55-46 0 0 0,-83 78 0 0 0,-8 6 0 0 0,0 2 0 0 0,0-1 0 0 0,8-5 0 0 0,-11 8 0 0 0,0 1 0 0 0,0 0 0 0 0,1 0 0 0 0,-1 1 0 0 0,0 0 0 0 0,0 0 0 0 0,0 0 0 0 0,1 0 0 0 0,-1 0 0 0 0,0 0 0 0 0,-1 0 0 0 0,1 1 0 0 0,0-1 0 0 0,0 0 0 0 0,-1 1 0 0 0,1-1 0 0 0,-1 0 0 0 0,1 2 0 0 0,0-1 0 0 0,19 34 0 0 0,-13-25 0 0 0,10 21 0 0 0,-16-28 0 0 0,0 0 0 0 0,0 0 0 0 0,-1 0 0 0 0,0 1 0 0 0,0-1 0 0 0,-1 7 0 0 0,0-6 0 0 0,1-1 0 0 0,0 1 0 0 0,0 0 0 0 0,2 8 0 0 0,4 19 0 0 0,-5-28 0 0 0,0 0 0 0 0,0 1 0 0 0,1-1 0 0 0,0 0 0 0 0,3 5 0 0 0,1 3 0 0 0,-6-1 0 0 0,-1-21 0 0 0,0 0 0 0 0,-1 0 0 0 0,-6-16 0 0 0,4 16 0 0 0,1 0 0 0 0,1-1 0 0 0,-2-17 0 0 0,3 20 0 0 0,0-1 0 0 0,-1 0 0 0 0,0 1 0 0 0,-1-1 0 0 0,-4-9 0 0 0,5 15 0 0 0,-5-11 0 0 0,-5-18 0 0 0,10 27 0 0 0,1 0 0 0 0,0 0 0 0 0,0 0 0 0 0,1-1 0 0 0,0 1 0 0 0,0 0 0 0 0,2-7 0 0 0,2-6 0 0 0,2 1 0 0 0,12-27 0 0 0,-1 19 0 0 0,-3 6 0 0 0,-7 9 0 0 0,0 1 0 0 0,0 0 0 0 0,1 0 0 0 0,1 0 0 0 0,14-10 0 0 0,9-2 0 0 0,-31 21 0 0 0,-15 10 0 0 0,-56 32 0 0 0,64-38-1 0 0,-1 0 0 0 0,1 1 0 0 0,1 0 0 0 0,-1 0 0 0 0,-8 10 0 0 0,-9 9-10 0 0,-66 48-877 0 0,82-67 737 0 0,11-11 109 0 0,14-11 36 0 0,34-22 6 0 0,-56 40 0 0 0,1 1 0 0 0,-1 0 0 0 0,0-1 0 0 0,-8 3 0 0 0,-1 0 0 0 0,-113 37-15 0 0,114-38-52 0 0,0-1-1 0 0,0 1 1 0 0,-1-1-1 0 0,-21 1 1 0 0,23-2 20 0 0,-94 3-338 0 0,78 1 376 0 0,21-4 7 0 0,0 1-1 0 0,0-1 1 0 0,0 0-1 0 0,-1-1 1 0 0,-9 1-1 0 0,16-1 3 0 0,17-4 0 0 0,112-30-33 0 0,-118 31 30 0 0,0 1 1 0 0,22-3-1 0 0,-23 4 1 0 0,1 0 0 0 0,-1-1 1 0 0,20-5-1 0 0,3-4 9 0 0,59-22 27 0 0,-65 21-31 0 0,8-2 4 0 0,-2-2-1 0 0,42-25 1 0 0,-32 13 241 0 0,-51 43-56 0 0,-16 9-74 0 0,-1-1 0 0 0,-2 0 0 0 0,-54 34 0 0 0,62-43 60 0 0,-27 24 0 0 0,25-20-6 0 0,15-12-154 0 0,1 0 0 0 0,0 0-1 0 0,0 0 1 0 0,1 1 0 0 0,0-1 0 0 0,0 1-1 0 0,-4 13 1 0 0,5-12-19 0 0,0 0 0 0 0,-1-1 0 0 0,0 1 0 0 0,0-1 0 0 0,-12 14 0 0 0,15-21 1 0 0,1 1 0 0 0,-1-1 0 0 0,1 1 0 0 0,-1-1 0 0 0,1 1 0 0 0,-1-1 0 0 0,1 1 0 0 0,-1-1 0 0 0,0 1 0 0 0,1-1 0 0 0,-1 1 0 0 0,0-1 0 0 0,0 0 0 0 0,1 1 0 0 0,-1-1 0 0 0,0 0 0 0 0,0 1 0 0 0,0-1 0 0 0,1 0 0 0 0,-1 0 0 0 0,-2 0 0 0 0,3 0 0 0 0,-1 0 0 0 0,1 0 0 0 0,-1-1 0 0 0,1 1 0 0 0,-1 0 0 0 0,1-1 0 0 0,0 1 0 0 0,-1 0 0 0 0,1-1 0 0 0,-1 1 0 0 0,1 0 0 0 0,0-1 0 0 0,-1 1 0 0 0,1-1 0 0 0,0 1 0 0 0,0 0 0 0 0,-1-1 0 0 0,1 1 0 0 0,0-1 0 0 0,0 1 1 0 0,0-1-1 0 0,0 0 0 0 0,-1-4-2 0 0,0 0 1 0 0,1 0-1 0 0,0 0 1 0 0,0-6-1 0 0,1 5 0 0 0,0-1-1 0 0,1 1 1 0 0,0 0-1 0 0,0-1 1 0 0,1 1-1 0 0,0 0 1 0 0,0 0-1 0 0,1 1 1 0 0,7-10-1 0 0,-19 40 3 0 0,-1-8 0 0 0,-1 1 0 0 0,-1-2 0 0 0,0 1 0 0 0,-26 25 0 0 0,77-109 0 0 0,-24 38 0 0 0,-8 16 0 0 0,0-1 1 0 0,13-15-1 0 0,-24 45 16 0 0,-2-2-8 0 0,-1 0 0 0 0,-1 0-1 0 0,-1-1 1 0 0,0 0 0 0 0,-1 0-1 0 0,0-1 1 0 0,-21 21 0 0 0,25-30 7 0 0,3-4-5 0 0,3-8-2 0 0,9-15-3 0 0,-9 23-3 0 0,8-18 4 0 0,1 1 0 0 0,1-1 1 0 0,25-30-1 0 0,-36 49-6 0 0,0 0 0 0 0,0 0 0 0 0,1 0 0 0 0,-1 0 0 0 0,0 0 0 0 0,0 0 0 0 0,0 0 0 0 0,0-1 1 0 0,0 1-1 0 0,0 0 0 0 0,0 0 0 0 0,0 0 0 0 0,0 0 0 0 0,0 0 0 0 0,0 0 0 0 0,0 0 0 0 0,0 0 0 0 0,0 0 0 0 0,0 0 0 0 0,0 0 0 0 0,0 0 0 0 0,0 0 0 0 0,0 0 0 0 0,1 0 0 0 0,-1 0 0 0 0,0 0 1 0 0,0 0-1 0 0,0 0 0 0 0,0 0 0 0 0,0 0 0 0 0,0 0 0 0 0,0 0 0 0 0,0 0 0 0 0,0 0 0 0 0,0 0 0 0 0,0 0 0 0 0,1 0 0 0 0,-1 0 0 0 0,0 0 0 0 0,0 0 0 0 0,0 0 0 0 0,0 0 0 0 0,0 0 0 0 0,0 0 1 0 0,0 0-1 0 0,0 0 0 0 0,0 0 0 0 0,0 0 0 0 0,0 0 0 0 0,0 0 0 0 0,0 0 0 0 0,1 0 0 0 0,-1 0 0 0 0,0 0 0 0 0,1 5 7 0 0,0 6 6 0 0,-4 1 7 0 0,0 1 0 0 0,-1 0 1 0 0,-1-1-1 0 0,-1 0 0 0 0,0 0 1 0 0,-1 0-1 0 0,-16 21 0 0 0,23-34-20 0 0,0 1 1 0 0,0 0-1 0 0,0 0 0 0 0,0 0 0 0 0,0 0 0 0 0,0 0 0 0 0,0 0 0 0 0,0 0 1 0 0,0 0-1 0 0,0 0 0 0 0,0 0 0 0 0,0 0 0 0 0,0 0 0 0 0,0 0 0 0 0,0 0 1 0 0,0 0-1 0 0,0 0 0 0 0,0 0 0 0 0,0 0 0 0 0,0 0 0 0 0,0 0 0 0 0,0 0 1 0 0,0 0-1 0 0,0 0 0 0 0,-1 0 0 0 0,1 0 0 0 0,0 0 0 0 0,0 0 0 0 0,0 0 0 0 0,0 0 1 0 0,0 0-1 0 0,0 0 0 0 0,0 0 0 0 0,0 0 0 0 0,0 0 0 0 0,0 0 0 0 0,0 0 1 0 0,0 0-1 0 0,0 0 0 0 0,0 0 0 0 0,0 0 0 0 0,0 0 0 0 0,0 0 0 0 0,0 0 1 0 0,0 0-1 0 0,0 0 0 0 0,0 0 0 0 0,0 0 0 0 0,0 0 0 0 0,0-6 8 0 0,4-8 0 0 0,7-7-8 0 0,1 1 0 0 0,1 0 0 0 0,28-32 0 0 0,-38 48 0 0 0,-1 2 0 0 0,0 0 0 0 0,-1 1 0 0 0,1-1 0 0 0,0 0 0 0 0,0 1 0 0 0,0-1 0 0 0,0 1 0 0 0,3-2 0 0 0,-5 3 0 0 0,1 1 0 0 0,-1-1 0 0 0,0 0 0 0 0,0 0 0 0 0,0 0 0 0 0,0 0 0 0 0,1 1 0 0 0,-1-1 0 0 0,0 0 0 0 0,0 0 0 0 0,0 0 0 0 0,0 0 0 0 0,0 1 0 0 0,0-1 0 0 0,0 0 0 0 0,0 0 0 0 0,0 0 0 0 0,0 1 0 0 0,0-1 0 0 0,0 0 0 0 0,0 0 0 0 0,0 0 0 0 0,0 1 0 0 0,0-1 0 0 0,0 0 0 0 0,0 0 0 0 0,0 0 0 0 0,0 1 0 0 0,0-1 0 0 0,0 0 0 0 0,0 0 0 0 0,0 0 0 0 0,-1 1 0 0 0,-1 7 0 0 0,-5 8 0 0 0,-2 0 0 0 0,0-1 0 0 0,-15 18 0 0 0,20-27 0 0 0,-11 13 0 0 0,-37 37 0 0 0,103-113 0 0 0,98-67 0 0 0,-129 109 0 0 0,-17 14 0 0 0,-4 5 0 0 0,-3 5 0 0 0,-22 21 0 0 0,-31 30 0 0 0,30-34 0 0 0,-1 0 0 0 0,33-46 0 0 0,12-19 0 0 0,4-9 0 0 0,-21 47 0 0 0,0 0 0 0 0,-11 12 0 0 0,2 3 0 0 0,1 0 0 0 0,-7 21 0 0 0,8-20 0 0 0,0 1 0 0 0,-11 15 0 0 0,18-31-1 0 0,0 0 0 0 0,0 0 0 0 0,0 0 0 0 0,0 0 0 0 0,0 0 0 0 0,0 0 0 0 0,0 0 0 0 0,0 0 0 0 0,0 0 0 0 0,0 0 0 0 0,0 0 0 0 0,0-1 1 0 0,0 1-1 0 0,-1 0 0 0 0,1 0 0 0 0,0 0 0 0 0,0 0 0 0 0,0 0 0 0 0,0 0 0 0 0,0 0 0 0 0,0 0 0 0 0,0 0 0 0 0,0 0 0 0 0,0 0 0 0 0,0 0 0 0 0,0 0 0 0 0,0 0 0 0 0,0 0 0 0 0,-1 0 0 0 0,1 0 0 0 0,0 0 0 0 0,0 0 0 0 0,0 0 0 0 0,0 0 0 0 0,0 0 0 0 0,0 0 1 0 0,0 0-1 0 0,0 0 0 0 0,0 0 0 0 0,0 0 0 0 0,0 0 0 0 0,-1 0 0 0 0,1 0 0 0 0,0 0 0 0 0,0 0 0 0 0,0 0 0 0 0,0 0 0 0 0,0 0 0 0 0,0 0 0 0 0,0 0 0 0 0,0 1 0 0 0,0-1 0 0 0,0 0 0 0 0,0 0 0 0 0,0 0 0 0 0,0 0 0 0 0,-1-11-120 0 0,3-14-70 0 0,20-81-114 0 0,-47 190 326 0 0,29-178 543 0 0,-4 179-477 0 0,6-166-87 0 0,-4 43 0 0 0,-3 47 0 0 0,0 0 0 0 0,-1 0 0 0 0,-3 10 0 0 0,-5 20 0 0 0,5-9 0 0 0,3-18 0 0 0,1-11 0 0 0,2-4 0 0 0,0-11 0 0 0,-1-20 0 0 0,0 25 0 0 0,-1-1 0 0 0,2 1 0 0 0,-1 0 0 0 0,2 0 0 0 0,4-17 0 0 0,-6 26 0 0 0,0 0 0 0 0,0 0 0 0 0,0 0 0 0 0,0 1 0 0 0,0-1 0 0 0,0 0 0 0 0,0 0 0 0 0,0 0 0 0 0,1 0 0 0 0,-1 0 0 0 0,0 0 0 0 0,0 0 0 0 0,0 0 0 0 0,0 0 0 0 0,0 0 0 0 0,0 0 0 0 0,0 0 0 0 0,0 0 0 0 0,0 0 0 0 0,0 0 0 0 0,0 0 0 0 0,0 0 0 0 0,0 0 0 0 0,0 0 0 0 0,0 0 0 0 0,0 0 0 0 0,0 0 0 0 0,0 0 0 0 0,0 0 0 0 0,0 0 0 0 0,0 0 0 0 0,1 0 0 0 0,-1 0 0 0 0,0 0 0 0 0,0 0 0 0 0,0 0 0 0 0,0 0 0 0 0,0 0 0 0 0,0 0 0 0 0,0 0 0 0 0,0 0 0 0 0,0 0 0 0 0,0 0 0 0 0,0 0 0 0 0,0 0 0 0 0,0 0 0 0 0,0 0 0 0 0,0 0 0 0 0,0 0 0 0 0,0-1 0 0 0,0 1 0 0 0,0 0 0 0 0,0 0 0 0 0,0 0 0 0 0,0 0 0 0 0,0 0 0 0 0,0 0 0 0 0,0 0 0 0 0,0 0 0 0 0,0 0 0 0 0,0 0 0 0 0,0 0 0 0 0,2 5 0 0 0,1 7 0 0 0,-3 1 0 0 0,-1 1 0 0 0,0 0 0 0 0,-8 25 0 0 0,4-20 0 0 0,-2-59 0 0 0,5 1 0 0 0,1 27 0 0 0,1 10 0 0 0,0 5 0 0 0,-1 10 0 0 0,1-7 0 0 0,0 0 0 0 0,0 0 0 0 0,0 0 0 0 0,1-1 0 0 0,0 1 0 0 0,0 0 0 0 0,4 8 0 0 0,-4-13 0 0 0,0 0 0 0 0,0 0 0 0 0,1-13 0 0 0,0-1 0 0 0,0-1 0 0 0,-1-24 0 0 0,-2 20 0 0 0,0 31 0 0 0,-1 0 0 0 0,0 0 0 0 0,-6 13 0 0 0,3-10 0 0 0,-2 21 0 0 0,5-23 0 0 0,12-23 0 0 0,-3-2 0 0 0,7-18 0 0 0,-10 20 0 0 0,0 0 0 0 0,1 0 0 0 0,12-15 0 0 0,-17 24 0 0 0,0 0 0 0 0,0 0 0 0 0,0 0 0 0 0,0 0 0 0 0,0 0 0 0 0,0-1 0 0 0,0 1 0 0 0,0 0 0 0 0,0 0 0 0 0,0 0 0 0 0,0 0 0 0 0,0 0 0 0 0,0 0 0 0 0,0 0 0 0 0,0 0 0 0 0,0 0 0 0 0,0 0 0 0 0,1 0 0 0 0,-1-1 0 0 0,0 1 0 0 0,0 0 0 0 0,0 0 0 0 0,0 0 0 0 0,0 0 0 0 0,0 0 0 0 0,0 0 0 0 0,0 0 0 0 0,1 0 0 0 0,-1 0 0 0 0,0 0 0 0 0,0 0 0 0 0,0 0 0 0 0,0 0 0 0 0,0 0 0 0 0,0 0 0 0 0,1 0 0 0 0,-1 0 0 0 0,0 0 0 0 0,0 0 0 0 0,0 0 0 0 0,0 0 0 0 0,0 0 0 0 0,0 0 0 0 0,1 0 0 0 0,-1 0 0 0 0,0 0 0 0 0,0 0 0 0 0,0 0 0 0 0,0 0 0 0 0,0 1 0 0 0,0-1 0 0 0,0 0 0 0 0,0 0 0 0 0,0 0 0 0 0,1 0 0 0 0,-1 0 0 0 0,0 0 0 0 0,2 9 0 0 0,-1 10 0 0 0,-2-8 0 0 0,0-1 0 0 0,-1 1 0 0 0,-1 0 0 0 0,0-1 0 0 0,-1 1 0 0 0,-1-1 0 0 0,0 0 0 0 0,0 0 0 0 0,-2 0 0 0 0,1-1 0 0 0,-10 10 0 0 0,16-18 0 0 0,-5 4 0 0 0,4-6 0 0 0,1 1 0 0 0,0 0 0 0 0,0 0 0 0 0,0 0 0 0 0,-1 0 0 0 0,1 0 0 0 0,0 0 0 0 0,0 0 0 0 0,0-1 0 0 0,0 1 0 0 0,-1 0 0 0 0,1 0 0 0 0,0 0 0 0 0,0 0 0 0 0,0-1 0 0 0,0 1 0 0 0,0 0 0 0 0,0 0 0 0 0,0 0 0 0 0,0 0 0 0 0,0-1 0 0 0,0 1 0 0 0,0 0 0 0 0,0 0 0 0 0,0 0 0 0 0,0-1 0 0 0,0 1 0 0 0,0 0 0 0 0,0 0 0 0 0,0 0 0 0 0,0 0 0 0 0,0-1 0 0 0,0 1 0 0 0,0 0 0 0 0,1-7 0 0 0,-1 7 0 0 0,3-9 0 0 0,1 1 0 0 0,-1 0 0 0 0,1 0 0 0 0,1 0 0 0 0,0 1 0 0 0,1-1 0 0 0,-1 1 0 0 0,2 0 0 0 0,-1 0 0 0 0,2 0 0 0 0,-1 1 0 0 0,1 0 0 0 0,11-7 0 0 0,-19 12 0 0 0,0 1 0 0 0,0 0 0 0 0,0 0 0 0 0,1 0 0 0 0,-1 0 0 0 0,0-1 0 0 0,0 1 0 0 0,0 0 0 0 0,1 0 0 0 0,-1 0 0 0 0,0 0 0 0 0,0 0 0 0 0,0-1 0 0 0,1 1 0 0 0,-1 0 0 0 0,0 0 0 0 0,0 0 0 0 0,1 0 0 0 0,-1 0 0 0 0,0 0 0 0 0,1 0 0 0 0,-1 0 0 0 0,0 0 0 0 0,0 0 0 0 0,1 0 0 0 0,-1 0 0 0 0,0 0 0 0 0,0 0 0 0 0,1 0 0 0 0,-1 0 0 0 0,0 0 0 0 0,1 0 0 0 0,-1 0 0 0 0,0 0 0 0 0,0 0 0 0 0,1 0 0 0 0,-1 1 0 0 0,0-1 0 0 0,0 0 0 0 0,0 0 0 0 0,1 0 0 0 0,-1 0 0 0 0,0 0 0 0 0,0 1 0 0 0,0-1 0 0 0,1 0 0 0 0,-2 13 0 0 0,-11 16 0 0 0,-22 29 0 0 0,10-19 0 0 0,20-33 0 0 0,-3 8 0 0 0,27-30 0 0 0,22-27 0 0 0,-26 25 0 0 0,1 1 0 0 0,0 0 0 0 0,2 1 0 0 0,1 1 0 0 0,25-16 0 0 0,-44 30 0 0 0,-2 4 0 0 0,-5 6 0 0 0,-11 10 0 0 0,2 1 0 0 0,12-15 0 0 0,0-1 0 0 0,0 0 0 0 0,-1 0 0 0 0,1 0 0 0 0,-9 7 0 0 0,11-10 0 0 0,1-1 0 0 0,2 0 0 0 0,-1 0 0 0 0,0-1 0 0 0,0 0 0 0 0,1 1 0 0 0,-1-1 0 0 0,0 1 0 0 0,0-1 0 0 0,0 0 0 0 0,0 0 0 0 0,2-1 0 0 0,-2 1 0 0 0,48-40 0 0 0,-13 10 0 0 0,-23 21 0 0 0,20-21 0 0 0,-85 70 0 0 0,18-8 0 0 0,20-18 0 0 0,-1 0 0 0 0,-27 19 0 0 0,65-62 0 0 0,5-1 0 0 0,45-38 0 0 0,-89 86 0 0 0,-15 19 0 0 0,-6 7 0 0 0,26-29 0 0 0,9-11 0 0 0,0 0 0 0 0,-1 1 0 0 0,1-1 0 0 0,-1-1 0 0 0,-4 5 0 0 0,28-36 0 0 0,-14 20 0 0 0,41-51 0 0 0,-40 51 0 0 0,1 1 0 0 0,0-1 0 0 0,1 1 0 0 0,13-9 0 0 0,-22 17 0 0 0,-1-1 0 0 0,1 1 0 0 0,-1 0-1 0 0,1-1 1 0 0,0 1 0 0 0,-1 0 0 0 0,1-1 0 0 0,0 1 0 0 0,-1 0 0 0 0,1 0-1 0 0,0-1 1 0 0,0 1 0 0 0,-1 0 0 0 0,1 0 0 0 0,1 0 0 0 0,-2 0 0 0 0,0 0-1 0 0,0 0 1 0 0,1 0 0 0 0,-1 0 0 0 0,0 0 0 0 0,0 0 0 0 0,0 1-1 0 0,1-1 1 0 0,-1 0 0 0 0,0 0 0 0 0,0 0 0 0 0,0 0 0 0 0,1 0-1 0 0,-1 1 1 0 0,0-1 0 0 0,0 0 0 0 0,0 0 0 0 0,0 0 0 0 0,0 0 0 0 0,0 1-1 0 0,0-1 1 0 0,1 0 0 0 0,-1 0 0 0 0,0 0 0 0 0,0 0 0 0 0,0 1-1 0 0,0-1 1 0 0,0 0 0 0 0,0 0 0 0 0,-3 20-9 0 0,2-17 9 0 0,-2 8 0 0 0,-1 0 0 0 0,-1 0 0 0 0,0-1 0 0 0,-1 1 0 0 0,-13 17 0 0 0,16-27 0 0 0,1-5 0 0 0,0-4 1 0 0,2-5 1 0 0,0 0 0 0 0,1 0 0 0 0,1 0 0 0 0,0 0-1 0 0,1 0 1 0 0,1 1 0 0 0,11-24 0 0 0,-11 32-2 0 0,-2 4 0 0 0,2 11 0 0 0,-2 15 0 0 0,-4-9 0 0 0,2-14 0 0 0,-1 0 0 0 0,1 1 0 0 0,-1-1 0 0 0,1 0 0 0 0,0 0 0 0 0,1 1 0 0 0,-1-1 0 0 0,1 0 0 0 0,0 0 0 0 0,0 0 0 0 0,2 4 0 0 0,-2-8 0 0 0,0 1 0 0 0,-1-1 0 0 0,1 1 0 0 0,0-1 0 0 0,0 0 0 0 0,0 1 0 0 0,-1-1 0 0 0,1 0 0 0 0,-1 1 0 0 0,1-1 0 0 0,0 0 0 0 0,0-1 0 0 0,2-6 0 0 0,1 0 0 0 0,1-12 0 0 0,-3 13 0 0 0,0 0 0 0 0,1 0 0 0 0,6-13 0 0 0,-8 19 0 0 0,0 0 0 0 0,4 18 0 0 0,-8 41 0 0 0,2-81 0 0 0,0 16 0 0 0,0 1 0 0 0,1-1 0 0 0,0 0 0 0 0,0 1 0 0 0,1-1 0 0 0,0 0 0 0 0,1 1 0 0 0,0-1 0 0 0,5-10 0 0 0,-7 17 0 0 0,0 0 0 0 0,0 0 0 0 0,0 0 0 0 0,0-1 0 0 0,0 1 0 0 0,0 0 0 0 0,0 0 0 0 0,0 0 0 0 0,0 0 0 0 0,0 0 0 0 0,0 0 0 0 0,0 0 0 0 0,0 0 0 0 0,0 0 0 0 0,1 0 0 0 0,-1 0 0 0 0,0 0 0 0 0,0 0 0 0 0,0 0 0 0 0,0 0 0 0 0,0 0 0 0 0,0 0 0 0 0,0 0 0 0 0,0 0 0 0 0,0-1 0 0 0,0 1 0 0 0,0 0 0 0 0,0 0 0 0 0,0 0 0 0 0,1 0 0 0 0,-1 0 0 0 0,0 0 0 0 0,0 0 0 0 0,0 0 0 0 0,0 0 0 0 0,0 0 0 0 0,0 0 0 0 0,0 0 0 0 0,0 0 0 0 0,0 0 0 0 0,0 0 0 0 0,1 0 0 0 0,-1 0 0 0 0,0 0 0 0 0,0 1 0 0 0,0-1 0 0 0,0 0 0 0 0,0 0 0 0 0,0 0 0 0 0,0 0 0 0 0,0 0 0 0 0,0 0 0 0 0,0 0 0 0 0,0 0 0 0 0,0 0 0 0 0,0 0 0 0 0,4 5 0 0 0,-1 6 0 0 0,-3-4 0 0 0,0 0 0 0 0,-1 0 0 0 0,0 0 0 0 0,0-1 0 0 0,-6 14 0 0 0,7-19 0 0 0,0 0 0 0 0,-6-12 0 0 0,5 1 0 0 0,0-1 0 0 0,1 1 0 0 0,0 0 0 0 0,1 0 0 0 0,0 0 0 0 0,1 0 0 0 0,0 0 0 0 0,1 0 0 0 0,1 0 0 0 0,5-9 0 0 0,-8 17 0 0 0,-1 2 0 0 0,0-1 0 0 0,0 0 0 0 0,1 0 0 0 0,-1 1 0 0 0,0-1 0 0 0,1 0 0 0 0,-1 1 0 0 0,0-1 0 0 0,1 0 0 0 0,0 1 0 0 0,-1-1 0 0 0,1 0 0 0 0,-1 1 0 0 0,1-1 0 0 0,0 1 0 0 0,-1-1 0 0 0,1 1 0 0 0,1-1 0 0 0,-1 1 0 0 0,0 0 0 0 0,-1 1 0 0 0,1 0 0 0 0,-1 0 0 0 0,1 0 0 0 0,-1 0 0 0 0,1 0 0 0 0,-1 0 0 0 0,0 0 0 0 0,0 0 0 0 0,0 0 0 0 0,0 0 0 0 0,0 0 0 0 0,0 0 0 0 0,0 2 0 0 0,0-2 0 0 0,-1 2 0 0 0,1 0 0 0 0,-1 1 0 0 0,0-1 0 0 0,0 0 0 0 0,0 0 0 0 0,-3 4 0 0 0,-5 16 0 0 0,9-23 0 0 0,2-5 0 0 0,-1 0 0 0 0,1 0 0 0 0,0 0 0 0 0,0 0 0 0 0,0 1 0 0 0,1-1 0 0 0,0 0 0 0 0,1 1 0 0 0,4-5 0 0 0,6-11 0 0 0,5-6 0 0 0,-18 25 0 0 0,-20 22 0 0 0,8-12 0 0 0,27-26 0 0 0,8-8 0 0 0,2-2 0 0 0,-26 27 0 0 0,-1-1 0 0 0,-2 2 0 0 0,0 1 0 0 0,0-1 0 0 0,0 0 0 0 0,0 1 0 0 0,0-1 0 0 0,-4 4 0 0 0,-3 0 0 0 0,8-4 0 0 0,0 0 0 0 0,-1 0 0 0 0,1 1 0 0 0,0-1 0 0 0,0 0 0 0 0,-3 3 0 0 0,63-54 0 0 0,-58 50 0 0 0,0 0 0 0 0,0-1 0 0 0,0 1 0 0 0,0 0 0 0 0,0 0 0 0 0,0 0 0 0 0,0 0 0 0 0,0 0 0 0 0,0 0 0 0 0,0 0 0 0 0,0 0 0 0 0,0 0 0 0 0,0 0 0 0 0,0-1 0 0 0,0 1 0 0 0,0 0 0 0 0,0 0 0 0 0,0 0 0 0 0,0 0 0 0 0,0 0 0 0 0,0 0 0 0 0,0 0 0 0 0,0 0 0 0 0,0 0 0 0 0,0 0 0 0 0,0-1 0 0 0,0 1 0 0 0,0 0 0 0 0,0 0 0 0 0,1 0 0 0 0,-1 0 0 0 0,0 0 0 0 0,0 0 0 0 0,0 0 0 0 0,0 0 0 0 0,0 0 0 0 0,0 0 0 0 0,0 0 0 0 0,0 0 0 0 0,0 0 0 0 0,1 0 0 0 0,-1 0 0 0 0,0 0 0 0 0,0 0 0 0 0,0 0 0 0 0,0 0 0 0 0,0 0 0 0 0,0 0 0 0 0,1 0 0 0 0,-1 0 0 0 0,0 0 0 0 0,0 0 0 0 0,0 0 0 0 0,0 0 0 0 0,0 0 0 0 0,-3 2 0 0 0,0 0 0 0 0,0 0 0 0 0,1 0 0 0 0,-1 0 0 0 0,0 1 0 0 0,-2 3 0 0 0,1-2 0 0 0,-9 4 0 0 0,42-36 0 0 0,-15 13 0 0 0,-51 35 0 0 0,9 1 0 0 0,-21 18 0 0 0,10 0-194 0 0,-23 19-261 0 0,6-12-41 0 0,56-46 466 0 0,1-2-79 0 0,0 1 94 0 0,1-1 0 0 0,-1 1-1 0 0,1-1 1 0 0,-1 1 0 0 0,1-1 0 0 0,0 1 0 0 0,3-2 0 0 0,0 0-12 0 0,0-1 0 0 0,-3 2 14 0 0,-1 0-1 0 0,1 1 1 0 0,0-1-1 0 0,0 1 1 0 0,0-1 0 0 0,0 1-1 0 0,1 0 1 0 0,-1-1-1 0 0,0 1 1 0 0,1 0 0 0 0,-1 0-1 0 0,5-1 1 0 0,-11 16 6 0 0,-19 18 12 0 0,-2 0-1 0 0,-1-1 1 0 0,-33 28 0 0 0,63-63 31 0 0,65-60 78 0 0,-59 56-90 0 0,-6 5-13 0 0,-1 0 0 0 0,1 0 1 0 0,0 0-1 0 0,0 0 0 0 0,1 1 1 0 0,5-4-1 0 0,-10 9-2 0 0,-1 0 0 0 0,1-1 0 0 0,-1 1 0 0 0,0 0 1 0 0,-2 3-1 0 0,-15 19 29 0 0,-2 0 0 0 0,-41 41 0 0 0,25-30 50 0 0,96-87 15 0 0,13-14-70 0 0,-72 64-27 0 0,-12 16 6 0 0,-18 17-3 0 0,-2-1 1 0 0,-41 32 0 0 0,104-94-10 0 0,-8 7 0 0 0,-13 14 0 0 0,-2 2 0 0 0,0 0 0 0 0,-1 1 0 0 0,-1-2 0 0 0,11-14 0 0 0,-18 22 1 0 0,-2 6 3 0 0,-1 0 0 0 0,0 0 0 0 0,0 0 0 0 0,-1-1 0 0 0,0 0 0 0 0,-9 8 0 0 0,3-1 0 0 0,-100 95 68 0 0,81-83-1 0 0,29-23-63 0 0,-1 0 1 0 0,8-11 38 0 0,-7 10-46 0 0,20-24 37 0 0,1 1-1 0 0,26-25 0 0 0,-46 48-35 0 0,1-1 4 0 0,1 0 1 0 0,-1 0-1 0 0,1 0 1 0 0,0 0-1 0 0,0 1 1 0 0,5-3-1 0 0,-26 29 49 0 0,-125 125-38 0 0,126-137-18 0 0,32-31-22 0 0,6-8-14 0 0,-9 12-7 0 0,0 0 0 0 0,17-15 0 0 0,-92 99-194 0 0,46-52 214 0 0,13-12 8 0 0,-1 0 0 0 0,0-1 0 0 0,0 1 0 0 0,-1-1 0 0 0,-7 5 0 0 0,31-33-80 0 0,11-9 72 0 0,3-4-6 0 0,2 1 0 0 0,67-53 0 0 0,-93 84-7 0 0,-13 10 19 0 0,-18 16 1 0 0,20-19 10 0 0,-6 7-8 0 0,-16 13-5 0 0,-30 24-1 0 0,55-47 21 0 0,0 0 0 0 0,0 1 0 0 0,-1-1 0 0 0,1 0 0 0 0,0 0 0 0 0,0 0 0 0 0,0 1 0 0 0,0-1 0 0 0,0 0 0 0 0,-1 0 0 0 0,1 0 0 0 0,0 0 0 0 0,0 0 0 0 0,0 1 0 0 0,0-1 0 0 0,-1 0 0 0 0,1 0 0 0 0,0 0 0 0 0,0 0 0 0 0,-1 0 0 0 0,1 0 0 0 0,0 0 0 0 0,0 0 0 0 0,-1 0 0 0 0,1 0 0 0 0,0 0 0 0 0,0 1 0 0 0,-1-1 0 0 0,1 0 0 0 0,0 0 0 0 0,0 0 0 0 0,-1 0 0 0 0,1-1 0 0 0,0 1 0 0 0,0 0 0 0 0,-1 0 0 0 0,1 0 0 0 0,0 0 0 0 0,2-8 0 0 0,10-12 0 0 0,8-9 2 0 0,2 0 0 0 0,1 2 0 0 0,2 0 0 0 0,36-30-1 0 0,-55 54 6 0 0,-10 9-6 0 0,-9 11-2 0 0,-82 85 1 0 0,77-84 7 0 0,31-40 25 0 0,15-10 9 0 0,3 1-1 0 0,65-53 1 0 0,-92 82 15 0 0,-3 3-19 0 0,-6 7-2 0 0,-10 11-4 0 0,-9 8 33 0 0,-2-2-1 0 0,-1 0 1 0 0,-48 33 0 0 0,75-58-63 0 0,0 0 0 0 0,0 0 1 0 0,0 0-1 0 0,0 0 0 0 0,0 0 1 0 0,0 0-1 0 0,0 0 0 0 0,0 0 1 0 0,0 0-1 0 0,0 0 0 0 0,0 0 1 0 0,0 0-1 0 0,0 0 0 0 0,0 0 0 0 0,0 0 1 0 0,0-1-1 0 0,-1 1 0 0 0,1 0 1 0 0,0 0-1 0 0,0 0 0 0 0,0 0 1 0 0,0 0-1 0 0,0 0 0 0 0,0 0 1 0 0,0 0-1 0 0,0 0 0 0 0,0 0 1 0 0,0 0-1 0 0,0 0 0 0 0,0 0 1 0 0,-1 0-1 0 0,1 0 0 0 0,0 0 1 0 0,0 0-1 0 0,0 0 0 0 0,0 0 0 0 0,0 0 1 0 0,0 0-1 0 0,0 0 0 0 0,0 0 1 0 0,0 0-1 0 0,0 0 0 0 0,0 0 1 0 0,0 0-1 0 0,-1 1 0 0 0,1-1 1 0 0,0 0-1 0 0,0 0 0 0 0,0 0 1 0 0,0 0-1 0 0,0 0 0 0 0,0 0 1 0 0,0 0-1 0 0,0 0 0 0 0,0 0 1 0 0,0 0-1 0 0,0 0 0 0 0,0 0 1 0 0,4-8 31 0 0,8-9 1 0 0,14-11 32 0 0,2 2 0 0 0,1 1 0 0 0,46-32 0 0 0,-64 51-28 0 0,-14 13-23 0 0,-14 14-10 0 0,16-20-4 0 0,-31 32 3 0 0,-2 0 1 0 0,-58 41-1 0 0,88-71-4 0 0,3-4 0 0 0,5-8 0 0 0,11-11 0 0 0,17-15 0 0 0,2 1 0 0 0,54-41 0 0 0,-116 106 0 0 0,3-3 0 0 0,15-17 0 0 0,-1 0 0 0 0,0 1 0 0 0,-1-1 0 0 0,0 0 0 0 0,-29 18 0 0 0,41-29 0 0 0,0 0 0 0 0,0 0 0 0 0,0 0 0 0 0,0 0 0 0 0,0 0 0 0 0,0 0 0 0 0,-1 0 0 0 0,1 0 0 0 0,0 0 0 0 0,0 0 0 0 0,0 0 0 0 0,0 0 0 0 0,0 0 0 0 0,0 0 0 0 0,0 1 0 0 0,0-1 0 0 0,0 0 0 0 0,0 0 0 0 0,0 0 0 0 0,0 0 0 0 0,-1 0 0 0 0,1 0 0 0 0,0 0 0 0 0,0 0 0 0 0,0 0 0 0 0,0 0 0 0 0,0 0 0 0 0,0 0 0 0 0,0 0 0 0 0,0 0 0 0 0,0 0 0 0 0,0 0 0 0 0,-1 0 0 0 0,1 0 0 0 0,0 0 0 0 0,0 0 0 0 0,0 0 0 0 0,0 0 0 0 0,0 0 0 0 0,0 0 0 0 0,0 0 0 0 0,0 0 0 0 0,0-1 0 0 0,0 1 0 0 0,-1 0 0 0 0,1 0 0 0 0,0 0 0 0 0,0 0 0 0 0,0 0 0 0 0,0 0 0 0 0,0 0 0 0 0,0 0 0 0 0,0 0 0 0 0,0 0 0 0 0,0 0 0 0 0,0 0 0 0 0,0 0 0 0 0,0 0 0 0 0,0 0 0 0 0,0 0 0 0 0,0-1 0 0 0,2-5 0 0 0,5-8 0 0 0,1 5-20 0 0,1-1 0 0 0,0 1-1 0 0,1 0 1 0 0,20-15 0 0 0,-14 13 9 0 0,-47 43-133 0 0,3-9 176 0 0,16-15-4148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7:37.198"/>
    </inkml:context>
    <inkml:brush xml:id="br0">
      <inkml:brushProperty name="width" value="0.05" units="cm"/>
      <inkml:brushProperty name="height" value="0.05" units="cm"/>
      <inkml:brushProperty name="color" value="#CC0066"/>
    </inkml:brush>
  </inkml:definitions>
  <inkml:trace contextRef="#ctx0" brushRef="#br0">125 179 22511 0 0,'0'0'1319'0'0,"30"-4"3842"0"0,-7-2-4395 0 0,0 0 0 0 0,0-1 0 0 0,41-17 0 0 0,-61 22-726 0 0,1 0-1 0 0,-1 0 1 0 0,1-1 0 0 0,-1 1 0 0 0,0-1-1 0 0,-1 0 1 0 0,1 1 0 0 0,0-1 0 0 0,-1 0-1 0 0,0 0 1 0 0,0 0 0 0 0,0 0-1 0 0,0 0 1 0 0,-1-1 0 0 0,0 1 0 0 0,1-4-1 0 0,2-2-10 0 0,-3 7-29 0 0,0 1 0 0 0,-1-1 0 0 0,1 0 0 0 0,-1 1 0 0 0,1-1 0 0 0,-1 0 0 0 0,0 0 0 0 0,0 1 0 0 0,0-1 0 0 0,0 0 0 0 0,-1 1 0 0 0,1-1 0 0 0,0 0 0 0 0,-1 1 0 0 0,0-1 0 0 0,1 0 0 0 0,-1 1 0 0 0,0-1 0 0 0,-2-2 0 0 0,1 2 0 0 0,-1 0 0 0 0,1 0 0 0 0,-1 0 0 0 0,1 0 0 0 0,-1 0 0 0 0,0 0 0 0 0,0 1 0 0 0,0-1 0 0 0,0 1 0 0 0,0 0 0 0 0,-4-2 0 0 0,-4 0 0 0 0,-1 1 0 0 0,1-1 0 0 0,0 1 0 0 0,-1 1 0 0 0,1 0 0 0 0,-19-1 0 0 0,21 3 0 0 0,0-1 0 0 0,0 1 0 0 0,0 0 0 0 0,-10 3 0 0 0,-9 1 0 0 0,22-5 0 0 0,0 1 0 0 0,-1 0 0 0 0,1 0 0 0 0,0 1 0 0 0,0-1 0 0 0,0 1 0 0 0,0 0 0 0 0,0 0 0 0 0,1 1 0 0 0,-1 0 0 0 0,-8 5 0 0 0,7-5 0 0 0,5-2 0 0 0,1 0 0 0 0,-1 0 0 0 0,0-1 0 0 0,1 1 0 0 0,0 0 0 0 0,-1 0 0 0 0,1 0 0 0 0,0 1 0 0 0,-1-1 0 0 0,1 0 0 0 0,-1 3 0 0 0,0-4 0 0 0,1 0 0 0 0,0-2 0 0 0,0 1 0 0 0,1 0 0 0 0,-1 0 0 0 0,1 0 0 0 0,0-1 0 0 0,0 1 0 0 0,0 0 0 0 0,8 19 0 0 0,51 154 0 0 0,-52-156 0 0 0,13 22 0 0 0,-11-22 0 0 0,10 23 0 0 0,-9-8 0 0 0,-2-6 0 0 0,19 37 0 0 0,-24-60 0 0 0,-2 9 0 0 0,-1 0 0 0 0,-1-10 0 0 0,0 0 0 0 0,0 0 0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7:38.548"/>
    </inkml:context>
    <inkml:brush xml:id="br0">
      <inkml:brushProperty name="width" value="0.05" units="cm"/>
      <inkml:brushProperty name="height" value="0.05" units="cm"/>
      <inkml:brushProperty name="color" value="#CC0066"/>
    </inkml:brush>
  </inkml:definitions>
  <inkml:trace contextRef="#ctx0" brushRef="#br0">1 483 19399 0 0,'0'0'1616'0'0,"8"-20"2778"0"0,-7 13-3457 0 0,0-1 1 0 0,0 1 0 0 0,4-10-1 0 0,-2 9-744 0 0,-1 0-1 0 0,0 0 1 0 0,0-10 0 0 0,-3-4 350 0 0,0 16-336 0 0,0-1 0 0 0,1 0-1 0 0,0 0 1 0 0,1 1 0 0 0,0-1 0 0 0,0 0-1 0 0,1 0 1 0 0,3-6 0 0 0,-2 6-150 0 0,-1-1 0 0 0,0 0 0 0 0,-1 1-1 0 0,0-1 1 0 0,0 0 0 0 0,-2-14 0 0 0,1 9-30 0 0,3-50-27 0 0,-1 29 0 0 0,-6-53 0 0 0,4 83 0 0 0,-3-14 0 0 0,4 13 0 0 0,-1 5 0 0 0,0 0 0 0 0,0 0 0 0 0,0-1 0 0 0,0 1 0 0 0,0 0 0 0 0,0 0 0 0 0,0 0 0 0 0,0 0 0 0 0,0 0 0 0 0,0 0 0 0 0,0 0 0 0 0,0 0 0 0 0,0 0 0 0 0,0 0 0 0 0,0 0 0 0 0,1 0 0 0 0,-1 0 0 0 0,0 0 0 0 0,0 0 0 0 0,0 0 0 0 0,0 0 0 0 0,0 0 0 0 0,0 0 0 0 0,0 0 0 0 0,0 0 0 0 0,0 0 0 0 0,0 0 0 0 0,0 0 0 0 0,0 0 0 0 0,1 0 0 0 0,-1 0 0 0 0,0 0 0 0 0,0 0 0 0 0,0 0 0 0 0,0 0 0 0 0,0 0 0 0 0,0 0 0 0 0,0 0 0 0 0,0 0 0 0 0,0 0 0 0 0,0 0 0 0 0,0 0 0 0 0,0 0 0 0 0,0 1 0 0 0,0-1 0 0 0,0 0 0 0 0,0 0 0 0 0,0 0 0 0 0,0 0 0 0 0,1 0 0 0 0,-1 0 0 0 0,0 0 0 0 0,0 0 0 0 0,0 0 0 0 0,0 0 0 0 0,0 0 0 0 0,0 0 0 0 0,0 0 0 0 0,0 0 0 0 0,0 0 0 0 0,0 0 0 0 0,0 0 0 0 0,0 1 0 0 0,2 3 0 0 0,0 0 0 0 0,0 1 0 0 0,-1-1 0 0 0,1 1 0 0 0,-1 0 0 0 0,-1-1 0 0 0,1 1 0 0 0,-1 7 0 0 0,1 1 0 0 0,-1-5 0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7:39.105"/>
    </inkml:context>
    <inkml:brush xml:id="br0">
      <inkml:brushProperty name="width" value="0.05" units="cm"/>
      <inkml:brushProperty name="height" value="0.05" units="cm"/>
      <inkml:brushProperty name="color" value="#CC0066"/>
    </inkml:brush>
  </inkml:definitions>
  <inkml:trace contextRef="#ctx0" brushRef="#br0">219 183 19295 0 0,'0'0'2667'0'0,"-9"10"1776"0"0,-5-26-4238 0 0,-7-9 138 0 0,-25-22-1 0 0,42 43-281 0 0,-25-21 1539 0 0,-36-26-1 0 0,61 48-1420 0 0,-1-1 318 0 0,0 1 0 0 0,0-1 0 0 0,-6-7 0 0 0,15 14-490 0 0,0 0 0 0 0,0 0 0 0 0,1 0 0 0 0,0-1 1 0 0,7 3-1 0 0,3 2-13 0 0,-8-3 6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7:40.153"/>
    </inkml:context>
    <inkml:brush xml:id="br0">
      <inkml:brushProperty name="width" value="0.05" units="cm"/>
      <inkml:brushProperty name="height" value="0.05" units="cm"/>
      <inkml:brushProperty name="color" value="#CC0066"/>
    </inkml:brush>
  </inkml:definitions>
  <inkml:trace contextRef="#ctx0" brushRef="#br0">52 121 4008 0 0,'0'0'5264'0'0,"-6"-17"-8"0"0,-27-70-3242 0 0,31 79-1991 0 0,-2-1 1859 0 0,4 9-1817 0 0,0 1 0 0 0,-1-1 0 0 0,1 0 0 0 0,0 1 0 0 0,-1-1 0 0 0,1 0 0 0 0,0 0 0 0 0,-1 1 0 0 0,1-1 0 0 0,0 1 0 0 0,0-1 0 0 0,-1 0 0 0 0,1 1 0 0 0,0-1 0 0 0,0 0 0 0 0,0 1 0 0 0,0-1 0 0 0,0 1 0 0 0,0-1 1 0 0,0 0-1 0 0,0 1 0 0 0,0-1 0 0 0,0 1 0 0 0,0-1 0 0 0,-1 8 452 0 0,0 0 1 0 0,1 0 0 0 0,0 0 0 0 0,0 0-1 0 0,1 0 1 0 0,4 14 0 0 0,22 46 2265 0 0,-5-12-1016 0 0,5 23-314 0 0,16 52 1606 0 0,-42-116-3059 0 0,-1-12 0 0 0,0-1 0 0 0,0 1 0 0 0,1-1 0 0 0,-1 1 0 0 0,1-1 0 0 0,0 1 0 0 0,0-1 0 0 0,2 4 0 0 0,-3-5 0 0 0,0 0 0 0 0,0 1 0 0 0,0-1 0 0 0,0 0 0 0 0,9 3 0 0 0,-7-4 0 0 0,0 0 0 0 0,0 0 0 0 0,0-1 0 0 0,0 1 0 0 0,0-1 0 0 0,0 1 0 0 0,-1-1 0 0 0,1 1 0 0 0,2-2 0 0 0,-2 1 0 0 0,4-1 0 0 0,0 0 0 0 0,0 0 0 0 0,0-1 0 0 0,0 0 0 0 0,0 0 0 0 0,-1 0 0 0 0,10-7 0 0 0,-13 8 0 0 0,1 0 0 0 0,-1 0 0 0 0,0 0 0 0 0,-1 0 0 0 0,1 0 0 0 0,0 0 0 0 0,-1-1 0 0 0,0 1 0 0 0,1 0 0 0 0,-1-1 0 0 0,0 1 0 0 0,-1 0 0 0 0,1-1 0 0 0,0 1 0 0 0,-1-1 0 0 0,0 1 0 0 0,0-1 0 0 0,0-3 0 0 0,-3-9 0 0 0,3 11 0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7:40.503"/>
    </inkml:context>
    <inkml:brush xml:id="br0">
      <inkml:brushProperty name="width" value="0.05" units="cm"/>
      <inkml:brushProperty name="height" value="0.05" units="cm"/>
      <inkml:brushProperty name="color" value="#CC0066"/>
    </inkml:brush>
  </inkml:definitions>
  <inkml:trace contextRef="#ctx0" brushRef="#br0">101 0 18191 0 0,'-19'7'2218'0'0,"-60"30"2435"0"0,77-36-4141 0 0,2 0-399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7:40.900"/>
    </inkml:context>
    <inkml:brush xml:id="br0">
      <inkml:brushProperty name="width" value="0.05" units="cm"/>
      <inkml:brushProperty name="height" value="0.05" units="cm"/>
      <inkml:brushProperty name="color" value="#CC0066"/>
    </inkml:brush>
  </inkml:definitions>
  <inkml:trace contextRef="#ctx0" brushRef="#br0">0 0 6328 0 0,'0'0'0'0'0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7:41.996"/>
    </inkml:context>
    <inkml:brush xml:id="br0">
      <inkml:brushProperty name="width" value="0.05" units="cm"/>
      <inkml:brushProperty name="height" value="0.05" units="cm"/>
      <inkml:brushProperty name="color" value="#CC0066"/>
    </inkml:brush>
  </inkml:definitions>
  <inkml:trace contextRef="#ctx0" brushRef="#br0">1 0 15472 0 0,'0'0'4158'0'0,"0"2"-3379"0"0,4 4-406 0 0,-1-1 0 0 0,0 2 0 0 0,-1-1 0 0 0,0 0 0 0 0,2 10 0 0 0,6 17 738 0 0,22 55 130 0 0,-12-31-580 0 0,14 76 0 0 0,-7-17 243 0 0,-23-102-812 0 0,0 0 172 0 0,0 1-1 0 0,1 0 0 0 0,1-1 0 0 0,1 0 0 0 0,0 0 0 0 0,12 15 0 0 0,-19-29-255 0 0,1 1 189 0 0,1 1 0 0 0,-1-1 0 0 0,-1 0 0 0 0,1 0 0 0 0,0 1 0 0 0,0-1 0 0 0,0 0 0 0 0,-1 1 0 0 0,1-1 0 0 0,-1 1 0 0 0,0-1 0 0 0,1 2 0 0 0,-23-12 834 0 0,19 7-1031 0 0,0 0 0 0 0,0 0 0 0 0,0 0 0 0 0,0 0 0 0 0,1 0 0 0 0,-1-1 0 0 0,1 1 0 0 0,-1-1 0 0 0,1 0 0 0 0,0 1 0 0 0,0-1 0 0 0,1 0 0 0 0,-3-5 0 0 0,0-4 0 0 0,0 0 0 0 0,-1-15 0 0 0,1 6 0 0 0,0 1 0 0 0,2-1 0 0 0,1 0 0 0 0,1 0 0 0 0,1 0 0 0 0,2 0 0 0 0,6-25 0 0 0,-5 34 0 0 0,0-1 0 0 0,1 1 0 0 0,1 0 0 0 0,13-21 0 0 0,-19 33 0 0 0,0 0 0 0 0,0-1 0 0 0,0 1 0 0 0,1 0 0 0 0,-1 0 0 0 0,0 0 0 0 0,0-1 0 0 0,0 1 0 0 0,1 0 0 0 0,-1 0 0 0 0,0 0 0 0 0,0 0 0 0 0,1 0 0 0 0,-1-1 0 0 0,0 1 0 0 0,1 0 0 0 0,-1 0 0 0 0,0 0 0 0 0,1 0 0 0 0,-1 0 0 0 0,0 0 0 0 0,0 0 0 0 0,1 0 0 0 0,-1 0 0 0 0,0 0 0 0 0,1 0 0 0 0,-1 0 0 0 0,0 0 0 0 0,1 0 0 0 0,-1 0 0 0 0,0 0 0 0 0,1 0 0 0 0,-1 0 0 0 0,0 0 0 0 0,1 0 0 0 0,-1 1 0 0 0,0-1 0 0 0,0 0 0 0 0,1 0 0 0 0,-1 0 0 0 0,1 1 0 0 0,9 6 0 0 0,-9-6 0 0 0,28 21 0 0 0,-21-14 0 0 0,0-1 0 0 0,-2 2 0 0 0,1-1 0 0 0,-1 1 0 0 0,-1-1 0 0 0,0 1 0 0 0,6 15 0 0 0,42 166 0 0 0,-46-162 0 0 0,-7-23 0 0 0,-4-62 0 0 0,4 49 0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7:43.443"/>
    </inkml:context>
    <inkml:brush xml:id="br0">
      <inkml:brushProperty name="width" value="0.05" units="cm"/>
      <inkml:brushProperty name="height" value="0.05" units="cm"/>
      <inkml:brushProperty name="color" value="#CC0066"/>
    </inkml:brush>
  </inkml:definitions>
  <inkml:trace contextRef="#ctx0" brushRef="#br0">317 147 19399 0 0,'0'0'3127'0'0,"19"-5"698"0"0,-17 7-3742 0 0,0-1 0 0 0,-1 1-1 0 0,1 0 1 0 0,-1-1 0 0 0,1 1-1 0 0,-1 0 1 0 0,0 0 0 0 0,0-1-1 0 0,0 1 1 0 0,0 0 0 0 0,-1 0-1 0 0,1 0 1 0 0,-1 0 0 0 0,1 0-1 0 0,-1 0 1 0 0,0 2 0 0 0,0 7-78 0 0,-2 18 0 0 0,1-22 115 0 0,0 1-41 0 0,0 0 0 0 0,0-1 0 0 0,-1 1 1 0 0,0-1-1 0 0,-1 1 0 0 0,0-1 0 0 0,0 0 0 0 0,-6 8 0 0 0,7-13-37 0 0,0-1 0 0 0,0 1 0 0 0,0 0 0 0 0,-1-1 0 0 0,1 1 0 0 0,-1-1 0 0 0,1 1 0 0 0,-1-1 0 0 0,0 0 0 0 0,0 0 0 0 0,-3 1 0 0 0,-34 8 305 0 0,31-8-246 0 0,0 0 0 0 0,0-1 0 0 0,0 0 0 0 0,0-1 1 0 0,-1 1-1 0 0,1-1 0 0 0,0 0 0 0 0,0-1 0 0 0,-13-2 0 0 0,16 2-33 0 0,-1 0 0 0 0,0-1 0 0 0,1 0 0 0 0,0 0 1 0 0,-1-1-1 0 0,1 1 0 0 0,0-1 0 0 0,1 0 0 0 0,-1 0 0 0 0,1 0 0 0 0,-1-1 0 0 0,-8-8 0 0 0,7 6-9 0 0,0-1-1 0 0,1 0 1 0 0,0-1 0 0 0,1 1 0 0 0,0-1 0 0 0,0 0 0 0 0,1 0 0 0 0,1 0 0 0 0,-1-1 0 0 0,2 1-1 0 0,-1 0 1 0 0,2-1 0 0 0,-1 0 0 0 0,2 1 0 0 0,-1-1 0 0 0,2 0 0 0 0,-1 1 0 0 0,2-1 0 0 0,-1 1-1 0 0,1-1 1 0 0,1 1 0 0 0,0-1 0 0 0,5-8 0 0 0,-5 12-59 0 0,0-1 0 0 0,0 1 0 0 0,1 0 0 0 0,0-1 0 0 0,0 1 0 0 0,1 1 0 0 0,0-1 0 0 0,0 0 0 0 0,0 1 0 0 0,1 0 0 0 0,-1 0 0 0 0,11-5 0 0 0,-12 7 0 0 0,1 0 0 0 0,0 0 0 0 0,0 0 0 0 0,0 1 0 0 0,0-1 0 0 0,0 1 0 0 0,0 0 0 0 0,1 0 0 0 0,-1 0 0 0 0,1 1 0 0 0,-1-1 0 0 0,0 1 0 0 0,1 0 0 0 0,-1 1 0 0 0,1-1 0 0 0,-1 1 0 0 0,0-1 0 0 0,9 3 0 0 0,-9-2 0 0 0,0 1 0 0 0,1 0 0 0 0,-1 0 0 0 0,0 0 0 0 0,-1 0 0 0 0,1 0 0 0 0,0 1 0 0 0,-1-1 0 0 0,0 1 0 0 0,1 0 0 0 0,-2 0 0 0 0,6 5 0 0 0,0 2 0 0 0,-1 0 0 0 0,0 0 0 0 0,6 13 0 0 0,2 3 0 0 0,-8-15 0 0 0,-2 1 0 0 0,0 0 0 0 0,-1 0 0 0 0,-1 1 0 0 0,0-1 0 0 0,2 20 0 0 0,-3-21 0 0 0,-2-7 0 0 0,0 1 0 0 0,0 0 0 0 0,0 0 0 0 0,-1 0 0 0 0,0 0 0 0 0,0 0 0 0 0,0 0 0 0 0,-1 0 0 0 0,0-1 0 0 0,-3 9 0 0 0,4-12 0 0 0,0-1 0 0 0,-1 1 0 0 0,1-1 0 0 0,-1 1 0 0 0,1-1 0 0 0,-1 0 0 0 0,1 1 0 0 0,-1-1 0 0 0,1 0 0 0 0,-1 1 0 0 0,1-1 0 0 0,-1 0 0 0 0,0 1 0 0 0,1-1 0 0 0,-1 0 0 0 0,0 0 0 0 0,1 0 0 0 0,-1 1 0 0 0,0-1 0 0 0,1 0 0 0 0,-2 0 0 0 0,-1 1 0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7:43.757"/>
    </inkml:context>
    <inkml:brush xml:id="br0">
      <inkml:brushProperty name="width" value="0.05" units="cm"/>
      <inkml:brushProperty name="height" value="0.05" units="cm"/>
      <inkml:brushProperty name="color" value="#CC0066"/>
    </inkml:brush>
  </inkml:definitions>
  <inkml:trace contextRef="#ctx0" brushRef="#br0">0 0 12456 0 0,'0'0'0'0'0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7:44.919"/>
    </inkml:context>
    <inkml:brush xml:id="br0">
      <inkml:brushProperty name="width" value="0.05" units="cm"/>
      <inkml:brushProperty name="height" value="0.05" units="cm"/>
      <inkml:brushProperty name="color" value="#CC0066"/>
    </inkml:brush>
  </inkml:definitions>
  <inkml:trace contextRef="#ctx0" brushRef="#br0">0 23 16687 0 0,'0'0'3332'0'0,"9"15"-856"0"0,8 12-1175 0 0,-10-16-971 0 0,0 1 0 0 0,8 18 0 0 0,2 12 50 0 0,-8-21 89 0 0,11 43-1 0 0,7 63 1437 0 0,-23-114-1013 0 0,9 22 0 0 0,-12-32-560 0 0,1 3 1375 0 0,-2-6-1683 0 0,0 0-1 0 0,0 0 0 0 0,0 0 0 0 0,-1 0 0 0 0,1 0 0 0 0,0 0 1 0 0,0 0-1 0 0,-1 0 0 0 0,1 0 0 0 0,0 0 0 0 0,0 0 0 0 0,0 0 0 0 0,-1 0 1 0 0,1 0-1 0 0,0 0 0 0 0,0 0 0 0 0,-1 0 0 0 0,1 0 0 0 0,0 0 1 0 0,0 0-1 0 0,0 0 0 0 0,-1 0 0 0 0,1 0 0 0 0,0 0 0 0 0,0 0 0 0 0,0 0 1 0 0,-1 0-1 0 0,1 0 0 0 0,0 0 0 0 0,0-1 0 0 0,0 1 0 0 0,-1 0 1 0 0,1 0-1 0 0,0 0 0 0 0,0 0 0 0 0,0 0 0 0 0,0-1 0 0 0,0 1 1 0 0,-1 0-1 0 0,0-1-23 0 0,-1-1 0 0 0,0 1 0 0 0,0 0 0 0 0,1-1 0 0 0,-1 1 0 0 0,1-1 1 0 0,-1 0-1 0 0,1 1 0 0 0,0-1 0 0 0,0 0 0 0 0,-2-3 0 0 0,-6-24 0 0 0,1 3 0 0 0,0 5 0 0 0,1-1 0 0 0,1 0 0 0 0,2 0 0 0 0,0 0 0 0 0,2 0 0 0 0,3-39 0 0 0,1 51 0 0 0,0-1 0 0 0,7-19 0 0 0,2-4 0 0 0,-10 30 0 0 0,0-1 0 0 0,0 1 0 0 0,0 0 0 0 0,1 0 0 0 0,0 0 0 0 0,0 0 0 0 0,0 0 0 0 0,5-5 0 0 0,7 8 0 0 0,-2-6 0 0 0,-6 3 0 0 0,0 1 0 0 0,1 0 0 0 0,11-5 0 0 0,-14 7 0 0 0,-1 0 0 0 0,0 0 0 0 0,0 1 0 0 0,1-1 0 0 0,-1 1 0 0 0,0-1 0 0 0,1 1 0 0 0,-1 0 0 0 0,1 0 0 0 0,-1 0 0 0 0,7 2 0 0 0,-6-2 0 0 0,0 1 0 0 0,1 1 0 0 0,-1-1 0 0 0,0 0 0 0 0,0 1 0 0 0,0 0 0 0 0,0-1 0 0 0,0 1 0 0 0,-1 0 0 0 0,1 1 0 0 0,-1-1 0 0 0,0 0 0 0 0,1 1 0 0 0,-2 0 0 0 0,4 2 0 0 0,2 4 0 0 0,-1 0 0 0 0,0 0 0 0 0,9 18 0 0 0,-8-8 0 0 0,-1 0 0 0 0,-1 0 0 0 0,6 37 0 0 0,-8-35 0 0 0,-1-8 0 0 0,12 25 0 0 0,-10-26 0 0 0,0 0 0 0 0,3 18 0 0 0,-8-27 0 0 0,4 16 0 0 0,-1 22 0 0 0,-3-40 0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7:58.674"/>
    </inkml:context>
    <inkml:brush xml:id="br0">
      <inkml:brushProperty name="width" value="0.05" units="cm"/>
      <inkml:brushProperty name="height" value="0.05" units="cm"/>
      <inkml:brushProperty name="color" value="#CC0066"/>
    </inkml:brush>
  </inkml:definitions>
  <inkml:trace contextRef="#ctx0" brushRef="#br0">0 66 12360 0 0,'0'0'9887'0'0,"14"4"-8645"0"0,-11 0-932 0 0,1-1 0 0 0,-1 0 1 0 0,0 0-1 0 0,0 1 1 0 0,0-1-1 0 0,-1 1 0 0 0,0 0 1 0 0,1 0-1 0 0,1 5 1 0 0,4 8 159 0 0,-4-10-324 0 0,-1 1 0 0 0,0 0 0 0 0,0 0 0 0 0,0 10 0 0 0,-1-10 64 0 0,0 0-1 0 0,0 0 1 0 0,1 0-1 0 0,6 12 0 0 0,-3-11 98 0 0,2 3 157 0 0,-1 0-1 0 0,-1 0 0 0 0,0 1 1 0 0,7 24-1 0 0,1 12 832 0 0,-14-34-1295 0 0,1-14 0 0 0,1 0 0 0 0,-1 0 0 0 0,1 0 0 0 0,-2 1 0 0 0,1-1 0 0 0,-1 0 0 0 0,2-1 0 0 0,0 0 0 0 0,-1 0 0 0 0,1 0 0 0 0,0-1 0 0 0,0 1 0 0 0,0-1 0 0 0,0 1 0 0 0,2-2 0 0 0,0 1 0 0 0,14-3 0 0 0,32-12 0 0 0,-10 2 0 0 0,-4 3 0 0 0,-8 0 0 0 0,-10 2 0 0 0,-1-1 0 0 0,28-20 0 0 0,-24 15 0 0 0,-14 10 0 0 0,1 0 0 0 0,-1-1 0 0 0,-1 1 0 0 0,0-1 0 0 0,0 0 0 0 0,0-1 0 0 0,-1 1 0 0 0,0-1 0 0 0,-1 1 0 0 0,1-1 0 0 0,-2 0 0 0 0,1 0 0 0 0,-2-1 0 0 0,4-13 0 0 0,-5 14 0 0 0,-1 0 0 0 0,0 0 0 0 0,0-1 0 0 0,-1 1 0 0 0,0 0 0 0 0,-1 0 0 0 0,0 0 0 0 0,-1 0 0 0 0,1 0 0 0 0,-2 0 0 0 0,1 1 0 0 0,-1-1 0 0 0,-1 1 0 0 0,1-1 0 0 0,-2 1 0 0 0,1 1 0 0 0,-11-10 0 0 0,11 11 0 0 0,-1 1 0 0 0,0 0 0 0 0,1 0 0 0 0,-1 0 0 0 0,0 1 0 0 0,-1-1 0 0 0,1 1 0 0 0,-1 0 0 0 0,1 1 0 0 0,-1-1 0 0 0,0 1 0 0 0,0 0 0 0 0,1 0 0 0 0,-12 0 0 0 0,-4 2 0 0 0,0 0 0 0 0,0 0 0 0 0,-28 6 0 0 0,27-2 0 0 0,0 0 0 0 0,0 1 0 0 0,-22 9 0 0 0,8-3 0 0 0,29-9 0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7:59.261"/>
    </inkml:context>
    <inkml:brush xml:id="br0">
      <inkml:brushProperty name="width" value="0.05" units="cm"/>
      <inkml:brushProperty name="height" value="0.05" units="cm"/>
      <inkml:brushProperty name="color" value="#CC0066"/>
    </inkml:brush>
  </inkml:definitions>
  <inkml:trace contextRef="#ctx0" brushRef="#br0">0 0 13864 0 0,'0'0'0'0'0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00.040"/>
    </inkml:context>
    <inkml:brush xml:id="br0">
      <inkml:brushProperty name="width" value="0.05" units="cm"/>
      <inkml:brushProperty name="height" value="0.05" units="cm"/>
      <inkml:brushProperty name="color" value="#CC0066"/>
    </inkml:brush>
  </inkml:definitions>
  <inkml:trace contextRef="#ctx0" brushRef="#br0">89 0 18895 0 0,'0'0'4031'0'0,"-2"21"-2212"0"0,0-15-1225 0 0,1 0 0 0 0,1 1 0 0 0,-1-1 0 0 0,1 0 0 0 0,1 1 0 0 0,2 9 0 0 0,0-9 57 0 0,0 1 0 0 0,0-1 0 0 0,1 11 0 0 0,15 60 601 0 0,-15-59-1252 0 0,8 20 0 0 0,-6-23 0 0 0,-1 0 0 0 0,2 18 0 0 0,-7-31 0 0 0,1 1 0 0 0,-1-1 0 0 0,0 0 0 0 0,0 0 0 0 0,-1 1 0 0 0,1-1 0 0 0,-1 0 0 0 0,0 0 0 0 0,0 0 0 0 0,0 0 0 0 0,-1 0 0 0 0,1 0 0 0 0,-1 0 0 0 0,0 0 0 0 0,0 0 0 0 0,-1 0 0 0 0,1-1 0 0 0,-1 1 0 0 0,1-1 0 0 0,-1 1 0 0 0,0-1 0 0 0,-4 2 0 0 0,1 1 0 0 0,-1 0 0 0 0,0-1 0 0 0,0 0 0 0 0,-8 4 0 0 0,12-7 0 0 0,1 0 0 0 0,-1 0 0 0 0,1 0 0 0 0,-1-1 0 0 0,0 1 0 0 0,1 0 0 0 0,-1-1 0 0 0,0 1 0 0 0,0-1 0 0 0,0 0 0 0 0,1 0 0 0 0,-1 0 0 0 0,0 0 0 0 0,0 0 0 0 0,0 0 0 0 0,0-1 0 0 0,-2 0 0 0 0,3 1 0 0 0,1-1 0 0 0,0 1 0 0 0,0 0 0 0 0,0-1 0 0 0,0 0 0 0 0,1 1 0 0 0,-1-1 0 0 0,0 0 0 0 0,0 1 0 0 0,0-1 0 0 0,1 0 0 0 0,-1 1 0 0 0,0-1 0 0 0,1 0 0 0 0,-1 0 0 0 0,1 0 0 0 0,-1 0 0 0 0,1 1 0 0 0,-1-1 0 0 0,1-2 0 0 0,-5-20 0 0 0,5 16 0 0 0,-1-1 0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00.435"/>
    </inkml:context>
    <inkml:brush xml:id="br0">
      <inkml:brushProperty name="width" value="0.05" units="cm"/>
      <inkml:brushProperty name="height" value="0.05" units="cm"/>
      <inkml:brushProperty name="color" value="#CC0066"/>
    </inkml:brush>
  </inkml:definitions>
  <inkml:trace contextRef="#ctx0" brushRef="#br0">0 0 18591 0 0,'2'1'682'0'0,"1"0"247"0"0,-1 0 0 0 0,1 1 0 0 0,-1-1 0 0 0,1 1 0 0 0,-1-1 0 0 0,0 1 0 0 0,3 2 1542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01.660"/>
    </inkml:context>
    <inkml:brush xml:id="br0">
      <inkml:brushProperty name="width" value="0.05" units="cm"/>
      <inkml:brushProperty name="height" value="0.05" units="cm"/>
      <inkml:brushProperty name="color" value="#CC0066"/>
    </inkml:brush>
  </inkml:definitions>
  <inkml:trace contextRef="#ctx0" brushRef="#br0">116 22 18895 0 0,'0'0'1994'0'0,"-2"1"-1788"0"0,-25 15 1449 0 0,20-13-1209 0 0,0 1 0 0 0,0 0-1 0 0,0 1 1 0 0,1 0 0 0 0,0-1-1 0 0,-8 9 1 0 0,9-7-301 0 0,1-1 1 0 0,-1 1-1 0 0,2 0 1 0 0,-1-1-1 0 0,1 1 0 0 0,-2 7 1 0 0,4-11-95 0 0,0 0 0 0 0,1 1-1 0 0,-1-1 1 0 0,1 0 0 0 0,0 1 0 0 0,0-1 0 0 0,0 1 0 0 0,0-1-1 0 0,1 0 1 0 0,-1 1 0 0 0,1-1 0 0 0,-1 0 0 0 0,1 0 0 0 0,0 1-1 0 0,1-1 1 0 0,-1 0 0 0 0,0 0 0 0 0,1 0 0 0 0,2 3-1 0 0,-1-2 9 0 0,0-1 0 0 0,0 1 0 0 0,0-1 0 0 0,0 0-1 0 0,1 1 1 0 0,-1-1 0 0 0,1 0 0 0 0,0 0-1 0 0,0-1 1 0 0,0 1 0 0 0,0-1 0 0 0,0 1 0 0 0,1-1-1 0 0,-1 0 1 0 0,0 0 0 0 0,1-1 0 0 0,-1 1 0 0 0,1-1-1 0 0,-1 1 1 0 0,1-1 0 0 0,-1 0 0 0 0,1 0-1 0 0,-1-1 1 0 0,1 1 0 0 0,-1-1 0 0 0,1 0 0 0 0,-1 0-1 0 0,0 0 1 0 0,0 0 0 0 0,1 0 0 0 0,-1-1-1 0 0,0 1 1 0 0,0-1 0 0 0,4-3 0 0 0,-6 4 53 0 0,0 0 0 0 0,-1-1 0 0 0,1 1 0 0 0,-1-1 1 0 0,1 1-1 0 0,-1-1 0 0 0,0 1 0 0 0,0-1 0 0 0,0 0 0 0 0,0 1 1 0 0,0-1-1 0 0,0 0 0 0 0,-1 0 0 0 0,1 1 0 0 0,-1-1 0 0 0,1-2 1 0 0,1-32 653 0 0,-2 31-649 0 0,-1-11-114 0 0,-1 0 0 0 0,-5-18-1 0 0,-2-9-3 0 0,10 42 1 0 0,-1 0 0 0 0,0 1 0 0 0,0 0 0 0 0,0 0 0 0 0,0 0 0 0 0,0-1 0 0 0,0 1 0 0 0,0 0 0 0 0,0 0 0 0 0,0-1 0 0 0,0 1 0 0 0,0 0 0 0 0,0 0 0 0 0,-1 0 0 0 0,1-1 0 0 0,0 1 0 0 0,0 0 0 0 0,0 0 0 0 0,0 0 0 0 0,0-1 0 0 0,-1 1 0 0 0,1 0 0 0 0,0 0 0 0 0,0 0 0 0 0,0 0 0 0 0,-1-1 0 0 0,1 1 0 0 0,0 0 0 0 0,0 0 0 0 0,-1 0 0 0 0,1 0 0 0 0,0 0 0 0 0,0 0 0 0 0,-1 0 0 0 0,0-1 0 0 0,3 14 0 0 0,2-6 0 0 0,1-1 0 0 0,0 0 0 0 0,11 10 0 0 0,8 11 0 0 0,-18-19 0 0 0,0 0 0 0 0,1 0 0 0 0,0 0 0 0 0,1-1 0 0 0,0 1 0 0 0,0-1 0 0 0,1-1 0 0 0,0 1 0 0 0,0-1 0 0 0,15 6 0 0 0,-21-10 394 0 0,3-1-315 0 0,5 0-4503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02.533"/>
    </inkml:context>
    <inkml:brush xml:id="br0">
      <inkml:brushProperty name="width" value="0.05" units="cm"/>
      <inkml:brushProperty name="height" value="0.05" units="cm"/>
      <inkml:brushProperty name="color" value="#CC0066"/>
    </inkml:brush>
  </inkml:definitions>
  <inkml:trace contextRef="#ctx0" brushRef="#br0">0 25 17791 0 0,'0'0'824'0'0,"5"15"1779"0"0,16 44 2143 0 0,10 36-2239 0 0,-24-70-307 0 0,1-34-1255 0 0,-7-2-788 0 0,0 0-1 0 0,0 1 0 0 0,-1-1 0 0 0,-1 0 1 0 0,-3-18-1 0 0,-1-1 49 0 0,4 21-205 0 0,1 0 0 0 0,0 0 0 0 0,3-14 0 0 0,-2 20 0 0 0,0 0 0 0 0,0 0 0 0 0,0 0 0 0 0,0 0 0 0 0,0 0 0 0 0,1 0 0 0 0,0 0 0 0 0,0 0 0 0 0,0 0 0 0 0,0 0 0 0 0,1 1 0 0 0,-1-1 0 0 0,5-2 0 0 0,-6 4 0 0 0,0 1 0 0 0,0-1 0 0 0,0 1 0 0 0,0 0 0 0 0,1-1 0 0 0,-1 1 0 0 0,0 0 0 0 0,0 0 0 0 0,1 0 0 0 0,-1-1 0 0 0,0 1 0 0 0,0 0 0 0 0,1 0 0 0 0,-1 0 0 0 0,0 1 0 0 0,0-1 0 0 0,1 0 0 0 0,-1 0 0 0 0,0 0 0 0 0,0 1 0 0 0,1-1 0 0 0,-1 1 0 0 0,2 0 0 0 0,29 14 0 0 0,-28-13 0 0 0,0 0 0 0 0,1 1 0 0 0,-1 0 0 0 0,0 1 0 0 0,0-1 0 0 0,0 0 0 0 0,0 1 0 0 0,-1 0 0 0 0,0 0 0 0 0,0-1 0 0 0,3 6 0 0 0,2 6 0 0 0,9 24 0 0 0,-2-2 0 0 0,-12-29 0 0 0,-3-7 0 0 0,1 1 0 0 0,-1 0 0 0 0,1-1 0 0 0,-1 1 0 0 0,1 0 0 0 0,0-1 0 0 0,0 1 0 0 0,2 2 0 0 0,-1-3 0 0 0,-1 0 0 0 0,1-1 0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03.898"/>
    </inkml:context>
    <inkml:brush xml:id="br0">
      <inkml:brushProperty name="width" value="0.05" units="cm"/>
      <inkml:brushProperty name="height" value="0.05" units="cm"/>
      <inkml:brushProperty name="color" value="#CC0066"/>
    </inkml:brush>
  </inkml:definitions>
  <inkml:trace contextRef="#ctx0" brushRef="#br0">165 11 20503 0 0,'0'0'5078'0'0,"0"-6"-2061"0"0,-9 11-2598 0 0,1 1 1 0 0,-1-1-1 0 0,0-1 0 0 0,-12 5 1 0 0,13-5-408 0 0,-1 0 0 0 0,0 0 1 0 0,1 1-1 0 0,0-1 0 0 0,-12 10 0 0 0,14-9-1 0 0,1 1 0 0 0,-1-1 1 0 0,1 1-1 0 0,1-1 0 0 0,-1 1 0 0 0,-5 10 0 0 0,9-12-7 0 0,0-1 0 0 0,0 0-1 0 0,0 0 1 0 0,0 0 0 0 0,1 0 0 0 0,0 0 0 0 0,-1 1 0 0 0,2-1 0 0 0,-1 0 0 0 0,0 0 0 0 0,1 0 0 0 0,0 0 0 0 0,0 0 0 0 0,0 1 0 0 0,0-1-1 0 0,2 3 1 0 0,-1-3 1 0 0,1 1-1 0 0,-1-1 1 0 0,1 0-1 0 0,-1 0 1 0 0,1 0 0 0 0,0 0-1 0 0,0 0 1 0 0,1-1-1 0 0,-1 1 1 0 0,1-1-1 0 0,0 1 1 0 0,0-1-1 0 0,0 0 1 0 0,0 0-1 0 0,0-1 1 0 0,0 1-1 0 0,1-1 1 0 0,-1 1-1 0 0,9 0 1 0 0,-9-1-1 0 0,-1-1 0 0 0,1 1 0 0 0,0-1 0 0 0,0 0 0 0 0,0 0 0 0 0,0-1 0 0 0,0 1 0 0 0,-1-1-1 0 0,1 1 1 0 0,0-1 0 0 0,0 0 0 0 0,-1 0 0 0 0,1 0 0 0 0,-1 0 0 0 0,1-1 0 0 0,-1 1 0 0 0,0-1 0 0 0,1 1 0 0 0,-1-1 0 0 0,0 0 0 0 0,0 0 0 0 0,-1 0 0 0 0,1 0 0 0 0,3-5 0 0 0,-2 3 21 0 0,-1 0 1 0 0,1 0 0 0 0,-2-1-1 0 0,1 1 1 0 0,0-1 0 0 0,-1 0-1 0 0,0 1 1 0 0,-1-1 0 0 0,0 0-1 0 0,1-6 1 0 0,0-6 163 0 0,-3-28 0 0 0,1-1 232 0 0,-2 15 155 0 0,1 30-576 0 0,-2 15 0 0 0,5 15 0 0 0,0 1 0 0 0,13 43 0 0 0,28 56 0 0 0,-17-74 0 0 0,-17-39 0 0 0,-1 0 0 0 0,9 31 0 0 0,-10-18 0 0 0,-2-12 0 0 0,-1-1 0 0 0,-1 1 0 0 0,-1 0 0 0 0,-1 34 0 0 0,-2-41 0 0 0,-1 0 0 0 0,0 0 0 0 0,-1 0 0 0 0,-7 15 0 0 0,9-22 0 0 0,-1 1 0 0 0,0-1 0 0 0,-1 1 0 0 0,1-1 0 0 0,-1 0 0 0 0,0 0 0 0 0,0 0 0 0 0,0 0 0 0 0,0-1 0 0 0,-1 1 0 0 0,0-1 0 0 0,1 1 0 0 0,-1-1 0 0 0,0 0 0 0 0,-7 3 0 0 0,-3 0 0 0 0,0-1 0 0 0,-28 6 0 0 0,36-9 0 0 0,0 0 0 0 0,-1 0 0 0 0,0-1 0 0 0,1 1 0 0 0,-1-1 0 0 0,1 0 0 0 0,-1-1 0 0 0,1 1 0 0 0,-8-2 0 0 0,10 1 0 0 0,1 0 0 0 0,0 0 0 0 0,0 0 0 0 0,0 0 0 0 0,0-1 0 0 0,0 1 0 0 0,1-1 0 0 0,-1 1 0 0 0,0-1 0 0 0,1 0 0 0 0,0 0 0 0 0,-1 0 0 0 0,1 0 0 0 0,0 0 0 0 0,0 0 0 0 0,1 0 0 0 0,-1 0 0 0 0,0-1 0 0 0,1 1 0 0 0,0-1 0 0 0,0 1 0 0 0,-2-6 0 0 0,0-4 0 0 0,1 0 0 0 0,0 0 0 0 0,1-20 0 0 0,0 16 0 0 0,2 2 0 0 0,0 0 0 0 0,1-1 0 0 0,1 1 0 0 0,1 0 0 0 0,0 0 0 0 0,2 0 0 0 0,0 1 0 0 0,0-1 0 0 0,2 1 0 0 0,14-18 0 0 0,-19 27 0 0 0,2 0 0 0 0,-1 0 0 0 0,1 0 0 0 0,-1 0 0 0 0,1 1 0 0 0,1 0 0 0 0,-1-1 0 0 0,1 1 0 0 0,-1 1 0 0 0,1-1 0 0 0,0 1 0 0 0,11-3 0 0 0,-6 2 0 0 0,-8 2 0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04.849"/>
    </inkml:context>
    <inkml:brush xml:id="br0">
      <inkml:brushProperty name="width" value="0.05" units="cm"/>
      <inkml:brushProperty name="height" value="0.05" units="cm"/>
      <inkml:brushProperty name="color" value="#CC0066"/>
    </inkml:brush>
  </inkml:definitions>
  <inkml:trace contextRef="#ctx0" brushRef="#br0">253 123 14872 0 0,'0'0'3481'0'0,"5"3"-359"0"0,14 6-1548 0 0,-18-7-1381 0 0,1 0 0 0 0,-1 0 1 0 0,0 1-1 0 0,0-1 1 0 0,0 0-1 0 0,-1 0 1 0 0,1 1-1 0 0,-1-1 0 0 0,1 0 1 0 0,-1 1-1 0 0,0-1 1 0 0,0 0-1 0 0,0 1 1 0 0,-1-1-1 0 0,1 0 0 0 0,-1 1 1 0 0,1-1-1 0 0,-1 0 1 0 0,-3 5-1 0 0,0 1-45 0 0,-1 0 0 0 0,0 0 0 0 0,-12 13 0 0 0,15-18-121 0 0,-1-1 1 0 0,1 0 0 0 0,-1 0 0 0 0,0 0 0 0 0,0 0-1 0 0,0-1 1 0 0,0 1 0 0 0,-1-1 0 0 0,1 1 0 0 0,0-1 0 0 0,-5 1-1 0 0,-43 10 280 0 0,33-8-154 0 0,10-2-56 0 0,0-1 0 0 0,0 1 1 0 0,0-1-1 0 0,-1 0 0 0 0,1-1 0 0 0,-16 0 1 0 0,22 0-45 0 0,-1 0-1 0 0,0-1 1 0 0,0 1 0 0 0,1-1-1 0 0,-1 0 1 0 0,0 1 0 0 0,1-1 0 0 0,-1 0-1 0 0,1 0 1 0 0,0 0 0 0 0,-1-1 0 0 0,1 1-1 0 0,0 0 1 0 0,0-1 0 0 0,0 1 0 0 0,0-1-1 0 0,0 1 1 0 0,0-1 0 0 0,0 0-1 0 0,1 1 1 0 0,-1-1 0 0 0,1 0 0 0 0,-2-4-1 0 0,0-3 59 0 0,0 0 0 0 0,1 0 0 0 0,0 0 0 0 0,1-1 0 0 0,1 1 0 0 0,0 0 0 0 0,0-1 0 0 0,5-17 0 0 0,-3 16 37 0 0,1 1 0 0 0,1-1-1 0 0,1 1 1 0 0,0 0 0 0 0,0 0-1 0 0,1 1 1 0 0,1-1 0 0 0,0 1 0 0 0,17-17-1 0 0,-21 24-145 0 0,0-1-1 0 0,1 1 0 0 0,-1 0 0 0 0,1 0 1 0 0,-1 0-1 0 0,1 0 0 0 0,0 0 0 0 0,0 1 1 0 0,0-1-1 0 0,0 1 0 0 0,0 0 0 0 0,1 0 1 0 0,-1 0-1 0 0,0 0 0 0 0,1 1 0 0 0,-1-1 1 0 0,0 1-1 0 0,1 0 0 0 0,-1 0 0 0 0,1 0 1 0 0,-1 1-1 0 0,1-1 0 0 0,-1 1 0 0 0,5 1 1 0 0,-3-1-2 0 0,0 0 0 0 0,0 1 0 0 0,0 0 0 0 0,-1 0 1 0 0,1 0-1 0 0,-1 1 0 0 0,1 0 0 0 0,-1 0 0 0 0,0 0 1 0 0,0 0-1 0 0,-1 0 0 0 0,1 1 0 0 0,-1-1 0 0 0,0 1 1 0 0,0 0-1 0 0,3 5 0 0 0,2 3 0 0 0,-2 1 0 0 0,0-1 0 0 0,-1 1 0 0 0,7 23 0 0 0,-11-32 0 0 0,-1 1 0 0 0,0-1 0 0 0,-1 1 0 0 0,1-1 0 0 0,-1 1 0 0 0,0 0 0 0 0,-1-1 0 0 0,1 1 0 0 0,-1 0 0 0 0,0-1 0 0 0,-1 1 0 0 0,0-1 0 0 0,1 0 0 0 0,-2 1 0 0 0,1-1 0 0 0,-1 0 0 0 0,-4 5 0 0 0,6-7 0 0 0,-1-1 0 0 0,1 1 0 0 0,-1-1 0 0 0,1 1 0 0 0,-1-1 0 0 0,0 0 0 0 0,0 0 0 0 0,1 0 0 0 0,-1 0 0 0 0,0 0 0 0 0,-1 0 0 0 0,1 0 0 0 0,0 0 0 0 0,0-1 0 0 0,0 1 0 0 0,-1-1 0 0 0,1 1 0 0 0,0-1 0 0 0,-1 0 0 0 0,1 1 0 0 0,-5-1 0 0 0,1-1 0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19.833"/>
    </inkml:context>
    <inkml:brush xml:id="br0">
      <inkml:brushProperty name="width" value="0.05" units="cm"/>
      <inkml:brushProperty name="height" value="0.05" units="cm"/>
      <inkml:brushProperty name="color" value="#CC0066"/>
    </inkml:brush>
  </inkml:definitions>
  <inkml:trace contextRef="#ctx0" brushRef="#br0">124 258 21207 0 0,'0'0'1279'0'0,"27"2"3578"0"0,-7-6-3847 0 0,0 0 0 0 0,24-9 0 0 0,13-4-81 0 0,-50 15-845 0 0,-1 0 1 0 0,0 0 0 0 0,11-5-1 0 0,114-48 1035 0 0,-126 53-1119 0 0,-1-1 0 0 0,1 1 0 0 0,0-1 0 0 0,-1 0 0 0 0,0 0 0 0 0,0 0 0 0 0,0 0 0 0 0,-1-1 0 0 0,1 1 0 0 0,-1-1 0 0 0,0 0 0 0 0,4-7 0 0 0,-5 9 0 0 0,-1-1 0 0 0,0 0 0 0 0,0 1 0 0 0,0-1 0 0 0,0 0 0 0 0,-1 0 0 0 0,1 0 0 0 0,-1 0 0 0 0,0 1 0 0 0,0-1 0 0 0,0 0 0 0 0,-1 0 0 0 0,1 0 0 0 0,-1 0 0 0 0,0 0 0 0 0,0 1 0 0 0,0-1 0 0 0,-1 0 0 0 0,1 1 0 0 0,-4-5 0 0 0,3 4 0 0 0,-1 0 0 0 0,0 0 0 0 0,0 0 0 0 0,0 0 0 0 0,-1 0 0 0 0,1 1 0 0 0,-1-1 0 0 0,0 1 0 0 0,0 0 0 0 0,0 0 0 0 0,-8-3 0 0 0,6 3 0 0 0,0 0 0 0 0,-1 1 0 0 0,1-1 0 0 0,-1 1 0 0 0,0 0 0 0 0,1 1 0 0 0,-1-1 0 0 0,-7 1 0 0 0,-16 2 0 0 0,-1 0 0 0 0,1 1 0 0 0,0 1 0 0 0,0 1 0 0 0,0 2 0 0 0,-49 15 0 0 0,-23 10 0 0 0,96-31 0 0 0,4 0 0 0 0,0-1 0 0 0,1 1 0 0 0,-1-1 0 0 0,1 1 0 0 0,-1-1 0 0 0,0 1 0 0 0,1 0 0 0 0,-1 0 0 0 0,1-1 0 0 0,-2 3 0 0 0,2-2 0 0 0,0 0 0 0 0,0 0 0 0 0,-1-1 0 0 0,1 1 0 0 0,1 0 0 0 0,0 0 0 0 0,0 0 0 0 0,0 4 0 0 0,1-1 0 0 0,1 0 0 0 0,-1 1 0 0 0,1-1 0 0 0,0 0 0 0 0,0 0 0 0 0,0 0 0 0 0,6 7 0 0 0,5 9 0 0 0,51 129 0 0 0,-45-75 0 0 0,6 15 0 0 0,6-24 0 0 0,-30-62 0 0 0,-1-2 0 0 0,1 0 0 0 0,-1 0 0 0 0,1 1 0 0 0,-1-1 0 0 0,1 0 0 0 0,0 0 0 0 0,0 0 0 0 0,-1 0 0 0 0,1 0 0 0 0,0 0 0 0 0,0 0 0 0 0,0 0 0 0 0,1-1 0 0 0,-1 1 0 0 0,1 1 0 0 0,0-1 0 0 0,-2 0 0 0 0,-1 3 0 0 0,0-5 0 0 0,-1-3 0 0 0,2 3 0 0 0,-1-1 0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20.437"/>
    </inkml:context>
    <inkml:brush xml:id="br0">
      <inkml:brushProperty name="width" value="0.05" units="cm"/>
      <inkml:brushProperty name="height" value="0.05" units="cm"/>
      <inkml:brushProperty name="color" value="#CC0066"/>
    </inkml:brush>
  </inkml:definitions>
  <inkml:trace contextRef="#ctx0" brushRef="#br0">0 0 19399 0 0,'0'0'1616'0'0,"15"27"3554"0"0,-11-23-4855 0 0,0-1 1 0 0,0 0 0 0 0,0 0 0 0 0,0 0-1 0 0,7 2 1 0 0,14 11 303 0 0,127 117 2727 0 0,-149-130-3286 0 0,6 4 59 0 0,0 0 0 0 0,17 9 0 0 0,-16-10-20 0 0,-1 0 1 0 0,16 13-1 0 0,-12-8-99 0 0,-12-9 0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22.027"/>
    </inkml:context>
    <inkml:brush xml:id="br0">
      <inkml:brushProperty name="width" value="0.05" units="cm"/>
      <inkml:brushProperty name="height" value="0.05" units="cm"/>
      <inkml:brushProperty name="color" value="#CC0066"/>
    </inkml:brush>
  </inkml:definitions>
  <inkml:trace contextRef="#ctx0" brushRef="#br0">177 210 20303 0 0,'7'-1'478'0'0,"1"-1"0"0"0,0 0 0 0 0,0 0 0 0 0,-1-1 1 0 0,1 1-1 0 0,-1-1 0 0 0,0-1 0 0 0,0 1 0 0 0,-1-1 0 0 0,1 0 0 0 0,-1 0 0 0 0,0 0 0 0 0,-1-1 0 0 0,1 1 0 0 0,-1-1 0 0 0,5-6 0 0 0,-1 0 21 0 0,0 0 1 0 0,-1-1 0 0 0,-1 1-1 0 0,0-1 1 0 0,-1-1-1 0 0,8-23 1 0 0,-14 35-488 0 0,0 0 0 0 0,1-1-1 0 0,-1 1 1 0 0,0 0 0 0 0,0-1 0 0 0,0 1 0 0 0,0 0-1 0 0,0 0 1 0 0,0-1 0 0 0,-1 1 0 0 0,1 0-1 0 0,0 0 1 0 0,-1-1 0 0 0,1 1 0 0 0,-1 0 0 0 0,0 0-1 0 0,0 0 1 0 0,1 0 0 0 0,-1-1 0 0 0,0 1 0 0 0,0 0-1 0 0,0 0 1 0 0,0 0 0 0 0,-1 1 0 0 0,1-1 0 0 0,0 0-1 0 0,0 0 1 0 0,-1 0 0 0 0,1 1 0 0 0,-1-1-1 0 0,1 0 1 0 0,-1 1 0 0 0,1-1 0 0 0,-1 1 0 0 0,1 0-1 0 0,-1-1 1 0 0,-3 1 0 0 0,-2-2 43 0 0,-1 1 0 0 0,0 1 0 0 0,0-1-1 0 0,1 1 1 0 0,-1 0 0 0 0,-13 2 0 0 0,6-1-55 0 0,-1 1 0 0 0,1 1 0 0 0,0 0 0 0 0,0 1 0 0 0,1 0 0 0 0,0 0 0 0 0,-25 12 0 0 0,29-12 0 0 0,0 1 0 0 0,0 0 0 0 0,-15 12 0 0 0,20-13 0 0 0,1-1 0 0 0,1 1 0 0 0,-1 0 0 0 0,1 0 0 0 0,0 0 0 0 0,0 0 0 0 0,0 1 0 0 0,1-1 0 0 0,-2 6 0 0 0,-2 4 0 0 0,1 1 0 0 0,1 0 0 0 0,1 0 0 0 0,-1 17 0 0 0,3-26 0 0 0,1 0 0 0 0,1 1 0 0 0,0-1 0 0 0,0 1 0 0 0,0-1 0 0 0,1 0 0 0 0,0 0 0 0 0,1 0 0 0 0,0 0 0 0 0,0 0 0 0 0,0 0 0 0 0,8 7 0 0 0,-8-9 0 0 0,1-1 0 0 0,0 0 0 0 0,0 0 0 0 0,0 0 0 0 0,1 0 0 0 0,-1-1 0 0 0,1 1 0 0 0,0-1 0 0 0,0 0 0 0 0,0 0 0 0 0,7 2 0 0 0,5 0 0 0 0,0 1 0 0 0,21 2 0 0 0,-32-7 0 0 0,-1 1 0 0 0,1-1 0 0 0,0 1 0 0 0,0-1 0 0 0,0 0 0 0 0,-1-1 0 0 0,1 1 0 0 0,0-1 0 0 0,0 0 0 0 0,-1 0 0 0 0,1 0 0 0 0,-1-1 0 0 0,11-3 0 0 0,-1-2 0 0 0,0-1 0 0 0,-1 1 0 0 0,16-13 0 0 0,-13 9 0 0 0,-16 11 0 0 0,-1-1 0 0 0,1 1 0 0 0,-1-1 0 0 0,1 1 0 0 0,-1-1 0 0 0,1 1 0 0 0,-1-1 0 0 0,1 1 0 0 0,-1-1 0 0 0,0 1 0 0 0,1-1 0 0 0,-1 0 0 0 0,0 1 0 0 0,0-1 0 0 0,0 0 0 0 0,1 1 0 0 0,-1-2 0 0 0,-1 1 0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23.265"/>
    </inkml:context>
    <inkml:brush xml:id="br0">
      <inkml:brushProperty name="width" value="0.05" units="cm"/>
      <inkml:brushProperty name="height" value="0.05" units="cm"/>
      <inkml:brushProperty name="color" value="#CC0066"/>
    </inkml:brush>
  </inkml:definitions>
  <inkml:trace contextRef="#ctx0" brushRef="#br0">144 35 17687 0 0,'0'0'6080'0'0,"-8"13"-3672"0"0,-28 13-599 0 0,21-16-1470 0 0,0 2-1 0 0,-18 15 1 0 0,29-22-285 0 0,0 0 0 0 0,0-1 0 0 0,0 1-1 0 0,1 0 1 0 0,0 1 0 0 0,0-1 0 0 0,1 0 0 0 0,0 1 0 0 0,0-1 0 0 0,-1 9-1 0 0,1-5 20 0 0,1 1 0 0 0,1-1 0 0 0,0 1-1 0 0,1-1 1 0 0,4 15 0 0 0,-4-20-32 0 0,0 1 1 0 0,1-1-1 0 0,0 1 0 0 0,0-1 0 0 0,1 1 1 0 0,0-1-1 0 0,0 0 0 0 0,0 0 1 0 0,0 0-1 0 0,1 0 0 0 0,0 0 0 0 0,7 5 1 0 0,-9-8-21 0 0,0 1 1 0 0,0-1-1 0 0,0 0 1 0 0,0 0-1 0 0,0 0 1 0 0,0 0 0 0 0,1 0-1 0 0,-1 0 1 0 0,0 0-1 0 0,1-1 1 0 0,-1 1-1 0 0,1-1 1 0 0,-1 1-1 0 0,1-1 1 0 0,-1 0 0 0 0,1 1-1 0 0,-1-1 1 0 0,1 0-1 0 0,-1 0 1 0 0,1-1-1 0 0,-1 1 1 0 0,1 0-1 0 0,-1-1 1 0 0,1 1 0 0 0,-1-1-1 0 0,1 1 1 0 0,-1-1-1 0 0,0 0 1 0 0,1 0-1 0 0,-1 0 1 0 0,0 0-1 0 0,4-2 1 0 0,0-1 64 0 0,-1 0 0 0 0,1-1-1 0 0,-1 1 1 0 0,0-1 0 0 0,0 0 0 0 0,-1 0 0 0 0,1 0-1 0 0,-1 0 1 0 0,3-8 0 0 0,8-12 3 0 0,-2-2 0 0 0,-1 1 0 0 0,-2-1 1 0 0,-1-1-1 0 0,-2 0 0 0 0,2-28 0 0 0,-8 53-89 0 0,-1-1 0 0 0,0 1 0 0 0,0-1 0 0 0,0 1 0 0 0,-1-1 0 0 0,0 1 0 0 0,1 0 0 0 0,-2-1 0 0 0,1 1 0 0 0,0-1 0 0 0,-5-5 0 0 0,6 9 0 0 0,0-1 0 0 0,0 1 0 0 0,0 0 0 0 0,-1 0 0 0 0,1 0 0 0 0,0 0 0 0 0,0 0 0 0 0,0-1 0 0 0,-1 1 0 0 0,1 0 0 0 0,0 0 0 0 0,0 0 0 0 0,0 0 0 0 0,-1 0 0 0 0,1 0 0 0 0,0 0 0 0 0,0-1 0 0 0,-1 1 0 0 0,1 0 0 0 0,0 0 0 0 0,0 0 0 0 0,-1 0 0 0 0,1 0 0 0 0,0 0 0 0 0,0 0 0 0 0,-1 0 0 0 0,1 0 0 0 0,0 0 0 0 0,-1 0 0 0 0,1 0 0 0 0,0 0 0 0 0,0 0 0 0 0,-1 1 0 0 0,1-1 0 0 0,0 0 0 0 0,0 0 0 0 0,-1 0 0 0 0,1 0 0 0 0,0 0 0 0 0,0 0 0 0 0,0 0 0 0 0,-1 1 0 0 0,1-1 0 0 0,0 0 0 0 0,0 0 0 0 0,0 0 0 0 0,0 0 0 0 0,-1 0 0 0 0,1 1 0 0 0,0-1 0 0 0,0 0 0 0 0,-5 8 0 0 0,5-8 0 0 0,-3 5 0 0 0,1-1 0 0 0,0 1 0 0 0,0-1 0 0 0,1 1 0 0 0,0 0 0 0 0,0-1 0 0 0,0 1 0 0 0,1 0 0 0 0,0 0 0 0 0,0-1 0 0 0,1 1 0 0 0,-1 0 0 0 0,1 0 0 0 0,1-1 0 0 0,-1 1 0 0 0,4 7 0 0 0,5 5 0 0 0,0 0 0 0 0,25 31 0 0 0,-23-32 0 0 0,-8-12 0 0 0,-1 1 0 0 0,1-1 0 0 0,0 0 0 0 0,1 0 0 0 0,-1 0 0 0 0,1 0 0 0 0,5 3 0 0 0,-7-5 0 0 0,0-1 0 0 0,0 1 0 0 0,0-1 0 0 0,0 0 0 0 0,0 0 0 0 0,1 0 0 0 0,-1 0 0 0 0,0 0 0 0 0,1-1 0 0 0,-1 1 0 0 0,1-1 0 0 0,-1 1 0 0 0,1-1 0 0 0,-1 0 0 0 0,5-1 0 0 0,-4 1 0 0 0,0-1 0 0 0,-1 0 0 0 0,1 0 0 0 0,-1 0 0 0 0,1 0 0 0 0,-1 0 0 0 0,0 0 0 0 0,1-1 0 0 0,-1 1 0 0 0,0-1 0 0 0,0 0 0 0 0,-1 0 0 0 0,1 0 0 0 0,0 0 0 0 0,-1 0 0 0 0,1 0 0 0 0,-1 0 0 0 0,0-1 0 0 0,0 1 0 0 0,1-3 0 0 0,1 0 0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24.217"/>
    </inkml:context>
    <inkml:brush xml:id="br0">
      <inkml:brushProperty name="width" value="0.05" units="cm"/>
      <inkml:brushProperty name="height" value="0.05" units="cm"/>
      <inkml:brushProperty name="color" value="#CC0066"/>
    </inkml:brush>
  </inkml:definitions>
  <inkml:trace contextRef="#ctx0" brushRef="#br0">234 0 19295 0 0,'0'0'3352'0'0,"-2"1"-3217"0"0,-8 6 1037 0 0,-2-1 1 0 0,1-1-1 0 0,-20 8 1 0 0,18-8-833 0 0,1 0-1 0 0,-1 1 1 0 0,-19 12 0 0 0,21-11-234 0 0,0 1 0 0 0,1 1 0 0 0,0 0 0 0 0,0 0 0 0 0,-8 12 0 0 0,13-15-72 0 0,1 0 1 0 0,1 0-1 0 0,0 0 1 0 0,0 1 0 0 0,0-1-1 0 0,1 1 1 0 0,0-1-1 0 0,1 1 1 0 0,0-1 0 0 0,0 10-1 0 0,1-3 15 0 0,1-1 0 0 0,0 1 0 0 0,1-1 0 0 0,6 19 0 0 0,-7-27-36 0 0,1 0-1 0 0,-1 0 1 0 0,1-1 0 0 0,1 1-1 0 0,-1-1 1 0 0,1 1 0 0 0,-1-1 0 0 0,1 1-1 0 0,1-1 1 0 0,-1 0 0 0 0,0 0-1 0 0,1 0 1 0 0,0-1 0 0 0,0 1-1 0 0,0-1 1 0 0,0 1 0 0 0,10 3-1 0 0,-7-4 8 0 0,0 0-1 0 0,0 0 0 0 0,0-1 0 0 0,1 1 1 0 0,-1-1-1 0 0,1 0 0 0 0,-1-1 1 0 0,1 1-1 0 0,0-1 0 0 0,-1 0 0 0 0,1-1 1 0 0,0 0-1 0 0,9-1 0 0 0,-5-1 121 0 0,-1 1 0 0 0,1-1 0 0 0,-1-1 1 0 0,0 0-1 0 0,-1 0 0 0 0,1-1 0 0 0,17-10 0 0 0,-25 13-61 0 0,-1 1-1 0 0,1-1 1 0 0,-1 0-1 0 0,0 0 1 0 0,0 0-1 0 0,0-1 1 0 0,0 1-1 0 0,0 0 1 0 0,1-4-1 0 0,-1 3-23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24.965"/>
    </inkml:context>
    <inkml:brush xml:id="br0">
      <inkml:brushProperty name="width" value="0.05" units="cm"/>
      <inkml:brushProperty name="height" value="0.05" units="cm"/>
      <inkml:brushProperty name="color" value="#CC0066"/>
    </inkml:brush>
  </inkml:definitions>
  <inkml:trace contextRef="#ctx0" brushRef="#br0">0 0 19495 0 0,'0'0'3890'0'0,"0"18"-818"0"0,19 192 1266 0 0,-11-167-4000 0 0,6 39 575 0 0,-12-54-557 0 0,15 51 1 0 0,-16-74-357 0 0,2 0 0 0 0,-1 0 0 0 0,0 0 0 0 0,1-1 0 0 0,0 1 0 0 0,1-1 0 0 0,0 1 0 0 0,4 3 0 0 0,-6-7 0 0 0,-1 0 0 0 0,1 0 0 0 0,0 0 0 0 0,0 0 0 0 0,0-1 0 0 0,0 1 0 0 0,0-1 0 0 0,0 1 0 0 0,0-1 0 0 0,0 1 0 0 0,0-1 0 0 0,1 0 0 0 0,-1 0 0 0 0,0 0 0 0 0,0 0 0 0 0,0 0 0 0 0,0 0 0 0 0,0 0 0 0 0,1-1 0 0 0,2 0 0 0 0,6-1 0 0 0,0-1 0 0 0,16-5 0 0 0,-23 7 0 0 0,5-2 198 0 0,1 0 0 0 0,-1-1 0 0 0,0 0 0 0 0,14-8 0 0 0,-21 11-473 0 0,1-1 0 0 0,-1 0 0 0 0,1 0 0 0 0,-1 0 0 0 0,0 0 0 0 0,0 0 0 0 0,0 0 0 0 0,-1 0 1 0 0,1-1-1 0 0,-1 1 0 0 0,1-1 0 0 0,-1 1 0 0 0,0 0 0 0 0,0-1 0 0 0,-1 0 0 0 0,1 1 0 0 0,0-5 0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25.346"/>
    </inkml:context>
    <inkml:brush xml:id="br0">
      <inkml:brushProperty name="width" value="0.05" units="cm"/>
      <inkml:brushProperty name="height" value="0.05" units="cm"/>
      <inkml:brushProperty name="color" value="#CC0066"/>
    </inkml:brush>
  </inkml:definitions>
  <inkml:trace contextRef="#ctx0" brushRef="#br0">429 0 19199 0 0,'-33'8'1768'0'0,"-121"30"3628"0"0,4 8-3333 0 0,121-35-1802 0 0,19-7-99 0 0,1 0 0 0 0,-1 0-1 0 0,-19 4 1 0 0,26-8 36 0 0,2-2-163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08.039"/>
    </inkml:context>
    <inkml:brush xml:id="br0">
      <inkml:brushProperty name="width" value="0.05" units="cm"/>
      <inkml:brushProperty name="height" value="0.05" units="cm"/>
      <inkml:brushProperty name="color" value="#CC0066"/>
    </inkml:brush>
  </inkml:definitions>
  <inkml:trace contextRef="#ctx0" brushRef="#br0">133 0 16783 0 0,'0'0'2730'0'0,"-2"1"-2498"0"0,-20 11 1584 0 0,0 0 0 0 0,-21 17 0 0 0,32-21-1512 0 0,8-7-219 0 0,0 1 0 0 0,0 0 0 0 0,0 0 0 0 0,1 0 0 0 0,-1 0 0 0 0,1 0 0 0 0,-1 0 0 0 0,1 0 0 0 0,0 0 0 0 0,1 1 0 0 0,-1-1 0 0 0,-2 4 0 0 0,4-4-50 0 0,0-1 0 0 0,0 1 0 0 0,1-1 0 0 0,-1 1 0 0 0,0-1 1 0 0,1 0-1 0 0,-1 1 0 0 0,1-1 0 0 0,0 1 0 0 0,0-1 0 0 0,-1 0 0 0 0,1 0 0 0 0,0 1 0 0 0,0-1 1 0 0,1 0-1 0 0,-1 0 0 0 0,0 0 0 0 0,3 2 0 0 0,0 0 61 0 0,1 0 0 0 0,0 1 0 0 0,0-2 1 0 0,7 4-1 0 0,19 8 306 0 0,-19-8-187 0 0,0 0 0 0 0,0-1 0 0 0,1-1 0 0 0,0 1 0 0 0,15 2 0 0 0,-25-7-147 0 0,0 1 0 0 0,-1 0-1 0 0,1 0 1 0 0,0-1 0 0 0,-1 1 0 0 0,1 0 0 0 0,-1 1 0 0 0,1-1 0 0 0,-1 0 0 0 0,1 1 0 0 0,-1-1 0 0 0,0 0-1 0 0,0 1 1 0 0,2 2 0 0 0,-3-3-31 0 0,0 0 0 0 0,-1 0 0 0 0,1 0 0 0 0,0 0 0 0 0,-1 0 0 0 0,1 0 0 0 0,-1 0 0 0 0,0 1 0 0 0,1-1 0 0 0,-1 0 0 0 0,0 0 0 0 0,0 0 0 0 0,0 1 0 0 0,0-1 0 0 0,0 0 0 0 0,-1 0 0 0 0,1 0 0 0 0,0 1 0 0 0,-1-1 0 0 0,1 0 0 0 0,-1 0 0 0 0,1 0 0 0 0,-1 0 0 0 0,0 0-1 0 0,1 0 1 0 0,-1 0 0 0 0,0 0 0 0 0,-1 1 0 0 0,-9 8 99 0 0,-1 0 1 0 0,0-1-1 0 0,-1 0 0 0 0,0-1 0 0 0,-23 11 0 0 0,4-1 237 0 0,31-17-371 0 0,0-1 0 0 0,0 1-1 0 0,0-1 1 0 0,0 1 0 0 0,0-1 0 0 0,0 0 0 0 0,0 1 0 0 0,0-1 0 0 0,0 0 0 0 0,0 1 0 0 0,0-1 0 0 0,0 0 0 0 0,-1 0-1 0 0,1 0 1 0 0,-1 0 0 0 0,1 0-1 0 0,1 0-1 0 0,-1 0 0 0 0,1 0 0 0 0,0-1 0 0 0,-1 1 0 0 0,1 0 0 0 0,0 0 1 0 0,-1-1-1 0 0,1 1 0 0 0,0 0 0 0 0,-1 0 0 0 0,1-1 0 0 0,0 1 1 0 0,0 0-1 0 0,-1-1 0 0 0,1 1 0 0 0,0 0 0 0 0,0 0 0 0 0,0-1 1 0 0,-1 1-1 0 0,1 0 0 0 0,0-1 0 0 0,0 1 0 0 0,0-1 0 0 0,0 1 1 0 0,0 0-1 0 0,0-1 0 0 0,0 1 0 0 0,0 0 0 0 0,0-1 0 0 0,0 1 1 0 0,0 0-1 0 0,1-1 0 0 0,-1 1 0 0 0,0 0 0 0 0,0-1 0 0 0,0 1 1 0 0,0 0-1 0 0,1-1 0 0 0,2-4 0 0 0,-1-1 0 0 0,1 1 0 0 0,1 0 0 0 0,5-6 0 0 0,-3 3 0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08.642"/>
    </inkml:context>
    <inkml:brush xml:id="br0">
      <inkml:brushProperty name="width" value="0.05" units="cm"/>
      <inkml:brushProperty name="height" value="0.05" units="cm"/>
      <inkml:brushProperty name="color" value="#CC0066"/>
    </inkml:brush>
  </inkml:definitions>
  <inkml:trace contextRef="#ctx0" brushRef="#br0">80 117 18895 0 0,'0'0'1680'0'0,"17"8"527"0"0,-14-9-2038 0 0,1 1 0 0 0,-1-1 0 0 0,0 0 0 0 0,1 0 0 0 0,-1 0-1 0 0,0 0 1 0 0,0-1 0 0 0,0 1 0 0 0,0-1 0 0 0,0 1 0 0 0,3-3 0 0 0,-1 0 29 0 0,0 1 0 0 0,0-1-1 0 0,-1 0 1 0 0,8-8 0 0 0,-10 9-90 0 0,0 0 0 0 0,0 0 0 0 0,0 0 0 0 0,0 0 0 0 0,-1 0 0 0 0,0-1 0 0 0,0 1 0 0 0,0 0 0 0 0,0 0 0 0 0,-1-1 0 0 0,1 1 0 0 0,-1-4 0 0 0,-1 5-70 0 0,1 0 1 0 0,0 1 0 0 0,-1-1-1 0 0,1 1 1 0 0,-1-1 0 0 0,0 0 0 0 0,1 1-1 0 0,-1-1 1 0 0,0 1 0 0 0,0-1 0 0 0,0 1-1 0 0,-1-1 1 0 0,1 1 0 0 0,0 0-1 0 0,-1 0 1 0 0,1-1 0 0 0,-1 1 0 0 0,0 0-1 0 0,1 0 1 0 0,-1 0 0 0 0,0 0 0 0 0,0 0-1 0 0,0 1 1 0 0,0-1 0 0 0,0 0-1 0 0,-2 0 1 0 0,0 0 20 0 0,1 1-1 0 0,-1 0 0 0 0,1 0 1 0 0,-1-1-1 0 0,1 2 1 0 0,-1-1-1 0 0,1 0 1 0 0,-1 0-1 0 0,1 1 1 0 0,0 0-1 0 0,-1-1 1 0 0,1 1-1 0 0,0 0 0 0 0,0 0 1 0 0,-1 1-1 0 0,1-1 1 0 0,0 0-1 0 0,1 1 1 0 0,-1-1-1 0 0,-5 5 1 0 0,1-2 61 0 0,0 1 1 0 0,1 0-1 0 0,0 0 1 0 0,0 1 0 0 0,0 0-1 0 0,-8 11 1 0 0,10-11-8 0 0,1 0 0 0 0,0 1-1 0 0,0-1 1 0 0,0 1 0 0 0,1-1 0 0 0,0 1 0 0 0,1 0-1 0 0,-1 10 1 0 0,2-13-54 0 0,0 1-1 0 0,1-1 1 0 0,-1 1-1 0 0,1-1 0 0 0,1 1 1 0 0,-1-1-1 0 0,1 1 1 0 0,0-1-1 0 0,0 1 1 0 0,1-1-1 0 0,-1 0 0 0 0,1 0 1 0 0,5 5-1 0 0,-3-4-22 0 0,-1-1 0 0 0,1 0 0 0 0,1 0 0 0 0,-1 0 1 0 0,1 0-1 0 0,0 0 0 0 0,0-1 0 0 0,10 5 0 0 0,-14-7-28 0 0,0-1 0 0 0,0 1 0 0 0,0 0 0 0 0,0-1 0 0 0,0 0 0 0 0,0 1 0 0 0,0-1 0 0 0,0 0 0 0 0,1 0 0 0 0,-1 0 0 0 0,0 0 0 0 0,0 0 1 0 0,0 0-1 0 0,0 0 0 0 0,0 0 0 0 0,0-1 0 0 0,0 1 0 0 0,0-1 0 0 0,0 1 0 0 0,0-1 0 0 0,0 1 0 0 0,0-1 0 0 0,0 0 0 0 0,0 0 0 0 0,-1 0 0 0 0,1 0 0 0 0,0 0 1 0 0,-1 0-1 0 0,1 0 0 0 0,-1 0 0 0 0,0-1 0 0 0,1 1 0 0 0,-1 0 0 0 0,1-2 0 0 0,1-1-8 0 0,-1 1 0 0 0,0 0 0 0 0,0-1 0 0 0,0 1 0 0 0,1-7 0 0 0,-1 3 0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09.310"/>
    </inkml:context>
    <inkml:brush xml:id="br0">
      <inkml:brushProperty name="width" value="0.05" units="cm"/>
      <inkml:brushProperty name="height" value="0.05" units="cm"/>
      <inkml:brushProperty name="color" value="#CC0066"/>
    </inkml:brush>
  </inkml:definitions>
  <inkml:trace contextRef="#ctx0" brushRef="#br0">1 32 21207 0 0,'0'0'3003'0'0,"1"-1"-2764"0"0,0 0-50 0 0,0 1 0 0 0,0-1 0 0 0,0 0 1 0 0,0 1-1 0 0,0-1 0 0 0,0 1 0 0 0,0-1 1 0 0,0 1-1 0 0,1-1 0 0 0,1 0 0 0 0,-2 1-134 0 0,-1 1-1 0 0,1-1 1 0 0,-1 0 0 0 0,1 0-1 0 0,0 0 1 0 0,-1 0-1 0 0,1 1 1 0 0,-1-1-1 0 0,1 0 1 0 0,-1 0 0 0 0,0 1-1 0 0,1-1 1 0 0,-1 0-1 0 0,1 1 1 0 0,-1-1-1 0 0,0 0 1 0 0,1 1-1 0 0,-1-1 1 0 0,0 1 0 0 0,1-1-1 0 0,-1 0 1 0 0,0 1-1 0 0,0-1 1 0 0,0 1-1 0 0,1-1 1 0 0,-1 1 0 0 0,0-1-1 0 0,0 1 1 0 0,0-1-1 0 0,0 1 1 0 0,5 13 115 0 0,2 0 0 0 0,16 24 1 0 0,-14-24-118 0 0,-1-1 0 0 0,10 27 0 0 0,-16-36-10 0 0,3 10 287 0 0,-1-1 1 0 0,-1 1-1 0 0,2 24 0 0 0,-5-38-211 0 0,-7-18 356 0 0,3 7-302 0 0,-11-47 364 0 0,14 51-457 0 0,1 0 0 0 0,0 0 0 0 0,0 0 0 0 0,1 0 0 0 0,0 0 0 0 0,3-10 0 0 0,-1 6 4 0 0,1 0 0 0 0,1 1-1 0 0,10-17 1 0 0,-12 23-59 0 0,0 0 0 0 0,0 0 1 0 0,1 1-1 0 0,-1-1 0 0 0,1 1 1 0 0,0-1-1 0 0,1 1 1 0 0,-1 0-1 0 0,1 0 0 0 0,-1 1 1 0 0,10-5-1 0 0,-13 7-25 0 0,1-1 0 0 0,-1 1 0 0 0,0 0 0 0 0,0 0 0 0 0,0-1 0 0 0,1 1 0 0 0,-1 0 0 0 0,0 0 0 0 0,0 0 0 0 0,1 0 0 0 0,-1 0 0 0 0,0 1 0 0 0,0-1 0 0 0,0 0 0 0 0,1 0 0 0 0,-1 1 0 0 0,0-1 0 0 0,0 0 0 0 0,0 1 0 0 0,0-1 0 0 0,0 1 0 0 0,0-1 0 0 0,0 1 0 0 0,0-1 0 0 0,0 1 0 0 0,0 0 0 0 0,0-1 0 0 0,1 2 0 0 0,0-1 0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10.010"/>
    </inkml:context>
    <inkml:brush xml:id="br0">
      <inkml:brushProperty name="width" value="0.05" units="cm"/>
      <inkml:brushProperty name="height" value="0.05" units="cm"/>
      <inkml:brushProperty name="color" value="#CC0066"/>
    </inkml:brush>
  </inkml:definitions>
  <inkml:trace contextRef="#ctx0" brushRef="#br0">173 0 19087 0 0,'0'0'2126'0'0,"6"23"1212"0"0,-6-15-3027 0 0,0 1-1 0 0,0-1 1 0 0,-4 14 0 0 0,0 11 125 0 0,-12 148 1084 0 0,8-147-688 0 0,8-34-813 0 0,0 0 0 0 0,0 0 0 0 0,0 0 0 0 0,0 0 0 0 0,0 0 0 0 0,0 0-1 0 0,0 0 1 0 0,0 0 0 0 0,0 0 0 0 0,0 0 0 0 0,0 0 0 0 0,-1 0 0 0 0,1 0 0 0 0,0 0 0 0 0,0 0 0 0 0,0 0 0 0 0,0 0 0 0 0,0 0 0 0 0,0 0 0 0 0,0 0 0 0 0,0 0 0 0 0,0 0 0 0 0,0 1 0 0 0,0-1 0 0 0,0 0 0 0 0,0 0 0 0 0,0 0 0 0 0,0 0-1 0 0,0 0 1 0 0,0 0 0 0 0,0 0 0 0 0,0 0 0 0 0,0 0 0 0 0,0 0 0 0 0,0 0 0 0 0,0 0 0 0 0,0 0 0 0 0,0 0 0 0 0,0 0 0 0 0,0 0 0 0 0,0 0 0 0 0,0 0 0 0 0,0 0 0 0 0,0 0 0 0 0,0 0 0 0 0,0 0 0 0 0,0 0 0 0 0,0 0 0 0 0,-4-6 369 0 0,-3-9-81 0 0,6 12-301 0 0,-33-79 1320 0 0,28 70-1082 0 0,-1 1 1 0 0,-1 0-1 0 0,0 0 0 0 0,-19-19 0 0 0,17 18-244 0 0,8 9 0 0 0,0 0 0 0 0,-1 0 0 0 0,1 0 0 0 0,-1 1 0 0 0,1-1 0 0 0,-1 1 0 0 0,0 0 0 0 0,-6-4 0 0 0,7 5 0 0 0,1 1 0 0 0,-1 0 0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10.598"/>
    </inkml:context>
    <inkml:brush xml:id="br0">
      <inkml:brushProperty name="width" value="0.05" units="cm"/>
      <inkml:brushProperty name="height" value="0.05" units="cm"/>
      <inkml:brushProperty name="color" value="#CC0066"/>
    </inkml:brush>
  </inkml:definitions>
  <inkml:trace contextRef="#ctx0" brushRef="#br0">93 193 17487 0 0,'23'5'5480'0'0,"-21"-5"-5251"0"0,0 0 0 0 0,0 0 0 0 0,0-1 0 0 0,1 1 0 0 0,-1-1 0 0 0,0 0 0 0 0,0 1 0 0 0,0-1 0 0 0,0 0 0 0 0,0 0 0 0 0,-1 0 0 0 0,1 0 0 0 0,0 0 0 0 0,0 0 0 0 0,2-3 0 0 0,22-21 1019 0 0,-22 21-1058 0 0,-1-1-1 0 0,0 0 0 0 0,0 1 1 0 0,-1-1-1 0 0,0 0 1 0 0,0 0-1 0 0,0 0 0 0 0,-1 0 1 0 0,0-1-1 0 0,0 1 1 0 0,-1-10-1 0 0,0 8-86 0 0,-1 0 0 0 0,0 0 0 0 0,0 0 0 0 0,-1 0 0 0 0,-1 0 0 0 0,1 0 0 0 0,-1 0 0 0 0,-5-7 0 0 0,7 13-88 0 0,1 0 0 0 0,-1 0 0 0 0,0-1 0 0 0,0 1 0 0 0,-1 0 0 0 0,1 0 0 0 0,0 0 0 0 0,0 0 0 0 0,-1 0 0 0 0,1 0 0 0 0,-1 0 0 0 0,1 0 0 0 0,-1 0 0 0 0,1 0 0 0 0,-1 1-1 0 0,0-1 1 0 0,1 0 0 0 0,-1 1 0 0 0,0-1 0 0 0,-2 0 0 0 0,1 1 29 0 0,0 0 0 0 0,0 0 0 0 0,0 0 0 0 0,0 0 0 0 0,0 1 0 0 0,0-1 0 0 0,0 1 0 0 0,0-1 0 0 0,1 1 0 0 0,-1 0 0 0 0,0-1 0 0 0,-2 2 0 0 0,-2 1 35 0 0,0 0 1 0 0,1 1-1 0 0,0-1 1 0 0,0 1-1 0 0,0 0 0 0 0,0 0 1 0 0,1 0-1 0 0,0 0 1 0 0,-6 7-1 0 0,5-3-79 0 0,0 0 0 0 0,0 0 0 0 0,1 1 0 0 0,0-1 0 0 0,-5 16 0 0 0,9-18 0 0 0,-1-1 0 0 0,1 1 0 0 0,1-1 0 0 0,-1 1 0 0 0,1-1 0 0 0,1 1 0 0 0,-1-1 0 0 0,1 1 0 0 0,1-1 0 0 0,-1 1 0 0 0,4 7 0 0 0,0-5 0 0 0,-1 1 0 0 0,2-1 0 0 0,0 0 0 0 0,0 0 0 0 0,1 0 0 0 0,9 8 0 0 0,-11-12 0 0 0,0 1 0 0 0,1-1 0 0 0,-1-1 0 0 0,1 1 0 0 0,0 0 0 0 0,0-1 0 0 0,0 0 0 0 0,1 0 0 0 0,-1-1 0 0 0,1 1 0 0 0,12 2 0 0 0,-16-5 0 0 0,0 1 0 0 0,-1-1 0 0 0,1 0 0 0 0,0 0 0 0 0,-1 0 0 0 0,1 0 0 0 0,0-1 0 0 0,-1 1 0 0 0,1-1 0 0 0,-1 1 0 0 0,1-1 0 0 0,-1 0 0 0 0,1 1 0 0 0,-1-1 0 0 0,1 0 0 0 0,-1 0 0 0 0,0 0 0 0 0,0-1 0 0 0,4-1 0 0 0,-4 2 0 0 0,-1-1 0 0 0,1 1 0 0 0,-1 0 0 0 0,1 0 0 0 0,-1 0 0 0 0,0-1 0 0 0,0 1 0 0 0,0 0 0 0 0,0-1 0 0 0,0 1 0 0 0,0-1 0 0 0,0 1 0 0 0,-1-1 0 0 0,1 1 0 0 0,-1-1 0 0 0,1 0 0 0 0,-1 1 0 0 0,0-1 0 0 0,0 1 0 0 0,0-1 0 0 0,0 0 0 0 0,0 1 0 0 0,0-1 0 0 0,0 1 0 0 0,-1-3 0 0 0,-2-2 0 0 0,-1 0 0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11.949"/>
    </inkml:context>
    <inkml:brush xml:id="br0">
      <inkml:brushProperty name="width" value="0.05" units="cm"/>
      <inkml:brushProperty name="height" value="0.05" units="cm"/>
      <inkml:brushProperty name="color" value="#CC0066"/>
    </inkml:brush>
  </inkml:definitions>
  <inkml:trace contextRef="#ctx0" brushRef="#br0">0 17 11256 0 0,'0'0'5799'0'0,"2"-14"-1900"0"0,-2 14-3819 0 0,1 0 0 0 0,0 0 1 0 0,-1 0-1 0 0,1 0 0 0 0,-1 0 0 0 0,1 1 0 0 0,0-1 0 0 0,-1 0 0 0 0,1 0 1 0 0,-1 0-1 0 0,1 1 0 0 0,-1-1 0 0 0,1 0 0 0 0,-1 0 0 0 0,1 1 1 0 0,-1-1-1 0 0,1 0 0 0 0,-1 1 0 0 0,1-1 0 0 0,-1 0 0 0 0,0 1 0 0 0,1-1 1 0 0,-1 1-1 0 0,0-1 0 0 0,1 1 0 0 0,-1-1 0 0 0,0 0 0 0 0,0 1 1 0 0,0-1-1 0 0,1 1 0 0 0,-1-1 0 0 0,0 1 0 0 0,0-1 0 0 0,0 2 1 0 0,5 17 359 0 0,-5-19-419 0 0,5 25 870 0 0,2-1 1 0 0,15 32 0 0 0,-13-35-201 0 0,-1-1-1 0 0,-1 1 1 0 0,5 40 0 0 0,-11-58-453 0 0,-1 0 0 0 0,0-1-1 0 0,0 1 1 0 0,0 0 0 0 0,0 0 0 0 0,-1-1-1 0 0,1 1 1 0 0,-1-1 0 0 0,0 1 0 0 0,0 0 0 0 0,-2 2-1 0 0,3-5-232 0 0,0 0 0 0 0,-1 0 0 0 0,1 0 0 0 0,0 0 0 0 0,0 0 0 0 0,-1 0-1 0 0,1 0 1 0 0,0 0 0 0 0,0 0 0 0 0,0 0 0 0 0,-1 0 0 0 0,1 0 0 0 0,0 0-1 0 0,0 0 1 0 0,-1 0 0 0 0,1 0 0 0 0,0 0 0 0 0,0 0 0 0 0,-1 0 0 0 0,1 0 0 0 0,0 0-1 0 0,0-1 1 0 0,0 1 0 0 0,-1 0 0 0 0,1 0 0 0 0,0 0 0 0 0,0 0 0 0 0,0 0-1 0 0,0 0 1 0 0,-1-1 0 0 0,1 1 0 0 0,0 0 0 0 0,0 0 0 0 0,0 0 0 0 0,-4-5 71 0 0,-2-1-76 0 0,1 0 0 0 0,0 0 0 0 0,0-1 0 0 0,1 0 0 0 0,0 1 0 0 0,1-1 0 0 0,0-1 0 0 0,0 1 0 0 0,1 0 0 0 0,0 0 0 0 0,1-1 0 0 0,0 1 0 0 0,0 0 0 0 0,1-1 0 0 0,1 1 0 0 0,1-10 0 0 0,-1 10 0 0 0,1 1 0 0 0,-1-1 0 0 0,2 1 0 0 0,-1-1 0 0 0,1 1 0 0 0,1 0 0 0 0,-1 0 0 0 0,2 0 0 0 0,-1 0 0 0 0,1 0 0 0 0,0 1 0 0 0,0-1 0 0 0,1 1 0 0 0,-1 0 0 0 0,2 1 0 0 0,12-9 0 0 0,1 2 0 0 0,1 1 0 0 0,37-14 0 0 0,-38 16 0 0 0,-18 6 0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30.694"/>
    </inkml:context>
    <inkml:brush xml:id="br0">
      <inkml:brushProperty name="width" value="0.05" units="cm"/>
      <inkml:brushProperty name="height" value="0.05" units="cm"/>
      <inkml:brushProperty name="color" value="#CC0066"/>
    </inkml:brush>
  </inkml:definitions>
  <inkml:trace contextRef="#ctx0" brushRef="#br0">243 0 20999 0 0,'0'0'1250'0'0,"-2"2"-620"0"0,-1 0-308 0 0,0 1 1 0 0,-1-1-1 0 0,1 1 0 0 0,-1-1 0 0 0,0 0 0 0 0,0 0 0 0 0,0 0 0 0 0,0-1 0 0 0,0 1 1 0 0,-7 1-1 0 0,-7 2 1108 0 0,-23 2 0 0 0,35-6-1521 0 0,-55 14 732 0 0,22-5-311 0 0,34-9-239 0 0,4-1-72 0 0,0 0 1 0 0,0 0-1 0 0,0 0 1 0 0,0 1-1 0 0,0-1 0 0 0,0 0 1 0 0,0 0-1 0 0,0 0 1 0 0,0 1-1 0 0,0-1 1 0 0,0 0-1 0 0,0 1 0 0 0,1-1 1 0 0,-1 0-1 0 0,0 1 1 0 0,0-1-1 0 0,0 1 1 0 0,1-1-1 0 0,-1 1 0 0 0,0-1 1 0 0,1 1-1 0 0,-1 0 1 0 0,1-1-1 0 0,-1 1 0 0 0,1-1 1 0 0,-1 1-1 0 0,0 1 1 0 0,2 0 78 0 0,0 0 0 0 0,0 0 0 0 0,0 0 1 0 0,0 0-1 0 0,0 0 0 0 0,0 0 0 0 0,1 0 1 0 0,-1 0-1 0 0,1 0 0 0 0,-1-1 0 0 0,4 3 1 0 0,-2-1 57 0 0,0 0 1 0 0,-1 0-1 0 0,1 0 1 0 0,2 6-1 0 0,-1 0-156 0 0,-1 1 0 0 0,3 15 0 0 0,-5-16 0 0 0,2 1 0 0 0,-1-1 0 0 0,6 10 0 0 0,0 6 0 0 0,-7-19 0 0 0,1-1 0 0 0,0 0 0 0 0,0 0 0 0 0,3 6 0 0 0,-4-10 0 0 0,-1 0 0 0 0,1-1 0 0 0,0 1 0 0 0,-1 0 0 0 0,1-1 0 0 0,0 1 0 0 0,0 0 0 0 0,0-1 0 0 0,0 1 0 0 0,0-1 0 0 0,0 1 0 0 0,0-1 0 0 0,0 1 0 0 0,0-1 0 0 0,0 0 0 0 0,0 1 0 0 0,0-1 0 0 0,0 0 0 0 0,0 0 0 0 0,0 1 0 0 0,1-1 0 0 0,-1 0 0 0 0,0 0 0 0 0,0 0 0 0 0,0 0 0 0 0,0 0 0 0 0,1 0 0 0 0,-1-1 0 0 0,0 1 0 0 0,0 0 0 0 0,0 0 0 0 0,0-1 0 0 0,0 1 0 0 0,0 0 0 0 0,0-1 0 0 0,0 1 0 0 0,0-1 0 0 0,0 1 0 0 0,0-1 0 0 0,2 0 0 0 0,-2 0 0 0 0,1 1 0 0 0,-1-1 0 0 0,1 0 0 0 0,-1 1 0 0 0,1 0 0 0 0,-1 0 0 0 0,-2 0 0 0 0,-1 0 0 0 0,1 0 0 0 0,-1-1 0 0 0,1 1 0 0 0,-1 0 0 0 0,1 0 0 0 0,-1 0 0 0 0,0 0 0 0 0,1 0 0 0 0,-1-1 0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31.377"/>
    </inkml:context>
    <inkml:brush xml:id="br0">
      <inkml:brushProperty name="width" value="0.05" units="cm"/>
      <inkml:brushProperty name="height" value="0.05" units="cm"/>
      <inkml:brushProperty name="color" value="#CC0066"/>
    </inkml:brush>
  </inkml:definitions>
  <inkml:trace contextRef="#ctx0" brushRef="#br0">1 63 19895 0 0,'58'-23'5752'0'0,"-48"19"-5365"0"0,8-3 230 0 0,0 1 1 0 0,1 0 0 0 0,1 1-1 0 0,30-6 1 0 0,-18 10-31 0 0,-38 1-3837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31.900"/>
    </inkml:context>
    <inkml:brush xml:id="br0">
      <inkml:brushProperty name="width" value="0.05" units="cm"/>
      <inkml:brushProperty name="height" value="0.05" units="cm"/>
      <inkml:brushProperty name="color" value="#CC0066"/>
    </inkml:brush>
  </inkml:definitions>
  <inkml:trace contextRef="#ctx0" brushRef="#br0">196 0 18191 0 0,'0'0'2444'0'0,"-11"10"-1213"0"0,-3-5-358 0 0,0-1 0 0 0,0 0 0 0 0,-1 0 0 0 0,-21 2 1 0 0,21-3-581 0 0,-1-1 1 0 0,1 2-1 0 0,-21 7 1 0 0,27-6 59 0 0,9-5-312 0 0,0 0 0 0 0,0 0 0 0 0,0 0 0 0 0,0 1 0 0 0,0-1 0 0 0,0 0 0 0 0,0 0 0 0 0,0 0 0 0 0,0 0 0 0 0,0 0 0 0 0,0 0 0 0 0,0 1 0 0 0,0-1 0 0 0,0 0 0 0 0,0 0 0 0 0,0 0 0 0 0,0 0 0 0 0,0 0 0 0 0,0 0 0 0 0,0 1 0 0 0,0-1 0 0 0,0 0 0 0 0,1 0 0 0 0,-1 0 0 0 0,0 0-1 0 0,0 0 1 0 0,0 0 0 0 0,0 0 0 0 0,0 0 0 0 0,0 0 0 0 0,1 0 0 0 0,-1 1 0 0 0,0-1 0 0 0,0 0 0 0 0,11 2-188 0 0,-2-3-2954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32.582"/>
    </inkml:context>
    <inkml:brush xml:id="br0">
      <inkml:brushProperty name="width" value="0.05" units="cm"/>
      <inkml:brushProperty name="height" value="0.05" units="cm"/>
      <inkml:brushProperty name="color" value="#CC0066"/>
    </inkml:brush>
  </inkml:definitions>
  <inkml:trace contextRef="#ctx0" brushRef="#br0">7 0 14272 0 0,'0'0'4614'0'0,"-6"0"-1725"0"0,7 10-2496 0 0,0 0-1 0 0,2-1 1 0 0,-1 1 0 0 0,8 14-1 0 0,0 4-121 0 0,-1 9 49 0 0,5 65 0 0 0,-9-55-75 0 0,-5-21 638 0 0,0-26-835 0 0,7-12 417 0 0,-2-10-98 0 0,-4 19-321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33.519"/>
    </inkml:context>
    <inkml:brush xml:id="br0">
      <inkml:brushProperty name="width" value="0.05" units="cm"/>
      <inkml:brushProperty name="height" value="0.05" units="cm"/>
      <inkml:brushProperty name="color" value="#CC0066"/>
    </inkml:brush>
  </inkml:definitions>
  <inkml:trace contextRef="#ctx0" brushRef="#br0">81 95 11952 0 0,'0'0'3528'0'0,"6"10"-183"0"0,-5-9-3229 0 0,0 0-1 0 0,0 0 1 0 0,0-1 0 0 0,1 1 0 0 0,-1 0-1 0 0,0-1 1 0 0,0 1 0 0 0,0-1 0 0 0,1 1-1 0 0,-1-1 1 0 0,0 0 0 0 0,1 1 0 0 0,-1-1-1 0 0,1 0 1 0 0,-1 0 0 0 0,0 0 0 0 0,1 0-1 0 0,-1 1 1 0 0,1-2 0 0 0,-1 1 0 0 0,3 0 0 0 0,-2-1-22 0 0,1 1 0 0 0,0-1 1 0 0,0 0-1 0 0,0 0 0 0 0,-1 0 1 0 0,1 0-1 0 0,-1 0 0 0 0,1-1 1 0 0,-1 1-1 0 0,3-2 1 0 0,-1 0-10 0 0,0 0 1 0 0,-1 0 0 0 0,1 0-1 0 0,-1-1 1 0 0,1 1 0 0 0,-1-1-1 0 0,-1 1 1 0 0,1-1 0 0 0,-1 0 0 0 0,0 0-1 0 0,2-5 1 0 0,-3 6-14 0 0,-1 0 0 0 0,1 0 0 0 0,-1 0 0 0 0,0 0 0 0 0,-1 0 1 0 0,1-1-1 0 0,-1 1 0 0 0,1 0 0 0 0,-3-5 0 0 0,2 7-42 0 0,1 0 0 0 0,-1 0 0 0 0,1 0 0 0 0,-1 0 0 0 0,1 0-1 0 0,-1 1 1 0 0,0-1 0 0 0,1 0 0 0 0,-1 0 0 0 0,0 0 0 0 0,0 1 0 0 0,0-1 0 0 0,0 0 0 0 0,0 1 0 0 0,0-1 0 0 0,0 1 0 0 0,0-1 0 0 0,0 1 0 0 0,0-1 0 0 0,-1 1-1 0 0,1-1 1 0 0,0 1 0 0 0,0 0 0 0 0,0 0 0 0 0,-1-1 0 0 0,1 1 0 0 0,0 0 0 0 0,-1 0 0 0 0,1 0 0 0 0,0 0 0 0 0,0 0 0 0 0,-1 0 0 0 0,-1 1 0 0 0,-4 0 60 0 0,0 1 1 0 0,0 0 0 0 0,0 0 0 0 0,0 1 0 0 0,1-1 0 0 0,-1 1 0 0 0,1 0 0 0 0,0 1 0 0 0,0-1 0 0 0,0 1 0 0 0,1 0 0 0 0,-1 0 0 0 0,-4 6-1 0 0,3-4 20 0 0,1 0-1 0 0,0 1 1 0 0,0 0-1 0 0,1 0 0 0 0,1 0 1 0 0,-1 0-1 0 0,1 1 0 0 0,-5 14 1 0 0,8-19-66 0 0,1 1-1 0 0,-1 0 1 0 0,1-1 0 0 0,-1 1-1 0 0,1 0 1 0 0,1-1 0 0 0,-1 1-1 0 0,1 0 1 0 0,-1-1 0 0 0,2 1-1 0 0,-1 0 1 0 0,0-1 0 0 0,1 1-1 0 0,0-1 1 0 0,3 5 0 0 0,-3-6-22 0 0,0 0 0 0 0,0 0 0 0 0,0 0 1 0 0,0-1-1 0 0,0 1 0 0 0,0 0 0 0 0,0-1 1 0 0,1 1-1 0 0,-1-1 0 0 0,1 0 0 0 0,0 0 1 0 0,-1 0-1 0 0,1 0 0 0 0,0 0 0 0 0,0 0 0 0 0,0 0 1 0 0,0-1-1 0 0,0 1 0 0 0,0-1 0 0 0,0 0 1 0 0,0 0-1 0 0,0 0 0 0 0,0 0 0 0 0,6 0 0 0 0,0-2 42 0 0,0 0-1 0 0,0 0 1 0 0,0 0-1 0 0,-1-1 1 0 0,1 0-1 0 0,-1 0 1 0 0,0-1-1 0 0,0 0 1 0 0,13-8-1 0 0,0 1 245 0 0,-16 6 491 0 0,-5 5-877 0 0,0 0 1 0 0,0 0-1 0 0,0-1 1 0 0,0 1-1 0 0,0 0 0 0 0,0 0 1 0 0,0 0-1 0 0,0 0 1 0 0,0 0-1 0 0,0 0 1 0 0,0-1-1 0 0,0 1 0 0 0,0 0 1 0 0,0 0-1 0 0,0 0 1 0 0,-1 0-1 0 0,1 0 1 0 0,0 0-1 0 0,0 0 0 0 0,0 0 1 0 0,0-1-1 0 0,0 1 1 0 0,0 0-1 0 0,0 0 1 0 0,-1 0-1 0 0,1 0 0 0 0,0 0 1 0 0,0 0-1 0 0,0 0 1 0 0,0 0-1 0 0,-1 0 1 0 0,1 0-1 0 0,0 0 0 0 0,0 0 1 0 0,0 0-1 0 0,0 0 1 0 0,0 0-1 0 0,-1 0 1 0 0,1 0-1 0 0,0 0 0 0 0,0 0 1 0 0,0 0-1 0 0,0 0 1 0 0,-1 0-1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34.299"/>
    </inkml:context>
    <inkml:brush xml:id="br0">
      <inkml:brushProperty name="width" value="0.05" units="cm"/>
      <inkml:brushProperty name="height" value="0.05" units="cm"/>
      <inkml:brushProperty name="color" value="#CC0066"/>
    </inkml:brush>
  </inkml:definitions>
  <inkml:trace contextRef="#ctx0" brushRef="#br0">206 3 12456 0 0,'0'0'7218'0'0,"-17"-3"-6389"0"0,7 5-521 0 0,1 1-1 0 0,-1 0 0 0 0,1 0 1 0 0,0 1-1 0 0,0-1 1 0 0,-11 8-1 0 0,0 0 60 0 0,-26 20 1 0 0,40-27-289 0 0,1 1 0 0 0,0-1 0 0 0,1 1 0 0 0,0-1 0 0 0,0 1 0 0 0,0 0 0 0 0,0 0 0 0 0,-2 6 0 0 0,5-10-56 0 0,1 1-1 0 0,-1-1 1 0 0,0 1 0 0 0,1-1 0 0 0,-1 1 0 0 0,1 0 0 0 0,0-1-1 0 0,0 1 1 0 0,0 0 0 0 0,0-1 0 0 0,0 1 0 0 0,0-1-1 0 0,0 1 1 0 0,1 0 0 0 0,-1-1 0 0 0,1 1 0 0 0,0-1 0 0 0,-1 1-1 0 0,1-1 1 0 0,0 1 0 0 0,0-1 0 0 0,0 1 0 0 0,0-1 0 0 0,1 0-1 0 0,-1 1 1 0 0,0-1 0 0 0,1 0 0 0 0,-1 0 0 0 0,1 0-1 0 0,0 0 1 0 0,-1 0 0 0 0,4 2 0 0 0,0-2 13 0 0,1 1 0 0 0,-1-1 0 0 0,0 0 1 0 0,0 0-1 0 0,1 0 0 0 0,-1 0 0 0 0,0-1 0 0 0,1 1 0 0 0,-1-1 1 0 0,1 0-1 0 0,-1 0 0 0 0,1-1 0 0 0,-1 1 0 0 0,0-1 0 0 0,7-2 0 0 0,3 0 110 0 0,0-1 0 0 0,0 0-1 0 0,-1-1 1 0 0,17-7 0 0 0,-29 11 44 0 0,0 1 1 0 0,0-1 0 0 0,0 1 0 0 0,1-1 0 0 0,-1 1 0 0 0,0-1 0 0 0,0 1 0 0 0,0 0 0 0 0,4 0 49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34.905"/>
    </inkml:context>
    <inkml:brush xml:id="br0">
      <inkml:brushProperty name="width" value="0.05" units="cm"/>
      <inkml:brushProperty name="height" value="0.05" units="cm"/>
      <inkml:brushProperty name="color" value="#CC0066"/>
    </inkml:brush>
  </inkml:definitions>
  <inkml:trace contextRef="#ctx0" brushRef="#br0">0 1 16783 0 0,'0'0'2622'0'0,"9"13"-1362"0"0,16 112 3207 0 0,-17-76-3742 0 0,0-21-192 0 0,-8-27-474 0 0,1 0 0 0 0,0 0 0 0 0,-1 1 0 0 0,1-1 0 0 0,0 0 0 0 0,-1 0 0 0 0,1 0 0 0 0,0 0 0 0 0,0 0 0 0 0,0 0 0 0 0,0 0 0 0 0,1 0 0 0 0,-1 0 0 0 0,0-1 0 0 0,0 1 0 0 0,1 0 0 0 0,-1 0 0 0 0,3 0 0 0 0,-3 0 19 0 0,0-1-1 0 0,0 0 0 0 0,0 0 1 0 0,0 1-1 0 0,0-1 0 0 0,0 0 1 0 0,0 0-1 0 0,0 0 1 0 0,0 0-1 0 0,0 0 0 0 0,0 0 1 0 0,0 0-1 0 0,0 0 0 0 0,0 0 1 0 0,0-1-1 0 0,0 1 1 0 0,0 0-1 0 0,0 0 0 0 0,0-1 1 0 0,2 0-1 0 0,5-1 355 0 0,-6 1-359 0 0,1 0-1 0 0,-1 0 0 0 0,1 0 0 0 0,-1 0 1 0 0,0-1-1 0 0,0 1 0 0 0,0 0 0 0 0,0-1 1 0 0,0 1-1 0 0,0-1 0 0 0,0 0 0 0 0,-1 1 1 0 0,1-1-1 0 0,-1 0 0 0 0,0 0 0 0 0,1 0 1 0 0,-1 0-1 0 0,0 0 0 0 0,-1 0 0 0 0,1 0 0 0 0,1-3 1 0 0,-1 3-32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35.174"/>
    </inkml:context>
    <inkml:brush xml:id="br0">
      <inkml:brushProperty name="width" value="0.05" units="cm"/>
      <inkml:brushProperty name="height" value="0.05" units="cm"/>
      <inkml:brushProperty name="color" value="#CC0066"/>
    </inkml:brush>
  </inkml:definitions>
  <inkml:trace contextRef="#ctx0" brushRef="#br0">185 1 19087 0 0,'0'0'912'0'0,"-21"6"418"0"0,-138 38 2703 0 0,154-44-3641 0 0,11-1-3807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35.843"/>
    </inkml:context>
    <inkml:brush xml:id="br0">
      <inkml:brushProperty name="width" value="0.05" units="cm"/>
      <inkml:brushProperty name="height" value="0.05" units="cm"/>
      <inkml:brushProperty name="color" value="#CC0066"/>
    </inkml:brush>
  </inkml:definitions>
  <inkml:trace contextRef="#ctx0" brushRef="#br0">0 33 18991 0 0,'0'0'688'0'0,"6"15"264"0"0,1 10 36 0 0,-1-8 45 0 0,3 29 0 0 0,2 15 935 0 0,-6-38-1322 0 0,-6-12-220 0 0,1-10-306 0 0,0 1 0 0 0,0-1 0 0 0,0 0 0 0 0,0 1 0 0 0,0-1 1 0 0,0 1-1 0 0,0-1 0 0 0,0 0 0 0 0,1 1 0 0 0,-1-1 0 0 0,1 0 0 0 0,0 2 0 0 0,0-3-108 0 0,-1 0 0 0 0,0 0 0 0 0,0 0 0 0 0,0 0 1 0 0,0 0-1 0 0,0 0 0 0 0,1 0 0 0 0,-1 0 0 0 0,0 0 0 0 0,0 0 0 0 0,0 0 1 0 0,0 0-1 0 0,0 0 0 0 0,1 0 0 0 0,-1 0 0 0 0,0 0 0 0 0,0 0 0 0 0,0 0 1 0 0,0-1-1 0 0,0 1 0 0 0,0 0 0 0 0,0 0 0 0 0,0 0 0 0 0,0 0 1 0 0,1 0-1 0 0,-1 0 0 0 0,0 0 0 0 0,0 0 0 0 0,0-1 0 0 0,0 1 0 0 0,0 0 1 0 0,0 0-1 0 0,0 0 0 0 0,0 0 0 0 0,0 0 0 0 0,0 0 0 0 0,0-1 0 0 0,0 1 1 0 0,0 0-1 0 0,0 0 0 0 0,0 0 0 0 0,0 0 0 0 0,0 0 0 0 0,0 0 0 0 0,0 0 1 0 0,-1-1-1 0 0,1 1 0 0 0,0 0 0 0 0,0 0 0 0 0,0 0 0 0 0,-1-7 106 0 0,-4-24 339 0 0,2 22-345 0 0,1-1-1 0 0,0 0 1 0 0,1 1 0 0 0,1-1-1 0 0,0 0 1 0 0,0 0-1 0 0,2 1 1 0 0,2-13-1 0 0,-1 14-26 0 0,1-1 1 0 0,0 2-1 0 0,1-1 0 0 0,0 0 0 0 0,0 1 0 0 0,12-13 0 0 0,-14 17-44 0 0,1-1 0 0 0,0 1 0 0 0,0-1 0 0 0,0 1 0 0 0,1 0 0 0 0,0 0 0 0 0,0 0 0 0 0,0 1 0 0 0,0-1 0 0 0,0 1 0 0 0,0 0 0 0 0,1 0 0 0 0,-1 1 0 0 0,7-2 0 0 0,-11 3-30 0 0,0 0-1 0 0,0-1 1 0 0,-1 1-1 0 0,1 0 1 0 0,0 0 0 0 0,0 0-1 0 0,0 1 1 0 0,0-1-1 0 0,0 0 1 0 0,0 0 0 0 0,-1 0-1 0 0,1 0 1 0 0,0 1-1 0 0,0-1 1 0 0,0 0-1 0 0,-1 0 1 0 0,2 1 0 0 0,2 2 38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36.749"/>
    </inkml:context>
    <inkml:brush xml:id="br0">
      <inkml:brushProperty name="width" value="0.05" units="cm"/>
      <inkml:brushProperty name="height" value="0.05" units="cm"/>
      <inkml:brushProperty name="color" value="#CC0066"/>
    </inkml:brush>
  </inkml:definitions>
  <inkml:trace contextRef="#ctx0" brushRef="#br0">63 65 19199 0 0,'0'0'1102'0'0,"22"0"3076"0"0,-17 4-3978 0 0,-1 0 0 0 0,0 0 0 0 0,0 0 0 0 0,0 0 1 0 0,-1 0-1 0 0,0 1 0 0 0,0-1 0 0 0,0 1 0 0 0,-1 0 0 0 0,3 8 0 0 0,-4-10-154 0 0,0 0 0 0 0,-1 0 0 0 0,1 0 0 0 0,-1 0 0 0 0,0 0 0 0 0,0 0 0 0 0,-1 0 0 0 0,1 0 0 0 0,-1 0 0 0 0,0 0 0 0 0,0 0 0 0 0,0 0 0 0 0,0 0 0 0 0,-1 0 0 0 0,1 0 0 0 0,-1-1 0 0 0,0 1 0 0 0,0 0 0 0 0,-4 3 0 0 0,3-3 61 0 0,0-1-1 0 0,0 1 1 0 0,-1 0-1 0 0,0-1 0 0 0,1 0 1 0 0,-5 3-1 0 0,6-5-63 0 0,1 1 1 0 0,-1-1-1 0 0,1 1 0 0 0,-1-1 0 0 0,1 1 1 0 0,-1-1-1 0 0,1 0 0 0 0,-1 0 1 0 0,1 1-1 0 0,-1-1 0 0 0,0 0 1 0 0,1 0-1 0 0,-1 0 0 0 0,1-1 1 0 0,-1 1-1 0 0,0 0 0 0 0,1 0 1 0 0,-1-1-1 0 0,1 1 0 0 0,-1 0 0 0 0,-2-2 1 0 0,2 1-8 0 0,-1 1 0 0 0,1-1 0 0 0,-1 0 0 0 0,1-1 0 0 0,0 1 0 0 0,-1 0 0 0 0,1 0 0 0 0,0-1 0 0 0,0 1 0 0 0,0-1 0 0 0,0 0 0 0 0,0 1 0 0 0,1-1 0 0 0,-1 0 0 0 0,1 0 0 0 0,-1 0 1 0 0,1 1-1 0 0,0-1 0 0 0,0 0 0 0 0,0-1 0 0 0,0 1 0 0 0,1 0 0 0 0,-1 0 0 0 0,1 0 0 0 0,-1 0 0 0 0,1 0 0 0 0,0 0 0 0 0,0-1 0 0 0,1-2 0 0 0,-2-2 20 0 0,1 0 1 0 0,1 0-1 0 0,-1 0 0 0 0,1 0 1 0 0,1 0-1 0 0,0 1 0 0 0,0-1 0 0 0,5-9 1 0 0,0 3 23 0 0,-3 5 20 0 0,0 1 1 0 0,1-1-1 0 0,0 1 0 0 0,1 0 1 0 0,8-9-1 0 0,-13 15-85 0 0,0 0 0 0 0,1 0 0 0 0,-1 0-1 0 0,0 0 1 0 0,1 1 0 0 0,-1-1 0 0 0,1 0-1 0 0,-1 0 1 0 0,1 1 0 0 0,-1-1-1 0 0,1 0 1 0 0,0 1 0 0 0,-1 0 0 0 0,1-1-1 0 0,0 1 1 0 0,-1 0 0 0 0,1-1 0 0 0,0 1-1 0 0,0 0 1 0 0,-1 0 0 0 0,4 0 0 0 0,-2 1 0 0 0,-1-1 0 0 0,1 1 1 0 0,0 0-1 0 0,-1 0 0 0 0,1 0 1 0 0,-1 0-1 0 0,1 0 1 0 0,-1 0-1 0 0,1 0 0 0 0,-1 0 1 0 0,0 1-1 0 0,3 2 0 0 0,-1-1 4 0 0,-1 0-1 0 0,1 0 1 0 0,-1 0-1 0 0,0 1 1 0 0,0-1-1 0 0,0 1 1 0 0,-1 0-1 0 0,0 0 1 0 0,0-1-1 0 0,0 1 1 0 0,0 0-1 0 0,-1 0 1 0 0,2 8-1 0 0,-3-6 8 0 0,-1 0 1 0 0,1 0-1 0 0,-4 10 1 0 0,3-14-21 0 0,0 0 1 0 0,1 1 0 0 0,-1-1-1 0 0,-1 0 1 0 0,1 0-1 0 0,0 0 1 0 0,-1 0 0 0 0,1 0-1 0 0,-1 0 1 0 0,0-1 0 0 0,0 1-1 0 0,0 0 1 0 0,-2 1 0 0 0,-7 0 34 0 0,8-2-33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37.895"/>
    </inkml:context>
    <inkml:brush xml:id="br0">
      <inkml:brushProperty name="width" value="0.05" units="cm"/>
      <inkml:brushProperty name="height" value="0.05" units="cm"/>
      <inkml:brushProperty name="color" value="#CC0066"/>
    </inkml:brush>
  </inkml:definitions>
  <inkml:trace contextRef="#ctx0" brushRef="#br0">2 0 13968 0 0,'0'0'8085'0'0,"-2"17"-6559"0"0,16 104 847 0 0,-4-53-1246 0 0,-8-57-928 0 0,-1-8 55 0 0,-1 0 0 0 0,1 0 0 0 0,-1 0 0 0 0,0 0 0 0 0,0 0 0 0 0,-1 5 0 0 0,-3-12 441 0 0,0-3-520 0 0,1-1-52 0 0,1 0 0 0 0,0 0 1 0 0,0 0-1 0 0,2 0 0 0 0,-1-1 1 0 0,1 1-1 0 0,1 0 0 0 0,0 0 1 0 0,0 0-1 0 0,1 0 0 0 0,0 0 1 0 0,1 0-1 0 0,8-15 0 0 0,-7 15 15 0 0,1-1 0 0 0,0 1 0 0 0,1 0 0 0 0,14-14 0 0 0,-17 19-111 0 0,1 1 0 0 0,-1-1 0 0 0,1 1 0 0 0,0 0-1 0 0,0 0 1 0 0,0 0 0 0 0,9-3 0 0 0,-10 4-11 0 0,0 0-1 0 0,0 0 1 0 0,0 1-1 0 0,0-1 1 0 0,1 0-1 0 0,-1 1 1 0 0,0-1-1 0 0,1 1 1 0 0,-1 0-1 0 0,0 0 1 0 0,1 0 0 0 0,3 1-1 0 0,-4 0-15 0 0,0 0 0 0 0,-1 0 0 0 0,1 0 0 0 0,-1 0 0 0 0,1 0 0 0 0,-1 0 0 0 0,0 1 0 0 0,0-1 0 0 0,1 1 0 0 0,-1-1 0 0 0,0 1 0 0 0,-1 0 0 0 0,1-1 0 0 0,0 1 0 0 0,-1 0 0 0 0,1 0 0 0 0,-1 0 0 0 0,0 0 0 0 0,0 0 0 0 0,0 0 0 0 0,0 0 0 0 0,1 3 0 0 0,1 7 0 0 0,0-1 0 0 0,1 24 0 0 0,-3-27 0 0 0,0 1 0 0 0,-2 1 0 0 0,-1 12 0 0 0,-2 9 0 0 0,4-30 0 0 0,-1 0 0 0 0,0 1 0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38.832"/>
    </inkml:context>
    <inkml:brush xml:id="br0">
      <inkml:brushProperty name="width" value="0.05" units="cm"/>
      <inkml:brushProperty name="height" value="0.05" units="cm"/>
      <inkml:brushProperty name="color" value="#CC0066"/>
    </inkml:brush>
  </inkml:definitions>
  <inkml:trace contextRef="#ctx0" brushRef="#br0">32 0 17791 0 0,'0'0'2951'0'0,"10"18"1466"0"0,-12-15-4084 0 0,-1-1-1 0 0,0 1 1 0 0,0 0-1 0 0,0-1 0 0 0,0 0 1 0 0,0 0-1 0 0,-1 0 1 0 0,-5 3-1 0 0,9-5-310 0 0,-1 0 0 0 0,1 0 0 0 0,0 1 0 0 0,0-1 0 0 0,-1 0-1 0 0,1 0 1 0 0,0 0 0 0 0,0 0 0 0 0,0 0 0 0 0,-1 0 0 0 0,1 0 0 0 0,0 0 0 0 0,0 0 0 0 0,-1 0 0 0 0,1 0-1 0 0,0 0 1 0 0,0 0 0 0 0,-1 0 0 0 0,1 0 0 0 0,0 0 0 0 0,0 0 0 0 0,0 0 0 0 0,-1 0 0 0 0,1 0-1 0 0,0-1 1 0 0,0 1 0 0 0,-1 0 0 0 0,1 0 0 0 0,0 0 0 0 0,0 0 0 0 0,0 0 0 0 0,0 0 0 0 0,-1 0-1 0 0,1-1 1 0 0,0 1 0 0 0,0 0 0 0 0,0 0 0 0 0,0 0 0 0 0,0 0 0 0 0,0-1 0 0 0,-1 1 0 0 0,1 0-1 0 0,0 0 1 0 0,0 0 0 0 0,0 0 0 0 0,0-1 0 0 0,0 1 0 0 0,0 0 0 0 0,0 0 0 0 0,0 0 0 0 0,0-1 0 0 0,0 1-1 0 0,0 0 1 0 0,0 0 0 0 0,0 0 0 0 0,0 0 0 0 0,0-1 0 0 0,1 1 0 0 0,-1 0 0 0 0,0 0 0 0 0,0 0-1 0 0,0-1 32 0 0,0 0-1 0 0,0 0 0 0 0,0 0 0 0 0,1 0 1 0 0,-1 0-1 0 0,0 1 0 0 0,0-1 0 0 0,1 0 1 0 0,-1 0-1 0 0,1 0 0 0 0,-1 1 0 0 0,1-1 1 0 0,-1 0-1 0 0,1 1 0 0 0,1-2 0 0 0,-2 2-17 0 0,1 0 0 0 0,0-1-1 0 0,-1 1 1 0 0,1 0-1 0 0,-1 0 1 0 0,1 0 0 0 0,0 0-1 0 0,-1 0 1 0 0,1 0-1 0 0,-1 0 1 0 0,1 0 0 0 0,0 0-1 0 0,-1 0 1 0 0,1 0-1 0 0,-1 0 1 0 0,1 0 0 0 0,0 0-1 0 0,-1 0 1 0 0,1 1-1 0 0,-1-1 1 0 0,1 0 0 0 0,0 0-1 0 0,-1 0 1 0 0,1 1-1 0 0,-1-1 1 0 0,1 0 0 0 0,-1 1-1 0 0,0-1 1 0 0,1 0-1 0 0,-1 1 1 0 0,1-1 0 0 0,-1 0-1 0 0,0 1 1 0 0,1-1-1 0 0,-1 1 1 0 0,2 0 43 0 0,-1 0 0 0 0,0 1 0 0 0,0-1 0 0 0,0 0 0 0 0,-1 0 1 0 0,1 1-1 0 0,0-1 0 0 0,-1 0 0 0 0,1 1 0 0 0,-1-1 0 0 0,1 3 0 0 0,-1-2-21 0 0,-1-4 20 0 0,0-4 21 0 0,1 0-98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39.529"/>
    </inkml:context>
    <inkml:brush xml:id="br0">
      <inkml:brushProperty name="width" value="0.05" units="cm"/>
      <inkml:brushProperty name="height" value="0.05" units="cm"/>
      <inkml:brushProperty name="color" value="#CC0066"/>
    </inkml:brush>
  </inkml:definitions>
  <inkml:trace contextRef="#ctx0" brushRef="#br0">60 0 18295 0 0,'0'0'3311'0'0,"11"14"26"0"0,-11 1-2705 0 0,2 0 1 0 0,0 0-1 0 0,2 0 0 0 0,10 28 0 0 0,-6-24-220 0 0,-2 0-1 0 0,-1 0 0 0 0,5 39 1 0 0,-10-55-327 0 0,0-1 1 0 0,0 1-1 0 0,-1 0 1 0 0,1-1-1 0 0,-1 1 0 0 0,1 0 1 0 0,-1-1-1 0 0,0 1 1 0 0,-2 4-1 0 0,2-6-34 0 0,0 0 0 0 0,0 0 0 0 0,0 0 0 0 0,0 1 0 0 0,-1-1 0 0 0,1 0 0 0 0,0 0 0 0 0,-1 0 0 0 0,1-1 0 0 0,-1 1 0 0 0,1 0 0 0 0,-1 0 0 0 0,1 0 0 0 0,-1-1 0 0 0,0 1 0 0 0,1-1 0 0 0,-1 1 0 0 0,0-1 0 0 0,-2 1 0 0 0,-3 0 66 0 0,1-1 0 0 0,0 1-1 0 0,-1-1 1 0 0,-10 0 0 0 0,15-1-86 0 0,-1 1 0 0 0,1 0 0 0 0,0 0 1 0 0,-1-1-1 0 0,1 1 0 0 0,0-1 0 0 0,0 1 1 0 0,0-1-1 0 0,0 0 0 0 0,-1 0 0 0 0,1 0 1 0 0,1 0-1 0 0,-1 0 0 0 0,0 0 0 0 0,0 0 1 0 0,-1-2-1 0 0,2 2-29 0 0,0-1-1 0 0,1 1 1 0 0,-1 0 0 0 0,1-1-1 0 0,0 1 1 0 0,0-1 0 0 0,-1 1-1 0 0,1-1 1 0 0,1 1-1 0 0,-1-1 1 0 0,0-1 0 0 0,1-1-2 0 0,0-4 0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40.070"/>
    </inkml:context>
    <inkml:brush xml:id="br0">
      <inkml:brushProperty name="width" value="0.05" units="cm"/>
      <inkml:brushProperty name="height" value="0.05" units="cm"/>
      <inkml:brushProperty name="color" value="#CC0066"/>
    </inkml:brush>
  </inkml:definitions>
  <inkml:trace contextRef="#ctx0" brushRef="#br0">10 6 16783 0 0,'0'0'5888'0'0,"-10"-3"-4197"0"0,10 3-1679 0 0,0 0 1 0 0,0 0-1 0 0,0-1 1 0 0,0 1-1 0 0,0 0 1 0 0,0 0-1 0 0,0 0 1 0 0,0 0-1 0 0,0 0 1 0 0,0 0-1 0 0,0 0 1 0 0,0 0-1 0 0,0 0 1 0 0,1 0-1 0 0,-1-1 1 0 0,0 1-1 0 0,0 0 1 0 0,0 0-1 0 0,0 0 1 0 0,0 0-1 0 0,0 0 1 0 0,0 0 0 0 0,0 0-1 0 0,0 0 1 0 0,0 0-1 0 0,1 0 1 0 0,-1 0-1 0 0,0 0 1 0 0,0 0-1 0 0,0 0 1 0 0,0 0-1 0 0,0 0 1 0 0,0-1-1 0 0,1 1 1 0 0,-1 0-1 0 0,0 0 1 0 0,0 0-1 0 0,0 0 1 0 0,0 0-1 0 0,0 0 1 0 0,1 0-1 0 0,6 2 271 0 0,10 6-52 0 0,-15-7-182 0 0,14 8 596 0 0,-15-9-581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5:28:41.052"/>
    </inkml:context>
    <inkml:brush xml:id="br0">
      <inkml:brushProperty name="width" value="0.05" units="cm"/>
      <inkml:brushProperty name="height" value="0.05" units="cm"/>
      <inkml:brushProperty name="color" value="#CC0066"/>
    </inkml:brush>
  </inkml:definitions>
  <inkml:trace contextRef="#ctx0" brushRef="#br0">75 0 17287 0 0,'0'0'5984'0'0,"-15"11"-4616"0"0,10-10-1197 0 0,1 1-1 0 0,0 0 0 0 0,-1 0 0 0 0,1 0 1 0 0,0 0-1 0 0,1 0 0 0 0,-1 1 1 0 0,-5 3-1 0 0,8-4-88 0 0,-1 0 1 0 0,0-1-1 0 0,0 1 1 0 0,1 0-1 0 0,-1 0 0 0 0,1 0 1 0 0,0 0-1 0 0,0 0 0 0 0,0 0 1 0 0,0 0-1 0 0,0 0 1 0 0,1 0-1 0 0,-1 0 0 0 0,1 0 1 0 0,-1 0-1 0 0,1 3 0 0 0,1-2-5 0 0,0-1 0 0 0,-1 1 0 0 0,1 0-1 0 0,1-1 1 0 0,-1 1 0 0 0,0-1 0 0 0,1 1-1 0 0,0-1 1 0 0,0 1 0 0 0,0-1 0 0 0,0 0-1 0 0,0 0 1 0 0,0 0 0 0 0,1 0 0 0 0,-1 0-1 0 0,1 0 1 0 0,3 2 0 0 0,7 3 174 0 0,0-1 0 0 0,24 10 0 0 0,-18-9-42 0 0,-15-5-163 0 0,0 0-1 0 0,-1 0 1 0 0,1 0 0 0 0,0 0-1 0 0,-1 1 1 0 0,0-1-1 0 0,0 1 1 0 0,0 0-1 0 0,0 0 1 0 0,0 0-1 0 0,-1 0 1 0 0,0 0-1 0 0,0 0 1 0 0,0 0-1 0 0,0 1 1 0 0,0-1-1 0 0,-1 1 1 0 0,0-1-1 0 0,1 5 1 0 0,-1-5-8 0 0,-1 0-1 0 0,0 1 1 0 0,0-1 0 0 0,0 0-1 0 0,0 0 1 0 0,-1 0-1 0 0,1 1 1 0 0,-1-1 0 0 0,0 0-1 0 0,0 0 1 0 0,-1 0 0 0 0,1 0-1 0 0,-1 0 1 0 0,0 0 0 0 0,0 0-1 0 0,0-1 1 0 0,0 1 0 0 0,-1 0-1 0 0,1-1 1 0 0,-1 1-1 0 0,-5 2 1 0 0,5-2-6 0 0,0-1 0 0 0,-1 0 0 0 0,1 0 0 0 0,-1 0 0 0 0,0 0 0 0 0,1-1 0 0 0,-1 1 0 0 0,0-1 0 0 0,-1 0 0 0 0,1 0 0 0 0,0 0 0 0 0,0 0 0 0 0,-1 0 0 0 0,1-1 0 0 0,0 1 0 0 0,-1-1 0 0 0,1 0 0 0 0,0 0 0 0 0,-1 0 0 0 0,1-1 0 0 0,-1 1 0 0 0,-6-2 0 0 0,2-1 16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07:01.599"/>
    </inkml:context>
    <inkml:brush xml:id="br0">
      <inkml:brushProperty name="width" value="0.05" units="cm"/>
      <inkml:brushProperty name="height" value="0.05" units="cm"/>
      <inkml:brushProperty name="color" value="#CC0066"/>
    </inkml:brush>
  </inkml:definitions>
  <inkml:trace contextRef="#ctx0" brushRef="#br0">0 1 14272 0 0,'0'0'976'0'0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7:59.599"/>
    </inkml:context>
    <inkml:brush xml:id="br0">
      <inkml:brushProperty name="width" value="0.05" units="cm"/>
      <inkml:brushProperty name="height" value="0.05" units="cm"/>
      <inkml:brushProperty name="color" value="#CC0066"/>
    </inkml:brush>
  </inkml:definitions>
  <inkml:trace contextRef="#ctx0" brushRef="#br0">7 30 96 0 0,'0'0'0'0'0,"-1"-17"0"0"0,0 14 0 0 0,-1 1 0 0 0,1-3 0 0 0,-1 3 0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03.829"/>
    </inkml:context>
    <inkml:brush xml:id="br0">
      <inkml:brushProperty name="width" value="0.05" units="cm"/>
      <inkml:brushProperty name="height" value="0.05" units="cm"/>
      <inkml:brushProperty name="color" value="#CC0066"/>
    </inkml:brush>
  </inkml:definitions>
  <inkml:trace contextRef="#ctx0" brushRef="#br0">5 0 11048 0 0,'0'0'9850'0'0,"0"3"-9621"0"0,0 149 1922 0 0,0-86-692 0 0,-5-46-398 0 0,5-19-972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04.581"/>
    </inkml:context>
    <inkml:brush xml:id="br0">
      <inkml:brushProperty name="width" value="0.05" units="cm"/>
      <inkml:brushProperty name="height" value="0.05" units="cm"/>
      <inkml:brushProperty name="color" value="#CC0066"/>
    </inkml:brush>
  </inkml:definitions>
  <inkml:trace contextRef="#ctx0" brushRef="#br0">367 0 16184 0 0,'0'0'6167'0'0,"-1"21"-4632"0"0,1-19-1474 0 0,0-1-1 0 0,0 1 1 0 0,0 0 0 0 0,0 0-1 0 0,0 0 1 0 0,-1-1 0 0 0,1 1-1 0 0,-1 0 1 0 0,1-1 0 0 0,0 0-1 0 0,-1 1 1 0 0,1-1 0 0 0,0 1 0 0 0,-1 0-1 0 0,0-1 1 0 0,0 0 0 0 0,0 2-1 0 0,0-2-52 0 0,0 0-1 0 0,0-1 1 0 0,0 1-1 0 0,1 0 1 0 0,-1-1 0 0 0,0 0-1 0 0,0 0 1 0 0,0 0-1 0 0,0 1 1 0 0,0-1-1 0 0,0 0 1 0 0,0 0-1 0 0,0 0 1 0 0,0 0-1 0 0,1 0 1 0 0,-2-1-1 0 0,2 1 1 0 0,-1 0 0 0 0,0 0-1 0 0,0 0 1 0 0,0-1-1 0 0,0 0 1 0 0,-1-1-1 0 0,1 2-2 0 0,-1-1 44 0 0,-1 0 1 0 0,0-2-1 0 0,1 2 0 0 0,-1-1 0 0 0,1 0 0 0 0,-5-6 1 0 0,7 8-16 0 0,-1 0 1 0 0,1 0-1 0 0,-1-1 1 0 0,1 1 0 0 0,-1 0-1 0 0,1 0 1 0 0,-1-1 0 0 0,1 1-1 0 0,-1 0 1 0 0,1 0-1 0 0,0 0 1 0 0,-1 0 0 0 0,0 0-1 0 0,1 0 1 0 0,-1 0 0 0 0,1 0-1 0 0,-1 0 1 0 0,1 0-1 0 0,0 0 1 0 0,-1 1 0 0 0,1-1-1 0 0,-1 0 1 0 0,0 1 0 0 0,1-1-1 0 0,0 0 1 0 0,-1 0-1 0 0,1 0 1 0 0,-1 1 0 0 0,1-1-1 0 0,0 1 1 0 0,-1 1 0 0 0,1 16 440 0 0,-1 0 1 0 0,0 1-1 0 0,0 0 1 0 0,-6 25 0 0 0,6-37-356 0 0,-1 1 1 0 0,0 0 0 0 0,0-1 0 0 0,0 0-1 0 0,-1 0 1 0 0,0-1 0 0 0,0 2 0 0 0,0-3-1 0 0,-1 2 1 0 0,0-1 0 0 0,1 0 0 0 0,-10 9-1 0 0,11-12-66 0 0,-1 0 0 0 0,1 0-1 0 0,-1-1 1 0 0,-1 1 0 0 0,1-2-1 0 0,0 2 1 0 0,0-2 0 0 0,0 1-1 0 0,-1-1 1 0 0,1 0 0 0 0,0 0-1 0 0,0 0 1 0 0,-1-1 0 0 0,1 1-1 0 0,-5-2 1 0 0,-6 1 58 0 0,1-1 1 0 0,-1 0-1 0 0,1-2 0 0 0,-1 0 1 0 0,1-2-1 0 0,0 0 0 0 0,0-1 0 0 0,-20-13 1 0 0,29 16-103 0 0,1 0 0 0 0,0 0-1 0 0,0 0 1 0 0,-1-1 0 0 0,2 1 0 0 0,-1-1 0 0 0,0 1 0 0 0,1-1 0 0 0,-1-1 0 0 0,0 1 0 0 0,1-1 0 0 0,0 1 0 0 0,0-1 0 0 0,1 0 0 0 0,-1-1-1 0 0,1 1 1 0 0,-3-9 0 0 0,4 10-4 0 0,-1 0 0 0 0,1 0 0 0 0,0-1 0 0 0,-1 1 0 0 0,1 0 0 0 0,1 0-1 0 0,-1 0 1 0 0,0 0 0 0 0,0 0 0 0 0,1 0 0 0 0,0 0 0 0 0,-1 0 0 0 0,2 1-1 0 0,-1-2 1 0 0,0 1 0 0 0,0 1 0 0 0,1 0 0 0 0,-1-1 0 0 0,0 1 0 0 0,1-1 0 0 0,0 1-1 0 0,0 1 1 0 0,0-2 0 0 0,4-2 0 0 0,1-2-6 0 0,0 1 0 0 0,1 1 0 0 0,0 0 0 0 0,0 1 0 0 0,0 0 0 0 0,15-5 0 0 0,-7 3 0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04.913"/>
    </inkml:context>
    <inkml:brush xml:id="br0">
      <inkml:brushProperty name="width" value="0.05" units="cm"/>
      <inkml:brushProperty name="height" value="0.05" units="cm"/>
      <inkml:brushProperty name="color" value="#CC0066"/>
    </inkml:brush>
  </inkml:definitions>
  <inkml:trace contextRef="#ctx0" brushRef="#br0">1 19 17287 0 0,'0'0'1954'0'0,"2"0"-1385"0"0,20-4 1274 0 0,24-9 1 0 0,-42 11-1638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05.247"/>
    </inkml:context>
    <inkml:brush xml:id="br0">
      <inkml:brushProperty name="width" value="0.05" units="cm"/>
      <inkml:brushProperty name="height" value="0.05" units="cm"/>
      <inkml:brushProperty name="color" value="#CC0066"/>
    </inkml:brush>
  </inkml:definitions>
  <inkml:trace contextRef="#ctx0" brushRef="#br0">1 1 16575 0 0,'0'0'7071'0'0,"0"2"-6750"0"0,0 11-177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06.141"/>
    </inkml:context>
    <inkml:brush xml:id="br0">
      <inkml:brushProperty name="width" value="0.05" units="cm"/>
      <inkml:brushProperty name="height" value="0.05" units="cm"/>
      <inkml:brushProperty name="color" value="#CC0066"/>
    </inkml:brush>
  </inkml:definitions>
  <inkml:trace contextRef="#ctx0" brushRef="#br0">131 262 14464 0 0,'0'0'9673'0'0,"2"1"-8707"0"0,-2-1-953 0 0,3 3 216 0 0,-1 0 1 0 0,0-1 0 0 0,0 2-1 0 0,0-2 1 0 0,3 6 0 0 0,-5-7-212 0 0,0-1 1 0 0,0 0-1 0 0,0 1 0 0 0,1-1 1 0 0,-1 0-1 0 0,0 1 0 0 0,0-1 1 0 0,0 1-1 0 0,0-1 0 0 0,0 0 1 0 0,0 0-1 0 0,0 0 0 0 0,0 1 1 0 0,0-1-1 0 0,0 1 1 0 0,0-1-1 0 0,0 1 0 0 0,0-1 1 0 0,0 0-1 0 0,0 1 0 0 0,0-1 1 0 0,0 0-1 0 0,0 0 0 0 0,0 1 1 0 0,0-1-1 0 0,0 0 0 0 0,0 1 1 0 0,0-1-1 0 0,-1 1 1 0 0,1 0-1 0 0,-8 8 248 0 0,6-7-230 0 0,0-1 0 0 0,1 1 0 0 0,-1-2 0 0 0,1 1 0 0 0,-2 0 0 0 0,2 0 0 0 0,-1-1 1 0 0,0 1-1 0 0,1-1 0 0 0,-5 0 0 0 0,5 0-15 0 0,0 0-1 0 0,0 0 1 0 0,0-1 0 0 0,0 1 0 0 0,0-1 0 0 0,0 1-1 0 0,1-1 1 0 0,-2 0 0 0 0,2 1 0 0 0,-1-1 0 0 0,0 0-1 0 0,0 0 1 0 0,0 0 0 0 0,0 0 0 0 0,1 0-1 0 0,-1 0 1 0 0,-1-1 0 0 0,1-1 18 0 0,1 0-1 0 0,-1 0 1 0 0,0 1 0 0 0,0-1 0 0 0,0 0-1 0 0,1 1 1 0 0,-1-1 0 0 0,1-6-1 0 0,-1 5 8 0 0,1-1 0 0 0,0 0 0 0 0,0 0 0 0 0,1 0 0 0 0,-1 0 0 0 0,1 1 0 0 0,-1-1 0 0 0,1 0 0 0 0,0 0 0 0 0,0 1 0 0 0,2-5 0 0 0,-2 8-14 0 0,0-1-1 0 0,0 0 0 0 0,-1 1 1 0 0,2-1-1 0 0,-1 1 1 0 0,0 0-1 0 0,0-1 0 0 0,0 1 1 0 0,0 0-1 0 0,0 0 0 0 0,1 0 1 0 0,-1 0-1 0 0,0 0 0 0 0,0 1 1 0 0,1-1-1 0 0,-1 0 0 0 0,1 1 1 0 0,-1-1-1 0 0,1 1 0 0 0,-1 0 1 0 0,1 0-1 0 0,-1 0 1 0 0,1 0-1 0 0,1 0 0 0 0,-2 0-18 0 0,0 1-1 0 0,0-1 0 0 0,0 0 1 0 0,0 0-1 0 0,0 1 0 0 0,0-1 1 0 0,0 1-1 0 0,-1-1 0 0 0,2 0 1 0 0,-2 1-1 0 0,1 0 0 0 0,0 0 1 0 0,0 0-1 0 0,0-1 0 0 0,-1 1 1 0 0,1 0-1 0 0,0 0 0 0 0,-1 1 1 0 0,1-2-1 0 0,0 1 0 0 0,-1 1 1 0 0,1-1-1 0 0,-1-1 1 0 0,1 2-1 0 0,-1 0 0 0 0,0-2 1 0 0,1 2-1 0 0,-1-1 0 0 0,0 1 1 0 0,1-1-1 0 0,-1 0 0 0 0,0 1 1 0 0,0-1-1 0 0,0 0 0 0 0,0 1 1 0 0,0-1-1 0 0,0 0 0 0 0,0 2 1 0 0,-2 2 10 0 0,2 1 1 0 0,-1-1-1 0 0,-1 0 0 0 0,1 0 1 0 0,-1 0-1 0 0,0 0 1 0 0,0-1-1 0 0,0 1 0 0 0,-3 7 1 0 0,-5 4 65 0 0,-12 17 0 0 0,15-24-5 0 0,5-8-71 0 0,1 1-1 0 0,-1-1 1 0 0,0 1 0 0 0,0-1 0 0 0,0 0 0 0 0,0 0 0 0 0,0 0-1 0 0,0 0 1 0 0,0 0 0 0 0,0-1 0 0 0,0 1 0 0 0,0-1 0 0 0,-1 0 0 0 0,1 0-1 0 0,0 0 1 0 0,0-1 0 0 0,0 1 0 0 0,-2-2 0 0 0,2 0-10 0 0,0 1 1 0 0,0-1-1 0 0,0 1 1 0 0,0-1-1 0 0,0 0 1 0 0,0 0-1 0 0,1-1 0 0 0,-1 1 1 0 0,1 0-1 0 0,-1-1 1 0 0,1 1-1 0 0,0-2 1 0 0,0 2-1 0 0,-1-1 1 0 0,0-5-1 0 0,-2-5 5 0 0,1 1 1 0 0,-2-20-1 0 0,2 13-5 0 0,2-1 0 0 0,0 1 1 0 0,0-28-1 0 0,0-18 10 0 0,0 52 12 0 0,1 4 3 0 0,0 1-1 0 0,-1 0 1 0 0,0-1 0 0 0,0 1-1 0 0,-4-14 1 0 0,2 15 381 0 0,3 16 30 0 0,0-1-456 0 0,0 4 74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06.470"/>
    </inkml:context>
    <inkml:brush xml:id="br0">
      <inkml:brushProperty name="width" value="0.05" units="cm"/>
      <inkml:brushProperty name="height" value="0.05" units="cm"/>
      <inkml:brushProperty name="color" value="#CC0066"/>
    </inkml:brush>
  </inkml:definitions>
  <inkml:trace contextRef="#ctx0" brushRef="#br0">3 38 19087 0 0,'0'0'133'0'0,"1"0"0"0"0,0 0-1 0 0,-1-1 1 0 0,1 1-1 0 0,-1-1 1 0 0,0 1 0 0 0,1-1-1 0 0,-1 0 1 0 0,0 1-1 0 0,1 0 1 0 0,0-1 0 0 0,-1 0-1 0 0,0 1 1 0 0,1-1-1 0 0,-1 0 1 0 0,0 1 0 0 0,0-1-1 0 0,0 0 1 0 0,1 0-1 0 0,-1 0 1 0 0,0 0 0 0 0,0 1-1 0 0,0-1 1 0 0,0 0 0 0 0,0 0-1 0 0,0 0 1 0 0,0 1-1 0 0,0-1 1 0 0,0 0 0 0 0,0 0-1 0 0,0 0 1 0 0,0 0-1 0 0,0 0 1 0 0,-3-11 2999 0 0,3 12-3105 0 0,0 0 0 0 0,0 0 1 0 0,0 0-1 0 0,0 0 0 0 0,0 0 0 0 0,0 0 0 0 0,0 0 0 0 0,0-1 0 0 0,-1 1 0 0 0,1 0 1 0 0,0 0-1 0 0,0 0 0 0 0,0 0 0 0 0,0 0 0 0 0,0 0 0 0 0,0-1 0 0 0,0 1 1 0 0,0 0-1 0 0,0 0 0 0 0,0 0 0 0 0,0 0 0 0 0,0 0 0 0 0,0 0 0 0 0,0 0 0 0 0,0 0 1 0 0,0 0-1 0 0,-1 0 0 0 0,1 0 0 0 0,0 0 0 0 0,0 0 0 0 0,0 0 0 0 0,0 0 1 0 0,0 0-1 0 0,0 0 0 0 0,0 0 0 0 0,0 0 0 0 0,0 0 0 0 0,0 0 0 0 0,0 0 0 0 0,0 0 1 0 0,-1 0-1 0 0,1 0 0 0 0,0 0 0 0 0,0 0 0 0 0,0 0 0 0 0,0 0 0 0 0,0 0 1 0 0,0 0-1 0 0,0 0 0 0 0,0 1 0 0 0,0-1 0 0 0,0 0 0 0 0,0 0 0 0 0,0 0 0 0 0,-3 9 263 0 0,1-4-169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07.169"/>
    </inkml:context>
    <inkml:brush xml:id="br0">
      <inkml:brushProperty name="width" value="0.05" units="cm"/>
      <inkml:brushProperty name="height" value="0.05" units="cm"/>
      <inkml:brushProperty name="color" value="#CC0066"/>
    </inkml:brush>
  </inkml:definitions>
  <inkml:trace contextRef="#ctx0" brushRef="#br0">329 307 18991 0 0,'0'0'3114'0'0,"-1"-2"-2873"0"0,-2-5 865 0 0,0 12 1171 0 0,-2 21-838 0 0,4-19-1323 0 0,0 0 0 0 0,-1 0-1 0 0,1-1 1 0 0,-5 13-1 0 0,6-17-90 0 0,-1 0 0 0 0,0 0-1 0 0,0 0 1 0 0,0 0-1 0 0,0 0 1 0 0,0 0 0 0 0,0 0-1 0 0,0-1 1 0 0,0 1-1 0 0,0-1 1 0 0,-1 0 0 0 0,1 1-1 0 0,0 0 1 0 0,-1-2-1 0 0,1 1 1 0 0,0 1 0 0 0,-1-1-1 0 0,-2 0 1 0 0,3-1-16 0 0,0 0 0 0 0,1 0 0 0 0,-1 0 0 0 0,0-1 1 0 0,0 1-1 0 0,0 0 0 0 0,1 0 0 0 0,-1 0 0 0 0,0-1 0 0 0,0 0 1 0 0,1 1-1 0 0,-1-1 0 0 0,0 0 0 0 0,1 1 0 0 0,-1-1 0 0 0,0 0 0 0 0,1 0 1 0 0,-1 0-1 0 0,1 0 0 0 0,-1-1 0 0 0,-10-22 103 0 0,7 10-43 0 0,1-2 1 0 0,0 1 0 0 0,1-2-1 0 0,0 2 1 0 0,1-1-1 0 0,-1-27 1 0 0,0-8 99 0 0,-1 0-14 0 0,3 35-46 0 0,-1 0-1 0 0,0 0 0 0 0,-1-1 1 0 0,-4-20-1 0 0,5 33-48 0 0,0 0 0 0 0,1 1 0 0 0,-1-1 0 0 0,1 1 0 0 0,0-6 0 0 0,0 8 156 0 0,0 2-165 0 0,1-1-1 0 0,-1 1 1 0 0,1-1 0 0 0,-1 0-1 0 0,1 1 1 0 0,0 0 0 0 0,-1 0-1 0 0,1 0 1 0 0,-1-1 0 0 0,1 1-1 0 0,-1 1 1 0 0,3 11 71 0 0,-2 0-1 0 0,1 0 1 0 0,0 26-1 0 0,0-8 34 0 0,-1 3 120 0 0,-4 63-1 0 0,1 6 81 0 0,1-72-309 0 0,-1-1-1 0 0,-8 58 1 0 0,3-36-24 0 0,4-37-22 0 0,1 1 0 0 0,-2-2 0 0 0,0 0 0 0 0,-8 23 0 0 0,11-33 0 0 0,0-1 0 0 0,-1 1 0 0 0,1-1 0 0 0,-1 1 0 0 0,0-1 0 0 0,1 0 0 0 0,-1 0 0 0 0,0 0 0 0 0,0-1 0 0 0,0 2 0 0 0,-1-2 0 0 0,1 1 0 0 0,-1-2 0 0 0,1 2 0 0 0,0-2 0 0 0,-1 1 0 0 0,1 0 0 0 0,-1-1 0 0 0,0 0 0 0 0,0 1 0 0 0,0-2 0 0 0,0 0 0 0 0,1 1 0 0 0,-1 0 0 0 0,0-1 0 0 0,0 0 0 0 0,-5-2 0 0 0,2 2 0 0 0,1-2 0 0 0,-1 0 0 0 0,0-1 0 0 0,1 1 0 0 0,0-2 0 0 0,-1 0 0 0 0,1 1 0 0 0,0-1 0 0 0,0-1 0 0 0,1 1 0 0 0,-2-2 0 0 0,-5-9 0 0 0,4 6 0 0 0,1-1 0 0 0,0 0 0 0 0,-7-15 0 0 0,12 21 0 0 0,0 1 0 0 0,-1-1 0 0 0,1 0 0 0 0,0-1 0 0 0,-1 2 0 0 0,2-1 0 0 0,-1-1 0 0 0,0 1 0 0 0,1 0 0 0 0,-1 0 0 0 0,1 0 0 0 0,0 0 0 0 0,0-1 0 0 0,0-5 0 0 0,2-9 0 0 0,-2 16 0 0 0,0 0 0 0 0,0-1 0 0 0,1 1 0 0 0,-1-1 0 0 0,0 1 0 0 0,1 0 0 0 0,0 0 0 0 0,0-1 0 0 0,0 1 0 0 0,0 0 0 0 0,0 0 0 0 0,0 0 0 0 0,0 0 0 0 0,1 0 0 0 0,-1 1 0 0 0,3-5 0 0 0,2-1 0 0 0,0 1 0 0 0,0 0 0 0 0,9-8 0 0 0,-12 12 0 0 0,0 1 0 0 0,0 0 0 0 0,-1 1 0 0 0,1-1 0 0 0,0 0 0 0 0,1 2 0 0 0,-2-2 0 0 0,2 1 0 0 0,-1 1 0 0 0,0-1 0 0 0,4 1 0 0 0,10 2 0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07.499"/>
    </inkml:context>
    <inkml:brush xml:id="br0">
      <inkml:brushProperty name="width" value="0.05" units="cm"/>
      <inkml:brushProperty name="height" value="0.05" units="cm"/>
      <inkml:brushProperty name="color" value="#CC0066"/>
    </inkml:brush>
  </inkml:definitions>
  <inkml:trace contextRef="#ctx0" brushRef="#br0">0 21 18391 0 0,'0'0'664'0'0,"14"-1"0"0"0,-7-1 0 0 0,0 1 0 0 0,1-1-528 0 0,1 0 8 0 0,-1 2 0 0 0,0 0 0 0 0,1-1 304 0 0,-1-2 0 0 0,0 1 0 0 0,0 1 0 0 0,-2-2-312 0 0,1 0 8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08.459"/>
    </inkml:context>
    <inkml:brush xml:id="br0">
      <inkml:brushProperty name="width" value="0.05" units="cm"/>
      <inkml:brushProperty name="height" value="0.05" units="cm"/>
      <inkml:brushProperty name="color" value="#CC0066"/>
    </inkml:brush>
  </inkml:definitions>
  <inkml:trace contextRef="#ctx0" brushRef="#br0">90 31 16384 0 0,'0'0'623'0'0,"0"-2"-308"0"0,-1-2-205 0 0,-1-14 481 0 0,2 18-532 0 0,0 0 0 0 0,0 0 0 0 0,0-1-1 0 0,0 1 1 0 0,0 0 0 0 0,0-1 0 0 0,0 1-1 0 0,0 0 1 0 0,0-1 0 0 0,0 1 0 0 0,0 0 0 0 0,0 0-1 0 0,0-1 1 0 0,0 1 0 0 0,0 0 0 0 0,0-1-1 0 0,0 1 1 0 0,0 0 0 0 0,-1 0 0 0 0,1 0-1 0 0,0 0 1 0 0,0 0 0 0 0,0 0 0 0 0,0 0-1 0 0,0-1 1 0 0,0 1 0 0 0,-1 0 0 0 0,1 0-1 0 0,0 0 1 0 0,-1 0 0 0 0,1 0 0 0 0,0 0-1 0 0,0 0 1 0 0,0-1 0 0 0,0 1 0 0 0,0 0-1 0 0,-1 0 1 0 0,1 0 0 0 0,0 0 0 0 0,0 0-1 0 0,0 0 1 0 0,0 0 0 0 0,-1 0 0 0 0,1 1-1 0 0,0-1 1 0 0,0 0 0 0 0,-9 5 1021 0 0,-9 26-576 0 0,14-23-222 0 0,0 0 0 0 0,-1-1-1 0 0,1 0 1 0 0,-6 7 0 0 0,3-6 224 0 0,1 1 0 0 0,-6 10 1 0 0,12-18-465 0 0,-1 0 0 0 0,1-1 0 0 0,0 1 0 0 0,0 0 0 0 0,0-1 0 0 0,-1 1 0 0 0,1 0 0 0 0,0-1 0 0 0,0 1 0 0 0,0 0 0 0 0,0 0 0 0 0,0-1 0 0 0,0 1 0 0 0,0 0 0 0 0,0 0 0 0 0,0 0 0 0 0,0-1 0 0 0,0 0 0 0 0,0 1 0 0 0,0 0 0 0 0,1 0 0 0 0,-1 0 0 0 0,0-1 0 0 0,0 0 0 0 0,0 1 0 0 0,1 0 0 0 0,-1 0 0 0 0,0-1 0 0 0,0 1 0 0 0,1 0 0 0 0,-1-1 0 0 0,0 0 0 0 0,1 1 0 0 0,0-1 0 0 0,-1 1 0 0 0,0-1 0 0 0,1 1 0 0 0,-1 0 0 0 0,6 8 581 0 0,-6-8-350 0 0,-5-15 574 0 0,5 14-734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09.436"/>
    </inkml:context>
    <inkml:brush xml:id="br0">
      <inkml:brushProperty name="width" value="0.05" units="cm"/>
      <inkml:brushProperty name="height" value="0.05" units="cm"/>
      <inkml:brushProperty name="color" value="#CC0066"/>
    </inkml:brush>
  </inkml:definitions>
  <inkml:trace contextRef="#ctx0" brushRef="#br0">238 89 17383 0 0,'0'0'4471'0'0,"2"0"-4198"0"0,7 0 5750 0 0,-15 16-5306 0 0,3-12-640 0 0,-1 0-1 0 0,1 1 0 0 0,-1-1 1 0 0,0 1-1 0 0,1-1 1 0 0,-1-1-1 0 0,0 0 1 0 0,-1 0-1 0 0,1 0 1 0 0,0-1-1 0 0,-5 3 0 0 0,-21 14 252 0 0,30-19-323 0 0,-4 3 77 0 0,-1 0 1 0 0,1 1 0 0 0,-7 9-1 0 0,11-13-68 0 0,0 1 0 0 0,-1-1 0 0 0,1 1 0 0 0,0-1 0 0 0,0 1 0 0 0,0 0 0 0 0,0-1 0 0 0,0 1 0 0 0,0-1 0 0 0,0 1 0 0 0,0-1 0 0 0,0 1 0 0 0,0 0 0 0 0,0 0 0 0 0,0-1 0 0 0,0 1 0 0 0,0-1 0 0 0,0 1 0 0 0,0-1 0 0 0,1 1 0 0 0,-1 0 0 0 0,0-1 0 0 0,0 1 0 0 0,0-1 0 0 0,0 0 0 0 0,1 1 0 0 0,-1-1 0 0 0,1 1 0 0 0,-1 0 0 0 0,0-1 0 0 0,0 1-1 0 0,1-1 1 0 0,-1 0 0 0 0,0 0 0 0 0,1 0 0 0 0,-1 1 0 0 0,0-1 0 0 0,2 1 0 0 0,-1 0 7 0 0,0 0 1 0 0,1 0-1 0 0,-1-1 0 0 0,0 0 0 0 0,1 1 0 0 0,-1 0 0 0 0,1-1 0 0 0,-1 0 0 0 0,1 1 0 0 0,-1-1 0 0 0,1 0 0 0 0,-1-1 0 0 0,0 1 1 0 0,1 0-1 0 0,-1-1 0 0 0,1 1 0 0 0,-1-1 0 0 0,1 1 0 0 0,-1-1 0 0 0,1 0 0 0 0,-1 0 0 0 0,0 0 0 0 0,0 0 0 0 0,1 0 1 0 0,-1 0-1 0 0,2-3 0 0 0,-3 2-8 0 0,0 2 1 0 0,-1-1-1 0 0,1 0 1 0 0,0-1-1 0 0,-1 1 1 0 0,1 1-1 0 0,-1-1 1 0 0,1 0-1 0 0,-1 0 1 0 0,1 0-1 0 0,-1 1 1 0 0,1-1-1 0 0,-1 0 1 0 0,1 0-1 0 0,-2 0 1 0 0,-10-9 63 0 0,0 0 0 0 0,-24-12 0 0 0,29 19-52 0 0,1-1 0 0 0,0 2-1 0 0,0 0 1 0 0,-1 1 0 0 0,1 0 0 0 0,-1 0 0 0 0,1 0 0 0 0,-10 2-1 0 0,5 5 47 0 0,10-6-66 0 0,0 1 1 0 0,1-1-1 0 0,-1 0 0 0 0,0 1 0 0 0,0-1 0 0 0,1 1 1 0 0,-1-1-1 0 0,0 0 0 0 0,1 0 0 0 0,-2 1 0 0 0,2-1 1 0 0,-1 0-1 0 0,0 0 0 0 0,1 0 0 0 0,-2-1 1 0 0,2 1-1 0 0,-1 0 0 0 0,0 0 0 0 0,1-1 0 0 0,-2 1 1 0 0,2-1-1 0 0,-2 0 0 0 0,0 0 2 0 0,1 0-1 0 0,0-1 1 0 0,0 1-1 0 0,0 0 1 0 0,0-1 0 0 0,0 1-1 0 0,0-1 1 0 0,0 1 0 0 0,0-1-1 0 0,0-1 1 0 0,1 2-1 0 0,-1-1 1 0 0,1 0 0 0 0,-1 0-1 0 0,0 0 1 0 0,1 0-1 0 0,-1 0 1 0 0,1 0 0 0 0,0-5-1 0 0,-1-3 55 0 0,0-2-1 0 0,2-17 0 0 0,-1 12-37 0 0,0-14-23 0 0,0 33 0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09.768"/>
    </inkml:context>
    <inkml:brush xml:id="br0">
      <inkml:brushProperty name="width" value="0.05" units="cm"/>
      <inkml:brushProperty name="height" value="0.05" units="cm"/>
      <inkml:brushProperty name="color" value="#CC0066"/>
    </inkml:brush>
  </inkml:definitions>
  <inkml:trace contextRef="#ctx0" brushRef="#br0">1 44 29295 0 0,'2'-1'9'0'0,"5"-3"2"0"0,0-1 0 0 0,0 0 0 0 0,10-12 0 0 0,-15 16-12 0 0,0-1-1 0 0,0 1 1 0 0,0 0-1 0 0,-1 0 1 0 0,1-1-1 0 0,0 1 1 0 0,0 1-1 0 0,0-1 1 0 0,0 1-1 0 0,0-1 1 0 0,1 1-1 0 0,2 0 0 0 0,0 1 1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10.286"/>
    </inkml:context>
    <inkml:brush xml:id="br0">
      <inkml:brushProperty name="width" value="0.05" units="cm"/>
      <inkml:brushProperty name="height" value="0.05" units="cm"/>
      <inkml:brushProperty name="color" value="#CC0066"/>
    </inkml:brush>
  </inkml:definitions>
  <inkml:trace contextRef="#ctx0" brushRef="#br0">88 100 15776 0 0,'0'0'945'0'0,"2"-1"-468"0"0,3-1-181 0 0,0 0-1 0 0,-1-1 1 0 0,2 0-1 0 0,-2-1 1 0 0,1 1 0 0 0,-1-2-1 0 0,1 1 1 0 0,-1-1-1 0 0,0 0 1 0 0,0 0-1 0 0,0-1 1 0 0,-1 1 0 0 0,0-1-1 0 0,1 0 1 0 0,4-12-1 0 0,-8 17-252 0 0,0 1 1 0 0,0 0-1 0 0,0-1 0 0 0,1 1 0 0 0,-1 0 0 0 0,0 0 0 0 0,0 0 0 0 0,0-1 0 0 0,0 1 0 0 0,0 0 0 0 0,0-1 0 0 0,0 1 1 0 0,0-1-1 0 0,0 1 0 0 0,0-1 0 0 0,0 1 0 0 0,0 0 0 0 0,0 0 0 0 0,0-1 0 0 0,0 1 0 0 0,0 0 0 0 0,0-1 0 0 0,0 1 1 0 0,0-1-1 0 0,0 1 0 0 0,0-1 0 0 0,0 1 0 0 0,0 0 0 0 0,0 0 0 0 0,0 0 0 0 0,0-1 0 0 0,0 1 0 0 0,-1-1 0 0 0,1 1 1 0 0,0 0-1 0 0,0-1 0 0 0,-1 0 4 0 0,0 0 0 0 0,0 1 1 0 0,0 0-1 0 0,0 0 1 0 0,0-1-1 0 0,1 1 0 0 0,-2 0 1 0 0,1 0-1 0 0,1-1 0 0 0,-3 2 1 0 0,-26 4 127 0 0,28-5-104 0 0,-14 5 122 0 0,1 0 1 0 0,0 2-1 0 0,0 1 1 0 0,-17 13 0 0 0,28-19-151 0 0,0 0 0 0 0,1 1 0 0 0,-1-1 0 0 0,1 1 1 0 0,-1 0-1 0 0,1 0 0 0 0,0 0 0 0 0,0 1 0 0 0,-3 5 1 0 0,5-8-24 0 0,-1 1 0 0 0,0-1 1 0 0,1 1-1 0 0,-1 0 1 0 0,1-1-1 0 0,0 1 1 0 0,-1 0-1 0 0,1-1 1 0 0,0 1-1 0 0,0 0 0 0 0,0-1 1 0 0,0 1-1 0 0,-1 0 1 0 0,2 0-1 0 0,-1-1 1 0 0,0 1-1 0 0,0 0 1 0 0,0-1-1 0 0,0 1 0 0 0,1 0 1 0 0,-1-1-1 0 0,1 1 1 0 0,-1 0-1 0 0,0-1 1 0 0,1 1-1 0 0,1 2 1 0 0,2 23 641 0 0,-1-10-518 0 0,0 0 0 0 0,0 0 0 0 0,0 0 0 0 0,-1 1 0 0 0,0 32 0 0 0,-10 163 1222 0 0,5-165-1081 0 0,0 6 3017 0 0,7-55-3263 0 0,0-2-39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11.415"/>
    </inkml:context>
    <inkml:brush xml:id="br0">
      <inkml:brushProperty name="width" value="0.05" units="cm"/>
      <inkml:brushProperty name="height" value="0.05" units="cm"/>
      <inkml:brushProperty name="color" value="#CC0066"/>
    </inkml:brush>
  </inkml:definitions>
  <inkml:trace contextRef="#ctx0" brushRef="#br0">171 2 11048 0 0,'0'0'13439'0'0,"1"0"-12999"0"0,10-1 278 0 0,-11 3-609 0 0,1-1 1 0 0,-1 1 0 0 0,0 0 0 0 0,0-1 0 0 0,0 1 0 0 0,0-1-1 0 0,-1 1 1 0 0,1 0 0 0 0,0-1 0 0 0,0 1 0 0 0,-1 0 0 0 0,0 1 0 0 0,0-2-55 0 0,0 1 1 0 0,0 1 0 0 0,0-2 0 0 0,0 0 0 0 0,0 1 0 0 0,0-1 0 0 0,-1 1 0 0 0,1-1 0 0 0,0 0 0 0 0,-1 0 0 0 0,1 0 0 0 0,-1 0 0 0 0,1 0-1 0 0,-1-1 1 0 0,-1 2 0 0 0,-27 2 179 0 0,21-3-171 0 0,-54 0 848 0 0,63-1-887 0 0,0 0-1 0 0,-1 1 1 0 0,0-1 0 0 0,1 0 0 0 0,-1 0-1 0 0,1 0 1 0 0,0 1 0 0 0,-1 0 0 0 0,1-1 0 0 0,-1 1-1 0 0,1-1 1 0 0,0 1 0 0 0,-1-1 0 0 0,1 1-1 0 0,-1-1 1 0 0,1 1 0 0 0,0 0 0 0 0,-1 0 0 0 0,-6 18 108 0 0,4-9-51 0 0,-3 3 32 0 0,4-10-85 0 0,0 1 0 0 0,1-1 0 0 0,0 0 1 0 0,-1 1-1 0 0,1-1 0 0 0,0 2 0 0 0,0-2 0 0 0,-1 6 0 0 0,-9 28 427 0 0,4-27-158 0 0,6-7-261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11.746"/>
    </inkml:context>
    <inkml:brush xml:id="br0">
      <inkml:brushProperty name="width" value="0.05" units="cm"/>
      <inkml:brushProperty name="height" value="0.05" units="cm"/>
      <inkml:brushProperty name="color" value="#CC0066"/>
    </inkml:brush>
  </inkml:definitions>
  <inkml:trace contextRef="#ctx0" brushRef="#br0">11 0 17487 0 0,'-9'0'7442'0'0,"8"0"-7156"0"0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12.121"/>
    </inkml:context>
    <inkml:brush xml:id="br0">
      <inkml:brushProperty name="width" value="0.05" units="cm"/>
      <inkml:brushProperty name="height" value="0.05" units="cm"/>
      <inkml:brushProperty name="color" value="#CC0066"/>
    </inkml:brush>
  </inkml:definitions>
  <inkml:trace contextRef="#ctx0" brushRef="#br0">115 197 16280 0 0,'0'0'2735'0'0,"0"2"-2279"0"0,-1 6-78 0 0,1 0 0 0 0,-1 1 0 0 0,0-1 0 0 0,0 1 0 0 0,0-1 0 0 0,-1 0 0 0 0,-3 13 0 0 0,4-19-327 0 0,0-1 1 0 0,1 0-1 0 0,-1 1 0 0 0,1-1 0 0 0,-1 0 0 0 0,0 0 0 0 0,0 1 0 0 0,1-1 1 0 0,-1-1-1 0 0,0 1 0 0 0,0 1 0 0 0,0-1 0 0 0,0-1 0 0 0,0 1 0 0 0,0 0 1 0 0,0-1-1 0 0,0 1 0 0 0,0 0 0 0 0,0-1 0 0 0,-1 0 0 0 0,0 0 0 0 0,-1 1-17 0 0,1-1 0 0 0,0 0 0 0 0,0 0-1 0 0,-1 0 1 0 0,2-1 0 0 0,-2 1 0 0 0,1 0-1 0 0,0-1 1 0 0,-3-2 0 0 0,3 2 2 0 0,0-1-1 0 0,-1 1 1 0 0,2-2 0 0 0,-2 1-1 0 0,2 0 1 0 0,-1 0 0 0 0,0-1-1 0 0,1 0 1 0 0,-1 0 0 0 0,0 0-1 0 0,1 1 1 0 0,0-2 0 0 0,0 1-1 0 0,0 1 1 0 0,0-2 0 0 0,-1 0-1 0 0,1-3 1 0 0,-3-9 74 0 0,1-1 0 0 0,-1-20 0 0 0,3 28-47 0 0,-4-29 107 0 0,1 8 511 0 0,1-1-1 0 0,0-33 0 0 0,16 75 258 0 0,-8-5-841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12.452"/>
    </inkml:context>
    <inkml:brush xml:id="br0">
      <inkml:brushProperty name="width" value="0.05" units="cm"/>
      <inkml:brushProperty name="height" value="0.05" units="cm"/>
      <inkml:brushProperty name="color" value="#CC0066"/>
    </inkml:brush>
  </inkml:definitions>
  <inkml:trace contextRef="#ctx0" brushRef="#br0">0 0 27567 0 0,'0'0'176'0'0,"0"5"-168"0"0,0 0 0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13.051"/>
    </inkml:context>
    <inkml:brush xml:id="br0">
      <inkml:brushProperty name="width" value="0.05" units="cm"/>
      <inkml:brushProperty name="height" value="0.05" units="cm"/>
      <inkml:brushProperty name="color" value="#CC0066"/>
    </inkml:brush>
  </inkml:definitions>
  <inkml:trace contextRef="#ctx0" brushRef="#br0">212 289 16687 0 0,'0'0'4127'0'0,"1"3"-3642"0"0,0-2-416 0 0,1-1-1 0 0,-1 1 0 0 0,-1 0 0 0 0,1-1 1 0 0,1 1-1 0 0,-1 0 0 0 0,0-1 0 0 0,0 0 0 0 0,0 0 1 0 0,0 0-1 0 0,0 0 0 0 0,0 0 0 0 0,1 0 1 0 0,-1 0-1 0 0,0 0 0 0 0,0 0 0 0 0,0 0 1 0 0,0 0-1 0 0,0-1 0 0 0,1 1 0 0 0,-1-1 0 0 0,0 0 1 0 0,0 0-1 0 0,0 1 0 0 0,0-1 0 0 0,0 0 1 0 0,-1 0-1 0 0,1 0 0 0 0,0 0 0 0 0,0 0 1 0 0,0 0-1 0 0,0-1 0 0 0,0 0 0 0 0,1-3 12 0 0,1 0 0 0 0,-1 1 0 0 0,0-1 0 0 0,-1 0 0 0 0,1 0 0 0 0,0 0 0 0 0,-1-1 0 0 0,0 1 0 0 0,0-1 0 0 0,1-8 0 0 0,-2 10-22 0 0,0 0 1 0 0,0 0-1 0 0,0 0 0 0 0,0-1 0 0 0,0 1 1 0 0,0 0-1 0 0,-1 0 0 0 0,1 0 0 0 0,-1 0 1 0 0,0 0-1 0 0,0 0 0 0 0,0 1 0 0 0,0-1 1 0 0,0 0-1 0 0,-3-5 0 0 0,3 9-23 0 0,1-2 0 0 0,-1 1 0 0 0,0 0 0 0 0,0 0 0 0 0,0 1 0 0 0,0-1 0 0 0,0 0 0 0 0,1 0 0 0 0,-2 0 0 0 0,1 1 0 0 0,0 0 1 0 0,0-1-1 0 0,0 0 0 0 0,0 1 0 0 0,0 0 0 0 0,0 0 0 0 0,0-1 0 0 0,0 1 0 0 0,0 0 0 0 0,0 0 0 0 0,-1 1 0 0 0,1-1 0 0 0,1 0 0 0 0,-1 1 0 0 0,-1-1 0 0 0,1 1 0 0 0,0-1 0 0 0,0 0 0 0 0,-1 2 0 0 0,-4 3 83 0 0,-1-1 0 0 0,2 1 0 0 0,-9 8 0 0 0,11-11-64 0 0,-21 22 432 0 0,24-25-484 0 0,0 1 1 0 0,-1 0 0 0 0,1-1-1 0 0,-1 1 1 0 0,0 0 0 0 0,1 0-1 0 0,0-1 1 0 0,-1 0 0 0 0,1 1-1 0 0,-1-1 1 0 0,1 0 0 0 0,0 0-1 0 0,0 1 1 0 0,-1 0 0 0 0,1-1-1 0 0,-1-1 1 0 0,0 1-4 0 0,-13-58 24 0 0,10 38-24 0 0,-11-32 0 0 0,11 36 1 0 0,4 15 1 0 0,0 0 1 0 0,0 1-1 0 0,0-1 1 0 0,-1 0-1 0 0,1 0 1 0 0,0 0-1 0 0,-1 1 1 0 0,1 0-1 0 0,-1-1 1 0 0,0 1-1 0 0,0-3 0 0 0,1 4-1 0 0,-8-11 73 0 0,0 17 36 0 0,3-1-95 0 0,3-4-10 0 0,-12 11 42 0 0,1 1 0 0 0,-21 26 0 0 0,31-35-34 0 0,0-1-1 0 0,0 1 1 0 0,1 0 0 0 0,-1 0-1 0 0,1 0 1 0 0,0 1 0 0 0,0-1 0 0 0,0 1-1 0 0,1 0 1 0 0,-1 0 0 0 0,1 0-1 0 0,0 0 1 0 0,-1 0 0 0 0,1 0-1 0 0,1 0 1 0 0,-1 1 0 0 0,0 10-1 0 0,1-15-6 0 0,0 1 0 0 0,1-1-1 0 0,-1 1 1 0 0,0 0 0 0 0,1 0-1 0 0,-1 0 1 0 0,0-1-1 0 0,1 1 1 0 0,-1 0 0 0 0,1-2-1 0 0,0 2 1 0 0,0 0-1 0 0,-1-1 1 0 0,1 0 0 0 0,0 1-1 0 0,1 0 1 0 0,0 2 7 0 0,0-2-8 0 0,-2-1 0 0 0,1 0 1 0 0,0 0-1 0 0,1 1 0 0 0,-1-1 0 0 0,0 0 0 0 0,0 0 0 0 0,0 0 0 0 0,3 1 0 0 0,-2 0 1 0 0,7 4 16 0 0,-1-1 1 0 0,1-1-1 0 0,1 1 1 0 0,14 3-1 0 0,3-3-14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15.349"/>
    </inkml:context>
    <inkml:brush xml:id="br0">
      <inkml:brushProperty name="width" value="0.05" units="cm"/>
      <inkml:brushProperty name="height" value="0.05" units="cm"/>
      <inkml:brushProperty name="color" value="#CC0066"/>
    </inkml:brush>
  </inkml:definitions>
  <inkml:trace contextRef="#ctx0" brushRef="#br0">139 130 11048 0 0,'0'0'10978'0'0,"-1"-4"-10630"0"0,1-3-194 0 0,0 0-1 0 0,0 0 1 0 0,0 1-1 0 0,0-2 1 0 0,1 2-1 0 0,-1-2 1 0 0,2 2-1 0 0,-1-1 1 0 0,0 1-1 0 0,1-1 1 0 0,0 1-1 0 0,4-13 1 0 0,-5 17-8 0 0,0-1 1 0 0,1 2-1 0 0,-1-2 1 0 0,0 1-1 0 0,1 0 1 0 0,-1 0-1 0 0,1 0 0 0 0,0 0 1 0 0,2-2-1 0 0,-4 4-96 0 0,1-1 0 0 0,-1 1 1 0 0,1 0-1 0 0,-1 0 0 0 0,1-1 0 0 0,0 1 0 0 0,-1 0 0 0 0,1-1 0 0 0,-1 1 0 0 0,1 0 0 0 0,0 0 0 0 0,0 0 0 0 0,-1 0 0 0 0,1 0 1 0 0,-1 0-1 0 0,1 0 0 0 0,-1 1 0 0 0,1-1 0 0 0,-1 0 0 0 0,1 0 0 0 0,0 1 0 0 0,-1-1 0 0 0,1 0 0 0 0,-1 0 0 0 0,1 1 1 0 0,-1-1-1 0 0,1 1 0 0 0,0 0 0 0 0,-1-1 0 0 0,0 1 0 0 0,1 0 0 0 0,0 0 0 0 0,0 2 6 0 0,2 1 80 0 0,0 2 0 0 0,0 0 0 0 0,3 9 0 0 0,-6-14-108 0 0,1 1 0 0 0,-1-1 1 0 0,0 1-1 0 0,1 0 0 0 0,0-1 1 0 0,-1 1-1 0 0,0 0 1 0 0,0 0-1 0 0,0 0 0 0 0,0-1 1 0 0,0 1-1 0 0,0 0 0 0 0,0-1 1 0 0,0 2-1 0 0,0-2 0 0 0,0 1 1 0 0,-1 0-1 0 0,0-1 0 0 0,0 3 1 0 0,1-2 12 0 0,-1 0 0 0 0,0 0 0 0 0,0 0 0 0 0,0-1 0 0 0,0 2 1 0 0,0-2-1 0 0,-1 1 0 0 0,1-1 0 0 0,0 0 0 0 0,-1 1 0 0 0,1-1 0 0 0,0 0 1 0 0,-1 0-1 0 0,-2 2 0 0 0,-24 7 264 0 0,7-2-66 0 0,8-3-143 0 0,10-5-81 0 0,0 0 0 0 0,1 1 0 0 0,0 0 0 0 0,-1 1 0 0 0,1-2 0 0 0,-1 2 0 0 0,1 0 0 0 0,0-1 0 0 0,0 2 0 0 0,-3 2 0 0 0,3-3-9 0 0,0 2 0 0 0,0-1 0 0 0,1 1 0 0 0,0-1 0 0 0,-2 6 0 0 0,-6 13 17 0 0,6-17-22 0 0,1 0-1 0 0,-1-1 1 0 0,0 0-1 0 0,-1 0 1 0 0,2 0-1 0 0,-2-1 1 0 0,-4 5-1 0 0,6-7 0 0 0,0 1 1 0 0,-1-1-1 0 0,1 0 0 0 0,0 1 0 0 0,0-1 1 0 0,-1 0-1 0 0,1-1 0 0 0,0 0 0 0 0,-1 1 1 0 0,1-1-1 0 0,-1 0 0 0 0,1 0 1 0 0,0 0-1 0 0,-4-1 0 0 0,0-1 0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15.691"/>
    </inkml:context>
    <inkml:brush xml:id="br0">
      <inkml:brushProperty name="width" value="0.05" units="cm"/>
      <inkml:brushProperty name="height" value="0.05" units="cm"/>
      <inkml:brushProperty name="color" value="#CC0066"/>
    </inkml:brush>
  </inkml:definitions>
  <inkml:trace contextRef="#ctx0" brushRef="#br0">0 0 18295 0 0,'0'0'2055'0'0,"2"0"-1846"0"0,-2 0-189 0 0,0 0-1 0 0,1 0 0 0 0,-1 0 1 0 0,0 1-1 0 0,1-1 0 0 0,-1 0 1 0 0,1 0-1 0 0,-1 0 0 0 0,0 0 1 0 0,1 0-1 0 0,-1 1 0 0 0,0-1 1 0 0,0 0-1 0 0,1 0 0 0 0,-1 0 1 0 0,0 0-1 0 0,0 1 0 0 0,1-1 1 0 0,-1 0-1 0 0,0 1 0 0 0,1-1 1 0 0,-1 1-1 0 0,0-1 0 0 0,0 1 1 0 0,0-1-1 0 0,0 1 0 0 0,1-1 1 0 0,-1 1-1 0 0,1 17 2027 0 0,-1-11-1741 0 0,-6 122 2399 0 0,5-121-2409 0 0,0-4-278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16.448"/>
    </inkml:context>
    <inkml:brush xml:id="br0">
      <inkml:brushProperty name="width" value="0.05" units="cm"/>
      <inkml:brushProperty name="height" value="0.05" units="cm"/>
      <inkml:brushProperty name="color" value="#CC0066"/>
    </inkml:brush>
  </inkml:definitions>
  <inkml:trace contextRef="#ctx0" brushRef="#br0">351 69 17487 0 0,'0'0'5692'0'0,"-2"2"-5462"0"0,2 0-153 0 0,-1-1 1 0 0,0 1 0 0 0,1 0 0 0 0,-1-1 0 0 0,0 0 0 0 0,0 1 0 0 0,0-1-1 0 0,0 0 1 0 0,-1 1 0 0 0,1-1 0 0 0,0-1 0 0 0,-1 3 0 0 0,-3 1 570 0 0,-2-14-124 0 0,6 8-515 0 0,1-1 1 0 0,-1 1 0 0 0,1-1-1 0 0,-1 0 1 0 0,1 1 0 0 0,0-1-1 0 0,0 1 1 0 0,0-1 0 0 0,0 0-1 0 0,0 1 1 0 0,0-1 0 0 0,0 1-1 0 0,0-1 1 0 0,1 0 0 0 0,-1 1 0 0 0,1-1-1 0 0,-1 1 1 0 0,1-1 0 0 0,0 1-1 0 0,0-1 1 0 0,0 2 0 0 0,0-2-1 0 0,2-2 1 0 0,-2 3-1 0 0,0 0 0 0 0,0 1 1 0 0,0-1-1 0 0,0 0 0 0 0,1 1 0 0 0,-1 0 0 0 0,0-1 0 0 0,1 2 1 0 0,-1-2-1 0 0,0 1 0 0 0,1 0 0 0 0,0 0 0 0 0,-1 1 0 0 0,1 0 1 0 0,-1-1-1 0 0,1 1 0 0 0,-1-1 0 0 0,1 1 0 0 0,0 0 0 0 0,-1 0 1 0 0,1 0-1 0 0,-1 0 0 0 0,1 1 0 0 0,0-1 0 0 0,-1 1 0 0 0,3 0 1 0 0,-3-1-5 0 0,-1 1 1 0 0,1 0-1 0 0,0-1 1 0 0,0 1-1 0 0,0 0 1 0 0,0-1-1 0 0,-1 1 1 0 0,2 0-1 0 0,-2 0 1 0 0,1 0 0 0 0,0-1-1 0 0,-1 1 1 0 0,1 1-1 0 0,0-1 1 0 0,-1-1-1 0 0,1 2 1 0 0,-1-1-1 0 0,1 1 1 0 0,-1-2 0 0 0,0 2-1 0 0,1 0 1 0 0,-1-2-1 0 0,1 2 1 0 0,-1 0-1 0 0,0-1 1 0 0,0 0-1 0 0,0 1 1 0 0,0-1-1 0 0,0 0 1 0 0,0 1 0 0 0,0-1-1 0 0,0 0 1 0 0,0 1-1 0 0,0-1 1 0 0,-1 0-1 0 0,1 1 1 0 0,-1-1-1 0 0,1 0 1 0 0,0 1-1 0 0,-1 1 1 0 0,-1 2 16 0 0,0 0 0 0 0,0 1 0 0 0,0-1-1 0 0,-1-1 1 0 0,1 1 0 0 0,-1 0 0 0 0,0-1 0 0 0,-4 5 0 0 0,-12 12 128 0 0,-25 24 1 0 0,36-40-106 0 0,-1 1 0 0 0,1 0 0 0 0,-1-2 1 0 0,0 0-1 0 0,-16 4 0 0 0,-48 4 134 0 0,40-7-122 0 0,24-4-37 0 0,-6 1 26 0 0,-18 1-1 0 0,30-3-37 0 0,-1 0 0 0 0,1-1 0 0 0,0 1 0 0 0,-1-1 0 0 0,1 0 0 0 0,0 0 0 0 0,0-1 0 0 0,0 1-1 0 0,0-1 1 0 0,0 0 0 0 0,-5-4 0 0 0,6 3 0 0 0,1-1 0 0 0,-1 0 0 0 0,1 1 0 0 0,0-1 0 0 0,0 1 0 0 0,0-2 0 0 0,0 1 0 0 0,1 0 0 0 0,-1 0 0 0 0,0-6 0 0 0,1-24 68 0 0,0 18-8 0 0,-4-19 1139 0 0,4 35-1160 0 0,0-1 0 0 0,0 1 1 0 0,0-1-1 0 0,0 1 0 0 0,0-1 1 0 0,0 1-1 0 0,0 0 0 0 0,0 0 1 0 0,0 0-1 0 0,0-1 0 0 0,0 1 1 0 0,0-1-1 0 0,0 1 0 0 0,-1 0 0 0 0,1-1 1 0 0,0 1-1 0 0,0 0 0 0 0,-1-1 1 0 0,1 1-1 0 0,0 0 0 0 0,0 0 1 0 0,0 0-1 0 0,0 0 0 0 0,-1-1 1 0 0,1 1-1 0 0,0 0 0 0 0,0 0 1 0 0,0 0-1 0 0,-1-1 0 0 0,1 1 0 0 0,0 0 1 0 0,0 0-1 0 0,0 0 0 0 0,-1 0 154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16.778"/>
    </inkml:context>
    <inkml:brush xml:id="br0">
      <inkml:brushProperty name="width" value="0.05" units="cm"/>
      <inkml:brushProperty name="height" value="0.05" units="cm"/>
      <inkml:brushProperty name="color" value="#CC0066"/>
    </inkml:brush>
  </inkml:definitions>
  <inkml:trace contextRef="#ctx0" brushRef="#br0">3 0 20999 0 0,'0'0'4904'0'0,"-3"15"-3712"0"0,3-12-904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17.625"/>
    </inkml:context>
    <inkml:brush xml:id="br0">
      <inkml:brushProperty name="width" value="0.05" units="cm"/>
      <inkml:brushProperty name="height" value="0.05" units="cm"/>
      <inkml:brushProperty name="color" value="#CC0066"/>
    </inkml:brush>
  </inkml:definitions>
  <inkml:trace contextRef="#ctx0" brushRef="#br0">120 137 13168 0 0,'0'0'6991'0'0,"0"3"-6487"0"0,0-1-371 0 0,0 0-1 0 0,0 0 1 0 0,0 1-1 0 0,0-2 1 0 0,0 2-1 0 0,0-1 1 0 0,0 0-1 0 0,0 0 1 0 0,0 1-1 0 0,1-2 1 0 0,-1 2-1 0 0,0-2 1 0 0,1 2-1 0 0,0-2 1 0 0,-1 1-1 0 0,1 0 1 0 0,0 0-1 0 0,-1 0 0 0 0,2-1 1 0 0,-1 1-1 0 0,1 2 1 0 0,10 10 772 0 0,-10-12-734 0 0,0 1 1 0 0,0-1-1 0 0,0 1 0 0 0,0-1 0 0 0,0 1 1 0 0,2 4-1 0 0,-4-6-104 0 0,0 0 1 0 0,1 1-1 0 0,-1 0 0 0 0,0-2 1 0 0,1 2-1 0 0,-1 0 1 0 0,1-1-1 0 0,-1 1 0 0 0,0 0 1 0 0,0-2-1 0 0,0 2 1 0 0,0 0-1 0 0,0-1 0 0 0,0 1 1 0 0,0 0-1 0 0,0-1 1 0 0,-1 0-1 0 0,1 1 0 0 0,-1-1 1 0 0,1 1-1 0 0,0-1 1 0 0,-1 0-1 0 0,1 1 0 0 0,-1-1 1 0 0,1 0-1 0 0,-1 0 1 0 0,1 1-1 0 0,-2-1 0 0 0,2 0 1 0 0,-1 0-1 0 0,0 0 1 0 0,1 0-1 0 0,-3 1 0 0 0,0 1-2 0 0,1 1-1 0 0,-2-1 0 0 0,1 0 0 0 0,0 0 0 0 0,0-1 1 0 0,-1 1-1 0 0,0-2 0 0 0,-4 3 0 0 0,-3 0 104 0 0,7-1-138 0 0,0-2 1 0 0,1 0-1 0 0,-1 1 0 0 0,1-1 0 0 0,-1-1 0 0 0,0 0 1 0 0,0 0-1 0 0,1 1 0 0 0,-1-2 0 0 0,1 1 0 0 0,-1 0 0 0 0,0-1 1 0 0,-4-2-1 0 0,5 1-21 0 0,1 0 1 0 0,-1 1-1 0 0,1-2 1 0 0,0 2-1 0 0,-1-2 1 0 0,-1-3-1 0 0,2 4-6 0 0,0-1 0 0 0,0-1-1 0 0,0 1 1 0 0,0 0 0 0 0,1 0-1 0 0,-1-1 1 0 0,1 0 0 0 0,-2-5-1 0 0,0-4 2 0 0,1 1 0 0 0,0 0 0 0 0,0 0 0 0 0,0-14 0 0 0,2 20 4 0 0,-1-10 2 0 0,1 0-1 0 0,1 1 1 0 0,3-27-1 0 0,-2 20 126 0 0,0-26-1 0 0,-2 48-112 0 0,0-1-1 0 0,0 1 1 0 0,0 0-1 0 0,0-1 1 0 0,0 1-1 0 0,0 0 1 0 0,0 0-1 0 0,0-1 1 0 0,0 1-1 0 0,0 0 1 0 0,0-1 0 0 0,0 1-1 0 0,1-1 1 0 0,-1 1-1 0 0,0 0 1 0 0,0-1-1 0 0,0 1 1 0 0,0 0-1 0 0,0-1 1 0 0,0 1-1 0 0,0 0 1 0 0,1 0-1 0 0,-1 0 1 0 0,0 0 0 0 0,0-1-1 0 0,0 1 1 0 0,0 0-1 0 0,1 0 1 0 0,-1 0-1 0 0,0-1 1 0 0,0 1-1 0 0,0 0 1 0 0,1 0-1 0 0,-1 0 1 0 0,1 0-1 0 0,-1 0 1 0 0,0 0 0 0 0,0 0-1 0 0,0 0 1 0 0,1 0-1 0 0,-1 0 1 0 0,0 0-1 0 0,0 0 1 0 0,0 0-1 0 0,1 0 1 0 0,-1 0-1 0 0,0 0 1 0 0,0 0-1 0 0,1 0 1 0 0,-1 1 0 0 0,0-1-1 0 0,1 0 1 0 0,-1 0-1 0 0,0 0 1 0 0,0 1-1 0 0,0-1 1 0 0,0 0-1 0 0,1 0 1 0 0,-1 0-1 0 0,0 0 1 0 0,0 1-1 0 0,0-1 1 0 0,0 0 0 0 0,1 1-1 0 0,20 51 795 0 0,-17-44-736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17.956"/>
    </inkml:context>
    <inkml:brush xml:id="br0">
      <inkml:brushProperty name="width" value="0.05" units="cm"/>
      <inkml:brushProperty name="height" value="0.05" units="cm"/>
      <inkml:brushProperty name="color" value="#CC0066"/>
    </inkml:brush>
  </inkml:definitions>
  <inkml:trace contextRef="#ctx0" brushRef="#br0">165 1 19999 0 0,'0'0'3672'0'0,"-2"3"-3456"0"0,-29 40 361 0 0,-93 133 3054 0 0,117-164-3631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18.285"/>
    </inkml:context>
    <inkml:brush xml:id="br0">
      <inkml:brushProperty name="width" value="0.05" units="cm"/>
      <inkml:brushProperty name="height" value="0.05" units="cm"/>
      <inkml:brushProperty name="color" value="#CC0066"/>
    </inkml:brush>
  </inkml:definitions>
  <inkml:trace contextRef="#ctx0" brushRef="#br0">24 0 25527 0 0,'0'0'-8'0'0,"1"3"-29"0"0,0 1 37 0 0,0-1 0 0 0,-1 0 0 0 0,1 1 0 0 0,-1-1 0 0 0,0 1 0 0 0,0 0 0 0 0,0-1 0 0 0,0 1 0 0 0,0-1 0 0 0,0 1 0 0 0,-1 0 1 0 0,0 5-1 0 0,-2 4 7 0 0,-1 0 1 0 0,-3 13-1 0 0,4-18-2 0 0,1 0 1 0 0,2-7-2 0 0,0 0 1 0 0,0 0-1 0 0,0-1 1 0 0,0 1-1 0 0,-1 0 1 0 0,1 0-1 0 0,0 0 1 0 0,0-1-1 0 0,0 1 1 0 0,-1 0-1 0 0,1 0 1 0 0,-1 0-1 0 0,1-1 1 0 0,-1 1-1 0 0,-1 3 4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18.631"/>
    </inkml:context>
    <inkml:brush xml:id="br0">
      <inkml:brushProperty name="width" value="0.05" units="cm"/>
      <inkml:brushProperty name="height" value="0.05" units="cm"/>
      <inkml:brushProperty name="color" value="#CC0066"/>
    </inkml:brush>
  </inkml:definitions>
  <inkml:trace contextRef="#ctx0" brushRef="#br0">218 1 18487 0 0,'0'0'2552'0'0,"-1"2"-2189"0"0,-2 11 691 0 0,0-2-288 0 0,0 0 0 0 0,-1 0-1 0 0,-8 18 1 0 0,11-25-703 0 0,-1-2-1 0 0,0 1 1 0 0,0 0 0 0 0,0 0-1 0 0,0 0 1 0 0,0-1-1 0 0,-1 0 1 0 0,1 0 0 0 0,0 1-1 0 0,0-2 1 0 0,-1 1-1 0 0,0-1 1 0 0,1 1-1 0 0,-1-1 1 0 0,1 0 0 0 0,-4 1-1 0 0,-12 1 82 0 0,-1-1 0 0 0,-26-2 0 0 0,20 0 201 0 0,24 0-328 0 0,0 1 0 0 0,1 0 0 0 0,-1-1 0 0 0,1 0 0 0 0,0 1 0 0 0,-1 0 0 0 0,1 0 0 0 0,-1 0 0 0 0,1 0 0 0 0,-1-1 0 0 0,1 1 0 0 0,0 0 0 0 0,0 0 0 0 0,-1 0 0 0 0,1-1 0 0 0,0 1 0 0 0,0 0 0 0 0,0 0 0 0 0,0 0 0 0 0,0 0 0 0 0,-1 0 0 0 0,1 0 0 0 0,0 0 0 0 0,1 1-1 0 0,-1 3 46 0 0,1 0-1 0 0,-1 0 0 0 0,0 1 0 0 0,0-2 0 0 0,0 1 0 0 0,0 0 0 0 0,-1 0 0 0 0,1 0 0 0 0,-1 0 0 0 0,-2 9 0 0 0,1-4 99 0 0,2-7-101 0 0,0 0 0 0 0,-1 0 0 0 0,0 0 0 0 0,1 0 0 0 0,-1-1 0 0 0,0 2-1 0 0,0-2 1 0 0,0 1 0 0 0,0 0 0 0 0,0-1 0 0 0,-1 1 0 0 0,1-1-1 0 0,0 1 1 0 0,-1-2 0 0 0,1 2 0 0 0,-1-2 0 0 0,0 2 0 0 0,1-2 0 0 0,-1 1-1 0 0,0 0 1 0 0,-2 1 0 0 0,2-1-3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18.964"/>
    </inkml:context>
    <inkml:brush xml:id="br0">
      <inkml:brushProperty name="width" value="0.05" units="cm"/>
      <inkml:brushProperty name="height" value="0.05" units="cm"/>
      <inkml:brushProperty name="color" value="#CC0066"/>
    </inkml:brush>
  </inkml:definitions>
  <inkml:trace contextRef="#ctx0" brushRef="#br0">0 0 19591 0 0,'0'0'2970'0'0,"0"19"2515"0"0,0-10-4428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19.532"/>
    </inkml:context>
    <inkml:brush xml:id="br0">
      <inkml:brushProperty name="width" value="0.05" units="cm"/>
      <inkml:brushProperty name="height" value="0.05" units="cm"/>
      <inkml:brushProperty name="color" value="#CC0066"/>
    </inkml:brush>
  </inkml:definitions>
  <inkml:trace contextRef="#ctx0" brushRef="#br0">59 1 15680 0 0,'0'0'9761'0'0,"0"2"-9569"0"0,0 12 69 0 0,-2 0 0 0 0,1 0 1 0 0,-1 0-1 0 0,0-1 1 0 0,-1 1-1 0 0,-1-1 1 0 0,1 0-1 0 0,-2 0 1 0 0,-4 13-1 0 0,4-9-66 0 0,4-14-154 0 0,0-1 0 0 0,1 1-1 0 0,-1 0 1 0 0,0-1 0 0 0,1 1 0 0 0,-2-1 0 0 0,1 0-1 0 0,0 0 1 0 0,0 1 0 0 0,0-1 0 0 0,0 0 0 0 0,0 0 0 0 0,-1 0-1 0 0,1-1 1 0 0,-4 4 0 0 0,3-3 7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19.878"/>
    </inkml:context>
    <inkml:brush xml:id="br0">
      <inkml:brushProperty name="width" value="0.05" units="cm"/>
      <inkml:brushProperty name="height" value="0.05" units="cm"/>
      <inkml:brushProperty name="color" value="#CC0066"/>
    </inkml:brush>
  </inkml:definitions>
  <inkml:trace contextRef="#ctx0" brushRef="#br0">19 0 19999 0 0,'0'0'2415'0'0,"0"3"-2190"0"0,-7 77 2131 0 0,-4 125 1100 0 0,10-160-3092 0 0,1-43-316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21.724"/>
    </inkml:context>
    <inkml:brush xml:id="br0">
      <inkml:brushProperty name="width" value="0.05" units="cm"/>
      <inkml:brushProperty name="height" value="0.05" units="cm"/>
      <inkml:brushProperty name="color" value="#CC0066"/>
    </inkml:brush>
  </inkml:definitions>
  <inkml:trace contextRef="#ctx0" brushRef="#br0">687 51 13768 0 0,'0'0'8229'0'0,"-2"2"-8017"0"0,-9 31 1090 0 0,9-26-1012 0 0,0 0-1 0 0,-1 1 1 0 0,1-2 0 0 0,-6 11-1 0 0,6-12-197 0 0,-1 0-1 0 0,0-1 1 0 0,0 1-1 0 0,-1-1 1 0 0,1 0-1 0 0,0 0 1 0 0,-1 0-1 0 0,0-1 1 0 0,0 0-1 0 0,0 0 1 0 0,0 0-1 0 0,0-1 1 0 0,0 1-1 0 0,0-2 1 0 0,-5 3-1 0 0,6-4-51 0 0,1 0-1 0 0,0 0 0 0 0,0 0 1 0 0,-1 0-1 0 0,0 0 1 0 0,1 0-1 0 0,0-1 1 0 0,0 1-1 0 0,-1-2 0 0 0,1 1 1 0 0,0 1-1 0 0,-3-4 1 0 0,-24-19 389 0 0,24 19-370 0 0,3 1-17 0 0,0 2-1 0 0,0-2 0 0 0,0 1 0 0 0,1-1 0 0 0,-1 1 0 0 0,1-1 0 0 0,0 1 0 0 0,-1-1 0 0 0,-1-4 0 0 0,-5-10 140 0 0,7 15-116 0 0,0 2 0 0 0,0-2 0 0 0,0 0 0 0 0,1 1 0 0 0,-1-1 0 0 0,0 0 0 0 0,1 1 0 0 0,-1-1 0 0 0,1 0 0 0 0,-1 0 0 0 0,1 0 0 0 0,0 1 0 0 0,-1-1 0 0 0,1-3 0 0 0,0 4-41 0 0,0 1-1 0 0,0-1 1 0 0,0 0 0 0 0,1 0 0 0 0,-1 0 0 0 0,0 1-1 0 0,0-1 1 0 0,0 1 0 0 0,1-1 0 0 0,-1 0 0 0 0,0 0-1 0 0,1 1 1 0 0,-1-1 0 0 0,0 1 0 0 0,1 0 0 0 0,0-1-1 0 0,-1 0 1 0 0,0 1 0 0 0,1-1 0 0 0,-1 1-1 0 0,1-1 1 0 0,-1 1 0 0 0,0 0 0 0 0,1 0 0 0 0,0 0-1 0 0,-1 0 1 0 0,1 0 0 0 0,-1-1 0 0 0,1 1 0 0 0,-1 0-1 0 0,1 0 1 0 0,0 0 0 0 0,-1 0 0 0 0,1 0 0 0 0,-1 1-1 0 0,1-1 1 0 0,92 0 1387 0 0,-92 0-1294 0 0,-6 3 59 0 0,-48 31 259 0 0,32-22-291 0 0,16-8-107 0 0,1-1 0 0 0,0 1-1 0 0,0 0 1 0 0,0 0 0 0 0,-6 10 0 0 0,-1-1 51 0 0,11-12-87 0 0,-1-1 0 0 0,0 1 1 0 0,1-1-1 0 0,-1 0 0 0 0,1 0 0 0 0,-1 0 1 0 0,0 0-1 0 0,0 1 0 0 0,1-1 0 0 0,-1 0 1 0 0,0 0-1 0 0,1 0 0 0 0,-1 0 0 0 0,1 0 0 0 0,-1 0 1 0 0,0-1-1 0 0,0 1 0 0 0,1 0 0 0 0,-1 0 1 0 0,1 0-1 0 0,-1 0 0 0 0,0-1 0 0 0,0 0 1 0 0,1 1-1 0 0,-1-2 0 0 0,-12-12 23 0 0,10 10-24 0 0,0-1 0 0 0,1 1 0 0 0,0 0 0 0 0,1-1 0 0 0,-2 1 0 0 0,2-1 0 0 0,0 0 0 0 0,-1 0 0 0 0,0-9 0 0 0,-2-5 0 0 0,0 8 26 0 0,3 6 44 0 0,1 7 9 0 0,-2 13-14 0 0,-2 10-65 0 0,3-16 0 0 0,0-1 0 0 0,-1 0 0 0 0,1 0 0 0 0,-4 8 0 0 0,4-13 0 0 0,-1 0 0 0 0,0 0 0 0 0,0 0 0 0 0,0 0 0 0 0,1-3 0 0 0,1 0 0 0 0,-1 0 0 0 0,1 0 0 0 0,0 0 0 0 0,0 0 0 0 0,-1 0 0 0 0,1 0 0 0 0,0 0 0 0 0,-1 0 0 0 0,1 0 0 0 0,0 0 0 0 0,0-1 0 0 0,-1 1 0 0 0,1 0 0 0 0,-1 0 0 0 0,1-1 0 0 0,0 1 0 0 0,0 0 0 0 0,-1 0 0 0 0,1-1 0 0 0,-4-1 0 0 0,2 0 0 0 0,-3 1 0 0 0,0-1 0 0 0,1 0 0 0 0,0-1 0 0 0,-1 1 0 0 0,-4-6 0 0 0,6 3 0 0 0,0-1 0 0 0,0 0 0 0 0,1 0 0 0 0,-4-10 0 0 0,-2-8 0 0 0,8 21 0 0 0,0 3 0 0 0,0 0 0 0 0,0 0 0 0 0,0 0 0 0 0,0 0 0 0 0,0-1 0 0 0,0 1 0 0 0,0 0 0 0 0,0 0 0 0 0,0-1 0 0 0,0 1 0 0 0,0 0 0 0 0,0 0 0 0 0,0-1 0 0 0,0 1 0 0 0,0 0 0 0 0,0 0 0 0 0,-1 0 0 0 0,1-1 0 0 0,0 1 0 0 0,0 0 0 0 0,0 0 0 0 0,0 0 0 0 0,0 0 0 0 0,0 0 0 0 0,0 0 0 0 0,0 0 0 0 0,0 0 0 0 0,0 0 0 0 0,-1 0 0 0 0,1-1 0 0 0,0 1 0 0 0,0 0 0 0 0,0 0 0 0 0,0 0 0 0 0,0 0 0 0 0,0 0 0 0 0,0 0 0 0 0,-1 0 0 0 0,1 0 0 0 0,0 0 0 0 0,0 0 0 0 0,-1 0 0 0 0,1 0 0 0 0,0 0 0 0 0,0 0 0 0 0,0 0 0 0 0,0 0 0 0 0,0 0 0 0 0,0 0 0 0 0,0 0 0 0 0,-1 0 0 0 0,1 0 0 0 0,0 0 0 0 0,0 1 0 0 0,0-1 0 0 0,-4-1 0 0 0,5 2 0 0 0,-1 0 0 0 0,-1 1 0 0 0,1-1 0 0 0,-1 0 0 0 0,1 1 0 0 0,0-1 0 0 0,-1 0 0 0 0,0 0 0 0 0,0 0 0 0 0,1 1 0 0 0,-1-2 0 0 0,1 1 0 0 0,-2 0 0 0 0,2 1 0 0 0,-1-1 0 0 0,-2 0 0 0 0,-16 26 0 0 0,19-26 0 0 0,0 0 0 0 0,-1-1 0 0 0,0 0 0 0 0,1 1 0 0 0,-1-1 0 0 0,1 0 0 0 0,-1 1 0 0 0,1-1 0 0 0,-1 1 0 0 0,1-1 0 0 0,-1 0 0 0 0,0 0 0 0 0,1 0 0 0 0,-1 1 0 0 0,1-1 0 0 0,-1 0 0 0 0,1 0 0 0 0,-1 0 0 0 0,0-1 0 0 0,1 1 0 0 0,-1 0 0 0 0,1 0 0 0 0,-1 0 0 0 0,1-1 0 0 0,-1 1 0 0 0,0-1 0 0 0,1 1 0 0 0,-1-1 0 0 0,1 1 0 0 0,0 0 0 0 0,-1 0 0 0 0,1-1 0 0 0,-1 0 0 0 0,1 1 0 0 0,-1-2 0 0 0,-2-2 0 0 0,0-1 0 0 0,1 1 0 0 0,0-1 0 0 0,-3-6 0 0 0,0 1 0 0 0,0-1 0 0 0,-1-1 0 0 0,-6-19 0 0 0,11 28 0 0 0,-1 0 0 0 0,1 0 0 0 0,1-1 0 0 0,0 2 0 0 0,0 52 0 0 0,-1-1 0 0 0,-11 86 0 0 0,10-122 0 0 0,-1 0 0 0 0,0 0 0 0 0,-6 20 0 0 0,8-29 0 0 0,-1 1 0 0 0,0-2 0 0 0,0 1 0 0 0,1 0 0 0 0,-1 0 0 0 0,0-1 0 0 0,0 1 0 0 0,0-1 0 0 0,-1 0 0 0 0,1 0 0 0 0,-1 1 0 0 0,1-2 0 0 0,-1 1 0 0 0,-3 1 0 0 0,3-2 0 0 0,-1-1 0 0 0,1 0 0 0 0,-1 0 0 0 0,1-1 0 0 0,0 0 0 0 0,-1 0 0 0 0,1 0 0 0 0,-1 0 0 0 0,1 0 0 0 0,0-1 0 0 0,-1 0 0 0 0,1 0 0 0 0,-1-1 0 0 0,1 1 0 0 0,0-1 0 0 0,-1 1 0 0 0,-3-5 0 0 0,1 1 0 0 0,-1-1 0 0 0,1 1 0 0 0,0-2 0 0 0,0 0 0 0 0,0 0 0 0 0,-9-16 0 0 0,9 14 0 0 0,2 0 0 0 0,-1-1 0 0 0,1-1 0 0 0,0 1 0 0 0,-4-15 0 0 0,6 19 0 0 0,1 2 0 0 0,0-2 0 0 0,0 1 0 0 0,0-1 0 0 0,0 1 0 0 0,1-1 0 0 0,-1 0 0 0 0,1 0 0 0 0,0 1 0 0 0,0-1 0 0 0,1 0 0 0 0,-1 1 0 0 0,2-8 0 0 0,-2 11 0 0 0,1 0 0 0 0,0 1 0 0 0,-1-1 0 0 0,1 0 0 0 0,-1 1 0 0 0,1-1 0 0 0,0 1 0 0 0,0-1 0 0 0,0 0 0 0 0,0 1 0 0 0,0 0 0 0 0,0-1 0 0 0,0 1 0 0 0,0 1 0 0 0,0-2 0 0 0,3 0 0 0 0,22-11 0 0 0,-14 8 0 0 0,-1 0 0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22.068"/>
    </inkml:context>
    <inkml:brush xml:id="br0">
      <inkml:brushProperty name="width" value="0.05" units="cm"/>
      <inkml:brushProperty name="height" value="0.05" units="cm"/>
      <inkml:brushProperty name="color" value="#CC0066"/>
    </inkml:brush>
  </inkml:definitions>
  <inkml:trace contextRef="#ctx0" brushRef="#br0">0 0 19495 0 0,'0'0'2096'0'0,"12"0"-1384"0"0,-9 0-576 0 0,1 0 8 0 0,1 0 0 0 0,-3 0 0 0 0,2 0 304 0 0,-3 0 8 0 0,2 0-8 0 0,-1 0 16 0 0,0 0-336 0 0,0 0 16 0 0,1 0-8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22.398"/>
    </inkml:context>
    <inkml:brush xml:id="br0">
      <inkml:brushProperty name="width" value="0.05" units="cm"/>
      <inkml:brushProperty name="height" value="0.05" units="cm"/>
      <inkml:brushProperty name="color" value="#CC0066"/>
    </inkml:brush>
  </inkml:definitions>
  <inkml:trace contextRef="#ctx0" brushRef="#br0">1 19 17079 0 0,'0'0'3320'0'0,"2"1"-2790"0"0,6 1-284 0 0,1 0-1 0 0,0-1 1 0 0,0-1 0 0 0,1 0 0 0 0,-1 0 0 0 0,0-1-1 0 0,0-1 1 0 0,-1 0 0 0 0,1-1 0 0 0,14-6 0 0 0,-13 4-158 0 0,-1 2-2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22.854"/>
    </inkml:context>
    <inkml:brush xml:id="br0">
      <inkml:brushProperty name="width" value="0.05" units="cm"/>
      <inkml:brushProperty name="height" value="0.05" units="cm"/>
      <inkml:brushProperty name="color" value="#CC0066"/>
    </inkml:brush>
  </inkml:definitions>
  <inkml:trace contextRef="#ctx0" brushRef="#br0">2 1 15376 0 0,'0'0'8214'0'0,"0"2"-8019"0"0,0-2-272 0 0,-1 4 415 0 0,1-1 0 0 0,0 0 0 0 0,0 0-1 0 0,0 0 1 0 0,0 0 0 0 0,1 6 0 0 0,2-6-140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23.182"/>
    </inkml:context>
    <inkml:brush xml:id="br0">
      <inkml:brushProperty name="width" value="0.05" units="cm"/>
      <inkml:brushProperty name="height" value="0.05" units="cm"/>
      <inkml:brushProperty name="color" value="#CC0066"/>
    </inkml:brush>
  </inkml:definitions>
  <inkml:trace contextRef="#ctx0" brushRef="#br0">0 6 18895 0 0,'0'0'3722'0'0,"2"-1"-3594"0"0,7-1 216 0 0,-6 1 14 0 0,1 1 0 0 0,0-1 0 0 0,-1 0 0 0 0,1 1 0 0 0,-1 0 0 0 0,1 0 0 0 0,0 1 0 0 0,4 1 0 0 0,-5-1-324 0 0,7 3 306 0 0,17 4 1 0 0,-19-6-16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25.719"/>
    </inkml:context>
    <inkml:brush xml:id="br0">
      <inkml:brushProperty name="width" value="0.05" units="cm"/>
      <inkml:brushProperty name="height" value="0.05" units="cm"/>
      <inkml:brushProperty name="color" value="#CC0066"/>
    </inkml:brush>
  </inkml:definitions>
  <inkml:trace contextRef="#ctx0" brushRef="#br0">720 312 8032 0 0,'0'0'14031'0'0,"-1"3"-13917"0"0,-1 6 126 0 0,-1 0 1 0 0,1 0 0 0 0,-1 0 0 0 0,0-1-1 0 0,0 1 1 0 0,0-1 0 0 0,-1 0-1 0 0,0-1 1 0 0,0 1 0 0 0,-5 5 0 0 0,5-8-136 0 0,-12 14 1009 0 0,16-18-1054 0 0,-1-1 0 0 0,0 1 0 0 0,1-1 0 0 0,-2 0 0 0 0,2 1 0 0 0,-1-1 0 0 0,0 1 0 0 0,1-1 0 0 0,-2 0 0 0 0,2 1 0 0 0,-1-1 0 0 0,0 0 0 0 0,0 0 0 0 0,0 0 0 0 0,0 0 0 0 0,1-1 0 0 0,-1 1 0 0 0,0 0 0 0 0,0 0 0 0 0,-1-2 0 0 0,0 1 17 0 0,0-2 0 0 0,-1 1 0 0 0,2 0 0 0 0,-2-1-1 0 0,2 1 1 0 0,-1-1 0 0 0,0 0 0 0 0,1 0-1 0 0,-1 0 1 0 0,1 0 0 0 0,-1 0 0 0 0,1-1-1 0 0,0 0 1 0 0,-1-6 0 0 0,-2-2 28 0 0,1-1 0 0 0,1 0 0 0 0,-1-14 0 0 0,-4-17 301 0 0,6 32-258 0 0,-1 1 1 0 0,1-1-1 0 0,0 1 1 0 0,0 0-1 0 0,2-20 0 0 0,-1 31-143 0 0,0-10 47 0 0,0 1 1 0 0,0-1-1 0 0,0 0 1 0 0,-2-11-1 0 0,-1-6 717 0 0,0-1 0 0 0,0-49 0 0 0,2 109-754 0 0,1-19-16 0 0,0 1 1 0 0,0-1-1 0 0,1 19 1 0 0,2-1 0 0 0,-1 2 0 0 0,-1 0 0 0 0,-1-1 0 0 0,-4 51 0 0 0,-1-44 0 0 0,-13 65 0 0 0,17-94 0 0 0,-1-6 0 0 0,0-2 0 0 0,1 1 0 0 0,1 0 0 0 0,-1 0 0 0 0,-1-4 0 0 0,0-3 0 0 0,-1 1 0 0 0,1 0 0 0 0,0-1 0 0 0,-1 0 0 0 0,2 0 0 0 0,-1-1 0 0 0,0 1 0 0 0,-2-9 0 0 0,-6-36 0 0 0,8 40 0 0 0,-4-30 0 0 0,-3-45 0 0 0,1 3 0 0 0,7 73 0 0 0,1 0 0 0 0,0 0 0 0 0,0-11 0 0 0,0-18 0 0 0,0 28 0 0 0,0 7 0 0 0,1 1 0 0 0,-1 0 0 0 0,0-1 0 0 0,0 1 0 0 0,0 0 0 0 0,0-1 0 0 0,0 1 0 0 0,-1 0 0 0 0,1-1 0 0 0,0 1 0 0 0,0 0 0 0 0,0-1 0 0 0,-2-1 0 0 0,2 34 0 0 0,-1-13 0 0 0,-4 134 0 0 0,5-112 0 0 0,-8 57 0 0 0,7-88 0 0 0,0-1 0 0 0,0 1 0 0 0,0-1 0 0 0,0 0 0 0 0,-1 1 0 0 0,0 0 0 0 0,-3 9 0 0 0,0-13 0 0 0,-1 1 0 0 0,5-4 0 0 0,0 2 0 0 0,-1-2 0 0 0,2-2 0 0 0,-1 0 0 0 0,1 0 0 0 0,0 0 0 0 0,-1 1 0 0 0,1-1 0 0 0,-1 0 0 0 0,1-1 0 0 0,0 1 0 0 0,-1 0 0 0 0,1 0 0 0 0,0 0 0 0 0,-1 0 0 0 0,1 0 0 0 0,0-1 0 0 0,-1 1 0 0 0,0 0 0 0 0,1-1 0 0 0,0 1 0 0 0,0 0 0 0 0,-1 0 0 0 0,1 0 0 0 0,0-1 0 0 0,0 1 0 0 0,-1-1 0 0 0,1 0 0 0 0,-6-9 0 0 0,-4-16 0 0 0,6 18 0 0 0,1 1 0 0 0,0-1 0 0 0,1 0 0 0 0,-1-1 0 0 0,-2-9 0 0 0,5 14 0 0 0,-1-1 0 0 0,0 1 0 0 0,-1 0 0 0 0,-2-6 0 0 0,0-1 0 0 0,2 7 0 0 0,1 2 0 0 0,-2-2 0 0 0,2 3 0 0 0,-2 1 0 0 0,2 0 0 0 0,1 1 0 0 0,-1-1 0 0 0,0 0 0 0 0,0 1 0 0 0,1 0 0 0 0,-1 0 0 0 0,0 0 0 0 0,0-1 0 0 0,1 1 0 0 0,-1 0 0 0 0,1 0 0 0 0,-1 0 0 0 0,1 0 0 0 0,0 0 0 0 0,-1 0 0 0 0,0 0 0 0 0,0 2 0 0 0,-1 4 0 0 0,-20 24 0 0 0,-8 9 0 0 0,30-39 0 0 0,-1 1 0 0 0,0-1 0 0 0,-1-1 0 0 0,1 1 0 0 0,0 1 0 0 0,-1-1 0 0 0,1-1 0 0 0,0 0 0 0 0,0 1 0 0 0,-1 0 0 0 0,1-1 0 0 0,0 0 0 0 0,-1 1 0 0 0,1-1 0 0 0,0 0 0 0 0,-1 0 0 0 0,1 0 0 0 0,-3-1 0 0 0,2 0 0 0 0,0 0 0 0 0,0 1 0 0 0,0-1 0 0 0,1-1 0 0 0,-2 1 0 0 0,2 0 0 0 0,-1-1 0 0 0,0 0 0 0 0,1 0 0 0 0,-1 0 0 0 0,-2-3 0 0 0,2 2 0 0 0,0 0 0 0 0,0 0 0 0 0,1-1 0 0 0,-2 0 0 0 0,2 1 0 0 0,-1-1 0 0 0,1 0 0 0 0,0 0 0 0 0,-1 0 0 0 0,1 0 0 0 0,0 0 0 0 0,1 0 0 0 0,-1 0 0 0 0,0-1 0 0 0,1 1 0 0 0,-1-7 0 0 0,2 4 0 0 0,0-1 0 0 0,0 1 0 0 0,0 0 0 0 0,1 0 0 0 0,0 0 0 0 0,-1 0 0 0 0,2 1 0 0 0,-1-1 0 0 0,0 1 0 0 0,6-10 0 0 0,-8 15 0 0 0,0 1 0 0 0,1 0 0 0 0,-1-1 0 0 0,0 1 0 0 0,1-1 0 0 0,-1 1 0 0 0,0-1 0 0 0,1 1 0 0 0,0 0 0 0 0,-1-1 0 0 0,1 1 0 0 0,-1 0 0 0 0,0 0 0 0 0,1 0 0 0 0,-1-1 0 0 0,1 1 0 0 0,-1 0 0 0 0,1 0 0 0 0,-1 0 0 0 0,1 0 0 0 0,-1 0 0 0 0,1 0 0 0 0,-1 1 0 0 0,0-1 0 0 0,1 0 0 0 0,0 0 0 0 0,-1 1 0 0 0,0-1 0 0 0,1 0 0 0 0,-1 1 0 0 0,1-1 0 0 0,-1 0 0 0 0,0 1 0 0 0,2 0 0 0 0,-2 0 0 0 0,1 0 0 0 0,0 0 0 0 0,0 0 0 0 0,0 0 0 0 0,0 0 0 0 0,0 1 0 0 0,-1-1 0 0 0,1 0 0 0 0,-1 1 0 0 0,1-1 0 0 0,0 0 0 0 0,-1 1 0 0 0,1 1 0 0 0,0 2 0 0 0,-1 0 0 0 0,1 0 0 0 0,0-1 0 0 0,-1 1 0 0 0,0 0 0 0 0,-1 0 0 0 0,1-1 0 0 0,-1 1 0 0 0,1 0 0 0 0,-1-1 0 0 0,0 1 0 0 0,0 0 0 0 0,0-1 0 0 0,0 1 0 0 0,-1-1 0 0 0,0 0 0 0 0,-2 7 0 0 0,1-6 0 0 0,0 0 0 0 0,0 0 0 0 0,0 0 0 0 0,-1 0 0 0 0,1-1 0 0 0,-1 0 0 0 0,0 0 0 0 0,0 0 0 0 0,0 0 0 0 0,0-1 0 0 0,-8 4 0 0 0,0-1 0 0 0,1 0 0 0 0,0-1 0 0 0,-1-2 0 0 0,-15 3 0 0 0,22-5 0 0 0,0-1 0 0 0,0 0 0 0 0,0-1 0 0 0,0 0 0 0 0,-1 1 0 0 0,1-2 0 0 0,1 0 0 0 0,-1 1 0 0 0,0-2 0 0 0,1 1 0 0 0,-2-1 0 0 0,-5-6 0 0 0,4 3 0 0 0,1-1 0 0 0,-1 1 0 0 0,2-1 0 0 0,-1-1 0 0 0,0 1 0 0 0,1-1 0 0 0,0-1 0 0 0,0 1 0 0 0,1-1 0 0 0,0-1 0 0 0,0 1 0 0 0,1-1 0 0 0,-1 0 0 0 0,1 0 0 0 0,1-1 0 0 0,-1 1 0 0 0,1-1 0 0 0,0 0 0 0 0,0-11 0 0 0,2 17 0 0 0,0 1 0 0 0,1-1 0 0 0,-1 0 0 0 0,1 0 0 0 0,-1 0 0 0 0,1 0 0 0 0,1 1 0 0 0,-1-1 0 0 0,0 1 0 0 0,1-1 0 0 0,-1 1 0 0 0,3-5 0 0 0,3 0 0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26.050"/>
    </inkml:context>
    <inkml:brush xml:id="br0">
      <inkml:brushProperty name="width" value="0.05" units="cm"/>
      <inkml:brushProperty name="height" value="0.05" units="cm"/>
      <inkml:brushProperty name="color" value="#CC0066"/>
    </inkml:brush>
  </inkml:definitions>
  <inkml:trace contextRef="#ctx0" brushRef="#br0">0 41 19799 0 0,'0'0'3939'0'0,"2"0"-3467"0"0,0-1-315 0 0,0 0 0 0 0,-1 1 0 0 0,1-1 0 0 0,0 0 0 0 0,-1 0 1 0 0,1 0-1 0 0,0 0 0 0 0,-1 0 0 0 0,1-1 0 0 0,-1 0 0 0 0,1 1 0 0 0,1-3 0 0 0,6-5 25 0 0,3-1 223 0 0,-6 5-197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26.383"/>
    </inkml:context>
    <inkml:brush xml:id="br0">
      <inkml:brushProperty name="width" value="0.05" units="cm"/>
      <inkml:brushProperty name="height" value="0.05" units="cm"/>
      <inkml:brushProperty name="color" value="#CC0066"/>
    </inkml:brush>
  </inkml:definitions>
  <inkml:trace contextRef="#ctx0" brushRef="#br0">1 0 18295 0 0,'0'0'456'0'0,"1"16"0"0"0,0-12 0 0 0,0 0 184 0 0,2 3 992 0 0,-3-1-168 0 0,0-3-1184 0 0,0 0 632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26.748"/>
    </inkml:context>
    <inkml:brush xml:id="br0">
      <inkml:brushProperty name="width" value="0.05" units="cm"/>
      <inkml:brushProperty name="height" value="0.05" units="cm"/>
      <inkml:brushProperty name="color" value="#CC0066"/>
    </inkml:brush>
  </inkml:definitions>
  <inkml:trace contextRef="#ctx0" brushRef="#br0">0 21 14368 0 0,'0'0'2423'0'0,"3"1"-1967"0"0,-1 0-348 0 0,-2-1-4 0 0,1 0 1 0 0,0 1-1 0 0,0-1 0 0 0,0 0 1 0 0,-1 0-1 0 0,1 1 1 0 0,0-1-1 0 0,0 0 1 0 0,-1-1-1 0 0,2 1 0 0 0,-2 0 1 0 0,1 0-1 0 0,0-1 1 0 0,-1 1-1 0 0,2 0 1 0 0,-2-1-1 0 0,1 1 1 0 0,0-1-1 0 0,-1 1 0 0 0,1-1 1 0 0,0 1-1 0 0,0-1 1 0 0,-1 0-1 0 0,1 0 1 0 0,1-1-1 0 0,-2 1-15 0 0,1-1 0 0 0,0 2 0 0 0,-1-2 0 0 0,2 1 0 0 0,-2 0 0 0 0,1 1 0 0 0,0-1 0 0 0,0 0 0 0 0,0 0 0 0 0,0 0 0 0 0,0 0 0 0 0,0 1 0 0 0,1 0 0 0 0,-1-1 0 0 0,0 1 0 0 0,0-1 0 0 0,1 1 0 0 0,2 0 80 0 0,-1 0 0 0 0,0 1 0 0 0,0 0-1 0 0,5 1 1 0 0,5 2-92 0 0,-9-4 49 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27.095"/>
    </inkml:context>
    <inkml:brush xml:id="br0">
      <inkml:brushProperty name="width" value="0.05" units="cm"/>
      <inkml:brushProperty name="height" value="0.05" units="cm"/>
      <inkml:brushProperty name="color" value="#CC0066"/>
    </inkml:brush>
  </inkml:definitions>
  <inkml:trace contextRef="#ctx0" brushRef="#br0">330 0 16687 0 0,'0'0'2763'0'0,"-1"2"-1619"0"0,-1 2-1093 0 0,0-1 0 0 0,0 0 0 0 0,0 0-1 0 0,-1 0 1 0 0,1-1 0 0 0,0 1 0 0 0,0-1 0 0 0,-1 0 0 0 0,0 0 0 0 0,1 0 0 0 0,-1 0-1 0 0,-4 1 1 0 0,-13 11 576 0 0,-2 2-57 0 0,0-1 1 0 0,-1-2-1 0 0,-30 11 1 0 0,1 1 14 0 0,43-21-436 0 0,-1 1 0 0 0,0 1 0 0 0,1 0 0 0 0,0 1 0 0 0,1 0 0 0 0,-1 1 0 0 0,-15 19 0 0 0,11-13 557 0 0,12-14-554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28.111"/>
    </inkml:context>
    <inkml:brush xml:id="br0">
      <inkml:brushProperty name="width" value="0.05" units="cm"/>
      <inkml:brushProperty name="height" value="0.05" units="cm"/>
      <inkml:brushProperty name="color" value="#CC0066"/>
    </inkml:brush>
  </inkml:definitions>
  <inkml:trace contextRef="#ctx0" brushRef="#br0">304 34 8840 0 0,'0'0'6062'0'0,"0"3"-5763"0"0,0 0-428 0 0,2 25 1477 0 0,-2-28-1263 0 0,0 2-1 0 0,1-1 0 0 0,-1 1 0 0 0,1-2 1 0 0,-1 2-1 0 0,1-1 0 0 0,-1 0 0 0 0,1 0 0 0 0,-1 0 1 0 0,1 1-1 0 0,0-1 0 0 0,-1-1 0 0 0,1 1 0 0 0,0 0 1 0 0,-1 0-1 0 0,1 0 0 0 0,0-1 0 0 0,0 1 1 0 0,1 0-1 0 0,0 1 11 0 0,-1-2 0 0 0,0 0 0 0 0,1 1 1 0 0,-1 0-1 0 0,0-1 0 0 0,1 1 0 0 0,-1-1 0 0 0,0 0 0 0 0,1 1 1 0 0,-1-1-1 0 0,0-1 0 0 0,1 1 0 0 0,-1 0 0 0 0,0 0 1 0 0,1-1-1 0 0,-1 0 0 0 0,1 1 0 0 0,-1-1 0 0 0,0 1 1 0 0,0-1-1 0 0,1 0 0 0 0,-1 0 0 0 0,0 0 0 0 0,0 0 0 0 0,1-1 1 0 0,-1 1-1 0 0,1-2 0 0 0,15-21 504 0 0,-16 23-539 0 0,0-1 1 0 0,0 1-1 0 0,0-1 1 0 0,0 0-1 0 0,-1 1 0 0 0,1-2 1 0 0,0 2-1 0 0,-1-1 1 0 0,1-1-1 0 0,0 2 1 0 0,-1-2-1 0 0,0 1 1 0 0,1-2-1 0 0,-1 3 2 0 0,0 0-1 0 0,0 0 1 0 0,-1 0-1 0 0,1 0 1 0 0,0 0-1 0 0,0 0 0 0 0,-1 0 1 0 0,1 0-1 0 0,-1 0 1 0 0,1 0-1 0 0,0 0 1 0 0,-1 1-1 0 0,1-1 1 0 0,-1 0-1 0 0,1 0 0 0 0,-1 0 1 0 0,0 1-1 0 0,1-1 1 0 0,-1 1-1 0 0,1-1 1 0 0,-1 0-1 0 0,-1 0 1 0 0,1 1 10 0 0,0-2 0 0 0,-1 1 0 0 0,1 0 0 0 0,-1 0 0 0 0,1 1 0 0 0,-1 0 0 0 0,1-1 0 0 0,-4 0 0 0 0,2 2 3 0 0,0-1 1 0 0,0 1 0 0 0,1-1-1 0 0,-1 1 1 0 0,0 0 0 0 0,0 0-1 0 0,0 1 1 0 0,1-1 0 0 0,-1 1-1 0 0,1 0 1 0 0,-1 0 0 0 0,1 0-1 0 0,0 1 1 0 0,-1-1 0 0 0,-2 6-1 0 0,-1-1 109 0 0,1 1-1 0 0,1 0 0 0 0,0 0 0 0 0,0 0 0 0 0,-4 12 0 0 0,6-13-43 0 0,-1 2 1 0 0,2-2 0 0 0,-1 1-1 0 0,-1 12 1 0 0,-2 11 404 0 0,-2 6 15 0 0,5-21-133 0 0,-8 26 0 0 0,7-36-363 0 0,1 0-1 0 0,-1 1 0 0 0,-1-2 0 0 0,1 1 1 0 0,0 0-1 0 0,-1-1 0 0 0,0 0 0 0 0,0-1 0 0 0,0 1 1 0 0,0-1-1 0 0,0 0 0 0 0,-1 0 0 0 0,1-1 1 0 0,-1 0-1 0 0,0 1 0 0 0,0-2 0 0 0,0 0 1 0 0,-7 2-1 0 0,6-4 14 0 0,0 0 1 0 0,-12-1-1 0 0,-3-1 64 0 0,7 2-68 0 0,4 1-21 0 0,0-1 0 0 0,1-1 0 0 0,-1 0 0 0 0,0 0 0 0 0,-11-6 0 0 0,19 6-38 0 0,0 0 0 0 0,1 0 0 0 0,0-1-1 0 0,-1 1 1 0 0,1-1 0 0 0,-1 0 0 0 0,1 0-1 0 0,-1 0 1 0 0,1 1 0 0 0,0-2 0 0 0,0 1-1 0 0,0 0 1 0 0,0 0 0 0 0,0-1 0 0 0,0 1-1 0 0,0-1 1 0 0,0-2 0 0 0,0 1 0 0 0,0 0 1 0 0,0 0-1 0 0,1 0 1 0 0,-1 1-1 0 0,1-1 1 0 0,0 0-1 0 0,-1 0 1 0 0,1 0-1 0 0,0 0 1 0 0,1 0-1 0 0,-1-5 1 0 0,1 5 6 0 0,0-1 0 0 0,1 1-1 0 0,0-1 1 0 0,0 1 0 0 0,3-7 0 0 0,5-13 44 0 0,-6 11-48 0 0,-1 7 5 0 0,-1-2-1 0 0,0 1 0 0 0,0 0 0 0 0,0-1 0 0 0,-1 0 1 0 0,0 0-1 0 0,1-15 0 0 0,-2 23-5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28.849"/>
    </inkml:context>
    <inkml:brush xml:id="br0">
      <inkml:brushProperty name="width" value="0.05" units="cm"/>
      <inkml:brushProperty name="height" value="0.05" units="cm"/>
      <inkml:brushProperty name="color" value="#CC0066"/>
    </inkml:brush>
  </inkml:definitions>
  <inkml:trace contextRef="#ctx0" brushRef="#br0">291 0 20703 0 0,'0'0'3726'0'0,"0"2"-3194"0"0,2 48 1551 0 0,-1-29-1693 0 0,-1-1 0 0 0,-1 29 0 0 0,1-7 119 0 0,0-34-442 0 0,0-1-1 0 0,0 0 1 0 0,0 1 0 0 0,0 0-1 0 0,-1-1 1 0 0,0 0 0 0 0,-1 8-1 0 0,-6 9 236 0 0,8-24-296 0 0,-1 1 0 0 0,1 0 0 0 0,0-1 1 0 0,0 1-1 0 0,0 0 0 0 0,0-1 0 0 0,-1 1 0 0 0,1-1 1 0 0,0 0-1 0 0,0 0 0 0 0,-1 1 0 0 0,1-1 0 0 0,-1 1 0 0 0,1-1 1 0 0,0 1-1 0 0,0-1 0 0 0,-1 1 0 0 0,1-1 0 0 0,0 0 1 0 0,-1 0-1 0 0,1 0 0 0 0,0 0 0 0 0,-1 0 0 0 0,0 0 1 0 0,1 0-1 0 0,0 1 0 0 0,-1-1 0 0 0,1 0 0 0 0,0 0 1 0 0,-1 0-1 0 0,1 0 0 0 0,-1 0 0 0 0,1-1 0 0 0,-1 1 1 0 0,1 0-1 0 0,0 0 0 0 0,-1 0 0 0 0,1 0 0 0 0,0 0 0 0 0,-1 0 1 0 0,1-1-1 0 0,0 1 0 0 0,-1 0 0 0 0,0-1 0 0 0,1 0 1 0 0,-17-18 51 0 0,15 17-41 0 0,-4-5 7 0 0,0-1 0 0 0,1-1 0 0 0,-1 0 1 0 0,1 0-1 0 0,1 0 0 0 0,-5-13 0 0 0,8 18-13 0 0,0 4 5 0 0,1-1-1 0 0,-1-1 1 0 0,1 1 0 0 0,0 0-1 0 0,-1 0 1 0 0,1 0-1 0 0,-1-1 1 0 0,1 2-1 0 0,-1-1 1 0 0,1 0-1 0 0,-1 0 1 0 0,0 0-1 0 0,1 1 1 0 0,-1-1 0 0 0,0 0-1 0 0,1 0 1 0 0,-1 0-1 0 0,-1 0 1 0 0,1 2-6 0 0,1 1 1 0 0,0 0 0 0 0,-1-2 0 0 0,1 2 0 0 0,0 0-1 0 0,-1-1 1 0 0,1 1 0 0 0,0-1 0 0 0,0 1-1 0 0,0-1 1 0 0,0 1 0 0 0,1 1 0 0 0,-1-1-1 0 0,0 4 5 0 0,0 0 1 0 0,-1-1-1 0 0,1 1 0 0 0,-1 0 0 0 0,1-1 0 0 0,-1 0 0 0 0,-1 1 0 0 0,1 0 0 0 0,0-1 0 0 0,-1 0 0 0 0,0 0 0 0 0,1 0 1 0 0,-2 0-1 0 0,1 0 0 0 0,0-1 0 0 0,-1 1 0 0 0,1-1 0 0 0,-5 5 0 0 0,5-7-3 0 0,-1 1 1 0 0,1-1-1 0 0,-1 1 0 0 0,0-1 1 0 0,1 0-1 0 0,-1-1 0 0 0,0 1 1 0 0,0 0-1 0 0,0-1 0 0 0,0 0 1 0 0,0 0-1 0 0,0 0 0 0 0,0-1 1 0 0,0 1-1 0 0,-6-2 1 0 0,5 1-4 0 0,-1 0 1 0 0,1-1 0 0 0,-1 0 0 0 0,1 0 0 0 0,0-1 0 0 0,-1 0 0 0 0,1 0 0 0 0,0-1 0 0 0,-1 1 0 0 0,-4-5 0 0 0,6 4 9 0 0,0-1-1 0 0,0 0 1 0 0,0-1 0 0 0,0 1 0 0 0,0-1 0 0 0,1 0-1 0 0,0 0 1 0 0,-3-5 0 0 0,4 6 15 0 0,-1-1 1 0 0,1 0-1 0 0,0 0 0 0 0,0 0 1 0 0,0 0-1 0 0,1 0 0 0 0,-1 0 1 0 0,1 1-1 0 0,0-1 0 0 0,0-1 1 0 0,0-5-1 0 0,0 11-28 0 0,0 0 1 0 0,0-1-1 0 0,0 1 1 0 0,1-1-1 0 0,-1 1 0 0 0,0-1 1 0 0,0 1-1 0 0,0-1 1 0 0,0 1-1 0 0,0 0 0 0 0,0-1 1 0 0,0 1-1 0 0,1 0 1 0 0,-1 0-1 0 0,0 0 0 0 0,0-1 1 0 0,1 1-1 0 0,-1 0 1 0 0,0-1-1 0 0,0 1 0 0 0,0 0 1 0 0,1-1-1 0 0,-1 1 1 0 0,0 0-1 0 0,0 0 0 0 0,1 0 1 0 0,-1-1-1 0 0,0 1 1 0 0,0 0-1 0 0,0 0 0 0 0,1 0 1 0 0,-1 0-1 0 0,1 0 1 0 0,-1 0-1 0 0,0 0 0 0 0,0 0 1 0 0,1 0-1 0 0,-1 0 1 0 0,0 0-1 0 0,0 0 0 0 0,1 0 1 0 0,-1 1-1 0 0,0-1 1 0 0,0 0-1 0 0,1 0 0 0 0,-1 0 1 0 0,0 1-1 0 0,1-1 1 0 0,-1 0-1 0 0,0 0 0 0 0,0 1 1 0 0,0-1-1 0 0,1 1 1 0 0,0 0 4 0 0,-1 0 0 0 0,1 1 0 0 0,0-1 0 0 0,0 0 0 0 0,-1 1 0 0 0,1-1 0 0 0,-1 1 0 0 0,1-1 0 0 0,-1 1 0 0 0,1-1 1 0 0,0 4-1 0 0,-1 2 15 0 0,1-1 0 0 0,-1 1 0 0 0,0-1 0 0 0,-1 0 0 0 0,1 0 0 0 0,-1 1 0 0 0,0-1 0 0 0,0 0 0 0 0,0 1 0 0 0,-1-2 0 0 0,1 2 0 0 0,-1-1 0 0 0,0-1 0 0 0,0 1 0 0 0,0 0 0 0 0,0-1 0 0 0,-1 0 0 0 0,0 0 0 0 0,-4 6 0 0 0,7-10-24 0 0,-1-1 0 0 0,0 1 1 0 0,1 0-1 0 0,-1 1 0 0 0,1-2 1 0 0,-1 1-1 0 0,1 1 0 0 0,0-1 1 0 0,-1 0-1 0 0,0 0 0 0 0,1 1 1 0 0,0-1-1 0 0,0 0 0 0 0,-1 0 1 0 0,1 2-1 0 0,-1 7 2 0 0,0-6-4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29.243"/>
    </inkml:context>
    <inkml:brush xml:id="br0">
      <inkml:brushProperty name="width" value="0.05" units="cm"/>
      <inkml:brushProperty name="height" value="0.05" units="cm"/>
      <inkml:brushProperty name="color" value="#CC0066"/>
    </inkml:brush>
  </inkml:definitions>
  <inkml:trace contextRef="#ctx0" brushRef="#br0">30 3 21503 0 0,'0'0'3120'0'0,"-2"0"-2976"0"0,-2-1-215 0 0,3 1 342 0 0,0 0 0 0 0,-1-1-1 0 0,1 1 1 0 0,0 0-1 0 0,0 0 1 0 0,0 0 0 0 0,0 0-1 0 0,-1 0 1 0 0,1 1-1 0 0,0-1 1 0 0,0 1 0 0 0,0-1-1 0 0,-1 0 1 0 0,1 1-1 0 0,0 0 1 0 0,0 0 0 0 0,0 0-1 0 0,-2 1 1 0 0,4 0-149 0 0,1 1 5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29.890"/>
    </inkml:context>
    <inkml:brush xml:id="br0">
      <inkml:brushProperty name="width" value="0.05" units="cm"/>
      <inkml:brushProperty name="height" value="0.05" units="cm"/>
      <inkml:brushProperty name="color" value="#CC0066"/>
    </inkml:brush>
  </inkml:definitions>
  <inkml:trace contextRef="#ctx0" brushRef="#br0">128 165 18591 0 0,'0'0'7628'0'0,"2"0"-7422"0"0,14-3-53 0 0,-2 0 0 0 0,24-10 1 0 0,35-28 464 0 0,-22 14-382 0 0,28-11 104 0 0,-56 27-239 0 0,-19 7 23 0 0,1 2 0 0 0,-1 0 1 0 0,0 1-1 0 0,0-1 0 0 0,0 0 0 0 0,1 2 1 0 0,5-2-1 0 0,-15-4 240 0 0,4 6-336 0 0,1 0 1 0 0,0-1-1 0 0,0 1 0 0 0,-1-1 0 0 0,1 0 0 0 0,0 1 0 0 0,-1-1 0 0 0,1 0 0 0 0,0 1 1 0 0,-1 0-1 0 0,0 0 0 0 0,1 0 0 0 0,0-1 0 0 0,-1 1 0 0 0,1-1 0 0 0,-1 1 0 0 0,-7 1 103 0 0,1 0-1 0 0,0 0 1 0 0,-14 7-1 0 0,-10 1 134 0 0,29-8-243 0 0,-1 0 0 0 0,0 1 0 0 0,0-2 0 0 0,0 2 0 0 0,0 0 0 0 0,1-1 0 0 0,-1 2 0 0 0,1-2 0 0 0,-1 2 0 0 0,1-1 0 0 0,0 1 0 0 0,-1-1 0 0 0,-2 7 0 0 0,-4 3 34 0 0,2-6-1 0 0,0 1 0 0 0,0-2 0 0 0,0 1-1 0 0,-11 6 1 0 0,-30 14 203 0 0,42-24-251 0 0,-3 2 27 0 0,0 0 0 0 0,1-1 0 0 0,-11 2 0 0 0,-16 6 63 0 0,-50 25 31 0 0,66-27-69 0 0,14-6-26 0 0,-1 0 0 0 0,0 0 0 0 0,0-2-1 0 0,0 2 1 0 0,-10-1 0 0 0,16-2 32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19:30.636"/>
    </inkml:context>
    <inkml:brush xml:id="br0">
      <inkml:brushProperty name="width" value="0.05" units="cm"/>
      <inkml:brushProperty name="height" value="0.05" units="cm"/>
      <inkml:brushProperty name="color" value="#CC0066"/>
    </inkml:brush>
  </inkml:definitions>
  <inkml:trace contextRef="#ctx0" brushRef="#br0">96 3 26207 0 0,'0'0'-8'0'0,"2"0"-14"0"0,9-2 11 0 0,-11 2 3 0 0,-4 12-7 0 0,1-6 16 0 0,0-1 0 0 0,0 1 0 0 0,0-2 0 0 0,-1 1 0 0 0,1-1 0 0 0,-1 0-1 0 0,0 1 1 0 0,0-1 0 0 0,0-1 0 0 0,-1 0 0 0 0,1 0 0 0 0,0 0 0 0 0,-1-1 0 0 0,1 1 0 0 0,-1-2-1 0 0,1 1 1 0 0,-11 1 0 0 0,14-3 3 0 0,1 0 0 0 0,-1 0-1 0 0,0 0 1 0 0,0 0 0 0 0,0 0-1 0 0,1-1 1 0 0,-1 1 0 0 0,0 0 0 0 0,0 0-1 0 0,0 0 1 0 0,1-1 0 0 0,-1 0-1 0 0,0 1 1 0 0,0-1 0 0 0,1 0-1 0 0,-1 1 1 0 0,0-1 0 0 0,1 1 0 0 0,-1-1-1 0 0,1-1 1 0 0,-1 1 0 0 0,0 1-1 0 0,0-3 1 0 0,0 1 22 0 0,1 0 0 0 0,-1 0 0 0 0,0 0 0 0 0,0 0 1 0 0,1-1-1 0 0,0 2 0 0 0,-1-2 0 0 0,1 1 0 0 0,0-1 0 0 0,-1-3 0 0 0,2 5-9 0 0,0 0 0 0 0,0 0-1 0 0,1 1 1 0 0,-1-1 0 0 0,0 1-1 0 0,1 0 1 0 0,-1-1 0 0 0,0 1 0 0 0,0 0-1 0 0,0 0 1 0 0,0 0 0 0 0,3 0 0 0 0,5 2 69 0 0,0 2 2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03.038"/>
    </inkml:context>
    <inkml:brush xml:id="br0">
      <inkml:brushProperty name="width" value="0.05" units="cm"/>
      <inkml:brushProperty name="height" value="0.05" units="cm"/>
      <inkml:brushProperty name="color" value="#CC0066"/>
    </inkml:brush>
  </inkml:definitions>
  <inkml:trace contextRef="#ctx0" brushRef="#br0">172 51 10248 0 0,'0'0'9775'0'0,"0"3"-9564"0"0,0 12 374 0 0,-1 1 1 0 0,-1-1-1 0 0,-3 18 0 0 0,4-31-521 0 0,1 1-1 0 0,0-1 1 0 0,-1 1-1 0 0,1 0 1 0 0,-2-1-1 0 0,2 1 1 0 0,-1-1 0 0 0,0 0-1 0 0,0 0 1 0 0,0 1-1 0 0,0-2 1 0 0,0 2-1 0 0,-1-2 1 0 0,1 2-1 0 0,-3 2 1 0 0,0-3 32 0 0,1 1 0 0 0,0-1 0 0 0,-1 0 0 0 0,1-1-1 0 0,-1 1 1 0 0,1 0 0 0 0,-5 0 0 0 0,-29 9 440 0 0,33-9-477 0 0,-2 1 570 0 0,7-2-616 0 0,-1-1 0 0 0,0 1 0 0 0,0-1 0 0 0,0 0 0 0 0,0 1 0 0 0,0-1 0 0 0,0 0 0 0 0,0 1 0 0 0,1-1 0 0 0,-1 0 0 0 0,0 0 0 0 0,0 0 0 0 0,0 0 0 0 0,0 1 0 0 0,1-1 0 0 0,-1 0 0 0 0,0 0 0 0 0,0 1 0 0 0,0-1 0 0 0,1 0 0 0 0,-1 0 0 0 0,0 0 1 0 0,1 0-1 0 0,-1 0 0 0 0,0 0 0 0 0,0 0 0 0 0,1 0 0 0 0,-1 1 0 0 0,1-1 7 0 0,0 0 0 0 0,1 1 1 0 0,-1-1-1 0 0,1 0 0 0 0,-1 0 1 0 0,1 0-1 0 0,-1 0 0 0 0,1-1 1 0 0,-1 1-1 0 0,1-1 0 0 0,-1 1 1 0 0,0-1-1 0 0,2 0 0 0 0,-3 1-10 0 0,1 0 0 0 0,-1 0-1 0 0,0-1 1 0 0,1 1-1 0 0,-1 0 1 0 0,0 0 0 0 0,1-1-1 0 0,0 1 1 0 0,-1-1 0 0 0,0 1-1 0 0,1-1 1 0 0,-1 1 0 0 0,0 0-1 0 0,1 0 1 0 0,-1-1-1 0 0,0 1 1 0 0,0-1 0 0 0,1 0-1 0 0,-1 1 1 0 0,0-1 0 0 0,1 0-1 0 0,-1 1 1 0 0,0 0 0 0 0,0-1-1 0 0,0 0 1 0 0,0 1-1 0 0,0-1 1 0 0,1 0 0 0 0,-1 1-1 0 0,0-1 1 0 0,0 1 0 0 0,0-1-1 0 0,0 0 1 0 0,0 0-1 0 0,0 1 1 0 0,-1 0 0 0 0,1-1-1 0 0,0 0 1 0 0,0 0 0 0 0,0 1-1 0 0,0-2 1 0 0,-1 1 21 0 0,0-1 0 0 0,0 0 1 0 0,0 0-1 0 0,0 0 0 0 0,0 1 0 0 0,0-1 1 0 0,0 1-1 0 0,0 0 0 0 0,0-1 0 0 0,-1 1 1 0 0,1 0-1 0 0,0 0 0 0 0,0 0 0 0 0,-1 0 1 0 0,1 0-1 0 0,-1 1 0 0 0,-2-2 0 0 0,-1 1 90 0 0,0 0-1 0 0,0 1 1 0 0,-10 0-1 0 0,3 0 33 0 0,5 4-44 0 0,4-3 49 0 0,-4-6 14 0 0,6 2-153 0 0,0 1 0 0 0,0-2 0 0 0,0 2 0 0 0,0 0 0 0 0,-1-2 0 0 0,2 1 0 0 0,-1 1 0 0 0,0-2 0 0 0,1 1 0 0 0,-1-3 0 0 0,-3-37 117 0 0,3 35-81 0 0,-3-67 1802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03.372"/>
    </inkml:context>
    <inkml:brush xml:id="br0">
      <inkml:brushProperty name="width" value="0.05" units="cm"/>
      <inkml:brushProperty name="height" value="0.05" units="cm"/>
      <inkml:brushProperty name="color" value="#CC0066"/>
    </inkml:brush>
  </inkml:definitions>
  <inkml:trace contextRef="#ctx0" brushRef="#br0">0 0 19591 0 0,'2'1'278'0'0,"0"-1"-1"0"0,0 1 1 0 0,0-1-1 0 0,0 0 1 0 0,0 2-1 0 0,0-1 1 0 0,3 2-1 0 0,8 4 1241 0 0,32 7 719 0 0,-41-12-2084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04.243"/>
    </inkml:context>
    <inkml:brush xml:id="br0">
      <inkml:brushProperty name="width" value="0.05" units="cm"/>
      <inkml:brushProperty name="height" value="0.05" units="cm"/>
      <inkml:brushProperty name="color" value="#CC0066"/>
    </inkml:brush>
  </inkml:definitions>
  <inkml:trace contextRef="#ctx0" brushRef="#br0">190 49 13768 0 0,'0'0'3197'0'0,"1"2"-2643"0"0,4 1-226 0 0,-1 0 0 0 0,1-1 0 0 0,0 0 0 0 0,0 1 0 0 0,8 0 0 0 0,-11-2-278 0 0,1-1-1 0 0,0 0 1 0 0,-1 0 0 0 0,1 0-1 0 0,-1 0 1 0 0,1 0 0 0 0,0-1-1 0 0,-1 0 1 0 0,1 0 0 0 0,0 0-1 0 0,-1 1 1 0 0,1-2-1 0 0,2-1 1 0 0,-5 2 1 0 0,1 0 1 0 0,0 0-1 0 0,0 0 0 0 0,0 1 1 0 0,-1-1-1 0 0,1 0 0 0 0,-1 0 1 0 0,1 0-1 0 0,0 0 0 0 0,-1 0 0 0 0,1-1 1 0 0,-1 1-1 0 0,1 0 0 0 0,-1 0 1 0 0,0-1-1 0 0,1 2 0 0 0,-1-2 1 0 0,1 1-1 0 0,-1-1 0 0 0,0 1 1 0 0,0 0-1 0 0,0-1 0 0 0,0 2 0 0 0,0-2 1 0 0,0 0-1 0 0,0 2 0 0 0,0-2 1 0 0,0 0-1 0 0,0 1 0 0 0,-1 0 1 0 0,1 0-1 0 0,-1-1 0 0 0,1 2 0 0 0,0-2 1 0 0,-1 1-1 0 0,1-1 0 0 0,-1 2 1 0 0,1-2-1 0 0,-1 1 0 0 0,0 0 1 0 0,1 1-1 0 0,-1-2 0 0 0,1 1 1 0 0,-1 0-1 0 0,0 1 0 0 0,0-1 0 0 0,1 0 1 0 0,-1 1-1 0 0,0-1 0 0 0,0 0 1 0 0,0 0-1 0 0,0 1 0 0 0,-1 0 1 0 0,-2-1 92 0 0,1 0 0 0 0,-1 1 0 0 0,0 0 0 0 0,1 0 0 0 0,0 1 0 0 0,-1 0 0 0 0,0-1 0 0 0,1 1 0 0 0,-1 1 0 0 0,0 0 0 0 0,1-1 0 0 0,0 2 0 0 0,-7 4 0 0 0,9-5-84 0 0,0-1 0 0 0,1 1 0 0 0,-1-1 0 0 0,0 2 0 0 0,0-1 0 0 0,1-1 0 0 0,-1 2 0 0 0,1-2 0 0 0,0 2 0 0 0,-1-2 0 0 0,1 2 0 0 0,0-1 0 0 0,0 0 0 0 0,0 3 0 0 0,0 31 542 0 0,1-28-477 0 0,0-1 0 0 0,1 0 0 0 0,0 1-1 0 0,0-2 1 0 0,0 2 0 0 0,1-2 0 0 0,4 12-1 0 0,-3-9 59 0 0,0 0 1 0 0,-1 1-1 0 0,3 9 0 0 0,-6-17-164 0 0,1 0 1 0 0,-1 0-1 0 0,0 0 1 0 0,0 0-1 0 0,0 0 1 0 0,0 0-1 0 0,0 0 1 0 0,0 0-1 0 0,-1 0 1 0 0,1 0-1 0 0,-1 0 1 0 0,1 0-1 0 0,-1-1 1 0 0,1 2-1 0 0,-1-2 1 0 0,1 1-1 0 0,-1 0 1 0 0,0-1-1 0 0,0 1 1 0 0,1-1-1 0 0,-1 1 1 0 0,-1 0-1 0 0,2-1 1 0 0,-1 0-1 0 0,-2 2 1 0 0,-3 4 39 0 0,-1-1 1 0 0,1 1-1 0 0,-9 5 0 0 0,11-9-23 0 0,-1 1-18 0 0,-1-1 1 0 0,-1 0 0 0 0,1 0-1 0 0,0-1 1 0 0,0 0-1 0 0,-7 0 1 0 0,-14 6 15 0 0,23-8-29 0 0,0 1 0 0 0,0 0 0 0 0,0-1 0 0 0,0 0 0 0 0,-1 0 0 0 0,1-1 0 0 0,0 0 0 0 0,1 1-1 0 0,-1-2 1 0 0,0 0 0 0 0,0 1 0 0 0,0-1 0 0 0,0 0 0 0 0,1-1 0 0 0,-1 0 0 0 0,0 0 0 0 0,2 0 0 0 0,-2 0 0 0 0,1 0 0 0 0,0-1 0 0 0,-5-8 0 0 0,6 10-4 0 0,0-1 0 0 0,0 0 0 0 0,1 0 0 0 0,-1 0 0 0 0,0 0 0 0 0,1 0 0 0 0,-1 0 0 0 0,1-2 0 0 0,0 2 0 0 0,0 0 0 0 0,0-1 0 0 0,0 1 0 0 0,1-1-1 0 0,-2-5 1 0 0,2 4 1 0 0,1 1-1 0 0,-1 0 0 0 0,0 1 0 0 0,1-1 0 0 0,-1 0 0 0 0,1 1 0 0 0,-1-1 0 0 0,2 0 0 0 0,-1 0 0 0 0,0 1 0 0 0,0 0 0 0 0,0-1 1 0 0,1 0-1 0 0,2-4 0 0 0,11-18 0 0 0,-8 12-1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05.882"/>
    </inkml:context>
    <inkml:brush xml:id="br0">
      <inkml:brushProperty name="width" value="0.05" units="cm"/>
      <inkml:brushProperty name="height" value="0.05" units="cm"/>
      <inkml:brushProperty name="color" value="#CC0066"/>
    </inkml:brush>
  </inkml:definitions>
  <inkml:trace contextRef="#ctx0" brushRef="#br0">281 115 13056 0 0,'0'0'8154'0'0,"0"2"-7919"0"0,-1 17 184 0 0,1-9-134 0 0,0 0 0 0 0,0 0-1 0 0,1 1 1 0 0,-1-1-1 0 0,2-1 1 0 0,1 13 0 0 0,-3-18-207 0 0,0-2 1 0 0,0 1 0 0 0,0-1 0 0 0,-1 1 0 0 0,1 0-1 0 0,0-1 1 0 0,-1 1 0 0 0,1 0 0 0 0,-1-1 0 0 0,0 1 0 0 0,0-1-1 0 0,-1 3 1 0 0,-1 7 271 0 0,3-12-333 0 0,0 1 0 0 0,-1 0-1 0 0,1-1 1 0 0,0 1 0 0 0,0 0 0 0 0,0-1-1 0 0,0 0 1 0 0,0 1 0 0 0,0-1 0 0 0,-1 1-1 0 0,1 0 1 0 0,-1-1 0 0 0,1 1 0 0 0,0-1-1 0 0,0 0 1 0 0,-1 0 0 0 0,1 1 0 0 0,0-1-1 0 0,0 1 1 0 0,-1-1 0 0 0,1 0-1 0 0,0 1 1 0 0,-1-1 0 0 0,0 0 0 0 0,1 1-1 0 0,0-1 1 0 0,-1 0 0 0 0,1 0 0 0 0,-1 0-1 0 0,0 0 5 0 0,0 0 0 0 0,0-1 0 0 0,1 1 0 0 0,-1-1-1 0 0,0 1 1 0 0,1-1 0 0 0,-1 0 0 0 0,0 1-1 0 0,0 0 1 0 0,1-1 0 0 0,-1 0 0 0 0,1 0 0 0 0,-2-1-1 0 0,-2-3 57 0 0,1-2 0 0 0,0 2 0 0 0,-4-9-1 0 0,6 10-58 0 0,0 0 0 0 0,-1 0-1 0 0,1-1 1 0 0,0 1 0 0 0,-1-9 0 0 0,-1-7 169 0 0,3 19-158 0 0,0 1 1 0 0,0-1 0 0 0,-1 1 0 0 0,1 0 0 0 0,0 0 0 0 0,0-1 0 0 0,0 1 0 0 0,0-1 0 0 0,0 1 0 0 0,0-1 0 0 0,0 1-1 0 0,-1 0 1 0 0,1-1 0 0 0,0 1 0 0 0,0 0 0 0 0,0-1 0 0 0,-1 1 0 0 0,1 0 0 0 0,0 0 0 0 0,0 0 0 0 0,0 0 0 0 0,-2 0-1 0 0,2 0 3 0 0,0 0-1 0 0,0 0 1 0 0,0 0-1 0 0,0 0 1 0 0,0 0-1 0 0,0 0 1 0 0,-1 0-1 0 0,1 0 1 0 0,0 0-1 0 0,0 0 1 0 0,0 0-1 0 0,0 0 1 0 0,0 0-1 0 0,0 0 1 0 0,0 0-1 0 0,-1 0 1 0 0,1 0-1 0 0,0 0 1 0 0,0 0-1 0 0,0 0 1 0 0,0 1-1 0 0,0-1 1 0 0,0 0-1 0 0,0 0 1 0 0,0 1-1 0 0,0-1 1 0 0,0 0-1 0 0,0 0 1 0 0,0 0-1 0 0,-1 1 1 0 0,1-1-1 0 0,-18 91 1424 0 0,8-60-215 0 0,9-30-1229 0 0,1-1-1 0 0,0 0 1 0 0,0 0 0 0 0,0 0-1 0 0,0 0 1 0 0,-1 0 0 0 0,1 0-1 0 0,0 0 1 0 0,-1 0 0 0 0,1 0-1 0 0,0 0 1 0 0,0 0 0 0 0,0 0-1 0 0,0 0 1 0 0,-1-1 0 0 0,1 1-1 0 0,0 0 1 0 0,0 0 0 0 0,0 0-1 0 0,0 0 1 0 0,0 0 0 0 0,-1-1-1 0 0,1 1 1 0 0,0 0 0 0 0,0 0-1 0 0,0 0 1 0 0,0 0 0 0 0,0 0-1 0 0,0 0 1 0 0,0-1 0 0 0,-1 1-1 0 0,1-1 1 0 0,-5-7 120 0 0,3 3-77 0 0,-1 1-9 0 0,1 1 0 0 0,0-2 0 0 0,1 1 1 0 0,-1 0-1 0 0,-1-7 0 0 0,2 8 11 0 0,0 1 0 0 0,0 0 0 0 0,1 0-1 0 0,-1 0 1 0 0,-1 0 0 0 0,2 0 0 0 0,-1 1 0 0 0,0-2 0 0 0,0 2-1 0 0,-1-1 1 0 0,1 0 0 0 0,0 1 0 0 0,-1 0 0 0 0,1-1 0 0 0,-3-1-1 0 0,3 5-51 0 0,0-2-1 0 0,0 2 0 0 0,0-1 0 0 0,1 0 1 0 0,-1 0-1 0 0,0 1 0 0 0,0 0 1 0 0,1-2-1 0 0,-1 2 0 0 0,0 0 0 0 0,0 2 1 0 0,-1 0-1 0 0,2-4-3 0 0,-1 5 0 0 0,-2-1 0 0 0,2 0 0 0 0,-2 0 0 0 0,1 0 0 0 0,0-1 0 0 0,-1 1 0 0 0,0 0 0 0 0,1-1 0 0 0,-1 0 0 0 0,0 0 0 0 0,-5 3 0 0 0,6-4 0 0 0,0-1 0 0 0,1 1 0 0 0,-1-1 0 0 0,0 0 0 0 0,1 0 0 0 0,-1 1 0 0 0,0-1 0 0 0,0-1 0 0 0,0 1 0 0 0,0-1 0 0 0,0 1 0 0 0,0-1 0 0 0,0 1 0 0 0,1-1 0 0 0,-2 0 0 0 0,2 0 0 0 0,-2-1 0 0 0,2 1 0 0 0,-1-1 0 0 0,0 0 0 0 0,0 1 0 0 0,0-1 0 0 0,0 0 0 0 0,0 0 0 0 0,1 0 0 0 0,-1 0 0 0 0,0-1 0 0 0,0 0 0 0 0,1 1 0 0 0,0-1 0 0 0,-1 0 0 0 0,-2-4 0 0 0,-1-1 0 0 0,4 5 0 0 0,1 1 0 0 0,-1 0 0 0 0,0 0 0 0 0,0 0 0 0 0,1-1 0 0 0,-1 1 0 0 0,1 0 0 0 0,-1-1 0 0 0,1 1 0 0 0,-1 0 0 0 0,1-1 0 0 0,-1 1 0 0 0,1-1 0 0 0,0-1 0 0 0,-2-18 0 0 0,-1-33 0 0 0,2 28 0 0 0,-3-26 0 0 0,1 31 0 0 0,1 6 0 0 0,-1-1 0 0 0,1-21 0 0 0,2 37 0 0 0,0 0 0 0 0,0 0 0 0 0,0 0 0 0 0,0 0 0 0 0,0-1 0 0 0,0 1 0 0 0,0 0 0 0 0,0 0 0 0 0,1 0 0 0 0,-1 0 0 0 0,0 0 0 0 0,0-1 0 0 0,0 1 0 0 0,0 0 0 0 0,0 0 0 0 0,0 0 0 0 0,0 0 0 0 0,0-1 0 0 0,0 1 0 0 0,0 0 0 0 0,0 0 0 0 0,0 0 0 0 0,0 0 0 0 0,-1-1 0 0 0,1 1 0 0 0,0 0 0 0 0,0 0 0 0 0,0 0 0 0 0,0 0 0 0 0,0 0 0 0 0,0 0 0 0 0,0 0 0 0 0,0 0 0 0 0,0 0 0 0 0,-1 0 0 0 0,1 0 0 0 0,0 0 0 0 0,0 0 0 0 0,0 0 0 0 0,0-1 0 0 0,0 1 0 0 0,0 0 0 0 0,0 0 0 0 0,0 0 0 0 0,0 0 0 0 0,0 0 0 0 0,0 0 0 0 0,0 0 0 0 0,-1 0 0 0 0,1 0 0 0 0,0 0 0 0 0,0 0 0 0 0,-1-1 0 0 0,0-8 0 0 0,1 12 0 0 0,0 1 0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06.393"/>
    </inkml:context>
    <inkml:brush xml:id="br0">
      <inkml:brushProperty name="width" value="0.05" units="cm"/>
      <inkml:brushProperty name="height" value="0.05" units="cm"/>
      <inkml:brushProperty name="color" value="#CC0066"/>
    </inkml:brush>
  </inkml:definitions>
  <inkml:trace contextRef="#ctx0" brushRef="#br0">189 37 20399 0 0,'0'0'1402'0'0,"2"-4"-701"0"0,6-29 2340 0 0,-7 54-812 0 0,-1-21-2222 0 0,0 7 80 0 0,0-1 0 0 0,0 2-1 0 0,0-2 1 0 0,0 1 0 0 0,-1-1 0 0 0,0 1 0 0 0,0-1-1 0 0,0 1 1 0 0,-1-1 0 0 0,-3 10 0 0 0,5-15-68 0 0,-1 1 1 0 0,0-1-1 0 0,-1 0 1 0 0,1 1-1 0 0,0-1 1 0 0,-1 0-1 0 0,1 0 1 0 0,0 0-1 0 0,0 0 1 0 0,-1 0 0 0 0,1 0-1 0 0,0-1 1 0 0,-4 1-1 0 0,-20 5 47 0 0,22-5-45 0 0,-2-1-7 0 0,1 0 1 0 0,-2 0-1 0 0,2-1 0 0 0,-7-2 1 0 0,7 2-2 0 0,1 0 0 0 0,0 0 0 0 0,0 1 1 0 0,0-1-1 0 0,0 1 0 0 0,0 0 0 0 0,0 1 1 0 0,0-1-1 0 0,-1 1 0 0 0,1 0 0 0 0,-4 2 0 0 0,4-1 4 0 0,-1-1-1 0 0,1 2 0 0 0,0-2 1 0 0,0 2-1 0 0,0 0 0 0 0,1 0 0 0 0,-1 0 1 0 0,0 0-1 0 0,-2 4 0 0 0,1-2 10 0 0,2 0 0 0 0,-2 1-1 0 0,1 0 1 0 0,1-1 0 0 0,-1 1 0 0 0,1 1 0 0 0,0-2-1 0 0,-2 12 1 0 0,-1-8 61 0 0,5-8-65 0 0,-1 0 0 0 0,0 0 0 0 0,1 0 0 0 0,0 0 0 0 0,-1 0 0 0 0,1 1 0 0 0,-1-2 0 0 0,1 2 0 0 0,0-1 0 0 0,0 1 0 0 0,-1 1 0 0 0,1-2 3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06.723"/>
    </inkml:context>
    <inkml:brush xml:id="br0">
      <inkml:brushProperty name="width" value="0.05" units="cm"/>
      <inkml:brushProperty name="height" value="0.05" units="cm"/>
      <inkml:brushProperty name="color" value="#CC0066"/>
    </inkml:brush>
  </inkml:definitions>
  <inkml:trace contextRef="#ctx0" brushRef="#br0">1 1 25575 0 0,'11'0'136'0'0,"0"1"-1"0"0,-1 0 0 0 0,14 5 1 0 0,-19-5-103 0 0,0 0 1 0 0,1-1 0 0 0,-1 1-1 0 0,0-2 1 0 0,1 1 0 0 0,8-3 0 0 0,-6 1-4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09.222"/>
    </inkml:context>
    <inkml:brush xml:id="br0">
      <inkml:brushProperty name="width" value="0.05" units="cm"/>
      <inkml:brushProperty name="height" value="0.05" units="cm"/>
      <inkml:brushProperty name="color" value="#CC0066"/>
    </inkml:brush>
  </inkml:definitions>
  <inkml:trace contextRef="#ctx0" brushRef="#br0">59 206 7328 0 0,'0'0'11179'0'0,"0"2"-10989"0"0,0 13 428 0 0,14 2 773 0 0,-5-7-811 0 0,-8-9-379 0 0,1 1-1 0 0,0-1 1 0 0,-1 2 0 0 0,1-1 0 0 0,-1 0 0 0 0,1 0-1 0 0,-1 1 1 0 0,1-1 0 0 0,1 6 0 0 0,-3-4-40 0 0,-2 0 0 0 0,1-1 0 0 0,0 0 1 0 0,0 1-1 0 0,0-1 0 0 0,0 0 0 0 0,-1 0 0 0 0,-2 5 1 0 0,3-7-121 0 0,-1 1 1 0 0,1 0-1 0 0,-1-1 0 0 0,1 0 1 0 0,0 1-1 0 0,-1-2 1 0 0,1 2-1 0 0,-1-1 1 0 0,0 0-1 0 0,1 0 1 0 0,-1-1-1 0 0,0 1 1 0 0,1-1-1 0 0,-1 1 1 0 0,0-1-1 0 0,0 0 1 0 0,1 0-1 0 0,-1 0 1 0 0,0 0-1 0 0,1 0 1 0 0,-1-1-1 0 0,0 1 1 0 0,1-1-1 0 0,-1 1 1 0 0,0-1-1 0 0,0 0 1 0 0,1 0-1 0 0,0-1 0 0 0,-1 2 1 0 0,1-2-1 0 0,-1 1 1 0 0,1 0-1 0 0,-1-1 1 0 0,1 0-1 0 0,-2-2 1 0 0,0-1-17 0 0,1 1 1 0 0,0-1-1 0 0,0 0 1 0 0,0 0-1 0 0,0 0 1 0 0,0-1-1 0 0,1 1 0 0 0,-1-1 1 0 0,-1-10-1 0 0,1 1 7 0 0,0 0 0 0 0,0-25 1 0 0,3-7 76 0 0,0 31-8 0 0,-1-1-1 0 0,-1-16 0 0 0,0 26-34 0 0,1 1-1 0 0,0-1 0 0 0,0 2 1 0 0,0-2-1 0 0,1 1 0 0 0,0-8 0 0 0,-1 13-106 0 0,2-7 706 0 0,-1 7-127 0 0,-1 4-332 0 0,0 4-74 0 0,0-1-9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09.571"/>
    </inkml:context>
    <inkml:brush xml:id="br0">
      <inkml:brushProperty name="width" value="0.05" units="cm"/>
      <inkml:brushProperty name="height" value="0.05" units="cm"/>
      <inkml:brushProperty name="color" value="#CC0066"/>
    </inkml:brush>
  </inkml:definitions>
  <inkml:trace contextRef="#ctx0" brushRef="#br0">154 0 18991 0 0,'0'0'1664'0'0,"-3"3"-1478"0"0,-41 57 1052 0 0,20-27-586 0 0,2 2 0 0 0,-23 45 0 0 0,37-64-560 0 0,1-1-12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10.489"/>
    </inkml:context>
    <inkml:brush xml:id="br0">
      <inkml:brushProperty name="width" value="0.05" units="cm"/>
      <inkml:brushProperty name="height" value="0.05" units="cm"/>
      <inkml:brushProperty name="color" value="#CC0066"/>
    </inkml:brush>
  </inkml:definitions>
  <inkml:trace contextRef="#ctx0" brushRef="#br0">285 76 14968 0 0,'0'0'1983'0'0,"2"2"-1780"0"0,-1 1-62 0 0,0-1-1 0 0,0-1 1 0 0,0 1-1 0 0,1-1 1 0 0,-1 1-1 0 0,0 0 1 0 0,1-1-1 0 0,-1 1 1 0 0,1 0-1 0 0,-1-2 1 0 0,1 1-1 0 0,-1 1 1 0 0,0-1-1 0 0,1-1 1 0 0,0 1-1 0 0,-1-1 1 0 0,1 1-1 0 0,0-1 1 0 0,0 1-1 0 0,-1-1 1 0 0,1 0-1 0 0,0 0 1 0 0,-1 0-1 0 0,1 0 1 0 0,0-1-1 0 0,-1 1 1 0 0,1-1-1 0 0,0 0 1 0 0,0 1-1 0 0,-1-1 1 0 0,0 0-1 0 0,1 0 1 0 0,-1 0-1 0 0,1 0 1 0 0,0-1-1 0 0,1-2 1 0 0,-2 3-76 0 0,0 0 1 0 0,0 0 0 0 0,0 0-1 0 0,0-1 1 0 0,0 2 0 0 0,-1-2 0 0 0,1 0-1 0 0,0 1 1 0 0,0 0 0 0 0,-1-1-1 0 0,1 1 1 0 0,-1-1 0 0 0,0 0-1 0 0,1 1 1 0 0,-1-1 0 0 0,0 0-1 0 0,1 1 1 0 0,-1-1 0 0 0,0 0 0 0 0,1 0-1 0 0,-1 0 1 0 0,0 1 0 0 0,0-1-1 0 0,-1 1 1 0 0,1-1 0 0 0,0 0-1 0 0,-1 1 1 0 0,1-2 0 0 0,0 2 0 0 0,-1-1-1 0 0,1 0 1 0 0,-1-1 0 0 0,1 3-20 0 0,-1-1 0 0 0,0 0 0 0 0,1 1 0 0 0,0 0 0 0 0,-1-1 0 0 0,1 0 0 0 0,-1 1 0 0 0,1-1 0 0 0,0 0 0 0 0,-1 1 0 0 0,0 0 0 0 0,1 0 0 0 0,-1 0 0 0 0,1-1 0 0 0,-1 1 1 0 0,1 0-1 0 0,-1 0 0 0 0,1 0 0 0 0,-1-1 0 0 0,0 1 0 0 0,1 0 0 0 0,-1 0 0 0 0,1 1 0 0 0,-1-1 0 0 0,1 0 0 0 0,-1 0 0 0 0,0 0 0 0 0,1 1 0 0 0,-1-1 0 0 0,1 0 0 0 0,-1 0 0 0 0,0 1 1 0 0,-19 14 394 0 0,18-14-418 0 0,-9 9 314 0 0,5-5-99 0 0,1-1-1 0 0,0 0 0 0 0,0 0 0 0 0,-1 0 1 0 0,-6 2-1 0 0,5 0 316 0 0,7-6-538 0 0,-1 0 1 0 0,1 1 0 0 0,-1-1-1 0 0,1 0 1 0 0,0 0 0 0 0,0 0-1 0 0,-1 0 1 0 0,1 0 0 0 0,0 0 0 0 0,0 0-1 0 0,-1 0 1 0 0,1 1 0 0 0,0-1-1 0 0,0 0 1 0 0,-1 0 0 0 0,1 0-1 0 0,-1 0 1 0 0,1 0 0 0 0,0 0-1 0 0,0-1 1 0 0,-1 1 0 0 0,1 0 0 0 0,0 0-1 0 0,0 0 1 0 0,-1 0 0 0 0,1 0-1 0 0,0 0 1 0 0,0 0 0 0 0,-1 0-1 0 0,1-1 1 0 0,0 1 0 0 0,-1 0-1 0 0,1-1 1 0 0,0 1 0 0 0,0 0 0 0 0,0-1-1 0 0,-1 1 1 0 0,1-1 0 0 0,0 1-1 0 0,0 0 1 0 0,0 0 0 0 0,-2-3 27 0 0,0 1 0 0 0,1-2 1 0 0,0 2-1 0 0,-1 0 0 0 0,1-2 1 0 0,0 1-1 0 0,0 1 0 0 0,0-2 1 0 0,0 1-1 0 0,0 0 0 0 0,1 0 1 0 0,-2-6-1 0 0,1 4 34 0 0,1 1 0 0 0,-1 0 0 0 0,-1-1 0 0 0,1 1 0 0 0,-3-6 0 0 0,4 9-49 0 0,0 1-1 0 0,0-1 1 0 0,0 0 0 0 0,0 1-1 0 0,-1 0 1 0 0,1-1 0 0 0,0 1 0 0 0,0-1-1 0 0,-1 1 1 0 0,1-1 0 0 0,0 1-1 0 0,0-1 1 0 0,-1 1 0 0 0,1-1-1 0 0,-1 1 1 0 0,1 0 0 0 0,0 0-1 0 0,-1 0 1 0 0,1-1 0 0 0,0 1 0 0 0,-1 0-1 0 0,1 0 1 0 0,0-1 0 0 0,-1 1-1 0 0,0 0 1 0 0,1 0 0 0 0,0 0-1 0 0,-1 0 1 0 0,0 0 0 0 0,-3 21 421 0 0,-2-4-346 0 0,5-13-55 0 0,0 0 1 0 0,0 0-1 0 0,-1-1 1 0 0,1 0-1 0 0,0 1 1 0 0,-1 0-1 0 0,0-1 1 0 0,0 0-1 0 0,0 0 1 0 0,0 0-1 0 0,0 0 1 0 0,0 0-1 0 0,0-1 1 0 0,-1 0-1 0 0,1 1 1 0 0,-1-2-1 0 0,-2 4 1 0 0,1-3-49 0 0,3-1 0 0 0,0 0 0 0 0,-1-1 0 0 0,1 1 0 0 0,0-1 0 0 0,-1 1 0 0 0,1 0 0 0 0,0-1 0 0 0,-1 0 0 0 0,1 1 0 0 0,-1-1 0 0 0,1 0 0 0 0,0 0 0 0 0,-1-1 0 0 0,1 1 0 0 0,0 0 0 0 0,-3-2 0 0 0,-3 0 0 0 0,-1-1 0 0 0,-11-9 0 0 0,16 11 0 0 0,1-1 0 0 0,0 0 0 0 0,0 0 0 0 0,-1 0 0 0 0,1 0 0 0 0,0-1 0 0 0,0 1 0 0 0,0-1 0 0 0,0 0 0 0 0,0 1 0 0 0,-2-6 0 0 0,0-1 0 0 0,4 8 0 0 0,-1-1 0 0 0,0 0 0 0 0,1 0 0 0 0,-1 0 0 0 0,0 1 0 0 0,1-2 0 0 0,-1 2 0 0 0,1-1 0 0 0,0 0 0 0 0,0 0 0 0 0,-1 0 0 0 0,1 0 0 0 0,0-1 0 0 0,0 2 0 0 0,1-6 0 0 0,-1 7 0 0 0,0 0 0 0 0,0 0 0 0 0,0 0 0 0 0,0-1 0 0 0,0 1 0 0 0,0-1 0 0 0,0 1 0 0 0,0 0 0 0 0,0-1 0 0 0,1 1 0 0 0,-1-1 0 0 0,0 1 0 0 0,0 0 0 0 0,0-1 0 0 0,0 1 0 0 0,0 0 0 0 0,1 0 0 0 0,-1 0 0 0 0,0 0 0 0 0,1 0 0 0 0,-1 0 0 0 0,0-1 0 0 0,0 1 0 0 0,0 0 0 0 0,1 0 0 0 0,-1 0 0 0 0,0 0 0 0 0,0 0 0 0 0,1 0 0 0 0,-1-1 0 0 0,0 1 0 0 0,0 0 0 0 0,0 0 0 0 0,1 0 0 0 0,-1 1 0 0 0,1-1 0 0 0,-1 0 0 0 0,0 0 0 0 0,0 0 0 0 0,0 0 0 0 0,1 0 0 0 0,-1 0 0 0 0,0 1 0 0 0,0-1 0 0 0,1 0 0 0 0,8 6 0 0 0,-7-5 0 0 0,-1 1 0 0 0,0-1 0 0 0,-1 1 0 0 0,2-1 0 0 0,-2 1 0 0 0,1 0 0 0 0,0-1 0 0 0,-1 1 0 0 0,1 0 0 0 0,0 0 0 0 0,-1 0 0 0 0,1 0 0 0 0,-1 0 0 0 0,0-1 0 0 0,0 2 0 0 0,1-2 0 0 0,-1 2 0 0 0,0 2 0 0 0,-1-2 0 0 0,1 1 0 0 0,0 0 0 0 0,-1-1 0 0 0,1 2 0 0 0,-2-2 0 0 0,2 1 0 0 0,-1-1 0 0 0,0 0 0 0 0,-2 6 0 0 0,-2 0 0 0 0,0 0 0 0 0,0 0 0 0 0,0 0 0 0 0,-1 0 0 0 0,-10 12 0 0 0,-16 14 0 0 0,26-29 0 0 0,4-4 0 0 0,0-2 0 0 0,0-2 0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10.981"/>
    </inkml:context>
    <inkml:brush xml:id="br0">
      <inkml:brushProperty name="width" value="0.05" units="cm"/>
      <inkml:brushProperty name="height" value="0.05" units="cm"/>
      <inkml:brushProperty name="color" value="#CC0066"/>
    </inkml:brush>
  </inkml:definitions>
  <inkml:trace contextRef="#ctx0" brushRef="#br0">1 2 18895 0 0,'0'0'3048'0'0,"2"1"-2904"0"0,0 1 74 0 0,0 0 0 0 0,0-1 0 0 0,0 0 0 0 0,0 0 0 0 0,1 0 0 0 0,-1 0 0 0 0,0-1 0 0 0,1 0 0 0 0,-1 0-1 0 0,0 0 1 0 0,0 0 0 0 0,1 0 0 0 0,-1 0 0 0 0,0 0 0 0 0,4-3 0 0 0,17-2 1756 0 0,-16 2-1456 0 0,-6 3-243 0 0,-5 1-178 0 0,1 1-75 0 0,0 0 1 0 0,0 0 0 0 0,0 1-1 0 0,0 0 1 0 0,-3 4 0 0 0,3-4 2 0 0,2-1-5 0 0,-1 1-1 0 0,1-1 1 0 0,-1 1-1 0 0,0 0 1 0 0,1 0 0 0 0,0 0-1 0 0,0 0 1 0 0,-2 7-1 0 0,-3 6 29 0 0,5-13-40 0 0,1 0 0 0 0,0 0 0 0 0,0 0 0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11.991"/>
    </inkml:context>
    <inkml:brush xml:id="br0">
      <inkml:brushProperty name="width" value="0.05" units="cm"/>
      <inkml:brushProperty name="height" value="0.05" units="cm"/>
      <inkml:brushProperty name="color" value="#CC0066"/>
    </inkml:brush>
  </inkml:definitions>
  <inkml:trace contextRef="#ctx0" brushRef="#br0">417 0 17287 0 0,'0'0'6090'0'0,"0"3"-5950"0"0,-17 123 3101 0 0,8-111-2248 0 0,-3-32-623 0 0,-10-13-155 0 0,-3-8 280 0 0,25 38-488 0 0,0 0 0 0 0,-1 0 1 0 0,1 0-1 0 0,0 0 0 0 0,0 0 0 0 0,0 0 0 0 0,-1 0 0 0 0,1-1 1 0 0,0 1-1 0 0,0 0 0 0 0,-1 0 0 0 0,1 0 0 0 0,0 0 0 0 0,0 0 0 0 0,-1 0 1 0 0,1 0-1 0 0,-1 0 0 0 0,1 0 0 0 0,0 0 0 0 0,0 1 0 0 0,0-1 1 0 0,-1 0-1 0 0,1 0 0 0 0,0 0 0 0 0,0 0 0 0 0,-1 0 0 0 0,1 0 0 0 0,0 0 1 0 0,0 0-1 0 0,0 1 0 0 0,0-1 0 0 0,-1 0 0 0 0,1 1 0 0 0,0-1 1 0 0,0 0-1 0 0,0 1 0 0 0,0-1 0 0 0,-1 1 0 0 0,1-1 0 0 0,-7 16 71 0 0,6-14-47 0 0,-4 10 144 0 0,0 0 0 0 0,-1 0 0 0 0,-11 16 0 0 0,17-28-163 0 0,0 1 0 0 0,0-1 0 0 0,-1 1 0 0 0,1-1 0 0 0,-1 1 0 0 0,1-1 0 0 0,0 0 0 0 0,-1 0 0 0 0,1 0 0 0 0,0 0 0 0 0,0 0 0 0 0,-1 0 0 0 0,1 1 0 0 0,0-1 0 0 0,-1 0 0 0 0,0 0 0 0 0,1 0 0 0 0,0 0 0 0 0,-1 0 0 0 0,1 0 0 0 0,0 0 0 0 0,0 0 0 0 0,-1 0 0 0 0,1 0 0 0 0,0 0 0 0 0,-1-1 0 0 0,0 1 0 0 0,1 0 0 0 0,-1 0 0 0 0,0-1 3 0 0,0-1 0 0 0,0 1 0 0 0,0 0 1 0 0,0 0-1 0 0,0-1 0 0 0,0 1 0 0 0,0 0 1 0 0,-1-4-1 0 0,0 1-3 0 0,0-1 1 0 0,0 0 0 0 0,1 0-1 0 0,0 0 1 0 0,-1 0-1 0 0,0-6 1 0 0,-5-13 66 0 0,6 21-64 0 0,0 1 1 0 0,1-1 0 0 0,-2 0-1 0 0,2 0 1 0 0,-1 0 0 0 0,1 1-1 0 0,-1-5 1 0 0,-3-2 174 0 0,0 5 411 0 0,4 7-564 0 0,0-2 0 0 0,1 2 0 0 0,-1-1 0 0 0,0 1 0 0 0,0 0 0 0 0,0-1 0 0 0,-1 1 0 0 0,1-2 0 0 0,-1 7 0 0 0,-1 6 111 0 0,3 2-112 0 0,-1-4 32 0 0,0-1 0 0 0,0 1 0 0 0,-1-1 0 0 0,0 1 1 0 0,-2 11-1 0 0,2-19-57 0 0,1-2 0 0 0,-1 0 0 0 0,0 2 0 0 0,0-2 1 0 0,0 1-1 0 0,0-1 0 0 0,0 1 0 0 0,0-1 0 0 0,0 0 0 0 0,-1 1 1 0 0,1-1-1 0 0,-1 0 0 0 0,1 0 0 0 0,-1-1 0 0 0,1 2 0 0 0,-1-2 1 0 0,0 1-1 0 0,1-1 0 0 0,-2 0 0 0 0,2 0 0 0 0,-1 1 0 0 0,0-1 0 0 0,0-1 1 0 0,0 1-1 0 0,-3 0 0 0 0,-7 1-11 0 0,0-2 0 0 0,0 0 0 0 0,-1-2 0 0 0,1 0 0 0 0,0 0 0 0 0,0-1 0 0 0,-15-9 0 0 0,16 8 0 0 0,1-1 0 0 0,1-1 0 0 0,-1-1 0 0 0,-16-14 0 0 0,26 21 0 0 0,0-1 0 0 0,0 1 0 0 0,-1 0 0 0 0,1-1 0 0 0,0 1 0 0 0,0 0 0 0 0,0 0 0 0 0,0 0 0 0 0,-1-1 0 0 0,1 1 0 0 0,0 0 0 0 0,0-1 0 0 0,0 1 0 0 0,0-1 0 0 0,0 1 0 0 0,0-1 0 0 0,0 1 0 0 0,-1 0 0 0 0,1 0 0 0 0,0-1 0 0 0,0 0 0 0 0,0 1 0 0 0,0-1 0 0 0,0 1 0 0 0,0-1 0 0 0,0 1 0 0 0,0 0 0 0 0,1 0 0 0 0,-1-1 0 0 0,0 1 0 0 0,0-1 0 0 0,0 1 0 0 0,0-1 0 0 0,0 1 0 0 0,0-1 0 0 0,0 1 0 0 0,1 0 0 0 0,-1-1 0 0 0,0 1 0 0 0,0 0 0 0 0,0 0 0 0 0,0 0 0 0 0,1-1 0 0 0,-1 1 0 0 0,0 0 0 0 0,0-1 0 0 0,0 1 0 0 0,2 0 0 0 0,3-6 0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12.325"/>
    </inkml:context>
    <inkml:brush xml:id="br0">
      <inkml:brushProperty name="width" value="0.05" units="cm"/>
      <inkml:brushProperty name="height" value="0.05" units="cm"/>
      <inkml:brushProperty name="color" value="#CC0066"/>
    </inkml:brush>
  </inkml:definitions>
  <inkml:trace contextRef="#ctx0" brushRef="#br0">15 1 29599 0 0,'-1'2'15'0'0,"-2"1"-11"0"0,2-1-1 0 0,0-2 0 0 0,0 2 0 0 0,0-1 0 0 0,0 0 0 0 0,0 0 0 0 0,0 1-1 0 0,0-1 1 0 0,1 1 0 0 0,-2 2 0 0 0,2 5-2 0 0,-1-6-2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12.654"/>
    </inkml:context>
    <inkml:brush xml:id="br0">
      <inkml:brushProperty name="width" value="0.05" units="cm"/>
      <inkml:brushProperty name="height" value="0.05" units="cm"/>
      <inkml:brushProperty name="color" value="#CC0066"/>
    </inkml:brush>
  </inkml:definitions>
  <inkml:trace contextRef="#ctx0" brushRef="#br0">10 1 17791 0 0,'0'0'370'0'0,"-10"0"7772"0"0,15 0-7859 0 0,-3 0-182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12.973"/>
    </inkml:context>
    <inkml:brush xml:id="br0">
      <inkml:brushProperty name="width" value="0.05" units="cm"/>
      <inkml:brushProperty name="height" value="0.05" units="cm"/>
      <inkml:brushProperty name="color" value="#CC0066"/>
    </inkml:brush>
  </inkml:definitions>
  <inkml:trace contextRef="#ctx0" brushRef="#br0">0 10 23983 0 0,'0'0'954'0'0,"2"0"-866"0"0,49-7 317 0 0,-43 5-332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13.443"/>
    </inkml:context>
    <inkml:brush xml:id="br0">
      <inkml:brushProperty name="width" value="0.05" units="cm"/>
      <inkml:brushProperty name="height" value="0.05" units="cm"/>
      <inkml:brushProperty name="color" value="#CC0066"/>
    </inkml:brush>
  </inkml:definitions>
  <inkml:trace contextRef="#ctx0" brushRef="#br0">75 88 12760 0 0,'0'0'6367'0'0,"-2"-1"-6223"0"0,-59-23 2963 0 0,60 22-3051 0 0,0 0-1 0 0,0 1 1 0 0,-1-2 0 0 0,1 2 0 0 0,1-2-1 0 0,-1 2 1 0 0,0-2 0 0 0,0 2 0 0 0,1-2-1 0 0,-1 2 1 0 0,1-2 0 0 0,-1 1 0 0 0,1-1-1 0 0,0 1 1 0 0,-1-3 0 0 0,5-15 369 0 0,-2 13-289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14.438"/>
    </inkml:context>
    <inkml:brush xml:id="br0">
      <inkml:brushProperty name="width" value="0.05" units="cm"/>
      <inkml:brushProperty name="height" value="0.05" units="cm"/>
      <inkml:brushProperty name="color" value="#CC0066"/>
    </inkml:brush>
  </inkml:definitions>
  <inkml:trace contextRef="#ctx0" brushRef="#br0">137 206 14464 0 0,'0'0'9510'0'0,"1"-1"-9323"0"0,0 1-168 0 0,-1 0 0 0 0,1-1 1 0 0,0 1-1 0 0,0-1 0 0 0,-1 1 0 0 0,1 0 1 0 0,0 0-1 0 0,0-1 0 0 0,-1 1 1 0 0,1 0-1 0 0,0 0 0 0 0,-1 0 1 0 0,1 1-1 0 0,0-1 0 0 0,0 0 1 0 0,-1 0-1 0 0,2 1 0 0 0,13 11 200 0 0,-8-4-37 0 0,0 0 0 0 0,1 1 0 0 0,-1 0 1 0 0,-1 1-1 0 0,10 17 0 0 0,-13-21-44 0 0,-1-2 0 0 0,1 2 0 0 0,-1 0 0 0 0,0 0-1 0 0,-1-1 1 0 0,1 1 0 0 0,0 0 0 0 0,-1 0 0 0 0,0 1 0 0 0,0-2 0 0 0,0 2 0 0 0,-1 0 0 0 0,1 11 0 0 0,-1-15-74 0 0,0-2 0 0 0,0 2-1 0 0,-1-2 1 0 0,1 1 0 0 0,0 0 0 0 0,0 0-1 0 0,-1 0 1 0 0,1 0 0 0 0,-1 0 0 0 0,1-1 0 0 0,-2 1-1 0 0,2 0 1 0 0,-1-1 0 0 0,0 1 0 0 0,1 0-1 0 0,-2-1 1 0 0,1 0 0 0 0,0 1 0 0 0,-2 1-1 0 0,1-1 7 0 0,0-1 0 0 0,0 1 0 0 0,0-1 0 0 0,0 0 0 0 0,-1 0-1 0 0,1 0 1 0 0,0 0 0 0 0,-1 0 0 0 0,1-1 0 0 0,-5 0 0 0 0,1 0 15 0 0,-1-1 1 0 0,1-1 0 0 0,-1 0 0 0 0,0 1-1 0 0,1-2 1 0 0,-1 0 0 0 0,-8-5-1 0 0,12 6-43 0 0,0-1-1 0 0,0 0 1 0 0,0 0 0 0 0,0 0-1 0 0,0 0 1 0 0,1-1-1 0 0,-1 1 1 0 0,1-2-1 0 0,0 2 1 0 0,0-1-1 0 0,0-1 1 0 0,0 1-1 0 0,0 0 1 0 0,-2-9-1 0 0,2 5-3 0 0,0 1-1 0 0,1-2 1 0 0,-1 1 0 0 0,1 0-1 0 0,0 0 1 0 0,1 0 0 0 0,-1 0-1 0 0,2-14 1 0 0,0 13 12 0 0,0 0 1 0 0,0 0-1 0 0,1-1 0 0 0,4-13 1 0 0,-6 22-45 0 0,1 0 0 0 0,-1-1-1 0 0,1 1 1 0 0,0 0 0 0 0,0 1 0 0 0,-1-2 0 0 0,1 1 0 0 0,0 0 0 0 0,0 1 0 0 0,0-1 0 0 0,0 0 0 0 0,-1 0-1 0 0,1 1 1 0 0,0-1 0 0 0,0 0 0 0 0,0 1 0 0 0,0 0 0 0 0,0 0 0 0 0,0 0 0 0 0,0-1 0 0 0,0 1 0 0 0,0 0-1 0 0,0 0 1 0 0,0 0 0 0 0,0 0 0 0 0,0 1 0 0 0,0-1 0 0 0,1 0 0 0 0,1 0 0 0 0,-1 1 0 0 0,0 0 0 0 0,0 0 1 0 0,0 0-1 0 0,0 0 0 0 0,0 0 0 0 0,0 0 1 0 0,-1 1-1 0 0,2-1 0 0 0,-2 1 0 0 0,1 0 0 0 0,3 3 1 0 0,-4-2-3 0 0,1 1 1 0 0,-1-1 0 0 0,0 0-1 0 0,0 1 1 0 0,1 0-1 0 0,-1-1 1 0 0,-1 1 0 0 0,1 0-1 0 0,0-1 1 0 0,0 1-1 0 0,-1 0 1 0 0,0 0 0 0 0,0 1-1 0 0,0-1 1 0 0,0-1-1 0 0,0 1 1 0 0,0 0 0 0 0,-1 0-1 0 0,0 0 1 0 0,0 4 0 0 0,0-4-4 0 0,0 1 1 0 0,0 0 0 0 0,0-1-1 0 0,-1 1 1 0 0,0-1 0 0 0,1 0-1 0 0,-1 1 1 0 0,0-1 0 0 0,0 0 0 0 0,0 0-1 0 0,-1-1 1 0 0,1 1 0 0 0,-1-1-1 0 0,1 0 1 0 0,-6 5 0 0 0,-3 1-1 0 0,6-5-1 0 0,0 0 0 0 0,0 0 0 0 0,0 0 0 0 0,-1-1 0 0 0,-6 2 0 0 0,11-5 0 0 0,0 0 0 0 0,-1 0 0 0 0,1 0 0 0 0,0 0 0 0 0,0 0 0 0 0,0-1 0 0 0,0 1 0 0 0,0 0 0 0 0,-1-1 0 0 0,1 1 0 0 0,0-1 0 0 0,0 0 0 0 0,0 0 0 0 0,0 1 0 0 0,0-2 0 0 0,-1 1 0 0 0,2 0 0 0 0,-2-2 0 0 0,-1 0 0 0 0,1-1 0 0 0,-1 0 0 0 0,0 0 0 0 0,-3-8 0 0 0,4 5 0 0 0,-1-1 0 0 0,1 1 0 0 0,0-1 0 0 0,1 1 0 0 0,-1-2 0 0 0,1 1 0 0 0,1 0 0 0 0,-2-11 0 0 0,-3-28 0 0 0,5 46 0 0 0,-4-23 8 0 0,1-1 1 0 0,0-35-1 0 0,-5-51 158 0 0,8 110-149 0 0,-1-1-1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16.404"/>
    </inkml:context>
    <inkml:brush xml:id="br0">
      <inkml:brushProperty name="width" value="0.05" units="cm"/>
      <inkml:brushProperty name="height" value="0.05" units="cm"/>
      <inkml:brushProperty name="color" value="#CC0066"/>
    </inkml:brush>
  </inkml:definitions>
  <inkml:trace contextRef="#ctx0" brushRef="#br0">147 127 12552 0 0,'0'0'3524'0'0,"2"0"-2759"0"0,1 0-500 0 0,-2 0-99 0 0,-1-1 0 0 0,0 1 0 0 0,1 0 0 0 0,-1 0 0 0 0,1 0 0 0 0,-1 0 0 0 0,1 1 0 0 0,0-1 0 0 0,-1 0 0 0 0,1 0 0 0 0,-1 0 0 0 0,1 1 0 0 0,-1-1 0 0 0,1 1 0 0 0,-1 0-65 0 0,0-1 1 0 0,1 1-1 0 0,-1 0 1 0 0,0-1 0 0 0,0 1-1 0 0,0 0 1 0 0,1-1-1 0 0,-1 1 1 0 0,0 0-1 0 0,0 0 1 0 0,0 0 0 0 0,0 0-1 0 0,-1-1 1 0 0,1 0-1 0 0,0 1 1 0 0,0 0-1 0 0,0 0 1 0 0,-1 0 0 0 0,1-1-1 0 0,0 2 1 0 0,-1 2 201 0 0,1 0 0 0 0,-1 0 0 0 0,1 0 0 0 0,0 9 1 0 0,0-12-187 0 0,0 2 1 0 0,0-1 0 0 0,0 1 0 0 0,0-2 0 0 0,0 2 0 0 0,0-1-1 0 0,0 1 1 0 0,-1-2 0 0 0,1 2 0 0 0,-1-1 0 0 0,0 0-1 0 0,1 0 1 0 0,-1 0 0 0 0,1 0 0 0 0,-1 0 0 0 0,0-1 0 0 0,0 2-1 0 0,-1 0 1 0 0,1-2-79 0 0,1 0 0 0 0,-1-1 0 0 0,1 1 0 0 0,-1-1 0 0 0,1 0 0 0 0,0 1-1 0 0,-1-1 1 0 0,1 1 0 0 0,-1-1 0 0 0,0 0 0 0 0,1 1 0 0 0,-1-1 0 0 0,1 0 0 0 0,-1 1 0 0 0,1-1-1 0 0,-1 0 1 0 0,1 0 0 0 0,-1 0 0 0 0,1 0 0 0 0,-1 0 0 0 0,1 0 0 0 0,-1 0 0 0 0,1-1 0 0 0,-2 1-1 0 0,0-1 2 0 0,1 0-1 0 0,-1 0 0 0 0,1 0 0 0 0,0-1 0 0 0,-1 1 0 0 0,1 0 0 0 0,-3-3 1 0 0,1-1 18 0 0,0 0 1 0 0,0 0 0 0 0,1 0 0 0 0,-1-1 0 0 0,1 1 0 0 0,0 0-1 0 0,-4-11 1 0 0,-8-45 201 0 0,4 21-57 0 0,6 20-83 0 0,4 17-61 0 0,0-1 1 0 0,-1 2 0 0 0,0-1 0 0 0,1 0 0 0 0,-1 0 0 0 0,0 0 0 0 0,1 0 0 0 0,-2 1 0 0 0,1-1 0 0 0,-3-4-1 0 0,3 8-28 0 0,1-1 0 0 0,-2 1-1 0 0,1-1 1 0 0,0 1 0 0 0,0-1-1 0 0,0 1 1 0 0,0 1 0 0 0,0-1-1 0 0,0-1 1 0 0,1 1 0 0 0,-2 1-1 0 0,0 1 1 0 0,-2 5 53 0 0,-1 1-1 0 0,1 0 1 0 0,0 1 0 0 0,0 0-1 0 0,0-1 1 0 0,1 1-1 0 0,0 1 1 0 0,1-1 0 0 0,-3 17-1 0 0,1-13 18 0 0,3 6 1 0 0,1-15-77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16.737"/>
    </inkml:context>
    <inkml:brush xml:id="br0">
      <inkml:brushProperty name="width" value="0.05" units="cm"/>
      <inkml:brushProperty name="height" value="0.05" units="cm"/>
      <inkml:brushProperty name="color" value="#CC0066"/>
    </inkml:brush>
  </inkml:definitions>
  <inkml:trace contextRef="#ctx0" brushRef="#br0">1 1 18487 0 0,'9'20'4638'0'0,"-10"-8"-2924"0"0,-1-12-1602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17.131"/>
    </inkml:context>
    <inkml:brush xml:id="br0">
      <inkml:brushProperty name="width" value="0.05" units="cm"/>
      <inkml:brushProperty name="height" value="0.05" units="cm"/>
      <inkml:brushProperty name="color" value="#CC0066"/>
    </inkml:brush>
  </inkml:definitions>
  <inkml:trace contextRef="#ctx0" brushRef="#br0">35 0 15680 0 0,'0'0'5986'0'0,"2"2"-5650"0"0,1 0-61 0 0,0 0 0 0 0,-1 0 0 0 0,1 1 0 0 0,0 0 0 0 0,-1 0 0 0 0,1 0 0 0 0,-1 1 0 0 0,0-1 0 0 0,3 6 0 0 0,1 2 160 0 0,-1 1 1 0 0,5 15-1 0 0,-9-25-368 0 0,0 1 0 0 0,0 0 0 0 0,-1 0 0 0 0,1 0-1 0 0,-1 0 1 0 0,1 0 0 0 0,-1 0 0 0 0,0 0 0 0 0,0 0 0 0 0,0 0 0 0 0,0 0 0 0 0,0 1 0 0 0,0-2 0 0 0,0 1-1 0 0,-1 1 1 0 0,1-2 0 0 0,-1 1 0 0 0,1 1 0 0 0,-1-2 0 0 0,0 1 0 0 0,0 0 0 0 0,0-1 0 0 0,0 1 0 0 0,0 0 0 0 0,-1-1-1 0 0,1 1 1 0 0,0-1 0 0 0,-1 0 0 0 0,0 0 0 0 0,1 0 0 0 0,-1 0 0 0 0,0 0 0 0 0,1 0 0 0 0,-1-1 0 0 0,0 1-1 0 0,0 0 1 0 0,0-2 0 0 0,0 2 0 0 0,0-1 0 0 0,0 0 0 0 0,0-1 0 0 0,0 0 0 0 0,-4 2 0 0 0,-29 4 411 0 0,25-5-399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17.461"/>
    </inkml:context>
    <inkml:brush xml:id="br0">
      <inkml:brushProperty name="width" value="0.05" units="cm"/>
      <inkml:brushProperty name="height" value="0.05" units="cm"/>
      <inkml:brushProperty name="color" value="#CC0066"/>
    </inkml:brush>
  </inkml:definitions>
  <inkml:trace contextRef="#ctx0" brushRef="#br0">0 0 20599 0 0,'0'0'4928'0'0,"0"3"-4390"0"0,7 219 2275 0 0,-7-192-2659 0 0,0-20-76 0 0,1 0-1 0 0,0 0 1 0 0,2 16 0 0 0,-3-21-30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18.395"/>
    </inkml:context>
    <inkml:brush xml:id="br0">
      <inkml:brushProperty name="width" value="0.05" units="cm"/>
      <inkml:brushProperty name="height" value="0.05" units="cm"/>
      <inkml:brushProperty name="color" value="#CC0066"/>
    </inkml:brush>
  </inkml:definitions>
  <inkml:trace contextRef="#ctx0" brushRef="#br0">354 325 16983 0 0,'0'0'2976'0'0,"1"-4"-2772"0"0,11-22 1692 0 0,-3 7-1315 0 0,-8 17-422 0 0,1 0 0 0 0,-1-2 0 0 0,0 2 0 0 0,0-1 0 0 0,0-1 0 0 0,0 2-1 0 0,1-5 1 0 0,-2 7-144 0 0,0 0-1 0 0,0 0 0 0 0,0-1 1 0 0,0 1-1 0 0,1 0 1 0 0,-1 0-1 0 0,0-1 0 0 0,0 1 1 0 0,0 0-1 0 0,0 0 1 0 0,0 0-1 0 0,0 0 0 0 0,1-1 1 0 0,-1 1-1 0 0,0 0 1 0 0,0 0-1 0 0,0 0 0 0 0,0 0 1 0 0,0 0-1 0 0,1 0 1 0 0,-1 0-1 0 0,0 0 0 0 0,0 0 1 0 0,0 0-1 0 0,0 0 1 0 0,0 0-1 0 0,1 0 0 0 0,-1 0 1 0 0,0 0-1 0 0,0 0 1 0 0,0 0-1 0 0,0 0 0 0 0,0 0 1 0 0,1 0-1 0 0,-1 0 1 0 0,0 0-1 0 0,1 1 0 0 0,-1-1 1 0 0,0 0-1 0 0,0 0 1 0 0,0 0-1 0 0,0 1 0 0 0,0-1 1 0 0,0 0-1 0 0,0 0 1 0 0,1 0-1 0 0,-1 1 0 0 0,0-1 1 0 0,0 0-1 0 0,0 0 1 0 0,0 0-1 0 0,0 0 0 0 0,0 1 1 0 0,7 10 238 0 0,-5-6-140 0 0,1 0 1 0 0,0 0-1 0 0,0 0 1 0 0,7 7-1 0 0,-9-10-57 0 0,1 0-1 0 0,0-1 1 0 0,-1 1 0 0 0,1 0-1 0 0,0-1 1 0 0,0 0 0 0 0,0 0-1 0 0,0 0 1 0 0,0 0 0 0 0,0-1-1 0 0,0 1 1 0 0,0 0 0 0 0,3-1 0 0 0,-5 0-30 0 0,0 0 1 0 0,1 0-1 0 0,-1 0 1 0 0,1 0-1 0 0,-1-1 1 0 0,0 1-1 0 0,1 0 1 0 0,-1-1-1 0 0,0 1 1 0 0,1-1 0 0 0,0 1-1 0 0,-1 0 1 0 0,0 0-1 0 0,0-1 1 0 0,1 1-1 0 0,-1-1 1 0 0,0 1-1 0 0,0-1 1 0 0,1 0-1 0 0,-1 1 1 0 0,0 0-1 0 0,0-1 1 0 0,0 1 0 0 0,1-1-1 0 0,-1 0 1 0 0,0 0-1 0 0,0 1 1 0 0,1-1-1 0 0,-1 1 1 0 0,0-1-1 0 0,0 0 1 0 0,0 1-1 0 0,0-1 1 0 0,0 0 0 0 0,0 1-1 0 0,0-1 1 0 0,0 1-1 0 0,-1-1 1 0 0,1 0-1 0 0,0 0 1 0 0,0 1-1 0 0,-1 0 1 0 0,1-2-1 0 0,0 2-6 0 0,-1-1 0 0 0,1 1 0 0 0,-1-1 0 0 0,1 1-1 0 0,-1 0 1 0 0,0-1 0 0 0,1 1 0 0 0,-1 0-1 0 0,1 0 1 0 0,-1 0 0 0 0,1 0 0 0 0,-1 0-1 0 0,1 0 1 0 0,-1 0 0 0 0,0 0 0 0 0,1 0 0 0 0,-1 0-1 0 0,0 1 1 0 0,1-1 0 0 0,-1 0 0 0 0,1 1-1 0 0,-1-1 1 0 0,1 0 0 0 0,-1 1 0 0 0,1 0-1 0 0,-1-1 1 0 0,1 1 0 0 0,-1-1 0 0 0,0 0-1 0 0,0 2 1 0 0,-14 19 158 0 0,15-21-178 0 0,-16 24 215 0 0,0-1 0 0 0,-25 26 0 0 0,36-44-171 0 0,0-1 0 0 0,0 1 0 0 0,0-1-1 0 0,-9 6 1 0 0,11-9-22 0 0,1 0 0 0 0,0 0 0 0 0,-1 0 0 0 0,1 0 0 0 0,-1-1 0 0 0,0 1 0 0 0,1-1 0 0 0,-1 0 1 0 0,1 0-1 0 0,-1-1 0 0 0,1 1 0 0 0,-6-3 0 0 0,6 2-17 0 0,0-1 0 0 0,-1 1 0 0 0,2-1 1 0 0,-1 0-1 0 0,0 1 0 0 0,0-2 0 0 0,0 1 1 0 0,1 0-1 0 0,-1 0 0 0 0,1-1 0 0 0,-1 0 1 0 0,1 1-1 0 0,0-1 0 0 0,-1 0 0 0 0,1 0 1 0 0,0 0-1 0 0,0 0 0 0 0,1 0 0 0 0,-1 0 1 0 0,0 0-1 0 0,0-4 0 0 0,-1-10-5 0 0,-1 1 1 0 0,0-30-1 0 0,2 26 5 0 0,-22-199 178 0 0,21 207-138 0 0,1 4 23 0 0,0 1 0 0 0,0-1 0 0 0,0 0 0 0 0,-3-8 0 0 0,12 12 116 0 0,-3 4-72 0 0,-7 7 141 0 0,2-5-224 0 0,-1 0 0 0 0,1-1 0 0 0,-1 1-1 0 0,0 0 1 0 0,1 0 0 0 0,0 0 0 0 0,0-1-1 0 0,-1 1 1 0 0,1 0 0 0 0,0 0 0 0 0,0 0-1 0 0,0 2 1 0 0,3 28 158 0 0,-2-15 163 0 0,3 50-47 0 0,-3 1 0 0 0,-2 0 0 0 0,-12 112 0 0 0,9-149-303 0 0,-1 0 0 0 0,-13 48 0 0 0,14-61 0 0 0,-2-1 0 0 0,1 0 0 0 0,-2-1 0 0 0,1 0 0 0 0,-15 25 0 0 0,19-38 0 0 0,1 0 0 0 0,0-1 0 0 0,-1 1 0 0 0,0-1 0 0 0,0 0 0 0 0,0 0 0 0 0,0 0 0 0 0,0-1 0 0 0,1 2 0 0 0,-2-1 0 0 0,1-2 0 0 0,0 2 0 0 0,-5 1 0 0 0,5-3 0 0 0,0 0 0 0 0,0 0 0 0 0,0 0 0 0 0,0-1 0 0 0,-1 1 0 0 0,1 0 0 0 0,0-1 0 0 0,0 0 0 0 0,0 0 0 0 0,0 0 0 0 0,-1 0 0 0 0,2 0 0 0 0,-2-1 0 0 0,-2-3 0 0 0,1 1 0 0 0,-1-1 0 0 0,0 0 0 0 0,1-1 0 0 0,0 0 0 0 0,0 0 0 0 0,0-1 0 0 0,0 1 0 0 0,1-1 0 0 0,-1 0 0 0 0,2 0 0 0 0,-1-1 0 0 0,0 1 0 0 0,-3-14 0 0 0,4 11 0 0 0,0-1 0 0 0,0 2 0 0 0,1-2 0 0 0,0 0 0 0 0,0 1 0 0 0,1-1 0 0 0,-1 1 0 0 0,2-1 0 0 0,-1 1 0 0 0,2-17 0 0 0,0 18 0 0 0,0 0 0 0 0,0-1 0 0 0,0 0 0 0 0,1 1 0 0 0,0 0 0 0 0,0 0 0 0 0,0 1 0 0 0,1-1 0 0 0,0 1 0 0 0,0 0 0 0 0,1 0 0 0 0,-1 1 0 0 0,1 0 0 0 0,0 0 0 0 0,1 1 0 0 0,-1 0 0 0 0,9-7 0 0 0,-4 4 0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18.730"/>
    </inkml:context>
    <inkml:brush xml:id="br0">
      <inkml:brushProperty name="width" value="0.05" units="cm"/>
      <inkml:brushProperty name="height" value="0.05" units="cm"/>
      <inkml:brushProperty name="color" value="#CC0066"/>
    </inkml:brush>
  </inkml:definitions>
  <inkml:trace contextRef="#ctx0" brushRef="#br0">12 1 21407 0 0,'0'0'4666'0'0,"-1"2"-4020"0"0,-7 25 803 0 0,6-24-1218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19.365"/>
    </inkml:context>
    <inkml:brush xml:id="br0">
      <inkml:brushProperty name="width" value="0.05" units="cm"/>
      <inkml:brushProperty name="height" value="0.05" units="cm"/>
      <inkml:brushProperty name="color" value="#CC0066"/>
    </inkml:brush>
  </inkml:definitions>
  <inkml:trace contextRef="#ctx0" brushRef="#br0">7 1 11256 0 0,'0'0'9785'0'0,"0"4"-9257"0"0,-7 333 5406 0 0,7-254-4238 0 0,0-82-1528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20.026"/>
    </inkml:context>
    <inkml:brush xml:id="br0">
      <inkml:brushProperty name="width" value="0.05" units="cm"/>
      <inkml:brushProperty name="height" value="0.05" units="cm"/>
      <inkml:brushProperty name="color" value="#CC0066"/>
    </inkml:brush>
  </inkml:definitions>
  <inkml:trace contextRef="#ctx0" brushRef="#br0">373 1 18991 0 0,'0'0'3264'0'0,"-1"2"-3014"0"0,-5 17 830 0 0,4-10-476 0 0,-1-1 0 0 0,0 0-1 0 0,-4 9 1 0 0,5-15-529 0 0,1 1 1 0 0,0-1-1 0 0,-1 1 0 0 0,1-1 0 0 0,-1 0 1 0 0,0 0-1 0 0,1 0 0 0 0,-2-1 1 0 0,2 1-1 0 0,-1 0 0 0 0,0-1 0 0 0,0 0 1 0 0,-3 1-1 0 0,3-1-58 0 0,0-1 1 0 0,0 1 0 0 0,1-1-1 0 0,-2 0 1 0 0,2 0 0 0 0,-2 0-1 0 0,2-1 1 0 0,-1 1 0 0 0,0-1-1 0 0,0 1 1 0 0,0-1 0 0 0,1 0-1 0 0,-1 0 1 0 0,0 0 0 0 0,0 0-1 0 0,0-1 1 0 0,1 1 0 0 0,-1 0-1 0 0,1-1 1 0 0,-1 0 0 0 0,1 0-1 0 0,-1 0 1 0 0,1 0 0 0 0,-2-4-1 0 0,-7-14 94 0 0,-3-6 270 0 0,11 28 434 0 0,1 8-376 0 0,1 13-143 0 0,0-21-266 0 0,0 11 238 0 0,0 1 0 0 0,-1 0 1 0 0,0-1-1 0 0,0 1 0 0 0,-2-1 0 0 0,1 0 0 0 0,-7 25 0 0 0,8-34-235 0 0,0 0 0 0 0,-1 0 0 0 0,1-1 0 0 0,-1 0 0 0 0,0 0-1 0 0,1 1 1 0 0,-2-1 0 0 0,2 0 0 0 0,-1 1 0 0 0,-1-2 0 0 0,1 0-1 0 0,0 1 1 0 0,-1-1 0 0 0,1 1 0 0 0,-1-2 0 0 0,-3 4 0 0 0,-2-1 64 0 0,0-1 1 0 0,0 0 0 0 0,-1-1-1 0 0,-12 2 1 0 0,14-3-98 0 0,1-1 0 0 0,-1 0 0 0 0,0 0 0 0 0,0 0 0 0 0,0-1 0 0 0,1-1 0 0 0,-1 0 0 0 0,0 1 0 0 0,1-2 0 0 0,0 0 0 0 0,-1-1 0 0 0,1 1 0 0 0,0-2 0 0 0,0 1 0 0 0,0-1 0 0 0,1-1 0 0 0,-1 1 0 0 0,-7-12 0 0 0,9 12 0 0 0,3 5 0 0 0,0-1 0 0 0,0 0 0 0 0,1-1 0 0 0,-2 1 0 0 0,2 1 0 0 0,-1-2 0 0 0,0 1 0 0 0,1 0 0 0 0,-1 0 0 0 0,0-1 0 0 0,1 0 0 0 0,-1 2 0 0 0,1-2 0 0 0,0 0 0 0 0,-1 1 0 0 0,1-1 0 0 0,0 1 0 0 0,-1-1 0 0 0,1 1 0 0 0,0-1 0 0 0,0 1 0 0 0,0-1 0 0 0,0 1 0 0 0,0-1 0 0 0,0-2 0 0 0,1 1 0 0 0,1 1 0 0 0,-1 0 0 0 0,0-1 0 0 0,1 1 0 0 0,0-1 0 0 0,-1 1 0 0 0,0 0 0 0 0,1 0 0 0 0,0 0 0 0 0,3-3 0 0 0,-1 1 0 0 0,5-2 0 0 0,-1-1 0 0 0,0 1 0 0 0,1 1 0 0 0,-1 0 0 0 0,1 1 0 0 0,0 0 0 0 0,11-2 0 0 0,-8 2 0 0 0,3-2 0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20.355"/>
    </inkml:context>
    <inkml:brush xml:id="br0">
      <inkml:brushProperty name="width" value="0.05" units="cm"/>
      <inkml:brushProperty name="height" value="0.05" units="cm"/>
      <inkml:brushProperty name="color" value="#CC0066"/>
    </inkml:brush>
  </inkml:definitions>
  <inkml:trace contextRef="#ctx0" brushRef="#br0">0 0 19799 0 0,'0'0'1992'0'0,"2"3"-1416"0"0,-1 0-373 0 0,1-1 1 0 0,0 1-1 0 0,0-1 0 0 0,0 0 0 0 0,0 0 0 0 0,0 1 0 0 0,0-2 0 0 0,0 1 0 0 0,1-1 0 0 0,-1 0 0 0 0,1 1 1 0 0,-1-1-1 0 0,0 0 0 0 0,0-1 0 0 0,1 1 0 0 0,0 0 0 0 0,2-1 0 0 0,63-7 1926 0 0,-65 7-2123 0 0,-1-2-5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20.686"/>
    </inkml:context>
    <inkml:brush xml:id="br0">
      <inkml:brushProperty name="width" value="0.05" units="cm"/>
      <inkml:brushProperty name="height" value="0.05" units="cm"/>
      <inkml:brushProperty name="color" value="#CC0066"/>
    </inkml:brush>
  </inkml:definitions>
  <inkml:trace contextRef="#ctx0" brushRef="#br0">12 1 18591 0 0,'0'0'3384'0'0,"-4"17"-2792"0"0,3-14 8 0 0,-1 0 0 0 0,2-1 0 0 0,-3 2-456 0 0,1 0 0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21.416"/>
    </inkml:context>
    <inkml:brush xml:id="br0">
      <inkml:brushProperty name="width" value="0.05" units="cm"/>
      <inkml:brushProperty name="height" value="0.05" units="cm"/>
      <inkml:brushProperty name="color" value="#CC0066"/>
    </inkml:brush>
  </inkml:definitions>
  <inkml:trace contextRef="#ctx0" brushRef="#br0">149 319 16983 0 0,'0'0'4483'0'0,"-2"1"-4270"0"0,0 0-122 0 0,1 0-1 0 0,-1 0 0 0 0,0 0 0 0 0,0-1 0 0 0,1 0 1 0 0,-1 0-1 0 0,0 0 0 0 0,1 0 0 0 0,-1 0 1 0 0,0 0-1 0 0,1 0 0 0 0,-1 0 0 0 0,0 0 0 0 0,0-1 1 0 0,1 0-1 0 0,0 0 0 0 0,-1 0 0 0 0,0 0 1 0 0,1 1-1 0 0,-1-2 0 0 0,1 1 0 0 0,-1 0 0 0 0,0-3 1 0 0,1 3-29 0 0,-1-1 1 0 0,2 1 0 0 0,-1 0-1 0 0,0-2 1 0 0,1 2-1 0 0,-1-1 1 0 0,0 0 0 0 0,1 1-1 0 0,-1-2 1 0 0,1 2 0 0 0,0-1-1 0 0,-1 0 1 0 0,1 0 0 0 0,0 0-1 0 0,0 0 1 0 0,0 0-1 0 0,0 0 1 0 0,0 0 0 0 0,0 0-1 0 0,0 0 1 0 0,0 0 0 0 0,1 0-1 0 0,0-3 1 0 0,-1 3-22 0 0,0 0 1 0 0,1 0-1 0 0,-1 1 0 0 0,1-1 1 0 0,-1 1-1 0 0,1 0 0 0 0,-1-1 1 0 0,1 0-1 0 0,0 1 0 0 0,0 0 1 0 0,0-1-1 0 0,-1 2 1 0 0,1-2-1 0 0,0 1 0 0 0,0-1 1 0 0,0 2-1 0 0,0-1 0 0 0,0 0 1 0 0,0 0-1 0 0,0 0 0 0 0,0 1 1 0 0,0-1-1 0 0,1 0 0 0 0,-1 1 1 0 0,0-1-1 0 0,0 1 0 0 0,2-1 1 0 0,1 1 81 0 0,1 1 1 0 0,-1 0-1 0 0,1 0 1 0 0,0 0-1 0 0,-1 0 1 0 0,8 5-1 0 0,-11-6-92 0 0,0 1-1 0 0,0 0 1 0 0,0-1-1 0 0,0 0 1 0 0,0 1-1 0 0,0 0 0 0 0,0 0 1 0 0,0 0-1 0 0,0 0 1 0 0,-1 0-1 0 0,1 0 1 0 0,0 0-1 0 0,0 0 0 0 0,-1 1 1 0 0,1-1-1 0 0,-1 0 1 0 0,1 0-1 0 0,-1 1 1 0 0,1-1-1 0 0,-1 0 0 0 0,0 1 1 0 0,1 0-1 0 0,-1-1 1 0 0,1 1-1 0 0,-1-1 1 0 0,0 0-1 0 0,0 1 0 0 0,0-1 1 0 0,0 1-1 0 0,0 0 1 0 0,0-1-1 0 0,0 1 1 0 0,0 0-1 0 0,-1-2 0 0 0,0 5 1 0 0,0-1 9 0 0,0 0 1 0 0,0 1-1 0 0,-1-1 1 0 0,1-1-1 0 0,-1 1 0 0 0,0 0 1 0 0,0-1-1 0 0,0 1 1 0 0,0-1-1 0 0,0 0 1 0 0,-6 6-1 0 0,-1 0 126 0 0,-20 16 0 0 0,16-15-73 0 0,9-7-64 0 0,-1 0 0 0 0,0-1 0 0 0,1 0 0 0 0,-2-1 0 0 0,2 1 0 0 0,-1-1 0 0 0,0 0 0 0 0,0 0 0 0 0,-6-1 0 0 0,10-1-25 0 0,0 1 0 0 0,1-1 0 0 0,-2 0 1 0 0,2 0-1 0 0,-1 0 0 0 0,0 1 0 0 0,0-1 1 0 0,0 0-1 0 0,0 0 0 0 0,1 0 0 0 0,-1 0 1 0 0,1 0-1 0 0,-2-1 0 0 0,2 2 0 0 0,-1-4 1 0 0,0 2 5 0 0,-2-2-4 0 0,2-1-1 0 0,-1 1 0 0 0,1 0 0 0 0,0-1 1 0 0,-1 1-1 0 0,1-1 0 0 0,-1-7 0 0 0,-3-36 27 0 0,4 42-20 0 0,-5-125 273 0 0,5 82-217 0 0,-3-2 378 0 0,0-1 853 0 0,4 55-1227 0 0,0 1-1 0 0,-1-2 0 0 0,1 1 1 0 0,0 0-1 0 0,0 1 0 0 0,1-2 0 0 0,-1 6 1 0 0,1-3 35 0 0,-1 8 46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21.759"/>
    </inkml:context>
    <inkml:brush xml:id="br0">
      <inkml:brushProperty name="width" value="0.05" units="cm"/>
      <inkml:brushProperty name="height" value="0.05" units="cm"/>
      <inkml:brushProperty name="color" value="#CC0066"/>
    </inkml:brush>
  </inkml:definitions>
  <inkml:trace contextRef="#ctx0" brushRef="#br0">0 11 20399 0 0,'0'0'1688'0'0,"0"-4"272"0"0,0-3 1160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22.476"/>
    </inkml:context>
    <inkml:brush xml:id="br0">
      <inkml:brushProperty name="width" value="0.05" units="cm"/>
      <inkml:brushProperty name="height" value="0.05" units="cm"/>
      <inkml:brushProperty name="color" value="#CC0066"/>
    </inkml:brush>
  </inkml:definitions>
  <inkml:trace contextRef="#ctx0" brushRef="#br0">332 334 17487 0 0,'0'0'2832'0'0,"0"3"-2310"0"0,2 10 71 0 0,-1-11-467 0 0,-1 0-1 0 0,1 0 1 0 0,-1 0 0 0 0,0 0 0 0 0,0 0-1 0 0,1 0 1 0 0,-1 1 0 0 0,0-2 0 0 0,0 2-1 0 0,0-2 1 0 0,0 2 0 0 0,0-1 0 0 0,-1 0-1 0 0,1 0 1 0 0,-1 3 0 0 0,1-4-92 0 0,0 0 1 0 0,-1 0-1 0 0,1 0 1 0 0,0-1-1 0 0,0 1 1 0 0,-1 0-1 0 0,0 0 1 0 0,1 0-1 0 0,0-1 1 0 0,-1 1-1 0 0,1 0 1 0 0,-1 0-1 0 0,1-1 1 0 0,-1 1-1 0 0,1 0 1 0 0,-1-1-1 0 0,0 0 1 0 0,1 0-1 0 0,-1 1 1 0 0,1-1-1 0 0,-1 0 1 0 0,1 1-1 0 0,-1-1 1 0 0,0 0-1 0 0,1 0 1 0 0,-1 0-1 0 0,0 1 1 0 0,1-1-1 0 0,-1 0 1 0 0,0-1-1 0 0,1 1 1 0 0,-1 0-1 0 0,0 0 1 0 0,1 0-1 0 0,-2-1 1 0 0,0 0 6 0 0,0-1 0 0 0,1 0 1 0 0,-1 0-1 0 0,0 0 0 0 0,1 0 1 0 0,-1-1-1 0 0,1 2 0 0 0,-1-2 0 0 0,1 1 1 0 0,-2-5-1 0 0,0-1 22 0 0,-1 0 0 0 0,2 0-1 0 0,-1 0 1 0 0,1-1 0 0 0,0 1 0 0 0,-2-16 0 0 0,-4-58 358 0 0,6 51-279 0 0,-6-92 696 0 0,6 112-590 0 0,2 8-153 0 0,0 0 0 0 0,-1 0 0 0 0,1 0 0 0 0,0-1 0 0 0,0 2 0 0 0,0-1 0 0 0,0 0 0 0 0,0 0 0 0 0,0 0 0 0 0,1 0 0 0 0,-1 0 0 0 0,1 0 0 0 0,1-5-1 0 0,-2 8-50 0 0,0-1 0 0 0,0 1 0 0 0,0 0 0 0 0,0-1 0 0 0,0 1 0 0 0,0 0 0 0 0,0-1 0 0 0,1 1-1 0 0,-1 0 1 0 0,0-1 0 0 0,0 1 0 0 0,0 0 0 0 0,0 0 0 0 0,0 0 0 0 0,0 0 0 0 0,1 0-1 0 0,-1 0 1 0 0,0-1 0 0 0,1 1 0 0 0,-1 0 0 0 0,0 0 0 0 0,0 0 0 0 0,0 0 0 0 0,0-1 0 0 0,1 1-1 0 0,-1 0 1 0 0,0 0 0 0 0,0 0 0 0 0,0 0 0 0 0,1 0 0 0 0,-1 0 0 0 0,0 0 0 0 0,1 0 0 0 0,3 10 551 0 0,0 12-227 0 0,-1 1-68 0 0,-2-1 0 0 0,1 0-1 0 0,-3 40 1 0 0,-1-7-121 0 0,-3 46 186 0 0,-1-38-365 0 0,-22 116 0 0 0,22-154 0 0 0,5-15 0 0 0,-2 2 0 0 0,1-2 0 0 0,-1 1 0 0 0,-4 10 0 0 0,5-19 0 0 0,1 2 0 0 0,-1-1 0 0 0,1-1 0 0 0,0 1 0 0 0,-1 0 0 0 0,0 0 0 0 0,0-1 0 0 0,0 0 0 0 0,0 0 0 0 0,0 0 0 0 0,0 0 0 0 0,0 0 0 0 0,-1-1 0 0 0,1 0 0 0 0,0 1 0 0 0,0-1 0 0 0,-4 1 0 0 0,2-1 0 0 0,1-1 0 0 0,-1 1 0 0 0,0-1 0 0 0,0-1 0 0 0,0 1 0 0 0,0-1 0 0 0,0-1 0 0 0,0 2 0 0 0,0-2 0 0 0,0 0 0 0 0,0 0 0 0 0,1 0 0 0 0,0 0 0 0 0,-5-5 0 0 0,-1 0 0 0 0,1 0 0 0 0,0-1 0 0 0,1-1 0 0 0,-13-18 0 0 0,12 14 0 0 0,0 1 0 0 0,1-1 0 0 0,0-1 0 0 0,1 0 0 0 0,-1 0 0 0 0,-6-26 0 0 0,12 34 0 0 0,-1 0 0 0 0,1 1 0 0 0,0-1 0 0 0,0 0 0 0 0,1 0 0 0 0,-1 0 0 0 0,1 0 0 0 0,0 0 0 0 0,0-1 0 0 0,1 2 0 0 0,-1-2 0 0 0,1 1 0 0 0,1-8 0 0 0,-1 10 0 0 0,0-1 0 0 0,1 1 0 0 0,-1 0 0 0 0,1 0 0 0 0,-1-1 0 0 0,1 2 0 0 0,0-1 0 0 0,1 1 0 0 0,-2 0 0 0 0,2-1 0 0 0,0 1 0 0 0,-1 0 0 0 0,0 0 0 0 0,1 0 0 0 0,0 1 0 0 0,0-1 0 0 0,-1 2 0 0 0,5-3 0 0 0,5-3 0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22.806"/>
    </inkml:context>
    <inkml:brush xml:id="br0">
      <inkml:brushProperty name="width" value="0.05" units="cm"/>
      <inkml:brushProperty name="height" value="0.05" units="cm"/>
      <inkml:brushProperty name="color" value="#CC0066"/>
    </inkml:brush>
  </inkml:definitions>
  <inkml:trace contextRef="#ctx0" brushRef="#br0">0 56 21311 0 0,'10'-1'521'0'0,"-1"-1"0"0"0,0 0-1 0 0,0-2 1 0 0,0 0 0 0 0,14-9-1 0 0,-17 10-84 0 0,1 0-1 0 0,-1 0 1 0 0,0 2-1 0 0,1-1 0 0 0,7-1 1 0 0,-6 2 32 0 0,-1-1-1 0 0,0 1 1 0 0,12-8 0 0 0,-14 7-340 0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24.721"/>
    </inkml:context>
    <inkml:brush xml:id="br0">
      <inkml:brushProperty name="width" value="0.05" units="cm"/>
      <inkml:brushProperty name="height" value="0.05" units="cm"/>
      <inkml:brushProperty name="color" value="#CC0066"/>
    </inkml:brush>
  </inkml:definitions>
  <inkml:trace contextRef="#ctx0" brushRef="#br0">28 38 8744 0 0,'0'0'10695'0'0,"0"-2"-10551"0"0,3-18 597 0 0,-3 4 2560 0 0,-4 27-2539 0 0,1 9-33 0 0,-1 38 1 0 0,4-40-305 0 0,-1-1 0 0 0,-1 1 1 0 0,-2 16-1 0 0,1-12-85 0 0,2-16-96 0 0,0-1 1 0 0,1 0 0 0 0,-1 0-1 0 0,-3 11 1 0 0,2-12-140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26.286"/>
    </inkml:context>
    <inkml:brush xml:id="br0">
      <inkml:brushProperty name="width" value="0.05" units="cm"/>
      <inkml:brushProperty name="height" value="0.05" units="cm"/>
      <inkml:brushProperty name="color" value="#CC0066"/>
    </inkml:brush>
  </inkml:definitions>
  <inkml:trace contextRef="#ctx0" brushRef="#br0">411 0 20303 0 0,'0'0'4960'0'0,"0"2"-4470"0"0,0 5-246 0 0,-1-1 0 0 0,1 1 1 0 0,-1 0-1 0 0,-1-2 1 0 0,1 2-1 0 0,0-2 1 0 0,-1 2-1 0 0,-2 5 1 0 0,-1 2-166 0 0,0-1 1 0 0,-11 19-1 0 0,13-27-66 0 0,1 0 1 0 0,-1-1-1 0 0,-1 1 0 0 0,2-1 0 0 0,-2 0 0 0 0,0-1 1 0 0,1 1-1 0 0,-1-1 0 0 0,0 1 0 0 0,-7 3 0 0 0,8-5-7 0 0,2 0-2 0 0,-2-2 6 0 0,2 0-6 0 0,-2 0 2 0 0,1 0-5 0 0,1 0-2 0 0,2 0-5 0 0,1 0 2 0 0,1 0-6 0 0,-2-2 6 0 0,0 1 0 0 0,1-1 0 0 0,-1 1 0 0 0,0-1 0 0 0,0-1 0 0 0,1 2 0 0 0,-1-2-1 0 0,0 2 1 0 0,0-2 0 0 0,0 1 0 0 0,0 0 0 0 0,0 0 0 0 0,-1-1 0 0 0,1 1 0 0 0,0-1 0 0 0,-1 1 0 0 0,1 0 0 0 0,-1-1 0 0 0,0 0 0 0 0,1-3 0 0 0,0-4-9 0 0,-1 10 13 0 0,0-1-1 0 0,0 0 0 0 0,0 0 0 0 0,-1 0 0 0 0,1 1 0 0 0,0-1 0 0 0,0 1 1 0 0,0-1-1 0 0,-1 0 0 0 0,1 0 0 0 0,0 0 0 0 0,-1 1 0 0 0,1 0 0 0 0,0-1 0 0 0,-1 1 1 0 0,1-1-1 0 0,-1 0 0 0 0,1 1 0 0 0,-1-1 0 0 0,-1 0 1 0 0,0 0 0 0 0,-1 1 0 0 0,1-1 0 0 0,0 1 0 0 0,0-1 0 0 0,-1 1 0 0 0,1 0 0 0 0,0 1 0 0 0,-4 1 0 0 0,-22 7 1 0 0,27-9-1 0 0,-40 25 132 0 0,37-23-93 0 0,-2 0 134 0 0,6-2-164 0 0,-1-1 0 0 0,0 1 0 0 0,1-1 0 0 0,-1 1 1 0 0,1 0-1 0 0,-1-1 0 0 0,1 0 0 0 0,0 0 0 0 0,-1 0 1 0 0,0 0-1 0 0,1 1 0 0 0,0 0 0 0 0,-1-3 0 0 0,-16-21 324 0 0,1-1 214 0 0,16 24-525 0 0,-1 0 0 0 0,1 0 0 0 0,0 0 0 0 0,-1 0 0 0 0,1 1-1 0 0,-1-1 1 0 0,0 1 0 0 0,1-1 0 0 0,-1 0 0 0 0,1 1 0 0 0,0-1 0 0 0,-1 1-1 0 0,0 0 1 0 0,0-1 0 0 0,1 1 0 0 0,-1 0 0 0 0,1-1 0 0 0,-1 1-1 0 0,1 0 1 0 0,-1 0 0 0 0,1 0 0 0 0,-1 0 0 0 0,-1 0 0 0 0,1 0 86 0 0,-1 0 1 0 0,1 1 0 0 0,-1 0 0 0 0,1-1 0 0 0,-1 0-1 0 0,1 1 1 0 0,-1 1 0 0 0,1-1 0 0 0,-2 2 0 0 0,-2 3 281 0 0,0-1 1 0 0,0 1-1 0 0,-7 13 1 0 0,8-13-391 0 0,0 0 0 0 0,0 0 0 0 0,0 0 0 0 0,0-1 0 0 0,-1 1 0 0 0,1-1 0 0 0,-1-1 0 0 0,0 1 0 0 0,-9 5 0 0 0,10-9 0 0 0,1-1 0 0 0,0 1 0 0 0,-1-1 0 0 0,1 0 0 0 0,-1 0 0 0 0,-5-2 0 0 0,6 1 0 0 0,2-1 0 0 0,0 0 0 0 0,0 2 0 0 0,0-2 0 0 0,0 0 0 0 0,0 1 0 0 0,-1-1 0 0 0,2 0 0 0 0,-1 0 0 0 0,0 0 0 0 0,0 1 0 0 0,0-2 0 0 0,1 2 0 0 0,-1-2 0 0 0,1 2 0 0 0,-1-2 0 0 0,1 1 0 0 0,-1 0 0 0 0,1 0 0 0 0,0-1 0 0 0,0 1 0 0 0,0 0 0 0 0,0 0 0 0 0,0-1 0 0 0,0 1 0 0 0,0 0 0 0 0,0 0 0 0 0,1-3 0 0 0,0-9 0 0 0,-1 11 0 0 0,2 0 0 0 0,0 0 0 0 0,10-17 0 0 0,-12 19 0 0 0,1-1 0 0 0,-1 1 0 0 0,1 0 0 0 0,0 0 0 0 0,-1 0 0 0 0,1 0 0 0 0,-1 0 0 0 0,1 0 0 0 0,-1 0 0 0 0,1 0 0 0 0,0 0 0 0 0,0 0 0 0 0,0 1 0 0 0,-1-1 0 0 0,1 1 0 0 0,0-1 0 0 0,0 0 0 0 0,0 1 0 0 0,0-1 0 0 0,-1 1 0 0 0,2 0 0 0 0,-1 0 0 0 0,-1 0 0 0 0,1 0 0 0 0,0 0 0 0 0,0 0 0 0 0,0 0 0 0 0,0 0 0 0 0,0 0 0 0 0,1 0 0 0 0,-1 1 0 0 0,0-1 0 0 0,-1 1 0 0 0,1 0 0 0 0,0-1 0 0 0,-1 1 0 0 0,0-1 0 0 0,1 1 0 0 0,-1 0 0 0 0,1-1 0 0 0,-1 1 0 0 0,0 0 0 0 0,1 0 0 0 0,-1-1 0 0 0,1 1 0 0 0,-1 1 0 0 0,0-1 0 0 0,0-1 0 0 0,1 1 0 0 0,-1 0 0 0 0,0 0 0 0 0,0 0 0 0 0,0 0 0 0 0,0 1 0 0 0,2 23 0 0 0,-3-14 0 0 0,0-1 0 0 0,0 1 0 0 0,-1 0 0 0 0,1-1 0 0 0,-2 1 0 0 0,1-1 0 0 0,-1-1 0 0 0,0 1 0 0 0,0 0 0 0 0,-1-1 0 0 0,0 0 0 0 0,0 0 0 0 0,-1 0 0 0 0,-5 8 0 0 0,6-12 0 0 0,0 1 0 0 0,-1-2 0 0 0,-7 8 0 0 0,6-6 0 0 0,0 0 0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26.950"/>
    </inkml:context>
    <inkml:brush xml:id="br0">
      <inkml:brushProperty name="width" value="0.05" units="cm"/>
      <inkml:brushProperty name="height" value="0.05" units="cm"/>
      <inkml:brushProperty name="color" value="#CC0066"/>
    </inkml:brush>
  </inkml:definitions>
  <inkml:trace contextRef="#ctx0" brushRef="#br0">0 15 12760 0 0,'0'0'7609'0'0,"2"0"-7595"0"0,58-7 2598 0 0,-34 2-912 0 0,-20 3-1373 0 0,-4 2-190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28.418"/>
    </inkml:context>
    <inkml:brush xml:id="br0">
      <inkml:brushProperty name="width" value="0.05" units="cm"/>
      <inkml:brushProperty name="height" value="0.05" units="cm"/>
      <inkml:brushProperty name="color" value="#CC0066"/>
    </inkml:brush>
  </inkml:definitions>
  <inkml:trace contextRef="#ctx0" brushRef="#br0">1 3 15272 0 0,'0'0'4623'0'0,"2"0"-4460"0"0,19-1 601 0 0,-7 0-31 0 0,24 3-1 0 0,-13 10 695 0 0,-35 7-923 0 0,2-13-300 0 0,0 1 0 0 0,0-1 1 0 0,1 2-1 0 0,-11 14 0 0 0,13-15-154 0 0,4-6-22 0 0,0-1 1 0 0,0 1-1 0 0,0 0 0 0 0,0 1 0 0 0,1-1 0 0 0,-1 0 0 0 0,0 0 0 0 0,0 1 1 0 0,1-2-1 0 0,-1 2 0 0 0,1-1 0 0 0,-1 1 0 0 0,1-1 0 0 0,0 1 0 0 0,-1-1 0 0 0,1 0 1 0 0,-1 1-1 0 0,1-1 0 0 0,0 1 0 0 0,0 0 0 0 0,0-1 0 0 0,0 1 0 0 0,0 2 1 0 0,0-3-17 0 0,0 1 0 0 0,0-2 0 0 0,0 1 0 0 0,0 0 0 0 0,0 1 0 0 0,0-2 0 0 0,1 1 0 0 0,-1 0 0 0 0,0 0 0 0 0,1 0 0 0 0,-1 0 0 0 0,0 0 0 0 0,1 0 0 0 0,-1 1 0 0 0,4 6 202 0 0,-3-5-174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28.921"/>
    </inkml:context>
    <inkml:brush xml:id="br0">
      <inkml:brushProperty name="width" value="0.05" units="cm"/>
      <inkml:brushProperty name="height" value="0.05" units="cm"/>
      <inkml:brushProperty name="color" value="#CC0066"/>
    </inkml:brush>
  </inkml:definitions>
  <inkml:trace contextRef="#ctx0" brushRef="#br0">43 0 13672 0 0,'0'0'7110'0'0,"2"4"-6855"0"0,-1 2-88 0 0,0-1-1 0 0,0 1 1 0 0,0 0 0 0 0,-1 0 0 0 0,1-1 0 0 0,-1 1 0 0 0,0 0 0 0 0,0 0 0 0 0,0 0 0 0 0,0 0-1 0 0,-2 8 1 0 0,-1 4 240 0 0,-1 0 0 0 0,0 0 0 0 0,0-1 0 0 0,-8 18 0 0 0,1 4 278 0 0,11-39-658 0 0,-1 1-1 0 0,1 0 1 0 0,-1 0 0 0 0,1 0-1 0 0,0-1 1 0 0,0 1-1 0 0,-1-1 1 0 0,1 1 0 0 0,0 0-1 0 0,-1 0 1 0 0,1-1-1 0 0,-1 1 1 0 0,0-1 0 0 0,1 0-1 0 0,0 1 1 0 0,-1-1-1 0 0,1 1 1 0 0,-2 0 0 0 0,2-1 43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29.655"/>
    </inkml:context>
    <inkml:brush xml:id="br0">
      <inkml:brushProperty name="width" value="0.05" units="cm"/>
      <inkml:brushProperty name="height" value="0.05" units="cm"/>
      <inkml:brushProperty name="color" value="#CC0066"/>
    </inkml:brush>
  </inkml:definitions>
  <inkml:trace contextRef="#ctx0" brushRef="#br0">533 1 14568 0 0,'0'0'6858'0'0,"-1"2"-6617"0"0,-10 20 963 0 0,10-20-1123 0 0,0 1-1 0 0,1-2 0 0 0,-1 1 0 0 0,1 0 0 0 0,0 0 1 0 0,-1 0-1 0 0,1 0 0 0 0,-1 0 0 0 0,1 0 0 0 0,0 0 1 0 0,0 3-1 0 0,-1 14 596 0 0,-1-15-481 0 0,0 0-1 0 0,1 0 1 0 0,-1 0 0 0 0,0 0-1 0 0,0-1 1 0 0,0 0 0 0 0,-5 5-1 0 0,0-3-108 0 0,-1-1 0 0 0,0 0 0 0 0,0-1 0 0 0,0-1 0 0 0,0 0 0 0 0,-1 0 0 0 0,1-2 0 0 0,-10 0 0 0 0,0 1 18 0 0,-171 35 453 0 0,175-32-519 0 0,0-1 0 0 0,0-1 0 0 0,0-1 1 0 0,0-1-1 0 0,-1-1 0 0 0,1-1 0 0 0,0 0 1 0 0,-24-10-1 0 0,37 12-31 0 0,1 0-1 0 0,-1 0 1 0 0,1-1 0 0 0,-1 1-1 0 0,1-1 1 0 0,-1 1 0 0 0,1-1-1 0 0,-1 0 1 0 0,0 1 0 0 0,1 0-1 0 0,-1-1 1 0 0,1 0 0 0 0,-1 0-1 0 0,1 1 1 0 0,0-1 0 0 0,-1 1-1 0 0,0-1 1 0 0,1 0 0 0 0,0 0-1 0 0,0 0 1 0 0,-1 0 0 0 0,1 1 0 0 0,0-3-1 0 0,0-21 277 0 0,0 20-261 0 0,0 1 1 0 0,0 0-1 0 0,0 0 0 0 0,0 0 0 0 0,0 0 1 0 0,0 0-1 0 0,-1-5 0 0 0,1 4 49 0 0,-2 0-1 0 0,1 1 1 0 0,0-1-1 0 0,0 1 1 0 0,0-1 0 0 0,-1 1-1 0 0,0 0 1 0 0,-2-6-1 0 0,3 7-20 0 0,-15-16 1173 0 0,7 11-310 0 0,8 7-896 0 0,1 0 0 0 0,0 0-1 0 0,0-1 1 0 0,0 1-1 0 0,0 0 1 0 0,0 0 0 0 0,-1-1-1 0 0,1 1 1 0 0,0 0-1 0 0,0 0 1 0 0,0 0 0 0 0,0 0-1 0 0,0 0 1 0 0,0 0-1 0 0,0-1 1 0 0,0 1 0 0 0,0 0-1 0 0,-1-1 1 0 0,1 1-1 0 0,0 0 1 0 0,0-1 0 0 0,0 1-1 0 0,0 0 1 0 0,0-1-1 0 0,0 1 1 0 0,0 0 0 0 0,0-1-1 0 0,0 1 1 0 0,0 0-1 0 0,0 0 1 0 0,0 0 0 0 0,0 0-1 0 0,0-1 1 0 0,1 1-1 0 0,-1 0 1 0 0,0-1 0 0 0,0 1-1 0 0,0 0 1 0 0,0 0-1 0 0,0-1 1 0 0,0 1 0 0 0,0 0-1 0 0,0 0 1 0 0,0-1-1 0 0,1 1 1 0 0,-1 0 0 0 0,0 0-1 0 0,0 0 1 0 0,0 0-1 0 0,1 0 1 0 0,1-2 47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29.985"/>
    </inkml:context>
    <inkml:brush xml:id="br0">
      <inkml:brushProperty name="width" value="0.05" units="cm"/>
      <inkml:brushProperty name="height" value="0.05" units="cm"/>
      <inkml:brushProperty name="color" value="#CC0066"/>
    </inkml:brush>
  </inkml:definitions>
  <inkml:trace contextRef="#ctx0" brushRef="#br0">1 0 20503 0 0,'0'0'1872'0'0,"18"11"-1240"0"0,-10-6-488 0 0,-2-2 0 0 0,1-2 0 0 0,-2-1-8 0 0,3 0 440 0 0,1 0 8 0 0,0 0 0 0 0,0-1 0 0 0,1-1-440 0 0,-1-1 0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30.989"/>
    </inkml:context>
    <inkml:brush xml:id="br0">
      <inkml:brushProperty name="width" value="0.05" units="cm"/>
      <inkml:brushProperty name="height" value="0.05" units="cm"/>
      <inkml:brushProperty name="color" value="#CC0066"/>
    </inkml:brush>
  </inkml:definitions>
  <inkml:trace contextRef="#ctx0" brushRef="#br0">269 43 14064 0 0,'0'0'2845'0'0,"0"3"-1737"0"0,0-2-1015 0 0,-1 1 0 0 0,1-1 0 0 0,0 0 0 0 0,0 0 1 0 0,0 0-1 0 0,1 1 0 0 0,-1-2 0 0 0,0 1 0 0 0,0 1 0 0 0,1-1 0 0 0,-1 0 1 0 0,0 0-1 0 0,0 0 0 0 0,1 0 0 0 0,-1 0 0 0 0,0 0 0 0 0,1 0 0 0 0,-1 0 1 0 0,1 0-1 0 0,0-1 0 0 0,-1 1 0 0 0,1 0 0 0 0,-1 0 0 0 0,1 0 1 0 0,-1 0-1 0 0,1-1 0 0 0,0 0 0 0 0,0 1 0 0 0,-1 0 0 0 0,1-1 0 0 0,0 1 1 0 0,0-1-1 0 0,-1 1 0 0 0,1-1 0 0 0,0 0 0 0 0,0 0 0 0 0,5 1 9 0 0,-2 1-1 0 0,1-1 1 0 0,0 0-1 0 0,0-1 1 0 0,-1 0-1 0 0,2-1 1 0 0,-1 1-1 0 0,-1-2 1 0 0,1 1-1 0 0,0 0 1 0 0,-1-1-1 0 0,1 0 0 0 0,-1-1 1 0 0,1 1-1 0 0,0-2 1 0 0,-1 1-1 0 0,0 0 1 0 0,6-7-1 0 0,-10 10-74 0 0,0-1 1 0 0,1 1-1 0 0,-1-1 0 0 0,0 1 0 0 0,1 0 0 0 0,-1 0 0 0 0,1-1 0 0 0,-1 1 0 0 0,0-1 1 0 0,1 0-1 0 0,-1 1 0 0 0,0-1 0 0 0,0 1 0 0 0,0-1 0 0 0,1 1 0 0 0,-1-1 0 0 0,0 0 1 0 0,0 0-1 0 0,0 1 0 0 0,0-1 0 0 0,0 1 0 0 0,0-1 0 0 0,1 0 0 0 0,-1 0 0 0 0,0 0 1 0 0,0 1-1 0 0,0 0 0 0 0,-1-1 0 0 0,1 0 0 0 0,0 0 0 0 0,0 0 0 0 0,0 1 1 0 0,0 0-1 0 0,0-1 0 0 0,0 0 0 0 0,-1 1 0 0 0,1-1 0 0 0,0 0 0 0 0,0 0 0 0 0,-1 1 1 0 0,1 0-1 0 0,0-1 0 0 0,0 1 0 0 0,-1-1 0 0 0,1 1 0 0 0,-1-1 0 0 0,0 0 0 0 0,0-1 35 0 0,-1 0-1 0 0,0 0 1 0 0,0 0 0 0 0,0 1-1 0 0,0-1 1 0 0,0 1-1 0 0,0 0 1 0 0,-3-2-1 0 0,0 1 14 0 0,1 2 0 0 0,0-1 0 0 0,-1 1 0 0 0,1-1-1 0 0,-1 1 1 0 0,1 1 0 0 0,0 0 0 0 0,-1-1 0 0 0,1 1 0 0 0,0 1-1 0 0,-1 0 1 0 0,1 0 0 0 0,0 0 0 0 0,0 1 0 0 0,0-1 0 0 0,0 2-1 0 0,0-1 1 0 0,0 0 0 0 0,1 1 0 0 0,-1 0 0 0 0,1 0 0 0 0,-5 9 0 0 0,4-8-7 0 0,0 0 1 0 0,0 1-1 0 0,1 0 1 0 0,0 0 0 0 0,0 0-1 0 0,0 0 1 0 0,0 1-1 0 0,1 0 1 0 0,0 0 0 0 0,0 0-1 0 0,0 0 1 0 0,0 0 0 0 0,1 0-1 0 0,-2 13 1 0 0,3-14-26 0 0,0 0-1 0 0,-1 0 1 0 0,0 0 0 0 0,0 1-1 0 0,0-2 1 0 0,0 1 0 0 0,-1 0 0 0 0,0 0-1 0 0,0-1 1 0 0,0 1 0 0 0,-3 5 0 0 0,3-7-41 0 0,1-1 1 0 0,-2 0 0 0 0,1 0 0 0 0,0 1 0 0 0,0-2 0 0 0,-1 1 0 0 0,1 0-1 0 0,-1-1 1 0 0,0 1 0 0 0,1-2 0 0 0,-1 2 0 0 0,0-2 0 0 0,1 1 0 0 0,-1-1-1 0 0,-1 0 1 0 0,-2 1 0 0 0,-2 1-33 0 0,-1-3 1 0 0,1 1-1 0 0,-2 0 0 0 0,2-1 0 0 0,-1-1 0 0 0,1 0 1 0 0,-1-1-1 0 0,1-1 0 0 0,-1 0 0 0 0,1 0 1 0 0,-17-10-1 0 0,23 10 17 0 0,-1 1 0 0 0,1-1 0 0 0,-1 0 0 0 0,0 0 0 0 0,1 0 1 0 0,0 0-1 0 0,0-1 0 0 0,-1 0 0 0 0,2 1 0 0 0,-1-1 0 0 0,0 0 0 0 0,1 0 1 0 0,-1 0-1 0 0,1-1 0 0 0,0 1 0 0 0,-1 0 0 0 0,1-1 0 0 0,1 1 0 0 0,-1-8 0 0 0,0 7 12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31.973"/>
    </inkml:context>
    <inkml:brush xml:id="br0">
      <inkml:brushProperty name="width" value="0.05" units="cm"/>
      <inkml:brushProperty name="height" value="0.05" units="cm"/>
      <inkml:brushProperty name="color" value="#CC0066"/>
    </inkml:brush>
  </inkml:definitions>
  <inkml:trace contextRef="#ctx0" brushRef="#br0">422 0 18695 0 0,'0'0'5512'0'0,"1"2"-5324"0"0,0 3-23 0 0,-1-1 0 0 0,0 0-1 0 0,1 1 1 0 0,-1-1 0 0 0,0 0 0 0 0,0 0-1 0 0,0 1 1 0 0,-2 6 0 0 0,-6 44 954 0 0,4-34-675 0 0,4-20-386 0 0,0 0 1 0 0,0 1-1 0 0,0 0 1 0 0,-1-1 0 0 0,1 1-1 0 0,0-1 1 0 0,-1 0 0 0 0,1 1-1 0 0,0 0 1 0 0,-1-2 0 0 0,0 2-1 0 0,1-1 1 0 0,-1 0 0 0 0,0 0-1 0 0,1 1 1 0 0,-1-1 0 0 0,0 0-1 0 0,0 0 1 0 0,0 0 0 0 0,1 0-1 0 0,-2 0 1 0 0,1-1 0 0 0,-1 2-1 0 0,0-2-15 0 0,1 0-1 0 0,-1 0 0 0 0,1 0 0 0 0,0 0 1 0 0,-1-1-1 0 0,0 1 0 0 0,1-1 1 0 0,-1 1-1 0 0,1-1 0 0 0,0 0 1 0 0,-1 0-1 0 0,1 0 0 0 0,0 1 1 0 0,-1-2-1 0 0,1 1 0 0 0,0-1 0 0 0,-3-2 1 0 0,-50-64 1033 0 0,54 68-1059 0 0,0-1 1 0 0,0 1 0 0 0,0 0-1 0 0,0 0 1 0 0,0-1-1 0 0,-1 1 1 0 0,1 0 0 0 0,0 0-1 0 0,0 0 1 0 0,0-1-1 0 0,0 1 1 0 0,-1 0 0 0 0,1 0-1 0 0,0 0 1 0 0,-1 0-1 0 0,1 0 1 0 0,0 0 0 0 0,0 0-1 0 0,0 0 1 0 0,0 0 0 0 0,-1 0-1 0 0,1 0 1 0 0,0 0-1 0 0,0 0 1 0 0,0 0 0 0 0,0 0-1 0 0,-1 0 1 0 0,1 0-1 0 0,0 0 1 0 0,0 1 0 0 0,0-1-1 0 0,0 0 1 0 0,-1 0-1 0 0,-5 11 292 0 0,0 13 42 0 0,-12 48 460 0 0,17-70-811 0 0,1 0 0 0 0,-1 0 1 0 0,1-1-1 0 0,-1 2 0 0 0,1-2 0 0 0,-2 1 0 0 0,2 0 0 0 0,-1-1 1 0 0,0 1-1 0 0,0 0 0 0 0,0-2 0 0 0,0 2 0 0 0,0 0 1 0 0,-1-1-1 0 0,1-1 0 0 0,0 2 0 0 0,0-1 0 0 0,-1 0 0 0 0,1-1 1 0 0,0 1-1 0 0,-2 1 0 0 0,1-3 0 0 0,1 1 0 0 0,-1-1 0 0 0,0 0 0 0 0,1 1 0 0 0,0-1 0 0 0,-1 0 0 0 0,0 0 0 0 0,1 0 0 0 0,-1 0 0 0 0,1-1 0 0 0,0 1 0 0 0,-1 0 0 0 0,0-3 0 0 0,-2 0 0 0 0,3 3 0 0 0,0 0 0 0 0,0 0 0 0 0,0-1 0 0 0,1 2 0 0 0,-2-2 0 0 0,2 1 0 0 0,-1-1 0 0 0,0 1 0 0 0,1-1 0 0 0,-1 1 0 0 0,1 0 0 0 0,-1-1 0 0 0,0 1 0 0 0,1-4 0 0 0,-1 2 0 0 0,0 1 0 0 0,0-2 0 0 0,0 1 0 0 0,0 1 0 0 0,0-1 0 0 0,-1 0 0 0 0,1 1 0 0 0,-4-6 0 0 0,3 7 0 0 0,1-1 0 0 0,-1 2 0 0 0,1 1 0 0 0,0 0 0 0 0,0-1 0 0 0,1 1 0 0 0,-1 0 0 0 0,1 0 0 0 0,-1 0 0 0 0,0 0 0 0 0,1-1 0 0 0,-1 1 0 0 0,1 1 0 0 0,0-1 0 0 0,-1-1 0 0 0,1 2 0 0 0,0-1 0 0 0,-1 0 0 0 0,1 0 0 0 0,-1 3 0 0 0,1-3 0 0 0,-15 33 0 0 0,7-19 0 0 0,7-12 0 0 0,-1 0 0 0 0,1-1 0 0 0,-1 1 0 0 0,1-1 0 0 0,-1 1 0 0 0,0-1 0 0 0,0 1 0 0 0,0-2 0 0 0,0 1 0 0 0,0 0 0 0 0,0 0 0 0 0,-1-1 0 0 0,1 0 0 0 0,0 1 0 0 0,0-1 0 0 0,-1 0 0 0 0,1-1 0 0 0,-1 1 0 0 0,1-1 0 0 0,0 1 0 0 0,-1-1 0 0 0,0 0 0 0 0,1 0 0 0 0,-1-1 0 0 0,1 1 0 0 0,-4-1 0 0 0,2-1 0 0 0,0 0 0 0 0,-1 0 0 0 0,1-1 0 0 0,0 1 0 0 0,0 0 0 0 0,0-2 0 0 0,1 1 0 0 0,-1 0 0 0 0,1-1 0 0 0,-1 0 0 0 0,1 0 0 0 0,-1-1 0 0 0,-4-8 0 0 0,6 9 0 0 0,1 1 0 0 0,0-1 0 0 0,0 1 0 0 0,0-1 0 0 0,0 0 0 0 0,1 0 0 0 0,-1 1 0 0 0,0-1 0 0 0,1 0 0 0 0,0-5 0 0 0,0 7 0 0 0,0 1 0 0 0,0-2 0 0 0,0 2 0 0 0,0-1 0 0 0,0 0 0 0 0,0 0 0 0 0,1 0 0 0 0,0 1 0 0 0,-1-2 0 0 0,0 2 0 0 0,1-1 0 0 0,-1 0 0 0 0,1 1 0 0 0,0-1 0 0 0,0 0 0 0 0,0 1 0 0 0,-1 0 0 0 0,1-1 0 0 0,0 1 0 0 0,0 0 0 0 0,0-1 0 0 0,0 1 0 0 0,1 0 0 0 0,-1 0 0 0 0,0 0 0 0 0,0 0 0 0 0,2 0 0 0 0,-2 0 0 0 0,1 0 0 0 0,-1 0 0 0 0,1 0 0 0 0,0 1 0 0 0,-1 0 0 0 0,1 0 0 0 0,-1-1 0 0 0,1 1 0 0 0,0 0 0 0 0,-1 0 0 0 0,1 1 0 0 0,0-1 0 0 0,-1 0 0 0 0,1 0 0 0 0,-1 1 0 0 0,1 0 0 0 0,-1 0 0 0 0,1 0 0 0 0,0 0 0 0 0,-1 0 0 0 0,2 2 0 0 0,-2-1 0 0 0,0-1 0 0 0,0 1 0 0 0,0 0 0 0 0,0 0 0 0 0,0-1 0 0 0,-1 1 0 0 0,1 0 0 0 0,-1 0 0 0 0,1 0 0 0 0,0 0 0 0 0,-1 0 0 0 0,0 0 0 0 0,0 0 0 0 0,1 0 0 0 0,-1 0 0 0 0,0 0 0 0 0,0 1 0 0 0,0-2 0 0 0,0 2 0 0 0,-1-2 0 0 0,1 2 0 0 0,0-2 0 0 0,0 2 0 0 0,-2 1 0 0 0,1 7 0 0 0,-2-2 0 0 0,1 1 0 0 0,-6 14 0 0 0,3-12 0 0 0,-1-1 0 0 0,0 1 0 0 0,0-1 0 0 0,0 0 0 0 0,-2-1 0 0 0,2 0 0 0 0,-2-1 0 0 0,0 0 0 0 0,-12 12 0 0 0,16-19 0 0 0,1 0 0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32.465"/>
    </inkml:context>
    <inkml:brush xml:id="br0">
      <inkml:brushProperty name="width" value="0.05" units="cm"/>
      <inkml:brushProperty name="height" value="0.05" units="cm"/>
      <inkml:brushProperty name="color" value="#CC0066"/>
    </inkml:brush>
  </inkml:definitions>
  <inkml:trace contextRef="#ctx0" brushRef="#br0">212 52 20095 0 0,'0'0'4858'0'0,"-1"0"-4053"0"0,0 0-751 0 0,0 0 0 0 0,1 0 0 0 0,0 0 0 0 0,-1 0 0 0 0,1 0 1 0 0,0 0-1 0 0,-1 1 0 0 0,1-1 0 0 0,0 0 0 0 0,-1 0 0 0 0,0 0 0 0 0,1 1 0 0 0,0-1 0 0 0,-1 0 0 0 0,1 1 1 0 0,0-1-1 0 0,-1 1 0 0 0,1-1 0 0 0,0 0 0 0 0,0 0 0 0 0,-1 1 0 0 0,1-1 0 0 0,-1 1 0 0 0,1-1 0 0 0,0 1 1 0 0,0 0-1 0 0,0-1 0 0 0,-1 1 0 0 0,0 24 810 0 0,1-16-676 0 0,0-1 0 0 0,-1 1 0 0 0,1-1 0 0 0,-1 0-1 0 0,0 0 1 0 0,-1 1 0 0 0,1-1 0 0 0,-5 14 0 0 0,6-22-175 0 0,-1 2 0 0 0,1-1 1 0 0,-2 0-1 0 0,2-1 0 0 0,-1 1 1 0 0,1 0-1 0 0,-1-1 0 0 0,0 1 1 0 0,0 0-1 0 0,1 0 0 0 0,-1-1 1 0 0,0 0-1 0 0,0 0 0 0 0,1 1 1 0 0,-1-1-1 0 0,0 0 0 0 0,0 1 1 0 0,0-1-1 0 0,1 0 0 0 0,-2 0 1 0 0,2 0-1 0 0,-1 0 0 0 0,0 0 1 0 0,0-1-1 0 0,0 1 0 0 0,0 0 1 0 0,1-1-1 0 0,-1 1 0 0 0,0 0 1 0 0,0 0-1 0 0,0-1 0 0 0,1 0 1 0 0,-1 0-1 0 0,-1-1 0 0 0,-4-2-4 0 0,0-2 0 0 0,0-1 0 0 0,-7-7 0 0 0,7 6 29 0 0,-8-9-2 0 0,0-1 0 0 0,1 0 1 0 0,-19-33-1 0 0,20 23 99 0 0,9 21 27 0 0,8 19-43 0 0,-3-7-86 0 0,0 1-1 0 0,0-1 1 0 0,-1 0-1 0 0,0 0 1 0 0,0 1 0 0 0,0-1-1 0 0,0 1 1 0 0,0-1-1 0 0,-1 1 1 0 0,0 0 0 0 0,1-1-1 0 0,-2 0 1 0 0,1 1-1 0 0,0 0 1 0 0,-3 10-1 0 0,2-5 68 0 0,-2-2 0 0 0,1 2 0 0 0,-1-1 0 0 0,0 0 0 0 0,0-1-1 0 0,-1 0 1 0 0,-6 12 0 0 0,7-14-10 0 0,3-5-69 0 0,-1-2 1 0 0,1 2-1 0 0,-1-1 1 0 0,1 1-1 0 0,-2-2 1 0 0,2 2-1 0 0,-1-1 1 0 0,1 0 0 0 0,-1-1-1 0 0,0 1 1 0 0,0 0-1 0 0,0 0 1 0 0,0 0-1 0 0,1 0 1 0 0,-1-1-1 0 0,-2 1 1 0 0,1 0-22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32.798"/>
    </inkml:context>
    <inkml:brush xml:id="br0">
      <inkml:brushProperty name="width" value="0.05" units="cm"/>
      <inkml:brushProperty name="height" value="0.05" units="cm"/>
      <inkml:brushProperty name="color" value="#CC0066"/>
    </inkml:brush>
  </inkml:definitions>
  <inkml:trace contextRef="#ctx0" brushRef="#br0">0 1 29103 0 0,'0'0'0'0'0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33.128"/>
    </inkml:context>
    <inkml:brush xml:id="br0">
      <inkml:brushProperty name="width" value="0.05" units="cm"/>
      <inkml:brushProperty name="height" value="0.05" units="cm"/>
      <inkml:brushProperty name="color" value="#CC0066"/>
    </inkml:brush>
  </inkml:definitions>
  <inkml:trace contextRef="#ctx0" brushRef="#br0">1 138 17383 0 0,'2'1'531'0'0,"1"0"-335"0"0,1 1 216 0 0,-1 0 1 0 0,1-2 0 0 0,0 2-1 0 0,6 0 1766 0 0,-1-5-1133 0 0,-5 2-843 0 0,2-3 114 0 0,1 0 1 0 0,-1 0 0 0 0,6-5-1 0 0,-10 8-260 0 0,-1 0 0 0 0,1-1 0 0 0,-1 1 0 0 0,1-1 0 0 0,-1 0 0 0 0,0 1-1 0 0,0-1 1 0 0,0 0 0 0 0,0 0 0 0 0,1 0 0 0 0,-2 0 0 0 0,1-1-1 0 0,0 2 1 0 0,-1-2 0 0 0,2 1 0 0 0,-2-1 0 0 0,0 1 0 0 0,1-3 0 0 0,-1 3-17 0 0,0-1 0 0 0,0 1 1 0 0,0 0-1 0 0,0 0 0 0 0,0-1 0 0 0,-1 1 1 0 0,1-1-1 0 0,-1 1 0 0 0,0-1 1 0 0,1 2-1 0 0,-1-2 0 0 0,0 1 1 0 0,1 0-1 0 0,-2 1 0 0 0,1-2 1 0 0,-1-1-1 0 0,0 1 12 0 0,1 0-1 0 0,-1 0 1 0 0,0 1-1 0 0,0-1 1 0 0,0 1 0 0 0,-1-1-1 0 0,1 2 1 0 0,0-2 0 0 0,-3-1-1 0 0,-3 0 93 0 0,5 3 12 0 0,0-1 1 0 0,0 0-1 0 0,-1 1 1 0 0,1-1-1 0 0,0 1 0 0 0,-4 0 1 0 0,0-1 229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33.539"/>
    </inkml:context>
    <inkml:brush xml:id="br0">
      <inkml:brushProperty name="width" value="0.05" units="cm"/>
      <inkml:brushProperty name="height" value="0.05" units="cm"/>
      <inkml:brushProperty name="color" value="#CC0066"/>
    </inkml:brush>
  </inkml:definitions>
  <inkml:trace contextRef="#ctx0" brushRef="#br0">1 0 14064 0 0,'0'0'14055'0'0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38.604"/>
    </inkml:context>
    <inkml:brush xml:id="br0">
      <inkml:brushProperty name="width" value="0.05" units="cm"/>
      <inkml:brushProperty name="height" value="0.05" units="cm"/>
      <inkml:brushProperty name="color" value="#CC0066"/>
    </inkml:brush>
  </inkml:definitions>
  <inkml:trace contextRef="#ctx0" brushRef="#br0">43 0 12960 0 0,'0'0'8135'0'0,"0"2"-7551"0"0,0 7-188 0 0,0-1 0 0 0,-1-1-1 0 0,1 1 1 0 0,-1 0-1 0 0,0 0 1 0 0,-3 9 0 0 0,3-16-320 0 0,0 2 0 0 0,1-1 1 0 0,-1-1-1 0 0,0 1 0 0 0,0 0 1 0 0,1 0-1 0 0,-2 0 1 0 0,1-1-1 0 0,0 1 0 0 0,0-1 1 0 0,0 0-1 0 0,0 1 1 0 0,0-1-1 0 0,-1-1 0 0 0,1 2 1 0 0,0-1-1 0 0,-1 0 0 0 0,1 0 1 0 0,-1-1-1 0 0,-1 1 1 0 0,2-1-39 0 0,1-1 0 0 0,-1 1 1 0 0,0-1-1 0 0,0 0 0 0 0,1 0 1 0 0,-1 0-1 0 0,1 0 0 0 0,-1 1 1 0 0,0-2-1 0 0,1 1 1 0 0,0 0-1 0 0,-1 1 0 0 0,1-2 1 0 0,0 1-1 0 0,-1 0 0 0 0,1 0 1 0 0,0 0-1 0 0,0-1 0 0 0,-1 1 1 0 0,1 0-1 0 0,0-2 1 0 0,0-1 3 0 0,0 0 1 0 0,0 1 0 0 0,0 0 0 0 0,1-1 0 0 0,-1 1 0 0 0,0 0 0 0 0,1 0 0 0 0,0-1 0 0 0,-1 1 0 0 0,3-6 0 0 0,-2 8 2 0 0,1-2 0 0 0,-1 1 1 0 0,0 1-1 0 0,0-1 1 0 0,0 1-1 0 0,1-1 0 0 0,-1 0 1 0 0,1 1-1 0 0,-1 0 1 0 0,0-1-1 0 0,1 1 1 0 0,0 1-1 0 0,-1-1 0 0 0,1 0 1 0 0,2-1-1 0 0,-4 2-25 0 0,0 0-1 0 0,1 0 0 0 0,-1 0 1 0 0,1 0-1 0 0,-1 0 0 0 0,0 0 1 0 0,1 0-1 0 0,0 0 1 0 0,-1 0-1 0 0,1 0 0 0 0,-1 0 1 0 0,0 0-1 0 0,1 0 1 0 0,-1 0-1 0 0,0 1 0 0 0,1-1 1 0 0,0 0-1 0 0,-1 1 0 0 0,0-1 1 0 0,1 1-1 0 0,-1-1 1 0 0,0 1-1 0 0,1-1 0 0 0,-1 0 1 0 0,1 2-1 0 0,1 0 61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39.143"/>
    </inkml:context>
    <inkml:brush xml:id="br0">
      <inkml:brushProperty name="width" value="0.05" units="cm"/>
      <inkml:brushProperty name="height" value="0.05" units="cm"/>
      <inkml:brushProperty name="color" value="#CC0066"/>
    </inkml:brush>
  </inkml:definitions>
  <inkml:trace contextRef="#ctx0" brushRef="#br0">32 48 14368 0 0,'0'0'5431'0'0,"-2"2"-5023"0"0,0 0-359 0 0,2-2 21 0 0,-1 1 0 0 0,1 0 0 0 0,0-1 0 0 0,-1 1 0 0 0,1 0 0 0 0,-1-1 0 0 0,1 0 0 0 0,-1 0 0 0 0,1 1 0 0 0,-1-1 0 0 0,1 1 0 0 0,0-1-1 0 0,-1 0 1 0 0,0 1 0 0 0,1-1 0 0 0,-1 0 0 0 0,1 0 0 0 0,-1 0 0 0 0,1 0 0 0 0,-1 0 0 0 0,0 0 0 0 0,1 0 0 0 0,-1 0 0 0 0,1 0 0 0 0,-1 0 0 0 0,1-1 0 0 0,-1 1-1 0 0,0 0 1 0 0,1-1 0 0 0,-1 1 0 0 0,1 0 0 0 0,0-1 0 0 0,-1 1 0 0 0,1 0 0 0 0,-1-2 0 0 0,-1 1-24 0 0,2 0 0 0 0,-1 1 0 0 0,1-1-1 0 0,-1 0 1 0 0,1 0 0 0 0,-1-1 0 0 0,0 2 0 0 0,1-1 0 0 0,-1-1 0 0 0,1 1 0 0 0,0 1-1 0 0,-1-2 1 0 0,1 1 0 0 0,0-1 0 0 0,0 2 0 0 0,0-2 0 0 0,-1 0 0 0 0,1 2-1 0 0,0-2 1 0 0,0 1 0 0 0,0 0 0 0 0,0-1 0 0 0,0 1 0 0 0,0-1 0 0 0,1 2 0 0 0,-1-2-1 0 0,0 1 1 0 0,0 0 0 0 0,0 0 0 0 0,1-1 0 0 0,-1 1 0 0 0,0 0 0 0 0,1 0 0 0 0,-1-1-1 0 0,1 1 1 0 0,0 1 0 0 0,-1-1 0 0 0,1-1 0 0 0,-1 1 0 0 0,1 1 0 0 0,0-1-1 0 0,0 0 1 0 0,-1 0 0 0 0,1 0 0 0 0,0 1 0 0 0,-1-1 0 0 0,1 1 0 0 0,0 0 0 0 0,0-1-1 0 0,0 1 1 0 0,1-1 0 0 0,-1 1-5 0 0,0 0 0 0 0,-1 1-1 0 0,1-1 1 0 0,-1 0 0 0 0,1 1-1 0 0,0-1 1 0 0,-1 0 0 0 0,1 1-1 0 0,-1-1 1 0 0,1 1 0 0 0,-1 0-1 0 0,0-1 1 0 0,1 1 0 0 0,0 0-1 0 0,-1-1 1 0 0,0 1 0 0 0,1 0-1 0 0,-1 0 1 0 0,0 0 0 0 0,1-1-1 0 0,-1 1 1 0 0,0 0 0 0 0,0 0-1 0 0,0 0 1 0 0,1 0 0 0 0,0 6 61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46.224"/>
    </inkml:context>
    <inkml:brush xml:id="br0">
      <inkml:brushProperty name="width" value="0.05" units="cm"/>
      <inkml:brushProperty name="height" value="0.05" units="cm"/>
      <inkml:brushProperty name="color" value="#CC0066"/>
    </inkml:brush>
  </inkml:definitions>
  <inkml:trace contextRef="#ctx0" brushRef="#br0">257 17 11448 0 0,'0'0'3998'0'0,"-2"2"-3883"0"0,-6 8 737 0 0,-7 9 5690 0 0,15-18-6486 0 0,0-1 0 0 0,0 0 0 0 0,-1 1-1 0 0,1-1 1 0 0,0 1 0 0 0,0-1 0 0 0,-1 0 0 0 0,1 0-1 0 0,0 0 1 0 0,0 1 0 0 0,0-1 0 0 0,0 1-1 0 0,0-1 1 0 0,0 1 0 0 0,0-1 0 0 0,0 1-1 0 0,0-1 1 0 0,0 0 0 0 0,0 0 0 0 0,0 1 0 0 0,0-1-1 0 0,0 1 1 0 0,0-1 0 0 0,0 1 0 0 0,0-1-1 0 0,0 1 1 0 0,0-1 0 0 0,0 0 0 0 0,0 0 0 0 0,0 0-1 0 0,0 1 1 0 0,1-1 0 0 0,-1 1 0 0 0,0-1-1 0 0,0 0 1 0 0,1 1 0 0 0,-1-1 0 0 0,0 1 0 0 0,0-1-1 0 0,0 0 1 0 0,1 0 0 0 0,-1 1 0 0 0,0-1-1 0 0,0 0 1 0 0,0 0 0 0 0,1 0 0 0 0,-1 0 0 0 0,0 0-1 0 0,0 0 1 0 0,1 0 0 0 0,-1 0 0 0 0,1 0-1 0 0,-1 1 1 0 0,0-1 0 0 0,0 0 0 0 0,1 0 0 0 0,-1 0-1 0 0,0-1 1 0 0,1 1 0 0 0,11-5 291 0 0,-1-1-1 0 0,0-1 1 0 0,14-10-1 0 0,7-10 1621 0 0,-31 27-1862 0 0,0 0-1 0 0,1-1 1 0 0,-1 1 0 0 0,0 0-1 0 0,0-1 1 0 0,0 1 0 0 0,0 0-1 0 0,0 0 1 0 0,1 0 0 0 0,-1 1-1 0 0,0-1 1 0 0,0 0 0 0 0,0 1-1 0 0,0-1 1 0 0,0 0 0 0 0,0 1-1 0 0,0 0 1 0 0,0 0 0 0 0,0 0-1 0 0,0 0 1 0 0,2 1 0 0 0,-2 0-31 0 0,-1-1-49 0 0,0-1-1 0 0,0 1 0 0 0,0 0 0 0 0,1-1 0 0 0,-1 1 1 0 0,1-1-1 0 0,-1 0 0 0 0,0 1 0 0 0,0-1 1 0 0,1 0-1 0 0,-1 1 0 0 0,0-1 0 0 0,1 1 0 0 0,-1-1 1 0 0,0 0-1 0 0,1 1 0 0 0,0-1 0 0 0,-1 0 1 0 0,0 0-1 0 0,1 1 0 0 0,-1-1 0 0 0,1 0 0 0 0,-1 0 1 0 0,0 0-1 0 0,1 0 0 0 0,0 0 0 0 0,-1 0 1 0 0,0 0-1 0 0,1-1 0 0 0,1 1-24 0 0,-4 0 0 0 0,2 1 0 0 0,-1-1 0 0 0,-1 0 0 0 0,1 1 0 0 0,1 0 0 0 0,-1 0 0 0 0,-1 0 0 0 0,2-1 0 0 0,-1 1 0 0 0,0 0 0 0 0,1 0 0 0 0,-2 1 0 0 0,2-2 0 0 0,-2 3 0 0 0,-2 2 0 0 0,-25 28 0 0 0,18-21 0 0 0,1-2 0 0 0,-1 0 0 0 0,1 0 0 0 0,-24 13 0 0 0,27-19 0 0 0,-15 12 0 0 0,17-11 0 0 0,-1 0 0 0 0,0-1 0 0 0,-1-1 0 0 0,-11 6 0 0 0,6-5 0 0 0,6-2 0 0 0,-1 0 0 0 0,0 0 0 0 0,1-1 0 0 0,-1 0 0 0 0,-10-1 0 0 0,5 1 0 0 0,10-1 0 0 0,-1 0 0 0 0,2 1 0 0 0,-2-2 0 0 0,1 1 0 0 0,0 0 0 0 0,0-1 0 0 0,-2 0 0 0 0,-4-6 0 0 0,8 7 0 0 0,-1-1 0 0 0,1 1 0 0 0,0 0 0 0 0,0-1 0 0 0,0 1 0 0 0,0 0 0 0 0,0 0 0 0 0,0 0 0 0 0,0 0 0 0 0,0-1 0 0 0,0 1 0 0 0,0 0 0 0 0,0-1 0 0 0,0 1 0 0 0,0 0 0 0 0,0-1 0 0 0,0 1 0 0 0,0 0 0 0 0,0-1 0 0 0,0 1 0 0 0,0-1 0 0 0,0 1 0 0 0,0 0 0 0 0,0 0 0 0 0,0 0 0 0 0,1 0 0 0 0,-1 0 0 0 0,0-1 0 0 0,0 1 0 0 0,0 0 0 0 0,0-1 0 0 0,0 1 0 0 0,0 0 0 0 0,0 0 0 0 0,1-1 0 0 0,5-10 0 0 0,-6 9 0 0 0,1 1 0 0 0,-1 1 0 0 0,1-2 0 0 0,-1 1 0 0 0,1-1 0 0 0,-1 2 0 0 0,1-1 0 0 0,0 0 0 0 0,-1 0 0 0 0,1 0 0 0 0,0 1 0 0 0,1-3 0 0 0,7-4 0 0 0,-8 5 0 0 0,0 1 0 0 0,1-1 0 0 0,0 0 0 0 0,0 1 0 0 0,-1 0 0 0 0,1-1 0 0 0,0 1 0 0 0,0 1 0 0 0,0-1 0 0 0,-1 0 0 0 0,2 0 0 0 0,-2 1 0 0 0,1-1 0 0 0,0 1 0 0 0,0 0 0 0 0,0 0 0 0 0,0 0 0 0 0,3 1 0 0 0,-5 0 0 0 0,1 0 0 0 0,0 0 0 0 0,-1-1 0 0 0,1 1 0 0 0,0 1 0 0 0,0-1 0 0 0,-1-1 0 0 0,1 2 0 0 0,-1-1 0 0 0,0 1 0 0 0,1-2 0 0 0,-1 2 0 0 0,0-1 0 0 0,1 0 0 0 0,-1 1 0 0 0,1-1 0 0 0,-1 1 0 0 0,0 1 0 0 0,2 26 0 0 0,-3-22 0 0 0,0-1 0 0 0,0 1 0 0 0,0-2 0 0 0,-1 2 0 0 0,0-1 0 0 0,1 0 0 0 0,-1 0 0 0 0,-1 0 0 0 0,1-1 0 0 0,0 1 0 0 0,-1-1 0 0 0,0 0 0 0 0,0 0 0 0 0,-6 8 0 0 0,-5 2 0 0 0,1 0 0 0 0,-24 20 0 0 0,26-25 0 0 0,10-10 0 0 0,0 1 0 0 0,0 0 0 0 0,0 0 0 0 0,0-1 0 0 0,0 1 0 0 0,0 0 0 0 0,0-1 0 0 0,0 0 0 0 0,0 0 0 0 0,0 1 0 0 0,0-1 0 0 0,0 0 0 0 0,-1 0 0 0 0,1 0 0 0 0,0 0 0 0 0,0 0 0 0 0,0-1 0 0 0,0 1 0 0 0,0 0 0 0 0,-1 0 0 0 0,2-1 0 0 0,-1 1 0 0 0,0-1 0 0 0,0 0 0 0 0,-1 0 0 0 0,2 0 0 0 0,-1 1 0 0 0,0-1 0 0 0,-1-2 0 0 0,-1-1 0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46.557"/>
    </inkml:context>
    <inkml:brush xml:id="br0">
      <inkml:brushProperty name="width" value="0.05" units="cm"/>
      <inkml:brushProperty name="height" value="0.05" units="cm"/>
      <inkml:brushProperty name="color" value="#CC0066"/>
    </inkml:brush>
  </inkml:definitions>
  <inkml:trace contextRef="#ctx0" brushRef="#br0">20 0 30167 0 0,'0'0'-8'0'0,"-1"3"-72"0"0,-15 30-97 0 0,14-30 146 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46.888"/>
    </inkml:context>
    <inkml:brush xml:id="br0">
      <inkml:brushProperty name="width" value="0.05" units="cm"/>
      <inkml:brushProperty name="height" value="0.05" units="cm"/>
      <inkml:brushProperty name="color" value="#CC0066"/>
    </inkml:brush>
  </inkml:definitions>
  <inkml:trace contextRef="#ctx0" brushRef="#br0">31 1 17583 0 0,'0'0'3224'0'0,"2"2"-2454"0"0,4 7-343 0 0,-2-1 0 0 0,1 1 0 0 0,-1 0 0 0 0,0 0 0 0 0,0 1 0 0 0,-1 1 0 0 0,0-1 0 0 0,0 0 0 0 0,0 1 0 0 0,1 14 0 0 0,-4-22-375 0 0,0-2 1 0 0,0 2-1 0 0,0-2 1 0 0,0 2 0 0 0,-1-1-1 0 0,1 0 1 0 0,0 0-1 0 0,-1 0 1 0 0,1-1-1 0 0,-1 2 1 0 0,1-1-1 0 0,-1-1 1 0 0,1 2-1 0 0,-2-2 1 0 0,1 2 0 0 0,-2 2 45 0 0,1-1 1 0 0,0 1-1 0 0,-1-1 1 0 0,-4 5-1 0 0,4-6-36 0 0,1-1 1 0 0,-1 1-1 0 0,1-1 0 0 0,-1 0 1 0 0,1-1-1 0 0,-1 1 0 0 0,0 0 0 0 0,0-1 1 0 0,1 0-1 0 0,-1 0 0 0 0,0 0 1 0 0,0 0-1 0 0,-5-1 0 0 0,-1 0 90 0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47.569"/>
    </inkml:context>
    <inkml:brush xml:id="br0">
      <inkml:brushProperty name="width" value="0.05" units="cm"/>
      <inkml:brushProperty name="height" value="0.05" units="cm"/>
      <inkml:brushProperty name="color" value="#CC0066"/>
    </inkml:brush>
  </inkml:definitions>
  <inkml:trace contextRef="#ctx0" brushRef="#br0">2 0 17079 0 0,'0'0'7983'0'0,"2"2"-7267"0"0,-2-2-695 0 0,2 0 0 0 0,-2 0 0 0 0,1 1 0 0 0,-1 0 1 0 0,1 0-1 0 0,-1-1 0 0 0,1 1 0 0 0,0 0 0 0 0,-1-1 0 0 0,1 1 0 0 0,-1 0 1 0 0,0 0-1 0 0,1 0 0 0 0,-1 0 0 0 0,0 0 0 0 0,1 0 0 0 0,-1 0 1 0 0,0-1-1 0 0,0 2 0 0 0,1 1 0 0 0,0 1 91 0 0,-1 0 0 0 0,0 0 1 0 0,0 0-1 0 0,0 0 0 0 0,-1 6 0 0 0,-6 195 2809 0 0,1-132-2138 0 0,6-70-711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48.277"/>
    </inkml:context>
    <inkml:brush xml:id="br0">
      <inkml:brushProperty name="width" value="0.05" units="cm"/>
      <inkml:brushProperty name="height" value="0.05" units="cm"/>
      <inkml:brushProperty name="color" value="#CC0066"/>
    </inkml:brush>
  </inkml:definitions>
  <inkml:trace contextRef="#ctx0" brushRef="#br0">514 1 28727 0 0,'0'0'64'0'0,"0"2"-48"0"0,0 7-5 0 0,0-5-6 0 0,1 0 0 0 0,-1-1 0 0 0,0 0 0 0 0,0 1 0 0 0,0 0 0 0 0,-1-1 0 0 0,1 0 0 0 0,0 1 0 0 0,-1-1 0 0 0,1 1 0 0 0,-2-1 0 0 0,2 0 0 0 0,-1 0 0 0 0,0 1 0 0 0,-1-2 0 0 0,-1 6 0 0 0,2-6-6 0 0,0-1 0 0 0,1 0 1 0 0,-1 0-1 0 0,0 0 0 0 0,0 0 0 0 0,0 0 0 0 0,0 0 0 0 0,0-1 0 0 0,0 0 0 0 0,0 1 1 0 0,0 0-1 0 0,0-1 0 0 0,1 1 0 0 0,-2-1 0 0 0,1 1 0 0 0,0-1 0 0 0,0 0 0 0 0,0 0 1 0 0,0 0-1 0 0,0 0 0 0 0,0 0 0 0 0,0 0 0 0 0,0-1 0 0 0,0 1 0 0 0,-1-1 1 0 0,2 1-1 0 0,-1-1 0 0 0,-2 0 0 0 0,0-2-7 0 0,-1-1 1 0 0,0 1-1 0 0,0-1 1 0 0,0-1-1 0 0,-4-5 0 0 0,-8-9-12 0 0,2 5-78 0 0,11 11 95 0 0,2 2 3 0 0,0 1 1 0 0,1 0 0 0 0,-1 1-1 0 0,1-1 1 0 0,0 0 0 0 0,-1 0 0 0 0,1 0-1 0 0,0 1 1 0 0,0-1 0 0 0,-1 0 0 0 0,1 0-1 0 0,0 1 1 0 0,0-1 0 0 0,-1 1 0 0 0,1-1-1 0 0,0 0 1 0 0,0 0 0 0 0,-1 0 0 0 0,1 1-1 0 0,0-1 1 0 0,-1 1 0 0 0,1-1 0 0 0,0 1 0 0 0,0-1-1 0 0,0 1 1 0 0,0-1 0 0 0,0 0 0 0 0,0 1-1 0 0,0-1 1 0 0,0 1 0 0 0,-1-1 0 0 0,1 1-1 0 0,0 0 1 0 0,0 0 0 0 0,1 21 48 0 0,-1-16-29 0 0,0 24 391 0 0,-1 0 1 0 0,-5 35-1 0 0,5-59-332 0 0,0 1 0 0 0,0-1 0 0 0,0 1 0 0 0,0-1 0 0 0,-1 0 0 0 0,0 1 0 0 0,1-2 0 0 0,-1 1 0 0 0,-1 0 0 0 0,0-1-1 0 0,1 1 1 0 0,-1-1 0 0 0,0 1 0 0 0,0-1 0 0 0,-5 6 0 0 0,2-5-13 0 0,0-1 1 0 0,1 0-1 0 0,-2 0 0 0 0,2-1 1 0 0,-2 0-1 0 0,1 0 1 0 0,-1-1-1 0 0,0 0 0 0 0,-9 2 1 0 0,-6 0 315 0 0,-35 0 1 0 0,43-4-356 0 0,-3-1-27 0 0,0 0 0 0 0,-31-8 0 0 0,40 6 0 0 0,0-1 0 0 0,0 1 0 0 0,0-2 0 0 0,0 0 0 0 0,1 0 0 0 0,-1-1 0 0 0,-12-12 0 0 0,16 13 0 0 0,0 0 0 0 0,0-1 0 0 0,2 1 0 0 0,-2-1 0 0 0,1 0 0 0 0,0 0 0 0 0,0-1 0 0 0,1 1 0 0 0,-4-8 0 0 0,6 11 0 0 0,-2-1 0 0 0,2 1 0 0 0,-1 0 0 0 0,1-2 0 0 0,-1 2 0 0 0,1-1 0 0 0,0 1 0 0 0,0-1 0 0 0,-1 0 0 0 0,1 1 0 0 0,0-1 0 0 0,1 0 0 0 0,-1 1 0 0 0,0-1 0 0 0,0 0 0 0 0,1 0 0 0 0,-1 1 0 0 0,1 0 0 0 0,-1-1 0 0 0,1 1 0 0 0,0-1 0 0 0,0 1 0 0 0,0-1 0 0 0,0 1 0 0 0,1-2 0 0 0,4-8 0 0 0,0 2 0 0 0,1-1 0 0 0,0 1 0 0 0,0 1 0 0 0,0 1 0 0 0,0-1 0 0 0,1 1 0 0 0,1 1 0 0 0,-1 0 0 0 0,0 0 0 0 0,1 1 0 0 0,0 1 0 0 0,0 1 0 0 0,12-5 0 0 0,-6 4 0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48.655"/>
    </inkml:context>
    <inkml:brush xml:id="br0">
      <inkml:brushProperty name="width" value="0.05" units="cm"/>
      <inkml:brushProperty name="height" value="0.05" units="cm"/>
      <inkml:brushProperty name="color" value="#CC0066"/>
    </inkml:brush>
  </inkml:definitions>
  <inkml:trace contextRef="#ctx0" brushRef="#br0">0 21 18487 0 0,'0'0'3370'0'0,"2"0"-3122"0"0,4 0 383 0 0,0-1 1 0 0,0 0 0 0 0,0 0 0 0 0,0-1 0 0 0,-1 0 0 0 0,1 0-1 0 0,11-7 1 0 0,-15 7-544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48.971"/>
    </inkml:context>
    <inkml:brush xml:id="br0">
      <inkml:brushProperty name="width" value="0.05" units="cm"/>
      <inkml:brushProperty name="height" value="0.05" units="cm"/>
      <inkml:brushProperty name="color" value="#CC0066"/>
    </inkml:brush>
  </inkml:definitions>
  <inkml:trace contextRef="#ctx0" brushRef="#br0">2 1 21807 0 0,'0'0'1360'0'0,"0"17"-864"0"0,-2-14 272 0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53.650"/>
    </inkml:context>
    <inkml:brush xml:id="br0">
      <inkml:brushProperty name="width" value="0.05" units="cm"/>
      <inkml:brushProperty name="height" value="0.05" units="cm"/>
      <inkml:brushProperty name="color" value="#CC0066"/>
    </inkml:brush>
  </inkml:definitions>
  <inkml:trace contextRef="#ctx0" brushRef="#br0">98 339 3312 0 0,'0'0'20689'0'0,"-2"4"-20579"0"0,-4 5 13 0 0,3-5 279 0 0,-1 0 303 0 0,-1-12-87 0 0,4 5-569 0 0,0 0 0 0 0,0 0 0 0 0,1-1 0 0 0,-1 1 0 0 0,1-1 0 0 0,0 1 0 0 0,-1-1 0 0 0,1 1 0 0 0,0 0 0 0 0,0-1 0 0 0,1 1-1 0 0,-1-1 1 0 0,0 1 0 0 0,1 0 0 0 0,-1-1 0 0 0,1 1 0 0 0,1-3 0 0 0,2-13 164 0 0,-3 13-112 0 0,0 1 0 0 0,1 0 0 0 0,-1 0 0 0 0,1 0 0 0 0,0 1 0 0 0,0-1 1 0 0,0 0-1 0 0,1 1 0 0 0,-1 0 0 0 0,1 0 0 0 0,0 0 0 0 0,0 0 1 0 0,0 1-1 0 0,0-1 0 0 0,5-2 0 0 0,-8 6-81 0 0,0 0 1 0 0,1 0-1 0 0,-1 0 0 0 0,0 0 0 0 0,1 0 0 0 0,-1 0 1 0 0,0 0-1 0 0,1 0 0 0 0,-1 0 0 0 0,1 0 0 0 0,-1 0 1 0 0,0 0-1 0 0,1 0 0 0 0,-1 0 0 0 0,0 0 0 0 0,0 1 1 0 0,1-1-1 0 0,-1 0 0 0 0,0 1 0 0 0,0-1 0 0 0,1 1 1 0 0,-1-1-1 0 0,0 0 0 0 0,1 1 0 0 0,-1-1 0 0 0,0 1 1 0 0,0-1-1 0 0,0 0 0 0 0,0 1 0 0 0,1-1 1 0 0,-1 1-1 0 0,0-1 0 0 0,0 1 0 0 0,0-1 0 0 0,0 1 1 0 0,0-1-1 0 0,0 0 0 0 0,0 1 0 0 0,0-1 0 0 0,0 1 1 0 0,0 0-1 0 0,2 22 378 0 0,-4-7-202 0 0,0 0 0 0 0,-1 0 0 0 0,0 0 1 0 0,-1-1-1 0 0,-8 24 0 0 0,8-26-17 0 0,-1-1-1 0 0,-11 21 1 0 0,12-25 48 0 0,3-6-150 0 0,1 0 0 0 0,-1 0 0 0 0,-1 0 0 0 0,1 0 0 0 0,0 0 0 0 0,-3 3 0 0 0,4-5-66 0 0,-1 1-1 0 0,1-1 0 0 0,-1 0 0 0 0,0 1 0 0 0,1-1 0 0 0,-1 0 0 0 0,1 0 1 0 0,-1 0-1 0 0,1 0 0 0 0,-1 0 0 0 0,0 0 0 0 0,1 0 0 0 0,-1 0 0 0 0,1 0 0 0 0,-1 0 1 0 0,1 0-1 0 0,-1 0 0 0 0,0 0 0 0 0,1-1 0 0 0,-1 1 0 0 0,1 0 0 0 0,0-1 0 0 0,-1 1 1 0 0,1-1-1 0 0,-1 1 0 0 0,0-1 0 0 0,-2-2-4 0 0,1 1-1 0 0,-1 0 1 0 0,1 0-1 0 0,-1-2 1 0 0,1 2-1 0 0,0-1 1 0 0,0 0-1 0 0,-1 0 1 0 0,2 0-1 0 0,-1-1 1 0 0,0 0-1 0 0,1 0 1 0 0,-1 1-1 0 0,1-1 1 0 0,-2-5-1 0 0,1-7-5 0 0,-1 2 0 0 0,2-2 0 0 0,-1 1 0 0 0,1-23 0 0 0,-1-16 0 0 0,-4-42 0 0 0,5 56 0 0 0,-1-30 0 0 0,2 61 0 0 0,2 4 0 0 0,1 3 0 0 0,-3 2 0 0 0,0 0 0 0 0,0 0 0 0 0,0 0 0 0 0,1 0 0 0 0,-1 0 0 0 0,0 0 0 0 0,0 0 0 0 0,0 0 0 0 0,0 0 0 0 0,1 1 0 0 0,-1-1 0 0 0,0 0 0 0 0,0 0 0 0 0,0 0 0 0 0,0 1 0 0 0,1-1 0 0 0,-1 0 0 0 0,0 0 0 0 0,1 0 0 0 0,-1 0 0 0 0,0 0 0 0 0,0 1 0 0 0,0-1 0 0 0,0 0 0 0 0,0 1 0 0 0,0-1 0 0 0,0 0 0 0 0,1 1 0 0 0,-1-1 0 0 0,0 1 0 0 0,2 10 0 0 0,-1-8 0 0 0,1 7 0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53.985"/>
    </inkml:context>
    <inkml:brush xml:id="br0">
      <inkml:brushProperty name="width" value="0.05" units="cm"/>
      <inkml:brushProperty name="height" value="0.05" units="cm"/>
      <inkml:brushProperty name="color" value="#CC0066"/>
    </inkml:brush>
  </inkml:definitions>
  <inkml:trace contextRef="#ctx0" brushRef="#br0">7 0 30255 0 0,'-6'27'227'0'0,"5"-22"-214"0"0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54.920"/>
    </inkml:context>
    <inkml:brush xml:id="br0">
      <inkml:brushProperty name="width" value="0.05" units="cm"/>
      <inkml:brushProperty name="height" value="0.05" units="cm"/>
      <inkml:brushProperty name="color" value="#CC0066"/>
    </inkml:brush>
  </inkml:definitions>
  <inkml:trace contextRef="#ctx0" brushRef="#br0">352 275 14568 0 0,'0'0'9941'0'0,"-1"2"-9455"0"0,-1 7-381 0 0,0 0-1 0 0,0 0 1 0 0,-1 0-1 0 0,0-1 1 0 0,-1 1-1 0 0,1-1 1 0 0,-1 0-1 0 0,0 0 1 0 0,0-1-1 0 0,-6 7 1 0 0,5-4 39 0 0,-4 4 205 0 0,1-9 237 0 0,8-5-557 0 0,0 0 0 0 0,-1-1 1 0 0,1 1-1 0 0,0 0 1 0 0,0-1-1 0 0,-1 1 1 0 0,0 0-1 0 0,1-1 1 0 0,0 1-1 0 0,0-1 1 0 0,-1 1-1 0 0,1 0 0 0 0,0-1 1 0 0,0 1-1 0 0,0-1 1 0 0,-1 1-1 0 0,1-1 1 0 0,0-1-1 0 0,-2-3 38 0 0,0-2 1 0 0,1 2-1 0 0,0-2 0 0 0,0 1 1 0 0,0-1-1 0 0,0 1 0 0 0,1-9 1 0 0,-4-17 198 0 0,0 0 29 0 0,1 0-1 0 0,1 1 0 0 0,2-1 1 0 0,1-47-1 0 0,-1 74-258 0 0,-3-87 2032 0 0,3 91-1645 0 0,2 16-251 0 0,1 2-172 0 0,0 1 0 0 0,1 23 0 0 0,-1-18 0 0 0,-1 6 0 0 0,-2 0 0 0 0,0 0 0 0 0,0 0 0 0 0,-8 51 0 0 0,0 28 0 0 0,7-84 0 0 0,-1 0 0 0 0,-1 0 0 0 0,-9 40 0 0 0,-22 69 0 0 0,22-88 0 0 0,10-39 0 0 0,0 0 0 0 0,1 1 0 0 0,-2-2 0 0 0,1 1 0 0 0,-5 10 0 0 0,6-14 0 0 0,0 0 0 0 0,-1-1 0 0 0,1 1 0 0 0,0 0 0 0 0,-1-1 0 0 0,0 1 0 0 0,0-1 0 0 0,1 0 0 0 0,-1 0 0 0 0,0 0 0 0 0,1 0 0 0 0,-1-1 0 0 0,0 1 0 0 0,1 0 0 0 0,-1-1 0 0 0,0 1 0 0 0,-4-1 0 0 0,1 0 0 0 0,-1 0 0 0 0,0-1 0 0 0,0 0 0 0 0,0 0 0 0 0,0-1 0 0 0,1 0 0 0 0,-1 0 0 0 0,1-1 0 0 0,-1-1 0 0 0,0 1 0 0 0,1-1 0 0 0,-8-7 0 0 0,6 4 0 0 0,2 0 0 0 0,-1 0 0 0 0,0-1 0 0 0,1 0 0 0 0,0 0 0 0 0,0-1 0 0 0,0 0 0 0 0,1-1 0 0 0,-5-12 0 0 0,8 17 0 0 0,-1 0 0 0 0,1 0 0 0 0,0 1 0 0 0,0-2 0 0 0,1 1 0 0 0,-1-1 0 0 0,1 1 0 0 0,-1 0 0 0 0,1 0 0 0 0,0-1 0 0 0,1 1 0 0 0,0-7 0 0 0,-1 9 0 0 0,1 0 0 0 0,0 1 0 0 0,0-1 0 0 0,0 0 0 0 0,0 1 0 0 0,1-1 0 0 0,-1 1 0 0 0,0 0 0 0 0,0 0 0 0 0,4-4 0 0 0,2-6 0 0 0,17-40 0 0 0,-13 27 0 0 0,-9 20 0 0 0,1 1 0 0 0,0-1 0 0 0,0 1 0 0 0,0 0 0 0 0,0 1 0 0 0,0 0 0 0 0,1-1 0 0 0,-1 1 0 0 0,1 0 0 0 0,0 0 0 0 0,0 1 0 0 0,0 0 0 0 0,5-3 0 0 0,1 1 0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55.280"/>
    </inkml:context>
    <inkml:brush xml:id="br0">
      <inkml:brushProperty name="width" value="0.05" units="cm"/>
      <inkml:brushProperty name="height" value="0.05" units="cm"/>
      <inkml:brushProperty name="color" value="#CC0066"/>
    </inkml:brush>
  </inkml:definitions>
  <inkml:trace contextRef="#ctx0" brushRef="#br0">1 21 21607 0 0,'0'0'0'0'0,"12"-4"528"0"0,-4 3 8 0 0,0 0-8 0 0,1-1 16 0 0,2 1-400 0 0,0-3 0 0 0,-2 4 0 0 0,-2-3 0 0 0,0 1 392 0 0,0 2 8 0 0,-2-2 0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56.294"/>
    </inkml:context>
    <inkml:brush xml:id="br0">
      <inkml:brushProperty name="width" value="0.05" units="cm"/>
      <inkml:brushProperty name="height" value="0.05" units="cm"/>
      <inkml:brushProperty name="color" value="#CC0066"/>
    </inkml:brush>
  </inkml:definitions>
  <inkml:trace contextRef="#ctx0" brushRef="#br0">233 268 13560 0 0,'0'0'6319'0'0,"0"3"-6109"0"0,-2 5 229 0 0,0-1-1 0 0,0 0 1 0 0,0 1 0 0 0,-1-1 0 0 0,0 0 0 0 0,0 0-1 0 0,0-1 1 0 0,-6 10 0 0 0,5-10 100 0 0,3-4-387 0 0,0 0 1 0 0,0-1-1 0 0,0 0 1 0 0,0 1-1 0 0,0-1 0 0 0,0 0 1 0 0,0 0-1 0 0,0 0 1 0 0,-3 1-1 0 0,4-2-124 0 0,-1 0 0 0 0,1 0 0 0 0,-1 0 0 0 0,0 0 0 0 0,1 0 0 0 0,-1 0 0 0 0,1 0 0 0 0,-1 0 0 0 0,1 0 0 0 0,-1-1 0 0 0,0 1 0 0 0,1-1 0 0 0,-1 1 0 0 0,1-1 0 0 0,0 1 0 0 0,-1-1 0 0 0,1 1 0 0 0,-1-1 0 0 0,1 1 0 0 0,0-1 0 0 0,-1 1 0 0 0,1-1 0 0 0,-1 0 0 0 0,1 0 0 0 0,0 1 0 0 0,0-1 0 0 0,-1 0 0 0 0,1-1 0 0 0,-3-5 74 0 0,1 0 0 0 0,0-1 0 0 0,0 0 0 0 0,0 0 0 0 0,1 1 0 0 0,-1-11 0 0 0,-1-6 125 0 0,-2-13 270 0 0,1-2 0 0 0,-1-57-1 0 0,5 90-390 0 0,-1 1 0 0 0,1-1-1 0 0,-1 0 1 0 0,0 1 0 0 0,0 0-1 0 0,0-1 1 0 0,0 1 0 0 0,-1-1-1 0 0,0 1 1 0 0,0 1 0 0 0,-2-6-1 0 0,3 7-57 0 0,0 2-1 0 0,0-1 0 0 0,0 0 1 0 0,0 1-1 0 0,0 0 0 0 0,0-1 1 0 0,0 1-1 0 0,-1 0 0 0 0,1-1 1 0 0,0 2-1 0 0,0-1 0 0 0,-1 0 1 0 0,1 0-1 0 0,-1 0 0 0 0,1 0 1 0 0,-1 1-1 0 0,1 0 0 0 0,-1-1 1 0 0,1 1-1 0 0,-1 0 0 0 0,1-1 1 0 0,-1 1-1 0 0,0 1 0 0 0,1-1 1 0 0,0 0-1 0 0,-1 1 0 0 0,1-1 1 0 0,-1 0-1 0 0,1 1 0 0 0,-1 0 1 0 0,-1 2-1 0 0,-2 0-23 0 0,0 0 1 0 0,-1 1-1 0 0,1 0 0 0 0,1 1 1 0 0,-1 0-1 0 0,1 0 0 0 0,-1 1 0 0 0,1-1 1 0 0,0 1-1 0 0,0 0 0 0 0,1 1 1 0 0,-1 0-1 0 0,1-1 0 0 0,0 1 1 0 0,0 1-1 0 0,0-1 0 0 0,1 0 1 0 0,1 1-1 0 0,-2 0 0 0 0,2 0 0 0 0,-1 0 1 0 0,1 0-1 0 0,0 0 0 0 0,1 0 1 0 0,-1 13-1 0 0,2-12-24 0 0,-1-1 0 0 0,1 0 0 0 0,0 1 0 0 0,0-1 0 0 0,0 1 0 0 0,1-2 0 0 0,3 14 0 0 0,5 4 0 0 0,-6-14 0 0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0:56.626"/>
    </inkml:context>
    <inkml:brush xml:id="br0">
      <inkml:brushProperty name="width" value="0.05" units="cm"/>
      <inkml:brushProperty name="height" value="0.05" units="cm"/>
      <inkml:brushProperty name="color" value="#CC0066"/>
    </inkml:brush>
  </inkml:definitions>
  <inkml:trace contextRef="#ctx0" brushRef="#br0">0 1 21807 0 0,'0'0'2402'0'0,"2"0"-2180"0"0,-1 0-581 0 0,8 0 1754 0 0,-9 0-1348 0 0,0 0 0 0 0,0 0 1 0 0,0 0-1 0 0,0 0 0 0 0,1 0 0 0 0,-1 0 1 0 0,1 0-1 0 0,-1 0 0 0 0,0 0 1 0 0,0 1-1 0 0,0-1 0 0 0,0 0 1 0 0,0 0-1 0 0,1 0 0 0 0,-1 1 0 0 0,0-1 1 0 0,0 0-1 0 0,0 0 0 0 0,0 0 1 0 0,0 0-1 0 0,1 0 0 0 0,-1 0 0 0 0,0 1 1 0 0,0-1-1 0 0,0 0 0 0 0,0 1 1 0 0,0-1-1 0 0,0 0 0 0 0,0 1 1 0 0,0-1-1 0 0,0 0 0 0 0,0 1 0 0 0,0-1 1 0 0,0 0-1 0 0,0 1 0 0 0,0-1 1 0 0,0 0-1 0 0,0 0 0 0 0,0 13 873 0 0,-1-10-608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06.390"/>
    </inkml:context>
    <inkml:brush xml:id="br0">
      <inkml:brushProperty name="width" value="0.05" units="cm"/>
      <inkml:brushProperty name="height" value="0.05" units="cm"/>
      <inkml:brushProperty name="color" value="#CC0066"/>
    </inkml:brush>
  </inkml:definitions>
  <inkml:trace contextRef="#ctx0" brushRef="#br0">3 1 13168 0 0,'0'0'11857'0'0,"0"2"-11716"0"0,-3 238 4819 0 0,3-234-4863 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07.513"/>
    </inkml:context>
    <inkml:brush xml:id="br0">
      <inkml:brushProperty name="width" value="0.05" units="cm"/>
      <inkml:brushProperty name="height" value="0.05" units="cm"/>
      <inkml:brushProperty name="color" value="#CC0066"/>
    </inkml:brush>
  </inkml:definitions>
  <inkml:trace contextRef="#ctx0" brushRef="#br0">495 1 26679 0 0,'-1'22'176'0'0,"-7"24"-50"0"0,7-33-104 0 0,-1-2 0 0 0,0 0 0 0 0,-4 12 0 0 0,5-19-18 0 0,0-1 0 0 0,0 0 0 0 0,-1 0 0 0 0,1 1 0 0 0,0-2 0 0 0,-1 1 0 0 0,0 0 0 0 0,0-1 0 0 0,1 1 0 0 0,-2-1 0 0 0,2 1 0 0 0,-2-1 0 0 0,2 0 0 0 0,-4 2-1 0 0,4-3-1 0 0,0-1-1 0 0,0 1 0 0 0,0-1 0 0 0,1 1 0 0 0,-1-1 0 0 0,0 1 0 0 0,0-1 0 0 0,0 1 0 0 0,1-1 0 0 0,-1 0 0 0 0,0 0 0 0 0,0 0 0 0 0,0 0 0 0 0,0 0 0 0 0,0 0 0 0 0,0 0 0 0 0,0 0 1 0 0,1-1-1 0 0,-1 1 0 0 0,0 0 0 0 0,1-1 0 0 0,-2 0 0 0 0,2 1 0 0 0,-1-1 0 0 0,0 1 0 0 0,1 0 0 0 0,-2-1 0 0 0,1-2 0 0 0,-17-13-10 0 0,10 9-2 0 0,0-1 0 0 0,0 2 0 0 0,-14-10 0 0 0,20 15 0 0 0,1 1 0 0 0,0 0 1 0 0,-1 0-1 0 0,1-1 0 0 0,0 1 1 0 0,-1 0-1 0 0,1 0 0 0 0,0 0 1 0 0,0 0-1 0 0,-1 1 0 0 0,1-1 1 0 0,0 0-1 0 0,-1 0 0 0 0,1 1 1 0 0,0 0-1 0 0,0-1 0 0 0,-2 3 0 0 0,-4 1-80 0 0,5-2 60 0 0,0 1 1 0 0,1-1-1 0 0,0 0 0 0 0,-1 2 1 0 0,1-2-1 0 0,0 1 0 0 0,-1 6 1 0 0,2-9 22 0 0,-1 1 0 0 0,1 0 0 0 0,0 1 0 0 0,0-2 0 0 0,0 1 0 0 0,0 0 0 0 0,0 0 0 0 0,0 0 1 0 0,0 0-1 0 0,0 0 0 0 0,0 0 0 0 0,0 0 0 0 0,0 0 0 0 0,1 0 0 0 0,-1 0 0 0 0,0 0 0 0 0,0 0 1 0 0,1-1-1 0 0,-1 1 0 0 0,1 0 0 0 0,-1 0 0 0 0,0 0 0 0 0,1 0 0 0 0,-1-1 0 0 0,1 1 0 0 0,-1-1 1 0 0,0 1-1 0 0,1 0 0 0 0,0 0 0 0 0,-1-1 0 0 0,1 0 0 0 0,0 1 0 0 0,1 0 1 0 0,-1 0 0 0 0,0-1-1 0 0,1 1 1 0 0,-1-1 0 0 0,1 0 0 0 0,0 0-1 0 0,-1 0 1 0 0,0 0 0 0 0,1 0 0 0 0,-1 0-1 0 0,0 0 1 0 0,1 0 0 0 0,-1-1-1 0 0,2 0 1 0 0,-2 0 6 0 0,-1 1 0 0 0,1-1 0 0 0,-1 1 0 0 0,1 0 0 0 0,-1 0 0 0 0,1-1 0 0 0,0 0 0 0 0,-1 0 0 0 0,0 1 0 0 0,1-1 1 0 0,-1 1-1 0 0,0-1 0 0 0,1 0 0 0 0,-1 0 0 0 0,0 0 0 0 0,1 0 0 0 0,-1 1 0 0 0,1-1 0 0 0,-1 0 0 0 0,0 0 0 0 0,0 0 0 0 0,0 1 0 0 0,0-1 0 0 0,0-1 0 0 0,0 1 0 0 0,0 0 0 0 0,0 1 0 0 0,0-1 0 0 0,0 0 0 0 0,0 0 0 0 0,0 0 0 0 0,0 1 0 0 0,0-1 0 0 0,-1-2 0 0 0,0-1-3 0 0,0 1 1 0 0,1 0-1 0 0,-1 0 0 0 0,-1 0 0 0 0,1 0 1 0 0,0 0-1 0 0,-3-5 0 0 0,3 6 5 0 0,0 0 0 0 0,0 0 0 0 0,-1 1 0 0 0,1-1 0 0 0,-1 1 0 0 0,1 0 0 0 0,-1-1 0 0 0,1 1 0 0 0,0 1 0 0 0,-1-1 0 0 0,0 0 0 0 0,1 0 0 0 0,-1 0 0 0 0,-3 0 0 0 0,-12 10 32 0 0,12-5-23 0 0,3-4 1 0 0,-4 3 35 0 0,1 0 0 0 0,-1 1 0 0 0,0 0 0 0 0,1 0 0 0 0,0 0 0 0 0,-8 10 0 0 0,13-14-39 0 0,-1 0 1 0 0,1 0-1 0 0,0 0 1 0 0,-1 0-1 0 0,1 0 1 0 0,-1 0-1 0 0,1 0 1 0 0,-1 0-1 0 0,1 0 0 0 0,-1 0 1 0 0,1 0-1 0 0,0 0 1 0 0,-1 0-1 0 0,1 0 1 0 0,-1-1-1 0 0,1 1 1 0 0,0 0-1 0 0,-1-1 1 0 0,0 1-1 0 0,1-1 1 0 0,0 1-1 0 0,-1-1 0 0 0,1 1 1 0 0,-1-1-1 0 0,-8-10 112 0 0,4 3-50 0 0,4 4-10 0 0,-1 1-1 0 0,0-2 1 0 0,0 2-1 0 0,-1 0 1 0 0,1 0-1 0 0,-1 0 1 0 0,-3-3-1 0 0,5 5 2 0 0,-1 1-1 0 0,0 0 0 0 0,1 0 0 0 0,-2 0 1 0 0,2 0-1 0 0,-1 0 0 0 0,0 1 0 0 0,1-1 1 0 0,-1 1-1 0 0,0-1 0 0 0,0 1 0 0 0,1 0 1 0 0,-1 0-1 0 0,0 0 0 0 0,0 2 0 0 0,-3 0 66 0 0,1 0 1 0 0,0 1-1 0 0,1 1 0 0 0,-7 6 0 0 0,5-5 31 0 0,0 0 1 0 0,0 0-1 0 0,0 0 0 0 0,-1-2 1 0 0,1 1-1 0 0,-1-1 0 0 0,0 0 1 0 0,0 0-1 0 0,0-1 1 0 0,0-1-1 0 0,-1 1 0 0 0,1-1 1 0 0,-11 1-1 0 0,14-3-89 0 0,0 0 0 0 0,0-1 0 0 0,0 0 0 0 0,0 0 0 0 0,1 0 0 0 0,-1 0 0 0 0,0-1 0 0 0,0 1 0 0 0,-3-3 0 0 0,5 3-42 0 0,1 0 1 0 0,-1 0-1 0 0,0 0 1 0 0,0 1-1 0 0,0 0 1 0 0,1-2-1 0 0,-1 1 1 0 0,0 0-1 0 0,0 0 1 0 0,1 1-1 0 0,-1-2 1 0 0,1 1-1 0 0,-1 0 1 0 0,1 0-1 0 0,-1 0 1 0 0,0-1-1 0 0,1 1 1 0 0,0 0-1 0 0,0-1 1 0 0,-1 1-1 0 0,1 0 1 0 0,0-1-1 0 0,0 1 0 0 0,0 0 1 0 0,0-1-1 0 0,0 1 1 0 0,0 0-1 0 0,0-1 1 0 0,0 0-1 0 0,0 2 1 0 0,0-4-1 0 0,1 3-20 0 0,-1-1 0 0 0,1 0 0 0 0,0 1 0 0 0,0-1-1 0 0,-1 1 1 0 0,1-1 0 0 0,0 0 0 0 0,0 1 0 0 0,0 0-1 0 0,0 0 1 0 0,0-1 0 0 0,0 2 0 0 0,0-2-1 0 0,0 1 1 0 0,1 0 0 0 0,-1 0 0 0 0,2 0 0 0 0,-2 1-4 0 0,-1-1 1 0 0,1 1-1 0 0,-1-1 1 0 0,1 1-1 0 0,0 0 1 0 0,0-1 0 0 0,0 1-1 0 0,-1 0 1 0 0,1 0-1 0 0,0 0 1 0 0,0 0-1 0 0,0 0 1 0 0,-1 1-1 0 0,1-1 1 0 0,0 0 0 0 0,0 0-1 0 0,-1 1 1 0 0,1-1-1 0 0,0 1 1 0 0,-1-1-1 0 0,1 1 1 0 0,0-1 0 0 0,-1 0-1 0 0,1 1 1 0 0,-1 0-1 0 0,1 0 1 0 0,-1 0-1 0 0,1 0 1 0 0,0-1-1 0 0,0 3 1 0 0,0-1-2 0 0,-1 1 0 0 0,1-1 0 0 0,0 1 0 0 0,0 0 0 0 0,-1-1 0 0 0,0 2 0 0 0,0-2 0 0 0,1 1 0 0 0,-1 0 0 0 0,0 0 0 0 0,0-1 0 0 0,0 2 0 0 0,-1-2 0 0 0,1 1 0 0 0,0 0 0 0 0,-2 3 0 0 0,-1 7 0 0 0,0 0 0 0 0,-5 13 0 0 0,5-18 0 0 0,0 2 0 0 0,-1-1 0 0 0,1 0 0 0 0,-2 0 0 0 0,1-1 0 0 0,-1 1 0 0 0,-6 8 0 0 0,9-14 0 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07.957"/>
    </inkml:context>
    <inkml:brush xml:id="br0">
      <inkml:brushProperty name="width" value="0.05" units="cm"/>
      <inkml:brushProperty name="height" value="0.05" units="cm"/>
      <inkml:brushProperty name="color" value="#CC0066"/>
    </inkml:brush>
  </inkml:definitions>
  <inkml:trace contextRef="#ctx0" brushRef="#br0">0 8 18791 0 0,'0'0'2063'0'0,"2"0"-1854"0"0,6-3 572 0 0,0 1 0 0 0,-1 1 0 0 0,1 0 1 0 0,12 1-1 0 0,-20 0-774 0 0,0 1 1 0 0,1-1-1 0 0,-1 1 0 0 0,0-1 1 0 0,0 0-1 0 0,1 0 1 0 0,-1 1-1 0 0,1-1 1 0 0,-1 1-1 0 0,0 0 1 0 0,0-1-1 0 0,0 1 1 0 0,1 0-1 0 0,-1-1 1 0 0,0 0-1 0 0,0 1 1 0 0,0 0-1 0 0,0-1 1 0 0,0 1-1 0 0,0 0 1 0 0,0-1-1 0 0,0 0 1 0 0,0 1-1 0 0,0 0 1 0 0,0 0-1 0 0,0-1 1 0 0,0 1-1 0 0,0-1 1 0 0,0 1-1 0 0,0-1 1 0 0,0 1-1 0 0,0 0 0 0 0,0 0 1 0 0,-1-1-1 0 0,1 1 1 0 0,-2 0-1 0 0,1 1 0 0 0,0-1 0 0 0,0-1 0 0 0,0 2 0 0 0,-1-1-1 0 0,1 0 1 0 0,-1 0 0 0 0,0-1 0 0 0,0 1-3 0 0,1-1 1 0 0,0 1-1 0 0,0-1 0 0 0,0 1 0 0 0,0 0 0 0 0,0-1 0 0 0,1 0 1 0 0,-2 1-1 0 0,1 0 0 0 0,1 0 0 0 0,-1 0 0 0 0,0 0 0 0 0,0 0 1 0 0,0 0-1 0 0,1 1 0 0 0,-1-2 0 0 0,0 4 0 0 0,-2 4 46 0 0,2-7-11 0 0,1 1 1 0 0,-1-1 0 0 0,1 1 0 0 0,-1-1-1 0 0,1 1 1 0 0,0-1 0 0 0,-1 1 0 0 0,1 0-1 0 0,0-1 1 0 0,0 4 0 0 0,0-4 113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09.080"/>
    </inkml:context>
    <inkml:brush xml:id="br0">
      <inkml:brushProperty name="width" value="0.05" units="cm"/>
      <inkml:brushProperty name="height" value="0.05" units="cm"/>
      <inkml:brushProperty name="color" value="#CC0066"/>
    </inkml:brush>
  </inkml:definitions>
  <inkml:trace contextRef="#ctx0" brushRef="#br0">45 29 6824 0 0,'0'0'8065'0'0,"-2"1"-7708"0"0,-4 2-473 0 0,3-1 596 0 0,0-1-1 0 0,0 0 0 0 0,0 0 1 0 0,0 0-1 0 0,-6 1 0 0 0,6-2-339 0 0,-7-1 3394 0 0,17-5-1028 0 0,4 0-2171 0 0,0 0-1 0 0,0 1 1 0 0,1 1 0 0 0,21-4-1 0 0,-20 6 230 0 0,-8 1-227 0 0,0 0 1 0 0,0 1 0 0 0,0-1-1 0 0,0 1 1 0 0,9 2-1 0 0,-27 7 109 0 0,-17-2-83 0 0,13-4-145 0 0,0 1 0 0 0,-21 9 0 0 0,23-3 193 0 0,13-9-358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09.874"/>
    </inkml:context>
    <inkml:brush xml:id="br0">
      <inkml:brushProperty name="width" value="0.05" units="cm"/>
      <inkml:brushProperty name="height" value="0.05" units="cm"/>
      <inkml:brushProperty name="color" value="#CC0066"/>
    </inkml:brush>
  </inkml:definitions>
  <inkml:trace contextRef="#ctx0" brushRef="#br0">1 17 10152 0 0,'0'0'10719'0'0,"2"0"-10343"0"0,15 0 195 0 0,0-1 0 0 0,22-7-1 0 0,-26 5-151 0 0,0 1 0 0 0,17 0 1 0 0,-31 3-384 0 0,1 0 0 0 0,-1 0 0 0 0,1 1 0 0 0,-1-1 0 0 0,0 0 0 0 0,1 0 0 0 0,-1 0 1 0 0,0 0-1 0 0,0 0 0 0 0,-1 1 0 0 0,-6 4 94 0 0,-2 0 1 0 0,2 1-1 0 0,-1 0 0 0 0,1 1 1 0 0,1 0-1 0 0,-1 1 0 0 0,-11 17 1 0 0,11-8 189 0 0,8-17-303 0 0,0-1-1 0 0,0 1 1 0 0,0 0-1 0 0,0 0 1 0 0,0-1-1 0 0,0 0 1 0 0,-1 1 0 0 0,1 0-1 0 0,0 0 1 0 0,0 0-1 0 0,0 0 1 0 0,1-1-1 0 0,-1 0 1 0 0,0 1-1 0 0,0 0 1 0 0,0 0-1 0 0,0-1 1 0 0,0 1-1 0 0,0-1 1 0 0,1 1 0 0 0,-1-1-1 0 0,0 1 1 0 0,1 0-1 0 0,-1-1 1 0 0,1 2-1 0 0,12 15 431 0 0,-13-16-422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10.265"/>
    </inkml:context>
    <inkml:brush xml:id="br0">
      <inkml:brushProperty name="width" value="0.05" units="cm"/>
      <inkml:brushProperty name="height" value="0.05" units="cm"/>
      <inkml:brushProperty name="color" value="#CC0066"/>
    </inkml:brush>
  </inkml:definitions>
  <inkml:trace contextRef="#ctx0" brushRef="#br0">11 1 15072 0 0,'0'0'5911'0'0,"1"4"-5728"0"0,2 5-35 0 0,-1 0-1 0 0,0 1 1 0 0,-1 0-1 0 0,0-1 1 0 0,1 0-1 0 0,-2 1 1 0 0,0 0-1 0 0,1 0 1 0 0,-2-1-1 0 0,1 1 1 0 0,-1 0-1 0 0,0-1 1 0 0,-1 1-1 0 0,0 0 1 0 0,1-2-1 0 0,-2 1 1 0 0,1 0-1 0 0,-4 9 1 0 0,2-4 4 0 0,4-10-74 0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10.997"/>
    </inkml:context>
    <inkml:brush xml:id="br0">
      <inkml:brushProperty name="width" value="0.05" units="cm"/>
      <inkml:brushProperty name="height" value="0.05" units="cm"/>
      <inkml:brushProperty name="color" value="#CC0066"/>
    </inkml:brush>
  </inkml:definitions>
  <inkml:trace contextRef="#ctx0" brushRef="#br0">579 71 16575 0 0,'0'0'6302'0'0,"-1"2"-6050"0"0,-8 21 820 0 0,8-19-959 0 0,-1 1 1 0 0,1-1-1 0 0,0 1 1 0 0,-2-1-1 0 0,2 0 1 0 0,-2 0-1 0 0,2 0 1 0 0,-2 0-1 0 0,1 0 1 0 0,-1-1-1 0 0,0 0 1 0 0,1 0-1 0 0,-6 5 1 0 0,-8 5 32 0 0,13-10-127 0 0,1 0 0 0 0,-1-1-1 0 0,1 0 1 0 0,-1 0 0 0 0,0 0-1 0 0,-1-1 1 0 0,-2 3 0 0 0,-18 1 70 0 0,-34 4 0 0 0,39-7-51 0 0,-92 9 101 0 0,91-9-125 0 0,0 0 0 0 0,1-2 0 0 0,-1-1 0 0 0,0-2 0 0 0,1 0 0 0 0,-1-2 0 0 0,1 0 0 0 0,-33-19 0 0 0,31 15 5 0 0,17 8-10 0 0,0-1-1 0 0,0 1 0 0 0,0-2 1 0 0,0 1-1 0 0,1-1 0 0 0,-1 1 1 0 0,0-1-1 0 0,1 0 0 0 0,0-1 1 0 0,-6-6-1 0 0,8 7 203 0 0,0 0-1 0 0,0 0 1 0 0,1-1 0 0 0,-1 1 0 0 0,1 0 0 0 0,0 0-1 0 0,-1-1 1 0 0,1 0 0 0 0,0 1 0 0 0,0 0 0 0 0,1-5 0 0 0,-1 2 283 0 0,1 4-429 0 0,0-1 0 0 0,0 1 0 0 0,0 0 0 0 0,0 0 1 0 0,0 0-1 0 0,1 0 0 0 0,-1 1 0 0 0,3-3 0 0 0,27-30 354 0 0,-8 9-232 0 0,-18 20-146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11.318"/>
    </inkml:context>
    <inkml:brush xml:id="br0">
      <inkml:brushProperty name="width" value="0.05" units="cm"/>
      <inkml:brushProperty name="height" value="0.05" units="cm"/>
      <inkml:brushProperty name="color" value="#CC0066"/>
    </inkml:brush>
  </inkml:definitions>
  <inkml:trace contextRef="#ctx0" brushRef="#br0">0 13 18991 0 0,'0'0'512'0'0,"14"-3"8"0"0,-8 0 0 0 0,0 2 0 0 0,1 0-376 0 0,-1 1 0 0 0,1 0 0 0 0,-1-2 0 0 0,0 0 288 0 0,0 1 8 0 0,2 1-8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12.500"/>
    </inkml:context>
    <inkml:brush xml:id="br0">
      <inkml:brushProperty name="width" value="0.05" units="cm"/>
      <inkml:brushProperty name="height" value="0.05" units="cm"/>
      <inkml:brushProperty name="color" value="#CC0066"/>
    </inkml:brush>
  </inkml:definitions>
  <inkml:trace contextRef="#ctx0" brushRef="#br0">243 64 13768 0 0,'0'0'4751'0'0,"2"1"-4608"0"0,1 1-8 0 0,-1-1 1 0 0,1 0-1 0 0,-1 0 0 0 0,1 0 0 0 0,-1-1 1 0 0,0 1-1 0 0,1-1 0 0 0,-1 0 0 0 0,1 0 1 0 0,-1 0-1 0 0,4-1 0 0 0,-5 0-57 0 0,0 1 0 0 0,1-1 0 0 0,-1 0 0 0 0,0 1 0 0 0,0-1-1 0 0,1 0 1 0 0,-1 0 0 0 0,0 0 0 0 0,0 0 0 0 0,0 0 0 0 0,0-1 0 0 0,0 1 0 0 0,0 0 0 0 0,0-1 0 0 0,0 1 0 0 0,0-1-1 0 0,-1 0 1 0 0,1 1 0 0 0,0-1 0 0 0,0 0 0 0 0,-1 1 0 0 0,1-2 0 0 0,-1 2 0 0 0,1-3 0 0 0,0-2-32 0 0,0 5 4 0 0,-1 1 1 0 0,0-1-1 0 0,0 1 1 0 0,0-1 0 0 0,1 0-1 0 0,-1 0 1 0 0,0 0-1 0 0,0 0 1 0 0,0 1 0 0 0,0-1-1 0 0,0 0 1 0 0,0 0-1 0 0,0 0 1 0 0,0 1-1 0 0,0-1 1 0 0,0 0 0 0 0,0 0-1 0 0,0 0 1 0 0,0 0-1 0 0,-1 1 1 0 0,1-1 0 0 0,0 0-1 0 0,0 1 1 0 0,-1-2-1 0 0,0 1 0 0 0,0 0 0 0 0,0-1 0 0 0,1 2-1 0 0,-1-1 1 0 0,0 0 0 0 0,0 0 0 0 0,0 0 0 0 0,0 1-1 0 0,0-1 1 0 0,0 1 0 0 0,0 0 0 0 0,0-1 0 0 0,-1 1-1 0 0,1 0 1 0 0,0-1 0 0 0,0 1 0 0 0,0 0 0 0 0,0 0-1 0 0,0 0 1 0 0,0 0 0 0 0,0 1 0 0 0,0-1 0 0 0,0 1 0 0 0,0-1-1 0 0,-1 0 1 0 0,1 0 0 0 0,1 1 0 0 0,-1 0 0 0 0,-1 0-1 0 0,1 1 1 0 0,-5 2 59 0 0,1 0 0 0 0,0 1 0 0 0,0 0-1 0 0,-5 7 1 0 0,8-10-43 0 0,1 1 0 0 0,0 0 0 0 0,-1-1-1 0 0,1 1 1 0 0,-1 0 0 0 0,1 0 0 0 0,0 0-1 0 0,0 0 1 0 0,0 0 0 0 0,0 0 0 0 0,0 1 0 0 0,1-1-1 0 0,-1 0 1 0 0,1 1 0 0 0,0 0 0 0 0,-1-1-1 0 0,1 0 1 0 0,0 0 0 0 0,0 1 0 0 0,1 0 0 0 0,-1-1-1 0 0,0 0 1 0 0,1 0 0 0 0,-1 1 0 0 0,1-1-1 0 0,1 4 1 0 0,0 0 48 0 0,0 0 0 0 0,-1 1 0 0 0,1-1 0 0 0,-1 1 0 0 0,0-1 0 0 0,0 1 0 0 0,0 10 0 0 0,-2-13-83 0 0,1-2 1 0 0,0 1-1 0 0,-1 0 1 0 0,1-1-1 0 0,-1 1 1 0 0,0 0-1 0 0,0 0 1 0 0,0-1-1 0 0,0 1 1 0 0,-1-1-1 0 0,1 0 0 0 0,0 1 1 0 0,-1-1-1 0 0,1 0 1 0 0,-1 0-1 0 0,-4 4 1 0 0,1 0 3 0 0,-1 0 0 0 0,0-1 1 0 0,0 0-1 0 0,-1-1 0 0 0,-11 9 1 0 0,-39 15 147 0 0,27-15-82 0 0,27-12-84 0 0,-1-1 1 0 0,1 0-1 0 0,0 1 1 0 0,-1-1 0 0 0,1-1-1 0 0,-1 0 1 0 0,1 0-1 0 0,-1 0 1 0 0,1 0 0 0 0,-6-1-1 0 0,7 1-5 0 0,0-1 1 0 0,0 0-1 0 0,1 0 0 0 0,-1 0 0 0 0,0 0 0 0 0,0 0 1 0 0,0-1-1 0 0,1 2 0 0 0,0-2 0 0 0,-1 0 1 0 0,0 1-1 0 0,1-1 0 0 0,-1 0 0 0 0,1 0 1 0 0,-1 0-1 0 0,1 0 0 0 0,0-1 0 0 0,0 1 0 0 0,0 0 1 0 0,0 0-1 0 0,0-1 0 0 0,1 0 0 0 0,-1 1 1 0 0,0-1-1 0 0,0 1 0 0 0,0-6 0 0 0,1 3 12 0 0,-1 0 0 0 0,1 0-1 0 0,-1 0 1 0 0,1 0 0 0 0,0 0-1 0 0,1 1 1 0 0,-1-1 0 0 0,0 0-1 0 0,1 0 1 0 0,0 0 0 0 0,-1 0-1 0 0,2 0 1 0 0,-1 0 0 0 0,2-5-1 0 0,2-1 19 0 0,0-1-9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13.359"/>
    </inkml:context>
    <inkml:brush xml:id="br0">
      <inkml:brushProperty name="width" value="0.05" units="cm"/>
      <inkml:brushProperty name="height" value="0.05" units="cm"/>
      <inkml:brushProperty name="color" value="#CC0066"/>
    </inkml:brush>
  </inkml:definitions>
  <inkml:trace contextRef="#ctx0" brushRef="#br0">340 0 17687 0 0,'0'0'2614'0'0,"0"2"-2386"0"0,0 13 877 0 0,0 0 1 0 0,-1-1-1 0 0,0 0 1 0 0,-3 23-1 0 0,2-33-1042 0 0,2 0 0 0 0,-1-1 0 0 0,0 1 0 0 0,-1 0 0 0 0,1 0 0 0 0,0-1-1 0 0,0 0 1 0 0,-1 1 0 0 0,0-1 0 0 0,0 0 0 0 0,1 0 0 0 0,-2 0 0 0 0,1 0-1 0 0,0 0 1 0 0,0-1 0 0 0,0 0 0 0 0,0 0 0 0 0,-1 0 0 0 0,1 0-1 0 0,-1 0 1 0 0,-5 2 0 0 0,7-3-33 0 0,-1-1 0 0 0,1 1 0 0 0,-1-1 0 0 0,1 1 0 0 0,-1-1 0 0 0,1 1 0 0 0,-1-1 0 0 0,1 0 0 0 0,-1 0 0 0 0,1 0 0 0 0,-1-1-1 0 0,-1 0 1 0 0,0 0 40 0 0,1-1-1 0 0,0 0 0 0 0,0 1 0 0 0,0-2 0 0 0,0 1 0 0 0,-3-5 0 0 0,3 6-29 0 0,0-2-1 0 0,0 2 0 0 0,0-1 0 0 0,-1 0 0 0 0,1 2 0 0 0,-2-3 1 0 0,-6-3 188 0 0,10 6-216 0 0,0 0 1 0 0,0 0-1 0 0,-1 0 0 0 0,1 0 0 0 0,0 0 0 0 0,-1 0 1 0 0,1 0-1 0 0,0 1 0 0 0,0-1 0 0 0,-1 0 1 0 0,1 0-1 0 0,0 0 0 0 0,0 0 0 0 0,-1 1 0 0 0,1-1 1 0 0,-1 0-1 0 0,1 1 0 0 0,0-1 0 0 0,0 0 1 0 0,-1 1-1 0 0,1-1 0 0 0,0 0 0 0 0,0 0 0 0 0,-1 1 1 0 0,-5 11 223 0 0,5-11-193 0 0,-1 2-5 0 0,0-1-1 0 0,0 1 1 0 0,0-1-1 0 0,0 1 0 0 0,0-2 1 0 0,-3 3-1 0 0,3-3-11 0 0,0 0 0 0 0,1 1 0 0 0,-1-2 0 0 0,1 2 0 0 0,0 0 0 0 0,-1-1 0 0 0,1 1 0 0 0,0-1 0 0 0,0 1 0 0 0,-1 0 0 0 0,1 0 0 0 0,0 0 0 0 0,-1 3 0 0 0,2-4-13 0 0,-1-1-1 0 0,1 0 1 0 0,0 1 0 0 0,0 0 0 0 0,-1 0-1 0 0,1-1 1 0 0,0 1 0 0 0,-1-1 0 0 0,0 0-1 0 0,1 1 1 0 0,0-1 0 0 0,-1 1 0 0 0,1-1-1 0 0,0 0 1 0 0,-1 1 0 0 0,1-1 0 0 0,-1 1 0 0 0,0-1-1 0 0,1 0 1 0 0,0 0 0 0 0,-1 0 0 0 0,1 0-1 0 0,-1 0 1 0 0,1 0 0 0 0,-1 0 0 0 0,0 0-1 0 0,1 0 1 0 0,-1 0 0 0 0,1 0 0 0 0,0 0 0 0 0,-1 0-1 0 0,0-1 1 0 0,-3-2 14 0 0,0 1 0 0 0,1 0-1 0 0,-1-1 1 0 0,0 1 0 0 0,0 1 0 0 0,0 0 0 0 0,0-1-1 0 0,0 2 1 0 0,0 0 0 0 0,-6 0 0 0 0,4 0-12 0 0,0 2 1 0 0,0 0-1 0 0,-10 6 1 0 0,-4 2 51 0 0,17-10-52 0 0,3 0-13 0 0,-1 1 1 0 0,1-1-1 0 0,-1 0 1 0 0,1 0-1 0 0,0 0 1 0 0,-1 0-1 0 0,1 0 1 0 0,0 0-1 0 0,-1 0 1 0 0,0 0-1 0 0,1 0 1 0 0,0 0-1 0 0,-1 0 1 0 0,1 0-1 0 0,-1-1 1 0 0,1 1-1 0 0,0 0 1 0 0,-1 0-1 0 0,1 0 1 0 0,-1 0-1 0 0,1-1 1 0 0,-1 0-1 0 0,0-1 1 0 0,-1 1 0 0 0,0-1 0 0 0,0 0 0 0 0,1 0 0 0 0,0 0 0 0 0,-1-1 0 0 0,1 1 1 0 0,-1-1-1 0 0,1 1 0 0 0,0-1 0 0 0,0 0 0 0 0,0 1 0 0 0,0-1 0 0 0,0 0 0 0 0,1 0 0 0 0,-1 0 0 0 0,1 0 0 0 0,-1 0 0 0 0,1 0 0 0 0,0 0 0 0 0,0 0 0 0 0,0-1 0 0 0,0 2 0 0 0,0-1 1 0 0,0-1-1 0 0,0 1 0 0 0,1 1 0 0 0,-1-1 0 0 0,1-1 0 0 0,-1 2 0 0 0,1-1 0 0 0,0 0 0 0 0,1-3 0 0 0,-2 6-1 0 0,1-1 0 0 0,0 0 0 0 0,-1 0 1 0 0,0 0-1 0 0,1 1 0 0 0,-1 0 0 0 0,1-1 0 0 0,-1 1 0 0 0,1-1 0 0 0,0 0 0 0 0,-1 1 0 0 0,1-1 1 0 0,-1 1-1 0 0,1-1 0 0 0,-1 1 0 0 0,1 0 0 0 0,-1 0 0 0 0,1 0 0 0 0,0 0 0 0 0,0 0 0 0 0,-1 0 1 0 0,1 0-1 0 0,-1 0 0 0 0,1 0 0 0 0,0 0 0 0 0,0 0 0 0 0,-1 0 0 0 0,1 0 0 0 0,-1 0 1 0 0,1 1-1 0 0,0-1 0 0 0,-1 1 0 0 0,1-1 0 0 0,-1 1 0 0 0,1 0 0 0 0,-1-1 0 0 0,1 1 0 0 0,0-1 1 0 0,-1 0-1 0 0,0 1 0 0 0,1 0 0 0 0,0 1 0 0 0,1 1 11 0 0,0 0 0 0 0,1 1 0 0 0,-1-1 0 0 0,0 2 1 0 0,0-1-1 0 0,2 7 0 0 0,-2-8-6 0 0,-1 1 0 0 0,0 0 0 0 0,0 0 0 0 0,0-1 0 0 0,0 1 0 0 0,-1 0 0 0 0,1 0 0 0 0,-1 0 0 0 0,1-1 0 0 0,-1 2 0 0 0,0-1 0 0 0,0 0 0 0 0,-1 0 0 0 0,1 0 0 0 0,0 0 0 0 0,-1 0 0 0 0,1-1 0 0 0,-1 1 0 0 0,0 0 1 0 0,0 0-1 0 0,0 0 0 0 0,0-1 0 0 0,-1 0 0 0 0,-2 6 0 0 0,-1 1 2 0 0,0 0 0 0 0,0 0 0 0 0,-1-1 0 0 0,0 0 0 0 0,0-1 1 0 0,-13 14-1 0 0,9-12-8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13.708"/>
    </inkml:context>
    <inkml:brush xml:id="br0">
      <inkml:brushProperty name="width" value="0.05" units="cm"/>
      <inkml:brushProperty name="height" value="0.05" units="cm"/>
      <inkml:brushProperty name="color" value="#CC0066"/>
    </inkml:brush>
  </inkml:definitions>
  <inkml:trace contextRef="#ctx0" brushRef="#br0">2 0 18391 0 0,'0'0'1551'0'0,"0"3"-774"0"0,4 9-190 0 0,-2-6-151 0 0,0-1 1 0 0,-1 1-1 0 0,2-1 1 0 0,-2 0-1 0 0,2 0 0 0 0,3 6 1 0 0,5 4 180 0 0,-4-5 171 0 0,12 19-1 0 0,-18-25-630 0 0,1-1-1 0 0,0 0 0 0 0,-1 1 0 0 0,1 0 0 0 0,-1 0 0 0 0,0 0 0 0 0,0 0 1 0 0,0 0-1 0 0,0 0 0 0 0,0 6 0 0 0,-1-9-128 0 0,0 0 1 0 0,0 1-1 0 0,0-1 0 0 0,-1 1 1 0 0,1-1-1 0 0,0 1 0 0 0,0-1 0 0 0,-1 0 1 0 0,1 1-1 0 0,0-1 0 0 0,-1 0 1 0 0,1 1-1 0 0,-1-2 0 0 0,0 2 1 0 0,1-1-1 0 0,-1 0 0 0 0,1 0 0 0 0,-1 0 1 0 0,0 0-1 0 0,0 0 0 0 0,-1 1 1 0 0,-2 2 34 0 0,1-1 0 0 0,-1 0 0 0 0,-6 4 0 0 0,6-5-36 0 0,1 0 0 0 0,0-1 0 0 0,0 1 0 0 0,0-1 0 0 0,0 0 0 0 0,-1-1 1 0 0,1 0-1 0 0,-5 0 0 0 0,-1-1 30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14.133"/>
    </inkml:context>
    <inkml:brush xml:id="br0">
      <inkml:brushProperty name="width" value="0.05" units="cm"/>
      <inkml:brushProperty name="height" value="0.05" units="cm"/>
      <inkml:brushProperty name="color" value="#CC0066"/>
    </inkml:brush>
  </inkml:definitions>
  <inkml:trace contextRef="#ctx0" brushRef="#br0">1 86 17983 0 0,'0'0'2922'0'0,"0"2"-2780"0"0,0 1-38 0 0,1-2 0 0 0,-1 2 0 0 0,0-2 0 0 0,0 1 0 0 0,1 0 0 0 0,-1 0 0 0 0,0 0 0 0 0,1 0 0 0 0,-1 0 0 0 0,1-1 0 0 0,0 1 0 0 0,0 0 0 0 0,-1-1 0 0 0,1 1 0 0 0,0 0 0 0 0,0-1 0 0 0,0 1 0 0 0,0-1 0 0 0,0 0 0 0 0,0 0 0 0 0,0 1 0 0 0,0-1 0 0 0,0-1 0 0 0,1 1 0 0 0,-1 0 0 0 0,0 0 0 0 0,1 0 0 0 0,-1-1 0 0 0,0 0 0 0 0,1 1 0 0 0,2 0 0 0 0,5 1 309 0 0,-1-2 0 0 0,14 0 0 0 0,-19 0-329 0 0,0 0 0 0 0,-1 0 0 0 0,1-1 0 0 0,0 0-1 0 0,-1 0 1 0 0,1 0 0 0 0,-1 0 0 0 0,1-1 0 0 0,-1 1 0 0 0,1-1 0 0 0,-1 0 0 0 0,4-4 0 0 0,-5 5-66 0 0,0 0 0 0 0,-1-1 0 0 0,1 2 1 0 0,0-1-1 0 0,0-1 0 0 0,-1 1 1 0 0,1 1-1 0 0,-1-2 0 0 0,0 1 0 0 0,1 0 1 0 0,0-1-1 0 0,-1 1 0 0 0,0-1 1 0 0,1 1-1 0 0,-1 0 0 0 0,0-1 0 0 0,0 1 1 0 0,0-1-1 0 0,0 1 0 0 0,0 0 1 0 0,0-3-1 0 0,0 2 1 0 0,0 0 0 0 0,-1-1 1 0 0,1 1-1 0 0,-1 0 0 0 0,0 0 0 0 0,0 0 0 0 0,1-1 1 0 0,-1 2-1 0 0,0-2 0 0 0,0 2 0 0 0,-2-4 0 0 0,-3-2 34 0 0,1-1-1 0 0,-1 2 0 0 0,0 0 0 0 0,-10-9 0 0 0,14 14-28 0 0,0 0 0 0 0,0-1 0 0 0,-1 1 0 0 0,1 1 0 0 0,0-1 0 0 0,0 0 0 0 0,-1 1 0 0 0,-2-1 0 0 0,1-4 80 0 0,4 2-95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01.063"/>
    </inkml:context>
    <inkml:brush xml:id="br0">
      <inkml:brushProperty name="width" value="0.05" units="cm"/>
      <inkml:brushProperty name="height" value="0.05" units="cm"/>
      <inkml:brushProperty name="color" value="#CC0066"/>
    </inkml:brush>
  </inkml:definitions>
  <inkml:trace contextRef="#ctx0" brushRef="#br0">8 0 11656 0 0,'0'0'8127'0'0,"0"3"-7952"0"0,-2 9 168 0 0,0 2 0 0 0,1-1-1 0 0,0-1 1 0 0,0 1 0 0 0,1 0 0 0 0,1 20-1 0 0,0 6 414 0 0,-1 42 874 0 0,0-78-1558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01.486"/>
    </inkml:context>
    <inkml:brush xml:id="br0">
      <inkml:brushProperty name="width" value="0.05" units="cm"/>
      <inkml:brushProperty name="height" value="0.05" units="cm"/>
      <inkml:brushProperty name="color" value="#CC0066"/>
    </inkml:brush>
  </inkml:definitions>
  <inkml:trace contextRef="#ctx0" brushRef="#br0">0 1 15576 0 0,'0'0'8423'0'0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02.151"/>
    </inkml:context>
    <inkml:brush xml:id="br0">
      <inkml:brushProperty name="width" value="0.05" units="cm"/>
      <inkml:brushProperty name="height" value="0.05" units="cm"/>
      <inkml:brushProperty name="color" value="#CC0066"/>
    </inkml:brush>
  </inkml:definitions>
  <inkml:trace contextRef="#ctx0" brushRef="#br0">1 82 14064 0 0,'0'0'4041'0'0,"0"2"-3899"0"0,-1 162 5634 0 0,9-153-4938 0 0,-5-7-329 0 0,-4-11-200 0 0,2-7-112 0 0,0 4-114 0 0,-1-6 72 0 0,1 1 0 0 0,3-26-1 0 0,0-3 108 0 0,-3 31-124 0 0,0 1 0 0 0,0-1-1 0 0,1 1 1 0 0,0 0 0 0 0,6-21-1 0 0,-8 32-88 0 0,1-1-1 0 0,-1 0 1 0 0,1 2-1 0 0,0-2 1 0 0,0 1-1 0 0,-1 0 1 0 0,1 0-1 0 0,0-1 1 0 0,0 1-1 0 0,-1 1 1 0 0,1-1-1 0 0,0-1 1 0 0,0 1-1 0 0,0 0 1 0 0,0 1-1 0 0,0 0 1 0 0,2-2-1 0 0,-3 2-29 0 0,1 0 0 0 0,-1 0 0 0 0,1 0 0 0 0,-1 0 1 0 0,2 0-1 0 0,-2 0 0 0 0,1 0 0 0 0,-1 0 0 0 0,1 0 0 0 0,-1 1 0 0 0,1-1 0 0 0,0 0 0 0 0,-1 1 1 0 0,1-1-1 0 0,-1 0 0 0 0,1 0 0 0 0,-1 1 0 0 0,1 0 0 0 0,0-1 0 0 0,-1 1 0 0 0,0 0 0 0 0,1 0 1 0 0,-1-1-1 0 0,1 0 0 0 0,-1 1 0 0 0,0 0 0 0 0,1 0 0 0 0,-1 0 0 0 0,1-1 0 0 0,-1 3 0 0 0,5 14 111 0 0,0-1-1 0 0,-1 1 0 0 0,-1 1 1 0 0,3 25-1 0 0,-4-25-39 0 0,-1-1 0 0 0,-2 27-1 0 0,0-10 179 0 0,1-33-253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02.737"/>
    </inkml:context>
    <inkml:brush xml:id="br0">
      <inkml:brushProperty name="width" value="0.05" units="cm"/>
      <inkml:brushProperty name="height" value="0.05" units="cm"/>
      <inkml:brushProperty name="color" value="#CC0066"/>
    </inkml:brush>
  </inkml:definitions>
  <inkml:trace contextRef="#ctx0" brushRef="#br0">69 5 25991 0 0,'5'-2'5'0'0,"-4"1"0"0"0,2 1 0 0 0,-2-1 0 0 0,2 1 0 0 0,-2-1 0 0 0,2 1 0 0 0,2 0 0 0 0,-4 2 1 0 0,0 0-1 0 0,0 1 1 0 0,-1-2-1 0 0,1 2 1 0 0,-1-1-1 0 0,1 0 0 0 0,-1 0 1 0 0,0 1-1 0 0,1 3 1 0 0,4 58 114 0 0,4 33 99 0 0,-7-77-72 0 0,0 35 1 0 0,-1-34 87 0 0,2 26 0 0 0,0-31-86 0 0,0 12 1263 0 0,-11-56-844 0 0,6 21-487 0 0,1 1 0 0 0,-1-1 0 0 0,-6-11 0 0 0,1-1 170 0 0,4 9-187 0 0,2 6-6 0 0,0 1-1 0 0,0 1 1 0 0,0-1 0 0 0,0 0-1 0 0,-1 1 1 0 0,1-1 0 0 0,0 1-1 0 0,-1-1 1 0 0,1 1 0 0 0,-4-5-1 0 0,3 6-36 0 0,1-1 0 0 0,-1 0 0 0 0,0 1-1 0 0,1-1 1 0 0,-1 1 0 0 0,0 0-1 0 0,0 0 1 0 0,0 0 0 0 0,0 0 0 0 0,0 0-1 0 0,0 1 1 0 0,0-1 0 0 0,0 1-1 0 0,-2-1 1 0 0,2 2-16 0 0,0-1 1 0 0,0 1-1 0 0,1-1 0 0 0,0 0 0 0 0,-1 1 1 0 0,0 0-1 0 0,1 1 0 0 0,-1-1 0 0 0,1-1 1 0 0,0 2-1 0 0,-1-1 0 0 0,1 0 1 0 0,0 1-1 0 0,-1 0 0 0 0,1-1 0 0 0,0 1 1 0 0,0 0-1 0 0,-1 2 0 0 0,-1 1-4 0 0,1-1-1 0 0,0 1 1 0 0,0 0-1 0 0,1 0 1 0 0,-1 0-1 0 0,0 0 1 0 0,1 0-1 0 0,0 0 1 0 0,-1 9-1 0 0,2-12 0 0 0,-1 0 0 0 0,1 0 0 0 0,0 1 0 0 0,0-2 0 0 0,1 2 0 0 0,-1-2 0 0 0,0 2 0 0 0,0-1 0 0 0,1 0 0 0 0,-1 0 0 0 0,0 0 0 0 0,1-1 0 0 0,-1 2 0 0 0,2-1 0 0 0,-2-1-1 0 0,1 1 1 0 0,0 0 0 0 0,-1 0 0 0 0,2-1 0 0 0,-1 1 0 0 0,-1-1 0 0 0,1 1 0 0 0,0-1 0 0 0,1 0 0 0 0,-1 1 0 0 0,0-2 0 0 0,1 2 0 0 0,0 0 0 0 0,14 5-39 0 0,-7-5 6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03.147"/>
    </inkml:context>
    <inkml:brush xml:id="br0">
      <inkml:brushProperty name="width" value="0.05" units="cm"/>
      <inkml:brushProperty name="height" value="0.05" units="cm"/>
      <inkml:brushProperty name="color" value="#CC0066"/>
    </inkml:brush>
  </inkml:definitions>
  <inkml:trace contextRef="#ctx0" brushRef="#br0">1 115 15976 0 0,'0'0'1467'0'0,"2"2"-1300"0"0,-1-1-45 0 0,1 1-1 0 0,-1 0 1 0 0,1-1 0 0 0,0 0-1 0 0,-1 1 1 0 0,1-1-1 0 0,0-1 1 0 0,-1 1 0 0 0,1 0-1 0 0,0 0 1 0 0,0 0-1 0 0,0-1 1 0 0,0 0 0 0 0,0 0-1 0 0,0 0 1 0 0,-1 0-1 0 0,1 0 1 0 0,3-1 0 0 0,1-1 45 0 0,-1 0 1 0 0,1-2 0 0 0,-1 1-1 0 0,1 0 1 0 0,-1 0 0 0 0,0-1-1 0 0,0-1 1 0 0,0 0-1 0 0,-1 0 1 0 0,9-11 0 0 0,-11 13-78 0 0,0 0 0 0 0,0 0 0 0 0,0-1 0 0 0,-1 0 0 0 0,1 0 0 0 0,0 0 0 0 0,-1 0 0 0 0,2-6 0 0 0,-3 9-72 0 0,1 1 1 0 0,-1-1-1 0 0,0-1 1 0 0,0 1 0 0 0,1 1-1 0 0,-1-2 1 0 0,0 1-1 0 0,0 0 1 0 0,1 0-1 0 0,-1 0 1 0 0,0 0 0 0 0,0-1-1 0 0,-1 2 1 0 0,1-1-1 0 0,0-1 1 0 0,0 1 0 0 0,-1 1-1 0 0,1-2 1 0 0,0 1-1 0 0,0 0 1 0 0,-1 0-1 0 0,1 0 1 0 0,0 0 0 0 0,-1 0-1 0 0,1 0 1 0 0,0 1-1 0 0,-1-1 1 0 0,0 0 0 0 0,1 0-1 0 0,-1 0 1 0 0,1 1-1 0 0,-1-1 1 0 0,1 1-1 0 0,-1-1 1 0 0,0 0 0 0 0,0 1-1 0 0,1-1 1 0 0,-1 1-1 0 0,-1-1 1 0 0,0 1 12 0 0,1-1 1 0 0,-1 0-1 0 0,1 1 1 0 0,-1 0-1 0 0,0 0 1 0 0,1 0-1 0 0,-1 0 1 0 0,1 0-1 0 0,-1 0 1 0 0,0 1-1 0 0,1-1 1 0 0,0 1-1 0 0,-1-1 1 0 0,0 1-1 0 0,-1 1 1 0 0,0 0 2 0 0,0 1-1 0 0,1-1 1 0 0,-1 1 0 0 0,0 0-1 0 0,1 0 1 0 0,0 0 0 0 0,-4 5-1 0 0,2 0 43 0 0,-1 1-1 0 0,1 0 0 0 0,0 0 1 0 0,0 0-1 0 0,-4 19 0 0 0,6-20-17 0 0,0 0-1 0 0,0-1 1 0 0,1 0-1 0 0,1 2 1 0 0,-2-1 0 0 0,2-1-1 0 0,0 17 1 0 0,0-22-40 0 0,0 1 0 0 0,0-1 1 0 0,0 1-1 0 0,1-1 1 0 0,0 0-1 0 0,-1 1 1 0 0,1-1-1 0 0,-1 1 0 0 0,1-1 1 0 0,0 0-1 0 0,0 0 1 0 0,0 1-1 0 0,0-2 0 0 0,0 2 1 0 0,0-2-1 0 0,0 2 1 0 0,0-1-1 0 0,1-1 0 0 0,-1 1 1 0 0,0-1-1 0 0,1 0 1 0 0,0 1-1 0 0,-1-1 1 0 0,1 0-1 0 0,-1 0 0 0 0,1 1 1 0 0,3-1-1 0 0,6 3 72 0 0,-3-4-52 0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03.482"/>
    </inkml:context>
    <inkml:brush xml:id="br0">
      <inkml:brushProperty name="width" value="0.05" units="cm"/>
      <inkml:brushProperty name="height" value="0.05" units="cm"/>
      <inkml:brushProperty name="color" value="#CC0066"/>
    </inkml:brush>
  </inkml:definitions>
  <inkml:trace contextRef="#ctx0" brushRef="#br0">101 0 21471 0 0,'0'0'56'0'0,"0"2"-25"0"0,-3 15 18 0 0,0-1 0 0 0,0 0 0 0 0,-2 0 0 0 0,-5 16 0 0 0,-26 61 301 0 0,1-14-65 0 0,30-69-252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03.815"/>
    </inkml:context>
    <inkml:brush xml:id="br0">
      <inkml:brushProperty name="width" value="0.05" units="cm"/>
      <inkml:brushProperty name="height" value="0.05" units="cm"/>
      <inkml:brushProperty name="color" value="#CC0066"/>
    </inkml:brush>
  </inkml:definitions>
  <inkml:trace contextRef="#ctx0" brushRef="#br0">0 1 15376 0 0,'0'0'385'0'0,"12"10"1061"0"0,-7-1-650 0 0,-1 0 0 0 0,0 0 0 0 0,4 13 0 0 0,-5-12-540 0 0,1-1 0 0 0,-1 0 0 0 0,8 14 0 0 0,0-3 320 0 0,-8-16-448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04.147"/>
    </inkml:context>
    <inkml:brush xml:id="br0">
      <inkml:brushProperty name="width" value="0.05" units="cm"/>
      <inkml:brushProperty name="height" value="0.05" units="cm"/>
      <inkml:brushProperty name="color" value="#CC0066"/>
    </inkml:brush>
  </inkml:definitions>
  <inkml:trace contextRef="#ctx0" brushRef="#br0">3 1 16575 0 0,'0'0'1738'0'0,"0"26"3360"0"0,0-25-4919 0 0,-2 1-50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04.479"/>
    </inkml:context>
    <inkml:brush xml:id="br0">
      <inkml:brushProperty name="width" value="0.05" units="cm"/>
      <inkml:brushProperty name="height" value="0.05" units="cm"/>
      <inkml:brushProperty name="color" value="#CC0066"/>
    </inkml:brush>
  </inkml:definitions>
  <inkml:trace contextRef="#ctx0" brushRef="#br0">72 1 14272 0 0,'0'0'3761'0'0,"0"2"-3504"0"0,-7 194 6692 0 0,6-141-5993 0 0,1-35-459 0 0,-2 24 1 0 0,1-41-396 0 0,1 1-1 0 0,0 0 1 0 0,-1 0 0 0 0,0-1 0 0 0,0 0 0 0 0,0 1-1 0 0,0 0 1 0 0,1-1 0 0 0,-2 0 0 0 0,1 0-1 0 0,0 1 1 0 0,-3 3 0 0 0,2-5-60 0 0,1-2 0 0 0,0 2 0 0 0,0-1 0 0 0,-1 0 0 0 0,1 0 0 0 0,0 0 0 0 0,-1 0 0 0 0,1 0 0 0 0,-1 0-1 0 0,1-1 1 0 0,-1 0 0 0 0,1 1 0 0 0,-1-1 0 0 0,1 1 0 0 0,-1-1 0 0 0,1 0 0 0 0,-1 0 0 0 0,0 0 0 0 0,1-1 0 0 0,0 1 0 0 0,-1-1 0 0 0,-2 1 0 0 0,-2-3 55 0 0,0 1-1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04.810"/>
    </inkml:context>
    <inkml:brush xml:id="br0">
      <inkml:brushProperty name="width" value="0.05" units="cm"/>
      <inkml:brushProperty name="height" value="0.05" units="cm"/>
      <inkml:brushProperty name="color" value="#CC0066"/>
    </inkml:brush>
  </inkml:definitions>
  <inkml:trace contextRef="#ctx0" brushRef="#br0">1 0 18695 0 0,'0'0'4848'0'0,"3"15"-4712"0"0,-1-12 8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05.140"/>
    </inkml:context>
    <inkml:brush xml:id="br0">
      <inkml:brushProperty name="width" value="0.05" units="cm"/>
      <inkml:brushProperty name="height" value="0.05" units="cm"/>
      <inkml:brushProperty name="color" value="#CC0066"/>
    </inkml:brush>
  </inkml:definitions>
  <inkml:trace contextRef="#ctx0" brushRef="#br0">132 1 15680 0 0,'0'0'3095'0'0,"-3"-1"-2629"0"0,0 1-347 0 0,0 0 0 0 0,0 0 1 0 0,0 1-1 0 0,0 0 1 0 0,0-1-1 0 0,0 1 0 0 0,-1 1 1 0 0,2-1-1 0 0,-1 0 0 0 0,0 2 1 0 0,0-2-1 0 0,0 2 1 0 0,1-2-1 0 0,-4 6 0 0 0,2-3 66 0 0,1 0 0 0 0,-1 0 0 0 0,1-1 0 0 0,-1 1-1 0 0,0-1 1 0 0,-5 3 0 0 0,5-5-81 0 0,1 2 1 0 0,-1-1-1 0 0,1 1 1 0 0,0 0-1 0 0,0 0 1 0 0,0 0-1 0 0,0 1 1 0 0,0-1-1 0 0,-4 8 1 0 0,2-2 176 0 0,4-7-187 0 0,-1 0 1 0 0,1 0-1 0 0,0 1 0 0 0,0-2 0 0 0,0 2 0 0 0,-1 4 0 0 0,2-6-66 0 0,0 0-1 0 0,0 0 1 0 0,0 1 0 0 0,-1-1-1 0 0,1 0 1 0 0,0 0 0 0 0,1 1-1 0 0,-1-1 1 0 0,0-1 0 0 0,0 2-1 0 0,0-1 1 0 0,0 0 0 0 0,1 0-1 0 0,-1 1 1 0 0,0-1 0 0 0,1-1-1 0 0,-1 1 1 0 0,0 1 0 0 0,2 0-1 0 0,11 23 572 0 0,-10-22-523 0 0,-1 1-1 0 0,1 0 1 0 0,-2 0 0 0 0,2 0-1 0 0,-2 0 1 0 0,1 1-1 0 0,0-1 1 0 0,-1 1 0 0 0,0-1-1 0 0,1 6 1 0 0,-1-7-17 0 0,0 2 0 0 0,-1-1-1 0 0,0 0 1 0 0,1 0 0 0 0,-1 0 0 0 0,0 0 0 0 0,0 0-1 0 0,-1 0 1 0 0,1 0 0 0 0,0 0 0 0 0,-1 0 0 0 0,1 0 0 0 0,-1 0-1 0 0,0 0 1 0 0,0-1 0 0 0,0 1 0 0 0,-1-1 0 0 0,1 1 0 0 0,-1 0-1 0 0,1-1 1 0 0,-1 0 0 0 0,0 0 0 0 0,0 0 0 0 0,-3 5-1 0 0,2-5 81 0 0,1 0-67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35.457"/>
    </inkml:context>
    <inkml:brush xml:id="br0">
      <inkml:brushProperty name="width" value="0.05" units="cm"/>
      <inkml:brushProperty name="height" value="0.05" units="cm"/>
      <inkml:brushProperty name="color" value="#CC0066"/>
    </inkml:brush>
  </inkml:definitions>
  <inkml:trace contextRef="#ctx0" brushRef="#br0">1 1 9648 0 0,'0'0'2800'0'0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36.324"/>
    </inkml:context>
    <inkml:brush xml:id="br0">
      <inkml:brushProperty name="width" value="0.05" units="cm"/>
      <inkml:brushProperty name="height" value="0.05" units="cm"/>
      <inkml:brushProperty name="color" value="#CC0066"/>
    </inkml:brush>
  </inkml:definitions>
  <inkml:trace contextRef="#ctx0" brushRef="#br0">62 1 7832 0 0,'0'0'3240'0'0,"2"0"-3056"0"0,-2 0-112 0 0,1 0 0 0 0,-1 0 1 0 0,0 0-1 0 0,0 0 0 0 0,1 0 1 0 0,-1 0-1 0 0,0 0 0 0 0,0 0 1 0 0,1 0-1 0 0,0 0 0 0 0,-1 1 1 0 0,0-1-1 0 0,0 0 1 0 0,1 0-1 0 0,-1 0 0 0 0,0 1 1 0 0,0-1-1 0 0,1 0 0 0 0,-1 0 1 0 0,0 0-1 0 0,0 0 0 0 0,0 1 1 0 0,1-1-1 0 0,-1 0 0 0 0,0 1 1 0 0,1-1-1 0 0,-1 1 0 0 0,0-1 1 0 0,0 1-1 0 0,0-1 0 0 0,0 1 1 0 0,0-1-1 0 0,0 0 1 0 0,1 1-1 0 0,-1 2 81 0 0,0 0 0 0 0,0-1 1 0 0,0 1-1 0 0,0-1 0 0 0,0 1 1 0 0,-1-1-1 0 0,1 4 0 0 0,-6 24 327 0 0,0 1-1 0 0,-1-2 1 0 0,-1 1-1 0 0,-21 53 0 0 0,23-60-110 0 0,5-20-241 0 0,0 0 0 0 0,0 0 0 0 0,0 1 0 0 0,0-1 0 0 0,-3 6-1 0 0,3-9 37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1:36.721"/>
    </inkml:context>
    <inkml:brush xml:id="br0">
      <inkml:brushProperty name="width" value="0.05" units="cm"/>
      <inkml:brushProperty name="height" value="0.05" units="cm"/>
      <inkml:brushProperty name="color" value="#CC0066"/>
    </inkml:brush>
  </inkml:definitions>
  <inkml:trace contextRef="#ctx0" brushRef="#br0">0 12 12552 0 0,'0'0'232'0'0,"1"-11"3457"0"0,6 21-3492 0 0,0 0 0 0 0,-1 0 0 0 0,8 16 0 0 0,11 18 71 0 0,4 4 141 0 0,-18-26-388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2:59.114"/>
    </inkml:context>
    <inkml:brush xml:id="br0">
      <inkml:brushProperty name="width" value="0.05" units="cm"/>
      <inkml:brushProperty name="height" value="0.05" units="cm"/>
      <inkml:brushProperty name="color" value="#CC0066"/>
    </inkml:brush>
  </inkml:definitions>
  <inkml:trace contextRef="#ctx0" brushRef="#br0">1 0 18791 0 0,'0'0'4152'0'0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5:07.556"/>
    </inkml:context>
    <inkml:brush xml:id="br0">
      <inkml:brushProperty name="width" value="0.05" units="cm"/>
      <inkml:brushProperty name="height" value="0.05" units="cm"/>
      <inkml:brushProperty name="color" value="#CC0066"/>
    </inkml:brush>
  </inkml:definitions>
  <inkml:trace contextRef="#ctx0" brushRef="#br0">0 47 12664 0 0,'0'0'6115'0'0,"3"3"-4544"0"0,7 7 52 0 0,-7-6-1102 0 0,-3-1 1414 0 0,0-4-1915 0 0,0 1 0 0 0,0-1 0 0 0,0 1 1 0 0,0 0-1 0 0,0 0 0 0 0,1-1 1 0 0,-1 1-1 0 0,1 0 0 0 0,-1-1 1 0 0,0 1-1 0 0,0 0 0 0 0,0-1 0 0 0,1 1 1 0 0,-1 0-1 0 0,0 0 0 0 0,0-1 1 0 0,1 1-1 0 0,-1 0 0 0 0,0 0 1 0 0,1 0-1 0 0,-1 0 0 0 0,1 0 0 0 0,-1-1 1 0 0,1 1-1 0 0,-1 0 46 0 0,1 0 0 0 0,-1 0 0 0 0,1 0 1 0 0,0 0-1 0 0,-1 0 0 0 0,1 0 0 0 0,-1-1 0 0 0,1 1 0 0 0,-1-1 0 0 0,0 1 0 0 0,1-1 1 0 0,0 0-1 0 0,0 1 0 0 0,2-9 192 0 0,-1 6-9 0 0,-1 1 0 0 0,0-1 0 0 0,0 0 0 0 0,0 0 1 0 0,0 0-1 0 0,0 0 0 0 0,0 0 0 0 0,-1 0 0 0 0,1-1 1 0 0,-1 1-1 0 0,1 0 0 0 0,-1-7 909 0 0,0 13-1029 0 0,-1 1 0 0 0,1-1-1 0 0,0 1 1 0 0,0-1 0 0 0,1 6-1 0 0,-1-5 18 0 0,0 3-40 0 0,0 1 1 0 0,0 0-1 0 0,0-1 1 0 0,1 1-1 0 0,0-2 1 0 0,0 2-1 0 0,3 9 1 0 0,4 20 203 0 0,3 10 101 0 0,10 27-411 0 0,4 12 0 0 0,-9-25 0 0 0,-13-53 0 0 0,-1 1 0 0 0,0-2 0 0 0,2 11 0 0 0,-3-8 0 0 0,1-1 0 0 0,0 0 0 0 0,4 8 0 0 0,-2-5 0 0 0,-1 0 0 0 0,0 0 0 0 0,4 21 0 0 0,-1-3 0 0 0,12 43 0 0 0,-16-67 0 0 0,10 44 0 0 0,-5-22 0 0 0,-2-9 0 0 0,10 27 0 0 0,-11-35 0 0 0,0 1 0 0 0,0-1 0 0 0,-1 0 0 0 0,2 14 0 0 0,-3-19 0 0 0,-1 0 0 0 0,1 0 0 0 0,-1 0 0 0 0,5 7 0 0 0,-4-7 0 0 0,1 0 0 0 0,-2-1 0 0 0,1 0 0 0 0,0 1 0 0 0,1 8 0 0 0,0 7 0 0 0,1-1 0 0 0,7 20 0 0 0,-6-21 0 0 0,0 1 0 0 0,4 26 0 0 0,6 25 0 0 0,-7-33 0 0 0,2 0 0 0 0,23 64 0 0 0,-30-87 0 0 0,-3-13 0 0 0,1 0 0 0 0,-1 1 0 0 0,0-2 0 0 0,1 2 0 0 0,-1-1 0 0 0,1 0 0 0 0,0 0 0 0 0,0 0 0 0 0,-1 0 0 0 0,2 3 0 0 0,1-2 0 0 0,-1 0 0 0 0,1 1 0 0 0,0 0 0 0 0,-3-4 0 0 0,1-1 0 0 0,-1 1 0 0 0,1 0 0 0 0,-1 0 0 0 0,1 0 0 0 0,-1 0 0 0 0,0 0 0 0 0,1-1 0 0 0,-1 1 0 0 0,0-1 0 0 0,1 1 0 0 0,-1-1 0 0 0,0 1 0 0 0,1-1 0 0 0,-1 1 0 0 0,1 0 0 0 0,-1 0 0 0 0,0-1 0 0 0,1-1 0 0 0,1-3 0 0 0,0 1 0 0 0,-1-1 0 0 0,1 0 0 0 0,-1 0 0 0 0,0 0 0 0 0,1 0 0 0 0,0-11 0 0 0,1-1 0 0 0,15-103 0 0 0,-14 102 0 0 0,-3 12 0 0 0,1-1 0 0 0,-1-1 0 0 0,-1 2 0 0 0,1-2 0 0 0,-1 1 0 0 0,0 0 0 0 0,0-10 0 0 0,-5 66 0 0 0,4-30 0 0 0,0 0 0 0 0,-2 0 0 0 0,0-1 0 0 0,0 0 0 0 0,-10 32 0 0 0,6-20 0 0 0,4-22 0 0 0,1 0 0 0 0,-1 1 0 0 0,0-1 0 0 0,1 0 0 0 0,-2-1 0 0 0,1 1 0 0 0,-1-1 0 0 0,0-1 0 0 0,0 2 0 0 0,-1-2 0 0 0,1 0 0 0 0,-8 8 0 0 0,8-11 0 0 0,1 0 0 0 0,0 0 0 0 0,-1-1 0 0 0,0 1 0 0 0,1-2 0 0 0,-1 1 0 0 0,0 0 0 0 0,0-1 0 0 0,0 0 0 0 0,0 0 0 0 0,1 0 0 0 0,-1-1 0 0 0,0 1 0 0 0,0-2 0 0 0,0 1 0 0 0,0-1 0 0 0,0 0 0 0 0,0 0 0 0 0,0 0 0 0 0,-6-4 0 0 0,-46-32 0 0 0,55 35 0 0 0,1 2 0 0 0,-1 0 0 0 0,1-1 0 0 0,-1 1 0 0 0,0-1 0 0 0,1 1 0 0 0,-1-1 0 0 0,1 1 0 0 0,-1-1 0 0 0,1 1 0 0 0,-1 0 0 0 0,1 0 0 0 0,-1 0 0 0 0,0 0 0 0 0,0 0 0 0 0,1 0 0 0 0,-1 0 0 0 0,1 0 0 0 0,-2 0 0 0 0,-1 0 0 0 0,0 0 0 0 0,0 0 0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5:09.369"/>
    </inkml:context>
    <inkml:brush xml:id="br0">
      <inkml:brushProperty name="width" value="0.05" units="cm"/>
      <inkml:brushProperty name="height" value="0.05" units="cm"/>
      <inkml:brushProperty name="color" value="#CC0066"/>
    </inkml:brush>
  </inkml:definitions>
  <inkml:trace contextRef="#ctx0" brushRef="#br0">627 161 12552 0 0,'0'0'6781'0'0,"1"3"-6025"0"0,0 1-314 0 0,0-1 1 0 0,1 1-1 0 0,-1 0 1 0 0,1 0 0 0 0,1 3-1 0 0,1-1-129 0 0,-4-5-226 0 0,0 0 1 0 0,1 0 0 0 0,-1 0 0 0 0,0 0-1 0 0,1 0 1 0 0,0-1 0 0 0,-1 0 0 0 0,1 1-1 0 0,-1 0 1 0 0,1 0 0 0 0,-1 0 0 0 0,1-1-1 0 0,0 0 1 0 0,-1 1 0 0 0,1-1 0 0 0,-1 1 0 0 0,1-1-1 0 0,0 0 1 0 0,0 1 0 0 0,-1-1 0 0 0,1 0-1 0 0,0 0 1 0 0,-1 0 0 0 0,3 0 0 0 0,-2 0-11 0 0,0-1 0 0 0,0 0 0 0 0,0 0 0 0 0,0 1 0 0 0,0-1 0 0 0,1 0 0 0 0,-1-1 0 0 0,0 2 0 0 0,0-2 0 0 0,0 1 0 0 0,0-1 0 0 0,0 1 0 0 0,1-2 0 0 0,-1 0-41 0 0,0 1 1 0 0,-1-1-1 0 0,2 1 1 0 0,-2 0 0 0 0,1-1-1 0 0,0 0 1 0 0,-1 1 0 0 0,0 0-1 0 0,1-1 1 0 0,-1 1 0 0 0,0-2-1 0 0,0 2 1 0 0,1-1 0 0 0,-1 1-1 0 0,-1-1 1 0 0,1 0 0 0 0,0 1-1 0 0,0-1 1 0 0,-1-3-1 0 0,0 1 14 0 0,0 0 0 0 0,-1-1-1 0 0,1 2 1 0 0,0-1-1 0 0,-1 1 1 0 0,0-1-1 0 0,0 0 1 0 0,-4-7-1 0 0,6 12-38 0 0,-1-2 0 0 0,0 1 0 0 0,0 0 0 0 0,1 0 0 0 0,-1-1 0 0 0,0 1 0 0 0,1 0-1 0 0,-2 1 1 0 0,1-1 0 0 0,1 0 0 0 0,-1 0 0 0 0,-1 0 0 0 0,2 1 0 0 0,-1-1 0 0 0,0 1 0 0 0,-1-1 0 0 0,1 1 0 0 0,0-1 0 0 0,0 1-1 0 0,0 0 1 0 0,0-1 0 0 0,0 1 0 0 0,0 0 0 0 0,0 1 0 0 0,0-1 0 0 0,0 0 0 0 0,0 0 0 0 0,-1 1 0 0 0,1-1 0 0 0,0 1-1 0 0,0 0 1 0 0,0-1 0 0 0,0 0 0 0 0,0 1 0 0 0,0 0 0 0 0,0 0 0 0 0,0 0 0 0 0,1 0 0 0 0,-1 0 0 0 0,0 0 0 0 0,0 1 0 0 0,-1 0-1 0 0,-1 2 26 0 0,-1 0 0 0 0,0 0-1 0 0,0-1 1 0 0,0 1-1 0 0,0-1 1 0 0,-1-1-1 0 0,1 1 1 0 0,0-2-1 0 0,-1 2 1 0 0,1-1-1 0 0,-8 0 1 0 0,-17 9 149 0 0,26-9-167 0 0,-1 0 0 0 0,0-1 0 0 0,0 1 0 0 0,1-1 0 0 0,-1 0 0 0 0,0-1 0 0 0,-5 0 0 0 0,6 0-6 0 0,1 0-1 0 0,0-1 0 0 0,0 1 1 0 0,-1-1-1 0 0,2 0 1 0 0,-2-1-1 0 0,1 2 1 0 0,0-2-1 0 0,0 0 1 0 0,0 1-1 0 0,0-1 0 0 0,1 1 1 0 0,-1-1-1 0 0,0-1 1 0 0,-1-1-1 0 0,-4-5 24 0 0,1 1-12 0 0,1 1 0 0 0,-1-1-1 0 0,1 0 1 0 0,0-1 0 0 0,1 0 0 0 0,-5-11 0 0 0,6 6 44 0 0,2 10 6 0 0,0 1 0 0 0,0-1-1 0 0,0 1 1 0 0,0-1 0 0 0,-2-3 0 0 0,39 102 1343 0 0,16 23-674 0 0,-27-41-155 0 0,-24-74-570 0 0,1 1 0 0 0,-1 0-1 0 0,0 0 1 0 0,-1-1 0 0 0,2 1 0 0 0,-2-1-1 0 0,1 1 1 0 0,-1 1 0 0 0,0-1 0 0 0,0 0-1 0 0,0-1 1 0 0,0 8 0 0 0,0-10-10 0 0,0 1-1 0 0,-1-1 1 0 0,1 2 0 0 0,0-1 0 0 0,-1-1-1 0 0,0 1 1 0 0,1-1 0 0 0,-1 1 0 0 0,0 0-1 0 0,1-1 1 0 0,-1 1 0 0 0,0 0 0 0 0,0-1-1 0 0,0 0 1 0 0,0 1 0 0 0,0-1 0 0 0,0 0-1 0 0,0 0 1 0 0,0 1 0 0 0,-1-2 0 0 0,1 1-1 0 0,0 0 1 0 0,0 0 0 0 0,0 0 0 0 0,0-1-1 0 0,-3 1 1 0 0,-6 3-7 0 0,0-2 0 0 0,1 0 0 0 0,-1 0 0 0 0,0-1 0 0 0,0-1 0 0 0,-19-3 0 0 0,26 2 0 0 0,0-1 0 0 0,0 1 0 0 0,0-1 0 0 0,1-1 0 0 0,-1 2 0 0 0,0-2 0 0 0,1 0 0 0 0,-1 1 0 0 0,1-1 0 0 0,-5-7 0 0 0,0 1 0 0 0,1-2 0 0 0,-7-14 0 0 0,10 15 0 0 0,-1 0 0 0 0,2 0 0 0 0,-1-1 0 0 0,0 0 0 0 0,2 1 0 0 0,-1-1 0 0 0,-1-21 0 0 0,3 28 0 0 0,1 1 0 0 0,-1-1 0 0 0,0 1 0 0 0,1-1 0 0 0,-1 0 0 0 0,2 0 0 0 0,-1 1 0 0 0,2-6 0 0 0,-1-1 0 0 0,0 5 0 0 0,0 2 0 0 0,-1-1 0 0 0,2 0 0 0 0,-2 1 0 0 0,2 0 0 0 0,-1-1 0 0 0,0 1 0 0 0,1 0 0 0 0,-1 0 0 0 0,6-5 0 0 0,11-15 0 0 0,-17 22 0 0 0,-1-1 0 0 0,0 0 0 0 0,1 2 0 0 0,-1-2 0 0 0,1 0 0 0 0,-1 2 0 0 0,1-1 0 0 0,-1-1 0 0 0,1 1 0 0 0,0 1 0 0 0,-1-1 0 0 0,1 1 0 0 0,2-2 0 0 0,-1 3 0 0 0,0 2 0 0 0,-3-2 0 0 0,1 0 0 0 0,0 0 0 0 0,-1 0 0 0 0,1 0 0 0 0,0 1 0 0 0,0-1 0 0 0,-1 0 0 0 0,0 1 0 0 0,1-1 0 0 0,-1 0 0 0 0,1 1 0 0 0,-1-1 0 0 0,1 1 0 0 0,-1 0 0 0 0,0-1 0 0 0,0 0 0 0 0,0 1 0 0 0,0-1 0 0 0,0 1 0 0 0,0 2 0 0 0,-1-1 0 0 0,0 1 0 0 0,1 1 0 0 0,-1-2 0 0 0,0 0 0 0 0,-3 8 0 0 0,-1 2 0 0 0,-5 21 0 0 0,-16 37 0 0 0,22-61 0 0 0,-1 0 0 0 0,1 0 0 0 0,-2 0 0 0 0,0 0 0 0 0,1-2 0 0 0,-2 1 0 0 0,-10 11 0 0 0,5-7 0 0 0,9-9 0 0 0,0 0 0 0 0,-1-1 0 0 0,1 1 0 0 0,0-2 0 0 0,-1 1 0 0 0,1 0 0 0 0,-1-1 0 0 0,0 1 0 0 0,-4 0 0 0 0,-37 14 0 0 0,43-17 0 0 0,-1 0 0 0 0,2-3 0 0 0,1 2 0 0 0,1 0 0 0 0,-1 1 0 0 0,0-1 0 0 0,0 1 0 0 0,0-1 0 0 0,1 1 0 0 0,-1-1 0 0 0,0 0 0 0 0,0 1 0 0 0,1-1 0 0 0,-1 1 0 0 0,1 0 0 0 0,-1 0 0 0 0,0-1 0 0 0,1 1 0 0 0,-1-1 0 0 0,0 1 0 0 0,1-1 0 0 0,-1 1 0 0 0,0 0 0 0 0,1-1 0 0 0,0 1 0 0 0,-1 0 0 0 0,0 0 0 0 0,1 0 0 0 0,2-1 0 0 0,27-21 0 0 0,-28 19 0 0 0,1 1 0 0 0,-1 1 0 0 0,-8 1 0 0 0,-16-1 0 0 0,10 0 0 0 0,-1 1 0 0 0,1 1 0 0 0,-22 5 0 0 0,13 0 0 0 0,-34 3 0 0 0,40-8 0 0 0,13 0 0 0 0,0 0 0 0 0,0 0 0 0 0,-1-1 0 0 0,1 2 0 0 0,-4 1 0 0 0,-3 4 0 0 0,4-5 0 0 0,4-1 0 0 0,0 0 0 0 0,0 0 0 0 0,0 0 0 0 0,0-1 0 0 0,-1 0 0 0 0,1 1 0 0 0,0-1 0 0 0,-1 1 0 0 0,1-1 0 0 0,0 0 0 0 0,0 0 0 0 0,0 0 0 0 0,-3-1 0 0 0,2 1 0 0 0,-1 0 0 0 0,1 0 0 0 0,1 1 0 0 0,0-1 0 0 0,1 0 0 0 0,0 1 0 0 0,-1-1 0 0 0,1 0 0 0 0,-1 1 0 0 0,1-1 0 0 0,0 0 0 0 0,-1 0 0 0 0,0 1 0 0 0,1 0 0 0 0,0-1 0 0 0,-1 1 0 0 0,1 0 0 0 0,0-1 0 0 0,0 0 0 0 0,-1 1 0 0 0,1 0 0 0 0,0-1 0 0 0,0 3 0 0 0,-4 9 0 0 0,2 4 0 0 0,1 0 0 0 0,1 2 0 0 0,0 18 0 0 0,0 24 0 0 0,-4 57 0 0 0,0 20 0 0 0,3-125 0 0 0,0 9 0 0 0,0-2 0 0 0,2 35 0 0 0,1-41 0 0 0,-1-7 0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5:09.826"/>
    </inkml:context>
    <inkml:brush xml:id="br0">
      <inkml:brushProperty name="width" value="0.05" units="cm"/>
      <inkml:brushProperty name="height" value="0.05" units="cm"/>
      <inkml:brushProperty name="color" value="#CC0066"/>
    </inkml:brush>
  </inkml:definitions>
  <inkml:trace contextRef="#ctx0" brushRef="#br0">7 1 14272 0 0,'0'0'10710'0'0,"-1"3"-10293"0"0,0 1-340 0 0,-1 0-1 0 0,2 0 1 0 0,-1 1-1 0 0,1-1 1 0 0,-1 0-1 0 0,1 7 1 0 0,-1 1 49 0 0,1 11 264 0 0,5 125 1054 0 0,-3-57-1043 0 0,-2-60-213 0 0,4 38-1 0 0,-1-44-96 0 0,-2 1-1 0 0,0-1 1 0 0,0 1 0 0 0,-2-1-1 0 0,-3 33 1 0 0,3-33-18 0 0,1-13-34 0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03T20:25:10.185"/>
    </inkml:context>
    <inkml:brush xml:id="br0">
      <inkml:brushProperty name="width" value="0.05" units="cm"/>
      <inkml:brushProperty name="height" value="0.05" units="cm"/>
      <inkml:brushProperty name="color" value="#CC0066"/>
    </inkml:brush>
  </inkml:definitions>
  <inkml:trace contextRef="#ctx0" brushRef="#br0">45 1 26063 0 0,'0'3'3'0'0,"0"1"0"0"0,1 0-1 0 0,0 0 1 0 0,-1 1 0 0 0,2 5 0 0 0,2 9 4 0 0,-3-16-3 0 0,-1 0 0 0 0,0-1 0 0 0,0 1-1 0 0,0-1 1 0 0,1 1 0 0 0,-1 0 0 0 0,-1 3 0 0 0,0-1 1 0 0,0 0 1 0 0,0-1 0 0 0,0 0 0 0 0,-1 1-1 0 0,1-1 1 0 0,-3 4 0 0 0,4-7-3 0 0,0 0 0 0 0,-1 0 0 0 0,1-1 0 0 0,-1 1 0 0 0,1 0 0 0 0,0 0 0 0 0,-1 0 0 0 0,1 0 0 0 0,0-1 0 0 0,-1 0 0 0 0,1 1 0 0 0,-1 0 0 0 0,0-1 1 0 0,1 1-1 0 0,-1-1 0 0 0,1 1 0 0 0,-1-1 0 0 0,1 0 0 0 0,-1 0 0 0 0,0 1 0 0 0,1-1 0 0 0,-1 0 0 0 0,1 0 0 0 0,-1 1 0 0 0,0-1 0 0 0,1 0 0 0 0,-1 0 0 0 0,0 0 0 0 0,1 0 0 0 0,-1-1 0 0 0,0 1 0 0 0,1 0 0 0 0,-1 0 1 0 0,0-1-1 0 0,0 1 0 0 0,-1-2 16 0 0,0 0 0 0 0,0 1 1 0 0,0-2-1 0 0,0 1 1 0 0,0 0-1 0 0,1 0 1 0 0,-3-6-1 0 0,3 8 3 0 0,1-1 0 0 0,-1 0 1 0 0,0 0-1 0 0,1 0 0 0 0,0 1 0 0 0,-1-1 0 0 0,1 0 0 0 0,0-1 0 0 0,-1 1 0 0 0,1 1 1 0 0,0-1-1 0 0,-1-2 0 0 0,2 3 2 0 0,-1-1 0 0 0,0 0 0 0 0,0 0 0 0 0,0 0 0 0 0,1 1-1 0 0,-1 0 1 0 0,0-1 0 0 0,1 1 0 0 0,-1-1 0 0 0,0 0 0 0 0,1 1 0 0 0,-1-1 0 0 0,1 0 0 0 0,0 1 0 0 0,3-4-45 0 0,-3 1 36 0 0,0 1-1 0 0,1 1 1 0 0,-1-1 0 0 0,0 1-1 0 0,0-1 1 0 0,1 1 0 0 0,-1 0 0 0 0,1 0-1 0 0,-1-1 1 0 0,0 1 0 0 0,1 0 0 0 0,-1 1-1 0 0,1-1 1 0 0,0 0 0 0 0,-1 1-1 0 0,0-1 1 0 0,4 0 0 0 0,1 3 86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8:02:54.638"/>
    </inkml:context>
    <inkml:brush xml:id="br0">
      <inkml:brushProperty name="width" value="0.35" units="cm"/>
      <inkml:brushProperty name="height" value="0.35" units="cm"/>
    </inkml:brush>
  </inkml:definitions>
  <inkml:trace contextRef="#ctx0" brushRef="#br0">1 1 13360 0 0,'0'0'0'0'0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8:02:42.284"/>
    </inkml:context>
    <inkml:brush xml:id="br0">
      <inkml:brushProperty name="width" value="0.35" units="cm"/>
      <inkml:brushProperty name="height" value="0.35" units="cm"/>
    </inkml:brush>
  </inkml:definitions>
  <inkml:trace contextRef="#ctx0" brushRef="#br0">16 1 16575 0 0,'-1'3'304'0'0,"-3"4"-149"0"0,2-4-38 0 0,1 0 0 0 0,-1-1 0 0 0,1 1 0 0 0,0 0 0 0 0,0-1 1 0 0,0 1-1 0 0,-1 5 0 0 0,2-7-60 0 0,0 0 1 0 0,0 0 0 0 0,0 0-1 0 0,1 0 1 0 0,-1 0-1 0 0,0 0 1 0 0,0 0 0 0 0,1-1-1 0 0,-1 1 1 0 0,0 0-1 0 0,1 0 1 0 0,-1 0 0 0 0,1-1-1 0 0,-1 1 1 0 0,1 0-1 0 0,0 0 1 0 0,-1-1 0 0 0,1 1-1 0 0,0 0 1 0 0,-1-1-1 0 0,1 1 1 0 0,0-1-1 0 0,0 1 1 0 0,-1-1 0 0 0,1 1-1 0 0,0-1 1 0 0,0 0-1 0 0,0 1 1 0 0,0-1 0 0 0,0 0-1 0 0,-1 0 1 0 0,3 0-1 0 0,2 2 4 0 0,0-2-1 0 0,1 1 0 0 0,-1-1 1 0 0,0 1-1 0 0,0-1 0 0 0,1-1 1 0 0,4 0-1 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8:02:42.363"/>
    </inkml:context>
    <inkml:brush xml:id="br0">
      <inkml:brushProperty name="width" value="0.35" units="cm"/>
      <inkml:brushProperty name="height" value="0.35" units="cm"/>
    </inkml:brush>
  </inkml:definitions>
  <inkml:trace contextRef="#ctx0" brushRef="#br0">0 17 16983 0 0,'0'0'0'0'0,"29"-17"0"0"0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8:03:02.183"/>
    </inkml:context>
    <inkml:brush xml:id="br0">
      <inkml:brushProperty name="width" value="0.35" units="cm"/>
      <inkml:brushProperty name="height" value="0.35" units="cm"/>
    </inkml:brush>
  </inkml:definitions>
  <inkml:trace contextRef="#ctx0" brushRef="#br0">17615 660 21407 0 0,'-3'24'679'0'0,"-2"0"1"0"0,0 0-1 0 0,-1 0 0 0 0,-2-1 0 0 0,-12 27 819 0 0,14-115 1097 0 0,7 4-2289 0 0,4-1-1 0 0,2 1 0 0 0,3 1 0 0 0,2 0 0 0 0,3 0 0 0 0,33-83 0 0 0,-24 90-157 0 0,2 1 0 0 0,37-55 0 0 0,-54 93-89 0 0,-8 13-48 0 0,0-1 7 0 0,0-1 0 0 0,0 1 0 0 0,0 0 0 0 0,1 0 0 0 0,-1 0-1 0 0,1 0 1 0 0,-1 0 0 0 0,1 1 0 0 0,0-1 0 0 0,0 0-1 0 0,0 1 1 0 0,0-1 0 0 0,0 1 0 0 0,4-2 0 0 0,-5 4 12 0 0,0 1 1 0 0,1-1-1 0 0,-1 1 1 0 0,0-1 0 0 0,-1 1-1 0 0,1 0 1 0 0,0 0-1 0 0,0-1 1 0 0,-1 1-1 0 0,1 0 1 0 0,-1 0 0 0 0,1 0-1 0 0,-1 3 1 0 0,7 40 40 0 0,-2 1 1 0 0,-2 0 0 0 0,-4 46-1 0 0,-21 137 160 0 0,18-163-231 0 0,5-51 0 0 0,-2-1 0 0 0,0 0 0 0 0,0 1 0 0 0,-2-1 0 0 0,-7 27 0 0 0,51-141 0 0 0,-21 29 0 0 0,-15 51 0 0 0,0 0 0 0 0,1 1 0 0 0,2-1 0 0 0,12-24 0 0 0,48-60 0 0 0,-63 96 0 0 0,-1 5 0 0 0,-4 3 0 0 0,1 0 0 0 0,-1 1 0 0 0,0-1 0 0 0,1 0 0 0 0,-1 0 0 0 0,1 0 0 0 0,-1 0 0 0 0,0 1 0 0 0,1-1 0 0 0,-1 0 0 0 0,0 0 0 0 0,1 1 0 0 0,-1-1 0 0 0,0 0 0 0 0,0 0 0 0 0,1 1 0 0 0,-1-1 0 0 0,0 0 0 0 0,0 1 0 0 0,0-1 0 0 0,1 0 0 0 0,-1 1 0 0 0,0-1 0 0 0,0 1 0 0 0,0-1 0 0 0,0 0 0 0 0,0 1 0 0 0,0-1 0 0 0,1 1 0 0 0,-1 0 0 0 0,2 12 0 0 0,-2-12 0 0 0,3 38 0 0 0,-2-1 0 0 0,-2 1 0 0 0,-1 0 0 0 0,-11 52 0 0 0,10-65 0 0 0,-24 125 0 0 0,25-144 0 0 0,9-54 0 0 0,-4 27 0 0 0,-1 1 0 0 0,-1-1 0 0 0,0 0 0 0 0,-3-23 0 0 0,1-6 0 0 0,1 29 0 0 0,0-36 0 0 0,-1 0 0 0 0,-14-78 0 0 0,15 133 0 0 0,0 1 0 0 0,0-1 0 0 0,0 1 0 0 0,0-1 0 0 0,0 1 0 0 0,0 0 0 0 0,0-1 0 0 0,-1 1 0 0 0,1-1 0 0 0,0 1 0 0 0,0 0 0 0 0,-1-1 0 0 0,1 1 0 0 0,0-1 0 0 0,0 1 0 0 0,-1 0 0 0 0,1-1 0 0 0,0 1 0 0 0,-1 0 0 0 0,1 0 0 0 0,0-1 0 0 0,-1 1 0 0 0,1 0 0 0 0,-1 0 0 0 0,1-1 0 0 0,0 1 0 0 0,-1 0 0 0 0,1 0 0 0 0,-1 0 0 0 0,1 0 0 0 0,-1 0 0 0 0,1 0 0 0 0,-1-1 0 0 0,-19 9 0 0 0,-21 27 0 0 0,33-28 0 0 0,-11 12 0 0 0,0 0 0 0 0,1 1 0 0 0,-25 37 0 0 0,-37 74 0 0 0,57-90 0 0 0,-1 0 0 0 0,-3-1 0 0 0,-1-1 0 0 0,-33 34 0 0 0,52-64 0 0 0,-17 18 0 0 0,-34 26 0 0 0,58-51 0 0 0,-1 0 0 0 0,1 0 0 0 0,-1 0 0 0 0,0-1 0 0 0,0 1 0 0 0,0-1 0 0 0,0 1 0 0 0,0-1 0 0 0,0 0 0 0 0,0 0 0 0 0,0 0 0 0 0,-1-1 0 0 0,1 1 0 0 0,0-1 0 0 0,0 1 0 0 0,-6-2 0 0 0,6 1 0 0 0,0-1 0 0 0,0 0 0 0 0,0-1 0 0 0,0 1 0 0 0,0-1 0 0 0,0 1 0 0 0,0-1 0 0 0,0 0 0 0 0,0 0 0 0 0,1 0 0 0 0,-1 0 0 0 0,1-1 0 0 0,-1 1 0 0 0,1-1 0 0 0,0 1 0 0 0,-2-4 0 0 0,-9-15 0 0 0,1 0 0 0 0,0-1 0 0 0,2-1 0 0 0,0 0 0 0 0,-7-28 0 0 0,2 8 0 0 0,-20-86 0 0 0,20 62 0 0 0,13 64 0 0 0,1 2 0 0 0,1 1 0 0 0,-1-1 0 0 0,1 0 0 0 0,0 1 0 0 0,-1-1 0 0 0,1 0 0 0 0,0 0 0 0 0,0 1 0 0 0,-1-1 0 0 0,1 0 0 0 0,0 0 0 0 0,0 1 0 0 0,0-1 0 0 0,0 0 0 0 0,0 0 0 0 0,0 0 0 0 0,0 0 0 0 0,0 0 0 0 0,2-2 0 0 0,-2 2 0 0 0,0 1 0 0 0,0 0 0 0 0,0 0 0 0 0,0 0 0 0 0,0 0 0 0 0,0 0 0 0 0,0 0 0 0 0,0-1 0 0 0,-1 1 0 0 0,1 0 0 0 0,0 0 0 0 0,0 0 0 0 0,0 0 0 0 0,0 0 0 0 0,0 0 0 0 0,0 0 0 0 0,0 0 0 0 0,-1 0 0 0 0,1 0 0 0 0,0 0 0 0 0,0-1 0 0 0,0 1 0 0 0,0 0 0 0 0,0 0 0 0 0,-1 0 0 0 0,1 0 0 0 0,0 0 0 0 0,0 0 0 0 0,0 0 0 0 0,0 0 0 0 0,0 0 0 0 0,-1 0 0 0 0,1 0 0 0 0,0 0 0 0 0,0 0 0 0 0,0 1 0 0 0,0-1 0 0 0,0 0 0 0 0,0 0 0 0 0,-1 0 0 0 0,1 0 0 0 0,0 0 0 0 0,0 0 0 0 0,0 0 0 0 0,0 0 0 0 0,0 0 0 0 0,0 0 0 0 0,0 1 0 0 0,-1-1 0 0 0,1 0 0 0 0,0 0 0 0 0,0 0 0 0 0,-8 4 0 0 0,-1 2 0 0 0,-1 2 0 0 0,1-1 0 0 0,0 1 0 0 0,1 0 0 0 0,0 1 0 0 0,-11 15 0 0 0,-38 66 0 0 0,10-15 0 0 0,-62 64 0 0 0,80-103 0 0 0,19-24 0 0 0,5-5 0 0 0,-1 0 0 0 0,0 0 0 0 0,0 0 0 0 0,0-1 0 0 0,-10 7 0 0 0,16-13 0 0 0,-1 1 0 0 0,1-1 0 0 0,-1 0 0 0 0,1 0 0 0 0,-1 1 0 0 0,0-1 0 0 0,1 0 0 0 0,-1 0 0 0 0,1 0 0 0 0,-1 0 0 0 0,1 1 0 0 0,-1-1 0 0 0,0 0 0 0 0,1 0 0 0 0,-1 0 0 0 0,1 0 0 0 0,-1-1 0 0 0,0 1 0 0 0,1 0 0 0 0,-1 0 0 0 0,1 0 0 0 0,-1 0 0 0 0,1 0 0 0 0,-1-1 0 0 0,1 1 0 0 0,-1 0 0 0 0,1-1 0 0 0,-1 1 0 0 0,1 0 0 0 0,-1-1 0 0 0,1 1 0 0 0,-1 0 0 0 0,1-1 0 0 0,0 1 0 0 0,-1-1 0 0 0,1 1 0 0 0,0-1 0 0 0,-1 1 0 0 0,1-2 0 0 0,-10-21 0 0 0,10 21 0 0 0,-8-32 0 0 0,1-1 0 0 0,1 0 0 0 0,3 0 0 0 0,0-53 0 0 0,20-140 0 0 0,-7 172 0 0 0,-6 40 0 0 0,-1 0 0 0 0,0 0 0 0 0,0-20 0 0 0,-5 35 0 0 0,-4 7 0 0 0,-3 7 0 0 0,9-13 0 0 0,-204 329 0 0 0,119-200 0 0 0,68-108 0 0 0,0-1 0 0 0,-1 0 0 0 0,-36 29 0 0 0,27-27 0 0 0,19-14 0 0 0,-1 0 0 0 0,0-1 0 0 0,0-1 0 0 0,0 1 0 0 0,-1-1 0 0 0,0-1 0 0 0,-18 8 0 0 0,25-13 0 0 0,0 0 0 0 0,1 0 0 0 0,-1 0 0 0 0,0 0 0 0 0,1 0 0 0 0,-1 0 0 0 0,0-1 0 0 0,1 0 0 0 0,-1 1 0 0 0,1-1 0 0 0,-1 0 0 0 0,1 0 0 0 0,-1 0 0 0 0,1-1 0 0 0,0 1 0 0 0,0 0 0 0 0,-1-1 0 0 0,1 0 0 0 0,0 1 0 0 0,0-1 0 0 0,1 0 0 0 0,-1 0 0 0 0,-2-3 0 0 0,-4-4 0 0 0,1-1 0 0 0,0 0 0 0 0,-10-18 0 0 0,5 1 0 0 0,1 1 0 0 0,1-2 0 0 0,-10-43 0 0 0,13 26 0 0 0,6 36 0 0 0,-1-1 0 0 0,1 1 0 0 0,-2 0 0 0 0,1 0 0 0 0,-1 0 0 0 0,0 0 0 0 0,-6-11 0 0 0,-2-14 0 0 0,8 30 0 0 0,-1 3 0 0 0,3 1 0 0 0,0 0 0 0 0,0 0 0 0 0,0 0 0 0 0,0 0 0 0 0,0 0 0 0 0,0 0 0 0 0,0 0 0 0 0,0 0 0 0 0,0 1 0 0 0,0-1 0 0 0,0 0 0 0 0,0 0 0 0 0,0 1 0 0 0,0-1 0 0 0,0 1 0 0 0,0-1 0 0 0,0 1 0 0 0,0-1 0 0 0,1 1 0 0 0,-1 0 0 0 0,-1 1 0 0 0,-17 19 0 0 0,13-14 0 0 0,-62 76 0 0 0,-12 13 0 0 0,-4-4 0 0 0,84-91 0 0 0,-1-1 0 0 0,0 1 0 0 0,1 0 0 0 0,-1 0 0 0 0,0-1 0 0 0,0 1 0 0 0,1-1 0 0 0,-1 1 0 0 0,0-1 0 0 0,0 1 0 0 0,0-1 0 0 0,0 1 0 0 0,0-1 0 0 0,0 0 0 0 0,0 1 0 0 0,0-1 0 0 0,0 0 0 0 0,0 0 0 0 0,0 0 0 0 0,0 0 0 0 0,1 0 0 0 0,-1 0 0 0 0,0 0 0 0 0,0 0 0 0 0,0 0 0 0 0,-2-1 0 0 0,1 0 0 0 0,-1 0 0 0 0,1 0 0 0 0,0-1 0 0 0,0 1 0 0 0,0-1 0 0 0,0 1 0 0 0,0-1 0 0 0,0 0 0 0 0,0 0 0 0 0,-2-2 0 0 0,-2-6 0 0 0,-1 1 0 0 0,1-1 0 0 0,-8-18 0 0 0,11 18 0 0 0,0 0 0 0 0,0 0 0 0 0,1 0 0 0 0,-1-14 0 0 0,2 14 0 0 0,-1 1 0 0 0,0 0 0 0 0,0 0 0 0 0,0 0 0 0 0,-6-14 0 0 0,5 19 0 0 0,-1-1 0 0 0,2 4 0 0 0,0-1 0 0 0,0 1 0 0 0,-1-1 0 0 0,1 1 0 0 0,-1 0 0 0 0,1 0 0 0 0,-1 0 0 0 0,1 0 0 0 0,-1 0 0 0 0,1 0 0 0 0,-1 1 0 0 0,0-1 0 0 0,0 1 0 0 0,1 0 0 0 0,-1 0 0 0 0,0 0 0 0 0,0 0 0 0 0,1 0 0 0 0,-6 2 0 0 0,-2-1 0 0 0,-22 2 0 0 0,-1 1 0 0 0,-61 18 0 0 0,53-12 0 0 0,-46 7 0 0 0,25-13 0 0 0,-120-8 0 0 0,41-2 0 0 0,38 11 0 0 0,-143 25 0 0 0,139-15 0 0 0,51-11 0 0 0,1-2 0 0 0,-82-7 0 0 0,29 0 0 0 0,-89-17 0 0 0,38 2 0 0 0,-181-19 0 0 0,-19-2 0 0 0,146 19 0 0 0,-27-2 0 0 0,-567-15 0 0 0,441 22 0 0 0,170 24 0 0 0,-16-1 0 0 0,-145-33 0 0 0,64 13 0 0 0,-2 23 0 0 0,188-3 0 0 0,-153 27 0 0 0,216-25 0 0 0,-277 51 0 0 0,139-42 0 0 0,59-7 0 0 0,116-9 0 0 0,-234 20 0 0 0,179-19 0 0 0,-119-11 0 0 0,-208-47 0 0 0,300 49 0 0 0,-109 6 0 0 0,93 2 0 0 0,-377-5 0 0 0,347 2 0 0 0,-123-7 0 0 0,-54-35 0 0 0,-171-38 0 0 0,381 72 0 0 0,-113 5 0 0 0,-31 16 0 0 0,92-4 0 0 0,-884 64 0 0 0,747-53 0 0 0,33-20 0 0 0,-276 4 0 0 0,83 14 0 0 0,66-9 0 0 0,249-2 0 0 0,-20 0 0 0 0,-210 9 0 0 0,-220-6 0 0 0,399-18 0 0 0,-39-2 0 0 0,157 9 0 0 0,1-3 0 0 0,0-3 0 0 0,1-3 0 0 0,-74-22 0 0 0,52 15 0 0 0,62 15 0 0 0,-47-14 0 0 0,57 13 0 0 0,10 3 0 0 0,1 0 0 0 0,-1 0 0 0 0,0-1 0 0 0,1 1 0 0 0,0-1 0 0 0,-1-1 0 0 0,1 0 0 0 0,1 1 0 0 0,-1-2 0 0 0,-5-4 0 0 0,-2-3 0 0 0,10 10 0 0 0,0 0 0 0 0,0-1 0 0 0,1 1 0 0 0,-1-1 0 0 0,1 1 0 0 0,0-1 0 0 0,0 0 0 0 0,0 0 0 0 0,-3-6 0 0 0,0 1 0 0 0,-4-3 0 0 0,8 6 0 0 0,1 1 0 0 0,0 0 0 0 0,0 4 0 0 0,0-1 0 0 0,1 0 0 0 0,-1 0 0 0 0,0 1 0 0 0,0-1 0 0 0,1 0 0 0 0,-1 1 0 0 0,1-1 0 0 0,-1 0 0 0 0,0 1 0 0 0,1-1 0 0 0,-1 1 0 0 0,1-1 0 0 0,0 1 0 0 0,-1-1 0 0 0,1 1 0 0 0,-1-1 0 0 0,1 1 0 0 0,0-1 0 0 0,-1 1 0 0 0,1 0 0 0 0,0-1 0 0 0,-1 1 0 0 0,1 0 0 0 0,0 0 0 0 0,0-1 0 0 0,1 1 0 0 0,18-3 0 0 0,26 2 0 0 0,89-14 0 0 0,1 4 0 0 0,-39 3 0 0 0,122 6 0 0 0,-169 6 0 0 0,66 13 0 0 0,-24-3 0 0 0,221 36 0 0 0,-204-30 0 0 0,-70-11 0 0 0,60 5 0 0 0,76-16 0 0 0,-87-2 0 0 0,116 8 0 0 0,-105 0 0 0 0,-65-1 0 0 0,0-1 0 0 0,1-2 0 0 0,46-7 0 0 0,34-13 0 0 0,-28 4 0 0 0,0 3 0 0 0,104-1 0 0 0,330 7 0 0 0,-328-1 0 0 0,-32-3 0 0 0,-71 4 0 0 0,107 4 0 0 0,140-1 0 0 0,-94 0 0 0 0,-72 4 0 0 0,-124-1 0 0 0,0 3 0 0 0,0 1 0 0 0,53 12 0 0 0,-68-12 0 0 0,-1 0 0 0 0,60-4 0 0 0,-60 0 0 0 0,-1 1 0 0 0,1 1 0 0 0,35 6 0 0 0,132 18 0 0 0,-132-20 0 0 0,127 29 0 0 0,-162-28 0 0 0,0-1 0 0 0,0-2 0 0 0,43 0 0 0 0,-2 1 0 0 0,382 4 0 0 0,-70-53 0 0 0,-280 29 0 0 0,-77 12 0 0 0,84-12 0 0 0,149-4 0 0 0,-188 19 0 0 0,68 2 0 0 0,-39-1 0 0 0,-75-2 0 0 0,1 2 0 0 0,0 1 0 0 0,49 8 0 0 0,-52-5 0 0 0,1-2 0 0 0,0-1 0 0 0,0 0 0 0 0,43-6 0 0 0,18 0 0 0 0,-51 6 0 0 0,6-1 0 0 0,63-7 0 0 0,154-18 0 0 0,-4 3 0 0 0,-183 22 0 0 0,-1 3 0 0 0,0 2 0 0 0,-1 4 0 0 0,84 21 0 0 0,-38 5 0 0 0,-52-19 0 0 0,131 28 0 0 0,25 0 0 0 0,-27-4 0 0 0,-121-27 0 0 0,-18-2 0 0 0,1-3 0 0 0,74 2 0 0 0,14-3 0 0 0,-53-1 0 0 0,31-10 0 0 0,-25-1 0 0 0,8 2 0 0 0,-1-6 0 0 0,168-34 0 0 0,141-70 0 0 0,-106 16 0 0 0,-260 83 0 0 0,1 2 0 0 0,87-11 0 0 0,70 0 0 0 0,-180 20 0 0 0,297-19 0 0 0,-94 42 0 0 0,-114-7 0 0 0,-9-1 0 0 0,-38-3 0 0 0,68 0 0 0 0,60 0 0 0 0,-166-9 0 0 0,0 1 0 0 0,38 8 0 0 0,-28-4 0 0 0,73 0 0 0 0,-28-3 0 0 0,-36 4 0 0 0,14 0 0 0 0,-34-5 0 0 0,48 9 0 0 0,-14-1 0 0 0,-11-3 0 0 0,106 7 0 0 0,-60-15 0 0 0,104 4 0 0 0,-157 3 0 0 0,-29-3 0 0 0,1 0 0 0 0,0-1 0 0 0,0-1 0 0 0,18-1 0 0 0,26-4 0 0 0,86 5 0 0 0,-62 1 0 0 0,33 9 0 0 0,-53-9 0 0 0,12 0 0 0 0,94-12 0 0 0,-8 0 0 0 0,-64 6 0 0 0,-78 4 0 0 0,-1 0 0 0 0,0 2 0 0 0,0 0 0 0 0,1 1 0 0 0,-1 1 0 0 0,0 0 0 0 0,-1 1 0 0 0,1 1 0 0 0,-1 1 0 0 0,0 0 0 0 0,19 11 0 0 0,-7-5 0 0 0,30 10 0 0 0,10 3 0 0 0,15 4 0 0 0,-20-7 0 0 0,-1 3 0 0 0,-32-11 0 0 0,2-2 0 0 0,56 14 0 0 0,-50-25 0 0 0,-35-1 0 0 0,-3 1 0 0 0,0-1 0 0 0,-1 1 0 0 0,1-1 0 0 0,0 1 0 0 0,0-1 0 0 0,0 1 0 0 0,-1-1 0 0 0,1 1 0 0 0,0-1 0 0 0,-1 0 0 0 0,1 1 0 0 0,0-1 0 0 0,-1 0 0 0 0,1 1 0 0 0,-1-1 0 0 0,1 0 0 0 0,0 1 0 0 0,-1-1 0 0 0,1 0 0 0 0,-1 0 0 0 0,0 1 0 0 0,-14 5 0 0 0,0-1 0 0 0,0-1 0 0 0,-1 0 0 0 0,1-1 0 0 0,-1 0 0 0 0,-22 0 0 0 0,11 0 0 0 0,-200 14 0 0 0,61-7 0 0 0,-139 10 0 0 0,20 1 0 0 0,69-15 0 0 0,8 0 0 0 0,-60 11 0 0 0,-155 15 0 0 0,109-17 0 0 0,222-13 0 0 0,-104-12 0 0 0,40-1 0 0 0,66 10 0 0 0,-53 0 0 0 0,-187-25 0 0 0,-18-9 0 0 0,227 33 0 0 0,-36-3 0 0 0,14-6 0 0 0,-160-19 0 0 0,132 13 0 0 0,98 12 0 0 0,0-4 0 0 0,-85-21 0 0 0,10-14 0 0 0,-77-19 0 0 0,39 13 0 0 0,133 35 0 0 0,-208-44 0 0 0,156 39 0 0 0,37 9 0 0 0,-81-2 0 0 0,48 6 0 0 0,71 5 0 0 0,-60 6 0 0 0,9 0 0 0 0,37-2 0 0 0,-1 1 0 0 0,1 3 0 0 0,-46 11 0 0 0,-68 31 0 0 0,96-22 0 0 0,43-17 0 0 0,0-1 0 0 0,-35 10 0 0 0,8-12 0 0 0,15-3 0 0 0,29-3 0 0 0,-8 4 0 0 0,8 0 0 0 0,9-4 0 0 0,6-2 0 0 0,107-17 0 0 0,-71 12 0 0 0,293-28 0 0 0,257 3 0 0 0,-197 29 0 0 0,-218 4 0 0 0,-110-2 0 0 0,-34-1 0 0 0,0 2 0 0 0,45 5 0 0 0,62 30 0 0 0,-114-26 0 0 0,-20-6 0 0 0,-8-2 0 0 0,1 0 0 0 0,-1 1 0 0 0,0 0 0 0 0,0-1 0 0 0,0 1 0 0 0,0 1 0 0 0,8 4 0 0 0,-9-3 0 0 0,0 0 0 0 0,0 0 0 0 0,1 1 0 0 0,-1-1 0 0 0,0 0 0 0 0,7 6 986 0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8:14:27.720"/>
    </inkml:context>
    <inkml:brush xml:id="br0">
      <inkml:brushProperty name="width" value="0.35" units="cm"/>
      <inkml:brushProperty name="height" value="0.35" units="cm"/>
    </inkml:brush>
  </inkml:definitions>
  <inkml:trace contextRef="#ctx0" brushRef="#br0">0 0 22415 0 0,'2'2'1946'0'0,"0"-1"-1776"0"0,8 4 364 0 0,-5-2 79 0 0,1 7-139 0 0,0 0 0 0 0,-1 1-1 0 0,0-1 1 0 0,0 1 0 0 0,-2 0 0 0 0,1 1 0 0 0,3 21-1 0 0,6 19 417 0 0,23 41-40 0 0,-37-87-632 0 0,-6-9-135 0 0,-8-10-50 0 0,4 2-17 0 0,1 1 0 0 0,1-2 0 0 0,-1 1 0 0 0,2-1 0 0 0,0-1 0 0 0,0 1 0 0 0,-5-15 0 0 0,6 10 1 0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4-06T18:14:28.573"/>
    </inkml:context>
    <inkml:brush xml:id="br0">
      <inkml:brushProperty name="width" value="0.35" units="cm"/>
      <inkml:brushProperty name="height" value="0.35" units="cm"/>
    </inkml:brush>
  </inkml:definitions>
  <inkml:trace contextRef="#ctx0" brushRef="#br0">67 0 17287 0 0,'0'0'5979'0'0,"-1"4"-5735"0"0,-4 27 348 0 0,0 1 0 0 0,1 61 0 0 0,4-93-589 0 0,0 0-1 0 0,0 0 1 0 0,0 0 0 0 0,0 0 0 0 0,0 0-1 0 0,0 0 1 0 0,0 1 0 0 0,0-1-1 0 0,0 0 1 0 0,0 0 0 0 0,0 0 0 0 0,0 0-1 0 0,0 0 1 0 0,0 0 0 0 0,0 0 0 0 0,0 1-1 0 0,0-1 1 0 0,0 0 0 0 0,-1 0-1 0 0,1 0 1 0 0,0 0 0 0 0,0 0 0 0 0,0 0-1 0 0,0 0 1 0 0,0 0 0 0 0,0 0 0 0 0,0 1-1 0 0,0-1 1 0 0,0 0 0 0 0,-1 0-1 0 0,1 0 1 0 0,0 0 0 0 0,0 0 0 0 0,0 0-1 0 0,0 0 1 0 0,0 0 0 0 0,0 0 0 0 0,-1 0-1 0 0,1 0 1 0 0,0 0 0 0 0,0 0-1 0 0,0 0 1 0 0,0 0 0 0 0,0 0 0 0 0,0 0-1 0 0,-1 0 1 0 0,1 0 0 0 0,0 0-1 0 0,0 0 1 0 0,0 0 0 0 0,0 0 0 0 0,-10-6 55 0 0,-6-9-17 0 0,13 9-23 0 0,0 1 0 0 0,0-1 0 0 0,1 0 0 0 0,0 0 0 0 0,0 0 0 0 0,0 0 0 0 0,1-1 0 0 0,-1 1 0 0 0,2 0 0 0 0,-1-1 0 0 0,1-10 0 0 0,0 16 1 0 0,11 3 153 0 0,7 19-57 0 0,-11-13-77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70C0F5-EF15-49D2-A8D9-39F0882C17E9}" type="datetimeFigureOut">
              <a:rPr lang="en-US" smtClean="0"/>
              <a:t>4/6/2025</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F5E01A-BA00-4F10-BFE7-2108002CAA42}" type="slidenum">
              <a:rPr lang="en-US" smtClean="0"/>
              <a:t>‹#›</a:t>
            </a:fld>
            <a:endParaRPr lang="en-US"/>
          </a:p>
        </p:txBody>
      </p:sp>
    </p:spTree>
    <p:extLst>
      <p:ext uri="{BB962C8B-B14F-4D97-AF65-F5344CB8AC3E}">
        <p14:creationId xmlns:p14="http://schemas.microsoft.com/office/powerpoint/2010/main" val="3778088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CF5E01A-BA00-4F10-BFE7-2108002CAA42}" type="slidenum">
              <a:rPr lang="en-US" smtClean="0"/>
              <a:t>9</a:t>
            </a:fld>
            <a:endParaRPr lang="en-US"/>
          </a:p>
        </p:txBody>
      </p:sp>
    </p:spTree>
    <p:extLst>
      <p:ext uri="{BB962C8B-B14F-4D97-AF65-F5344CB8AC3E}">
        <p14:creationId xmlns:p14="http://schemas.microsoft.com/office/powerpoint/2010/main" val="735801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41A8C-08C9-5AD5-A0B5-F5AB60C1F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35C0DF-4E71-C43B-B378-399CCA1916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0D89DB-17B6-1DED-8547-9BF050D5B7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BF85CD-3FE2-1FEB-1D66-9B3D7A4A6743}"/>
              </a:ext>
            </a:extLst>
          </p:cNvPr>
          <p:cNvSpPr>
            <a:spLocks noGrp="1"/>
          </p:cNvSpPr>
          <p:nvPr>
            <p:ph type="sldNum" sz="quarter" idx="5"/>
          </p:nvPr>
        </p:nvSpPr>
        <p:spPr/>
        <p:txBody>
          <a:bodyPr/>
          <a:lstStyle/>
          <a:p>
            <a:fld id="{0CF5E01A-BA00-4F10-BFE7-2108002CAA42}" type="slidenum">
              <a:rPr lang="en-US" smtClean="0"/>
              <a:t>10</a:t>
            </a:fld>
            <a:endParaRPr lang="en-US"/>
          </a:p>
        </p:txBody>
      </p:sp>
    </p:spTree>
    <p:extLst>
      <p:ext uri="{BB962C8B-B14F-4D97-AF65-F5344CB8AC3E}">
        <p14:creationId xmlns:p14="http://schemas.microsoft.com/office/powerpoint/2010/main" val="3847067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7210EC1-6216-4837-878A-CB83CA1F9B15}" type="datetimeFigureOut">
              <a:rPr lang="en-US" smtClean="0"/>
              <a:t>4/6/2025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58AB55-0D02-4E0A-8806-358D09499A07}" type="slidenum">
              <a:rPr lang="en-US" smtClean="0"/>
              <a:t>‹#›</a:t>
            </a:fld>
            <a:endParaRPr lang="en-US"/>
          </a:p>
        </p:txBody>
      </p:sp>
    </p:spTree>
    <p:extLst>
      <p:ext uri="{BB962C8B-B14F-4D97-AF65-F5344CB8AC3E}">
        <p14:creationId xmlns:p14="http://schemas.microsoft.com/office/powerpoint/2010/main" val="20003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210EC1-6216-4837-878A-CB83CA1F9B15}" type="datetimeFigureOut">
              <a:rPr lang="en-US" smtClean="0"/>
              <a:t>4/6/2025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58AB55-0D02-4E0A-8806-358D09499A07}" type="slidenum">
              <a:rPr lang="en-US" smtClean="0"/>
              <a:t>‹#›</a:t>
            </a:fld>
            <a:endParaRPr lang="en-US"/>
          </a:p>
        </p:txBody>
      </p:sp>
    </p:spTree>
    <p:extLst>
      <p:ext uri="{BB962C8B-B14F-4D97-AF65-F5344CB8AC3E}">
        <p14:creationId xmlns:p14="http://schemas.microsoft.com/office/powerpoint/2010/main" val="1152647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hade val="82000"/>
                  </a:schemeClr>
                </a:solidFill>
              </a:defRPr>
            </a:lvl1pPr>
            <a:lvl2pPr marL="377967" indent="0">
              <a:buNone/>
              <a:defRPr sz="1653">
                <a:solidFill>
                  <a:schemeClr val="tx1">
                    <a:shade val="82000"/>
                  </a:schemeClr>
                </a:solidFill>
              </a:defRPr>
            </a:lvl2pPr>
            <a:lvl3pPr marL="755934" indent="0">
              <a:buNone/>
              <a:defRPr sz="1488">
                <a:solidFill>
                  <a:schemeClr val="tx1">
                    <a:shade val="82000"/>
                  </a:schemeClr>
                </a:solidFill>
              </a:defRPr>
            </a:lvl3pPr>
            <a:lvl4pPr marL="1133902" indent="0">
              <a:buNone/>
              <a:defRPr sz="1323">
                <a:solidFill>
                  <a:schemeClr val="tx1">
                    <a:shade val="82000"/>
                  </a:schemeClr>
                </a:solidFill>
              </a:defRPr>
            </a:lvl4pPr>
            <a:lvl5pPr marL="1511869" indent="0">
              <a:buNone/>
              <a:defRPr sz="1323">
                <a:solidFill>
                  <a:schemeClr val="tx1">
                    <a:shade val="82000"/>
                  </a:schemeClr>
                </a:solidFill>
              </a:defRPr>
            </a:lvl5pPr>
            <a:lvl6pPr marL="1889836" indent="0">
              <a:buNone/>
              <a:defRPr sz="1323">
                <a:solidFill>
                  <a:schemeClr val="tx1">
                    <a:shade val="82000"/>
                  </a:schemeClr>
                </a:solidFill>
              </a:defRPr>
            </a:lvl6pPr>
            <a:lvl7pPr marL="2267803" indent="0">
              <a:buNone/>
              <a:defRPr sz="1323">
                <a:solidFill>
                  <a:schemeClr val="tx1">
                    <a:shade val="82000"/>
                  </a:schemeClr>
                </a:solidFill>
              </a:defRPr>
            </a:lvl7pPr>
            <a:lvl8pPr marL="2645771" indent="0">
              <a:buNone/>
              <a:defRPr sz="1323">
                <a:solidFill>
                  <a:schemeClr val="tx1">
                    <a:shade val="82000"/>
                  </a:schemeClr>
                </a:solidFill>
              </a:defRPr>
            </a:lvl8pPr>
            <a:lvl9pPr marL="3023738" indent="0">
              <a:buNone/>
              <a:defRPr sz="1323">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210EC1-6216-4837-878A-CB83CA1F9B15}" type="datetimeFigureOut">
              <a:rPr lang="en-US" smtClean="0"/>
              <a:t>4/6/2025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58AB55-0D02-4E0A-8806-358D09499A07}" type="slidenum">
              <a:rPr lang="en-US" smtClean="0"/>
              <a:t>‹#›</a:t>
            </a:fld>
            <a:endParaRPr lang="en-US"/>
          </a:p>
        </p:txBody>
      </p:sp>
    </p:spTree>
    <p:extLst>
      <p:ext uri="{BB962C8B-B14F-4D97-AF65-F5344CB8AC3E}">
        <p14:creationId xmlns:p14="http://schemas.microsoft.com/office/powerpoint/2010/main" val="2919774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7210EC1-6216-4837-878A-CB83CA1F9B15}" type="datetimeFigureOut">
              <a:rPr lang="en-US" smtClean="0"/>
              <a:t>4/6/2025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58AB55-0D02-4E0A-8806-358D09499A07}" type="slidenum">
              <a:rPr lang="en-US" smtClean="0"/>
              <a:t>‹#›</a:t>
            </a:fld>
            <a:endParaRPr lang="en-US"/>
          </a:p>
        </p:txBody>
      </p:sp>
    </p:spTree>
    <p:extLst>
      <p:ext uri="{BB962C8B-B14F-4D97-AF65-F5344CB8AC3E}">
        <p14:creationId xmlns:p14="http://schemas.microsoft.com/office/powerpoint/2010/main" val="2050997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210EC1-6216-4837-878A-CB83CA1F9B15}" type="datetimeFigureOut">
              <a:rPr lang="en-US" smtClean="0"/>
              <a:t>4/6/2025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58AB55-0D02-4E0A-8806-358D09499A07}" type="slidenum">
              <a:rPr lang="en-US" smtClean="0"/>
              <a:t>‹#›</a:t>
            </a:fld>
            <a:endParaRPr lang="en-US"/>
          </a:p>
        </p:txBody>
      </p:sp>
    </p:spTree>
    <p:extLst>
      <p:ext uri="{BB962C8B-B14F-4D97-AF65-F5344CB8AC3E}">
        <p14:creationId xmlns:p14="http://schemas.microsoft.com/office/powerpoint/2010/main" val="1841820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210EC1-6216-4837-878A-CB83CA1F9B15}" type="datetimeFigureOut">
              <a:rPr lang="en-US" smtClean="0"/>
              <a:t>4/6/2025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58AB55-0D02-4E0A-8806-358D09499A07}" type="slidenum">
              <a:rPr lang="en-US" smtClean="0"/>
              <a:t>‹#›</a:t>
            </a:fld>
            <a:endParaRPr lang="en-US"/>
          </a:p>
        </p:txBody>
      </p:sp>
    </p:spTree>
    <p:extLst>
      <p:ext uri="{BB962C8B-B14F-4D97-AF65-F5344CB8AC3E}">
        <p14:creationId xmlns:p14="http://schemas.microsoft.com/office/powerpoint/2010/main" val="3043370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210EC1-6216-4837-878A-CB83CA1F9B15}" type="datetimeFigureOut">
              <a:rPr lang="en-US" smtClean="0"/>
              <a:t>4/6/2025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58AB55-0D02-4E0A-8806-358D09499A07}" type="slidenum">
              <a:rPr lang="en-US" smtClean="0"/>
              <a:t>‹#›</a:t>
            </a:fld>
            <a:endParaRPr lang="en-US"/>
          </a:p>
        </p:txBody>
      </p:sp>
    </p:spTree>
    <p:extLst>
      <p:ext uri="{BB962C8B-B14F-4D97-AF65-F5344CB8AC3E}">
        <p14:creationId xmlns:p14="http://schemas.microsoft.com/office/powerpoint/2010/main" val="46055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27210EC1-6216-4837-878A-CB83CA1F9B15}" type="datetimeFigureOut">
              <a:rPr lang="en-US" smtClean="0"/>
              <a:t>4/6/2025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58AB55-0D02-4E0A-8806-358D09499A07}" type="slidenum">
              <a:rPr lang="en-US" smtClean="0"/>
              <a:t>‹#›</a:t>
            </a:fld>
            <a:endParaRPr lang="en-US"/>
          </a:p>
        </p:txBody>
      </p:sp>
    </p:spTree>
    <p:extLst>
      <p:ext uri="{BB962C8B-B14F-4D97-AF65-F5344CB8AC3E}">
        <p14:creationId xmlns:p14="http://schemas.microsoft.com/office/powerpoint/2010/main" val="250126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US"/>
              <a:t>Click icon to add picture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27210EC1-6216-4837-878A-CB83CA1F9B15}" type="datetimeFigureOut">
              <a:rPr lang="en-US" smtClean="0"/>
              <a:t>4/6/2025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58AB55-0D02-4E0A-8806-358D09499A07}" type="slidenum">
              <a:rPr lang="en-US" smtClean="0"/>
              <a:t>‹#›</a:t>
            </a:fld>
            <a:endParaRPr lang="en-US"/>
          </a:p>
        </p:txBody>
      </p:sp>
    </p:spTree>
    <p:extLst>
      <p:ext uri="{BB962C8B-B14F-4D97-AF65-F5344CB8AC3E}">
        <p14:creationId xmlns:p14="http://schemas.microsoft.com/office/powerpoint/2010/main" val="1023145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210EC1-6216-4837-878A-CB83CA1F9B15}" type="datetimeFigureOut">
              <a:rPr lang="en-US" smtClean="0"/>
              <a:t>4/6/2025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58AB55-0D02-4E0A-8806-358D09499A07}" type="slidenum">
              <a:rPr lang="en-US" smtClean="0"/>
              <a:t>‹#›</a:t>
            </a:fld>
            <a:endParaRPr lang="en-US"/>
          </a:p>
        </p:txBody>
      </p:sp>
    </p:spTree>
    <p:extLst>
      <p:ext uri="{BB962C8B-B14F-4D97-AF65-F5344CB8AC3E}">
        <p14:creationId xmlns:p14="http://schemas.microsoft.com/office/powerpoint/2010/main" val="1457062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210EC1-6216-4837-878A-CB83CA1F9B15}" type="datetimeFigureOut">
              <a:rPr lang="en-US" smtClean="0"/>
              <a:t>4/6/2025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58AB55-0D02-4E0A-8806-358D09499A07}" type="slidenum">
              <a:rPr lang="en-US" smtClean="0"/>
              <a:t>‹#›</a:t>
            </a:fld>
            <a:endParaRPr lang="en-US"/>
          </a:p>
        </p:txBody>
      </p:sp>
    </p:spTree>
    <p:extLst>
      <p:ext uri="{BB962C8B-B14F-4D97-AF65-F5344CB8AC3E}">
        <p14:creationId xmlns:p14="http://schemas.microsoft.com/office/powerpoint/2010/main" val="2327123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425233" y="3216894"/>
            <a:ext cx="6445260" cy="5162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210EC1-6216-4837-878A-CB83CA1F9B15}" type="datetimeFigureOut">
              <a:rPr lang="en-US" smtClean="0"/>
              <a:t>4/6/2025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58AB55-0D02-4E0A-8806-358D09499A07}" type="slidenum">
              <a:rPr lang="en-US" smtClean="0"/>
              <a:t>‹#›</a:t>
            </a:fld>
            <a:endParaRPr lang="en-US"/>
          </a:p>
        </p:txBody>
      </p:sp>
    </p:spTree>
    <p:extLst>
      <p:ext uri="{BB962C8B-B14F-4D97-AF65-F5344CB8AC3E}">
        <p14:creationId xmlns:p14="http://schemas.microsoft.com/office/powerpoint/2010/main" val="3327162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shade val="82000"/>
                  </a:schemeClr>
                </a:solidFill>
              </a:defRPr>
            </a:lvl1pPr>
          </a:lstStyle>
          <a:p>
            <a:fld id="{27210EC1-6216-4837-878A-CB83CA1F9B15}" type="datetimeFigureOut">
              <a:rPr lang="en-US" smtClean="0"/>
              <a:t>4/6/2025</a:t>
            </a:fld>
            <a:endParaRPr lang="en-US"/>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shade val="82000"/>
                  </a:schemeClr>
                </a:solidFill>
              </a:defRPr>
            </a:lvl1pPr>
          </a:lstStyle>
          <a:p>
            <a:fld id="{4758AB55-0D02-4E0A-8806-358D09499A07}" type="slidenum">
              <a:rPr lang="en-US" smtClean="0"/>
              <a:t>‹#›</a:t>
            </a:fld>
            <a:endParaRPr lang="en-US"/>
          </a:p>
        </p:txBody>
      </p:sp>
    </p:spTree>
    <p:extLst>
      <p:ext uri="{BB962C8B-B14F-4D97-AF65-F5344CB8AC3E}">
        <p14:creationId xmlns:p14="http://schemas.microsoft.com/office/powerpoint/2010/main" val="1773580954"/>
      </p:ext>
    </p:extLst>
  </p:cSld>
  <p:clrMap bg1="dk1" tx1="lt1" bg2="dk2" tx2="lt2" accent1="accent1" accent2="accent2" accent3="accent3" accent4="accent4" accent5="accent5" accent6="accent6" hlink="hlink" folHlink="folHlink"/>
  <p:sldLayoutIdLst>
    <p:sldLayoutId id="2147484338" r:id="rId1"/>
    <p:sldLayoutId id="2147484339" r:id="rId2"/>
    <p:sldLayoutId id="2147484340" r:id="rId3"/>
    <p:sldLayoutId id="2147484341" r:id="rId4"/>
    <p:sldLayoutId id="2147484342" r:id="rId5"/>
    <p:sldLayoutId id="2147484343" r:id="rId6"/>
    <p:sldLayoutId id="2147484344" r:id="rId7"/>
    <p:sldLayoutId id="2147484345" r:id="rId8"/>
    <p:sldLayoutId id="2147484346" r:id="rId9"/>
    <p:sldLayoutId id="2147484347" r:id="rId10"/>
    <p:sldLayoutId id="2147484348" r:id="rId11"/>
    <p:sldLayoutId id="2147484349" r:id="rId12"/>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17" Type="http://schemas.openxmlformats.org/officeDocument/2006/relationships/image" Target="../media/image56.png"/><Relationship Id="rId299" Type="http://schemas.openxmlformats.org/officeDocument/2006/relationships/image" Target="../media/image36.png"/><Relationship Id="rId21" Type="http://schemas.openxmlformats.org/officeDocument/2006/relationships/image" Target="../media/image9.png"/><Relationship Id="rId159" Type="http://schemas.openxmlformats.org/officeDocument/2006/relationships/image" Target="../media/image77.png"/><Relationship Id="rId324" Type="http://schemas.openxmlformats.org/officeDocument/2006/relationships/image" Target="../media/image50.png"/><Relationship Id="rId366" Type="http://schemas.openxmlformats.org/officeDocument/2006/relationships/image" Target="../media/image118.png"/><Relationship Id="rId170" Type="http://schemas.openxmlformats.org/officeDocument/2006/relationships/customXml" Target="../ink/ink45.xml"/><Relationship Id="rId226" Type="http://schemas.openxmlformats.org/officeDocument/2006/relationships/image" Target="../media/image110.png"/><Relationship Id="rId433" Type="http://schemas.openxmlformats.org/officeDocument/2006/relationships/image" Target="../media/image147.png"/><Relationship Id="rId268" Type="http://schemas.openxmlformats.org/officeDocument/2006/relationships/customXml" Target="../ink/ink80.xml"/><Relationship Id="rId475" Type="http://schemas.openxmlformats.org/officeDocument/2006/relationships/customXml" Target="../ink/ink191.xml"/><Relationship Id="rId128" Type="http://schemas.openxmlformats.org/officeDocument/2006/relationships/customXml" Target="../ink/ink24.xml"/><Relationship Id="rId335" Type="http://schemas.openxmlformats.org/officeDocument/2006/relationships/customXml" Target="../ink/ink115.xml"/><Relationship Id="rId377" Type="http://schemas.openxmlformats.org/officeDocument/2006/relationships/image" Target="../media/image123.png"/><Relationship Id="rId500" Type="http://schemas.openxmlformats.org/officeDocument/2006/relationships/image" Target="../media/image179.png"/><Relationship Id="rId5" Type="http://schemas.openxmlformats.org/officeDocument/2006/relationships/diagramColors" Target="../diagrams/colors2.xml"/><Relationship Id="rId181" Type="http://schemas.openxmlformats.org/officeDocument/2006/relationships/image" Target="../media/image88.png"/><Relationship Id="rId237" Type="http://schemas.openxmlformats.org/officeDocument/2006/relationships/customXml" Target="../ink/ink61.xml"/><Relationship Id="rId402" Type="http://schemas.openxmlformats.org/officeDocument/2006/relationships/image" Target="../media/image133.png"/><Relationship Id="rId279" Type="http://schemas.openxmlformats.org/officeDocument/2006/relationships/customXml" Target="../ink/ink86.xml"/><Relationship Id="rId444" Type="http://schemas.openxmlformats.org/officeDocument/2006/relationships/customXml" Target="../ink/ink174.xml"/><Relationship Id="rId486" Type="http://schemas.openxmlformats.org/officeDocument/2006/relationships/image" Target="../media/image172.png"/><Relationship Id="rId43" Type="http://schemas.openxmlformats.org/officeDocument/2006/relationships/image" Target="../media/image20.png"/><Relationship Id="rId139" Type="http://schemas.openxmlformats.org/officeDocument/2006/relationships/image" Target="../media/image67.png"/><Relationship Id="rId290" Type="http://schemas.openxmlformats.org/officeDocument/2006/relationships/customXml" Target="../ink/ink92.xml"/><Relationship Id="rId304" Type="http://schemas.openxmlformats.org/officeDocument/2006/relationships/customXml" Target="../ink/ink99.xml"/><Relationship Id="rId346" Type="http://schemas.openxmlformats.org/officeDocument/2006/relationships/image" Target="../media/image102.png"/><Relationship Id="rId388" Type="http://schemas.openxmlformats.org/officeDocument/2006/relationships/image" Target="../media/image127.png"/><Relationship Id="rId511" Type="http://schemas.openxmlformats.org/officeDocument/2006/relationships/customXml" Target="../ink/ink209.xml"/><Relationship Id="rId150" Type="http://schemas.openxmlformats.org/officeDocument/2006/relationships/customXml" Target="../ink/ink35.xml"/><Relationship Id="rId206" Type="http://schemas.openxmlformats.org/officeDocument/2006/relationships/customXml" Target="../ink/ink56.xml"/><Relationship Id="rId413" Type="http://schemas.openxmlformats.org/officeDocument/2006/relationships/customXml" Target="../ink/ink158.xml"/><Relationship Id="rId248" Type="http://schemas.openxmlformats.org/officeDocument/2006/relationships/customXml" Target="../ink/ink68.xml"/><Relationship Id="rId455" Type="http://schemas.openxmlformats.org/officeDocument/2006/relationships/customXml" Target="../ink/ink181.xml"/><Relationship Id="rId497" Type="http://schemas.openxmlformats.org/officeDocument/2006/relationships/customXml" Target="../ink/ink202.xml"/><Relationship Id="rId12" Type="http://schemas.openxmlformats.org/officeDocument/2006/relationships/image" Target="../media/image3.png"/><Relationship Id="rId315" Type="http://schemas.openxmlformats.org/officeDocument/2006/relationships/customXml" Target="../ink/ink105.xml"/><Relationship Id="rId357" Type="http://schemas.openxmlformats.org/officeDocument/2006/relationships/customXml" Target="../ink/ink126.xml"/><Relationship Id="rId522" Type="http://schemas.openxmlformats.org/officeDocument/2006/relationships/image" Target="../media/image190.png"/><Relationship Id="rId96" Type="http://schemas.openxmlformats.org/officeDocument/2006/relationships/image" Target="../media/image46.png"/><Relationship Id="rId161" Type="http://schemas.openxmlformats.org/officeDocument/2006/relationships/image" Target="../media/image78.png"/><Relationship Id="rId399" Type="http://schemas.openxmlformats.org/officeDocument/2006/relationships/customXml" Target="../ink/ink150.xml"/><Relationship Id="rId259" Type="http://schemas.openxmlformats.org/officeDocument/2006/relationships/image" Target="../media/image13.png"/><Relationship Id="rId424" Type="http://schemas.openxmlformats.org/officeDocument/2006/relationships/customXml" Target="../ink/ink164.xml"/><Relationship Id="rId466" Type="http://schemas.openxmlformats.org/officeDocument/2006/relationships/image" Target="../media/image162.png"/><Relationship Id="rId119" Type="http://schemas.openxmlformats.org/officeDocument/2006/relationships/image" Target="../media/image57.png"/><Relationship Id="rId270" Type="http://schemas.openxmlformats.org/officeDocument/2006/relationships/customXml" Target="../ink/ink81.xml"/><Relationship Id="rId326" Type="http://schemas.openxmlformats.org/officeDocument/2006/relationships/image" Target="../media/image51.png"/><Relationship Id="rId130" Type="http://schemas.openxmlformats.org/officeDocument/2006/relationships/customXml" Target="../ink/ink25.xml"/><Relationship Id="rId368" Type="http://schemas.openxmlformats.org/officeDocument/2006/relationships/image" Target="../media/image119.png"/><Relationship Id="rId172" Type="http://schemas.openxmlformats.org/officeDocument/2006/relationships/customXml" Target="../ink/ink46.xml"/><Relationship Id="rId228" Type="http://schemas.openxmlformats.org/officeDocument/2006/relationships/image" Target="../media/image111.png"/><Relationship Id="rId435" Type="http://schemas.openxmlformats.org/officeDocument/2006/relationships/image" Target="../media/image148.png"/><Relationship Id="rId477" Type="http://schemas.openxmlformats.org/officeDocument/2006/relationships/customXml" Target="../ink/ink192.xml"/><Relationship Id="rId281" Type="http://schemas.openxmlformats.org/officeDocument/2006/relationships/customXml" Target="../ink/ink87.xml"/><Relationship Id="rId337" Type="http://schemas.openxmlformats.org/officeDocument/2006/relationships/customXml" Target="../ink/ink116.xml"/><Relationship Id="rId502" Type="http://schemas.openxmlformats.org/officeDocument/2006/relationships/image" Target="../media/image180.png"/><Relationship Id="rId141" Type="http://schemas.openxmlformats.org/officeDocument/2006/relationships/image" Target="../media/image68.png"/><Relationship Id="rId379" Type="http://schemas.openxmlformats.org/officeDocument/2006/relationships/customXml" Target="../ink/ink138.xml"/><Relationship Id="rId7" Type="http://schemas.openxmlformats.org/officeDocument/2006/relationships/customXml" Target="../ink/ink1.xml"/><Relationship Id="rId183" Type="http://schemas.openxmlformats.org/officeDocument/2006/relationships/image" Target="../media/image89.png"/><Relationship Id="rId239" Type="http://schemas.openxmlformats.org/officeDocument/2006/relationships/customXml" Target="../ink/ink62.xml"/><Relationship Id="rId390" Type="http://schemas.openxmlformats.org/officeDocument/2006/relationships/customXml" Target="../ink/ink145.xml"/><Relationship Id="rId404" Type="http://schemas.openxmlformats.org/officeDocument/2006/relationships/customXml" Target="../ink/ink153.xml"/><Relationship Id="rId446" Type="http://schemas.openxmlformats.org/officeDocument/2006/relationships/image" Target="../media/image153.png"/><Relationship Id="rId250" Type="http://schemas.openxmlformats.org/officeDocument/2006/relationships/customXml" Target="../ink/ink69.xml"/><Relationship Id="rId292" Type="http://schemas.openxmlformats.org/officeDocument/2006/relationships/customXml" Target="../ink/ink93.xml"/><Relationship Id="rId306" Type="http://schemas.openxmlformats.org/officeDocument/2006/relationships/customXml" Target="../ink/ink100.xml"/><Relationship Id="rId488" Type="http://schemas.openxmlformats.org/officeDocument/2006/relationships/image" Target="../media/image173.png"/><Relationship Id="rId45" Type="http://schemas.openxmlformats.org/officeDocument/2006/relationships/image" Target="../media/image21.png"/><Relationship Id="rId348" Type="http://schemas.openxmlformats.org/officeDocument/2006/relationships/image" Target="../media/image103.png"/><Relationship Id="rId513" Type="http://schemas.openxmlformats.org/officeDocument/2006/relationships/customXml" Target="../ink/ink210.xml"/><Relationship Id="rId152" Type="http://schemas.openxmlformats.org/officeDocument/2006/relationships/customXml" Target="../ink/ink36.xml"/><Relationship Id="rId415" Type="http://schemas.openxmlformats.org/officeDocument/2006/relationships/image" Target="../media/image138.png"/><Relationship Id="rId457" Type="http://schemas.openxmlformats.org/officeDocument/2006/relationships/customXml" Target="../ink/ink182.xml"/><Relationship Id="rId261" Type="http://schemas.openxmlformats.org/officeDocument/2006/relationships/image" Target="../media/image14.png"/><Relationship Id="rId499" Type="http://schemas.openxmlformats.org/officeDocument/2006/relationships/customXml" Target="../ink/ink203.xml"/><Relationship Id="rId14" Type="http://schemas.openxmlformats.org/officeDocument/2006/relationships/image" Target="../media/image4.png"/><Relationship Id="rId317" Type="http://schemas.openxmlformats.org/officeDocument/2006/relationships/customXml" Target="../ink/ink106.xml"/><Relationship Id="rId359" Type="http://schemas.openxmlformats.org/officeDocument/2006/relationships/customXml" Target="../ink/ink127.xml"/><Relationship Id="rId98" Type="http://schemas.openxmlformats.org/officeDocument/2006/relationships/image" Target="../media/image47.png"/><Relationship Id="rId121" Type="http://schemas.openxmlformats.org/officeDocument/2006/relationships/image" Target="../media/image58.png"/><Relationship Id="rId163" Type="http://schemas.openxmlformats.org/officeDocument/2006/relationships/image" Target="../media/image79.png"/><Relationship Id="rId370" Type="http://schemas.openxmlformats.org/officeDocument/2006/relationships/image" Target="../media/image120.png"/><Relationship Id="rId426" Type="http://schemas.openxmlformats.org/officeDocument/2006/relationships/customXml" Target="../ink/ink165.xml"/><Relationship Id="rId468" Type="http://schemas.openxmlformats.org/officeDocument/2006/relationships/image" Target="../media/image163.png"/><Relationship Id="rId67" Type="http://schemas.openxmlformats.org/officeDocument/2006/relationships/customXml" Target="../ink/ink12.xml"/><Relationship Id="rId272" Type="http://schemas.openxmlformats.org/officeDocument/2006/relationships/customXml" Target="../ink/ink82.xml"/><Relationship Id="rId328" Type="http://schemas.openxmlformats.org/officeDocument/2006/relationships/image" Target="../media/image52.png"/><Relationship Id="rId132" Type="http://schemas.openxmlformats.org/officeDocument/2006/relationships/customXml" Target="../ink/ink26.xml"/><Relationship Id="rId174" Type="http://schemas.openxmlformats.org/officeDocument/2006/relationships/customXml" Target="../ink/ink47.xml"/><Relationship Id="rId381" Type="http://schemas.openxmlformats.org/officeDocument/2006/relationships/customXml" Target="../ink/ink139.xml"/><Relationship Id="rId241" Type="http://schemas.openxmlformats.org/officeDocument/2006/relationships/customXml" Target="../ink/ink63.xml"/><Relationship Id="rId437" Type="http://schemas.openxmlformats.org/officeDocument/2006/relationships/image" Target="../media/image149.png"/><Relationship Id="rId479" Type="http://schemas.openxmlformats.org/officeDocument/2006/relationships/customXml" Target="../ink/ink193.xml"/><Relationship Id="rId283" Type="http://schemas.openxmlformats.org/officeDocument/2006/relationships/customXml" Target="../ink/ink88.xml"/><Relationship Id="rId339" Type="http://schemas.openxmlformats.org/officeDocument/2006/relationships/customXml" Target="../ink/ink117.xml"/><Relationship Id="rId490" Type="http://schemas.openxmlformats.org/officeDocument/2006/relationships/image" Target="../media/image174.png"/><Relationship Id="rId504" Type="http://schemas.openxmlformats.org/officeDocument/2006/relationships/image" Target="../media/image181.png"/><Relationship Id="rId143" Type="http://schemas.openxmlformats.org/officeDocument/2006/relationships/image" Target="../media/image69.png"/><Relationship Id="rId185" Type="http://schemas.openxmlformats.org/officeDocument/2006/relationships/image" Target="../media/image90.png"/><Relationship Id="rId350" Type="http://schemas.openxmlformats.org/officeDocument/2006/relationships/image" Target="../media/image104.png"/><Relationship Id="rId406" Type="http://schemas.openxmlformats.org/officeDocument/2006/relationships/image" Target="../media/image134.png"/><Relationship Id="rId9" Type="http://schemas.openxmlformats.org/officeDocument/2006/relationships/customXml" Target="../ink/ink2.xml"/><Relationship Id="rId392" Type="http://schemas.openxmlformats.org/officeDocument/2006/relationships/image" Target="../media/image128.png"/><Relationship Id="rId448" Type="http://schemas.openxmlformats.org/officeDocument/2006/relationships/image" Target="../media/image154.png"/><Relationship Id="rId252" Type="http://schemas.openxmlformats.org/officeDocument/2006/relationships/customXml" Target="../ink/ink70.xml"/><Relationship Id="rId294" Type="http://schemas.openxmlformats.org/officeDocument/2006/relationships/customXml" Target="../ink/ink94.xml"/><Relationship Id="rId308" Type="http://schemas.openxmlformats.org/officeDocument/2006/relationships/image" Target="../media/image40.png"/><Relationship Id="rId515" Type="http://schemas.openxmlformats.org/officeDocument/2006/relationships/customXml" Target="../ink/ink211.xml"/><Relationship Id="rId47" Type="http://schemas.openxmlformats.org/officeDocument/2006/relationships/image" Target="../media/image22.png"/><Relationship Id="rId112" Type="http://schemas.openxmlformats.org/officeDocument/2006/relationships/customXml" Target="../ink/ink16.xml"/><Relationship Id="rId154" Type="http://schemas.openxmlformats.org/officeDocument/2006/relationships/customXml" Target="../ink/ink37.xml"/><Relationship Id="rId361" Type="http://schemas.openxmlformats.org/officeDocument/2006/relationships/customXml" Target="../ink/ink128.xml"/><Relationship Id="rId417" Type="http://schemas.openxmlformats.org/officeDocument/2006/relationships/image" Target="../media/image139.png"/><Relationship Id="rId459" Type="http://schemas.openxmlformats.org/officeDocument/2006/relationships/customXml" Target="../ink/ink183.xml"/><Relationship Id="rId263" Type="http://schemas.openxmlformats.org/officeDocument/2006/relationships/customXml" Target="../ink/ink77.xml"/><Relationship Id="rId319" Type="http://schemas.openxmlformats.org/officeDocument/2006/relationships/customXml" Target="../ink/ink107.xml"/><Relationship Id="rId470" Type="http://schemas.openxmlformats.org/officeDocument/2006/relationships/image" Target="../media/image164.png"/><Relationship Id="rId123" Type="http://schemas.openxmlformats.org/officeDocument/2006/relationships/image" Target="../media/image59.png"/><Relationship Id="rId330" Type="http://schemas.openxmlformats.org/officeDocument/2006/relationships/image" Target="../media/image93.png"/><Relationship Id="rId165" Type="http://schemas.openxmlformats.org/officeDocument/2006/relationships/image" Target="../media/image80.png"/><Relationship Id="rId372" Type="http://schemas.openxmlformats.org/officeDocument/2006/relationships/image" Target="../media/image121.png"/><Relationship Id="rId428" Type="http://schemas.openxmlformats.org/officeDocument/2006/relationships/customXml" Target="../ink/ink166.xml"/><Relationship Id="rId274" Type="http://schemas.openxmlformats.org/officeDocument/2006/relationships/customXml" Target="../ink/ink83.xml"/><Relationship Id="rId481" Type="http://schemas.openxmlformats.org/officeDocument/2006/relationships/customXml" Target="../ink/ink194.xml"/><Relationship Id="rId48" Type="http://schemas.openxmlformats.org/officeDocument/2006/relationships/customXml" Target="../ink/ink9.xml"/><Relationship Id="rId113" Type="http://schemas.openxmlformats.org/officeDocument/2006/relationships/image" Target="../media/image54.png"/><Relationship Id="rId134" Type="http://schemas.openxmlformats.org/officeDocument/2006/relationships/customXml" Target="../ink/ink27.xml"/><Relationship Id="rId320" Type="http://schemas.openxmlformats.org/officeDocument/2006/relationships/image" Target="../media/image48.png"/><Relationship Id="rId155" Type="http://schemas.openxmlformats.org/officeDocument/2006/relationships/image" Target="../media/image75.png"/><Relationship Id="rId176" Type="http://schemas.openxmlformats.org/officeDocument/2006/relationships/customXml" Target="../ink/ink48.xml"/><Relationship Id="rId341" Type="http://schemas.openxmlformats.org/officeDocument/2006/relationships/customXml" Target="../ink/ink118.xml"/><Relationship Id="rId362" Type="http://schemas.openxmlformats.org/officeDocument/2006/relationships/image" Target="../media/image113.png"/><Relationship Id="rId383" Type="http://schemas.openxmlformats.org/officeDocument/2006/relationships/customXml" Target="../ink/ink140.xml"/><Relationship Id="rId418" Type="http://schemas.openxmlformats.org/officeDocument/2006/relationships/customXml" Target="../ink/ink161.xml"/><Relationship Id="rId439" Type="http://schemas.openxmlformats.org/officeDocument/2006/relationships/image" Target="../media/image150.png"/><Relationship Id="rId243" Type="http://schemas.openxmlformats.org/officeDocument/2006/relationships/image" Target="../media/image5.png"/><Relationship Id="rId264" Type="http://schemas.openxmlformats.org/officeDocument/2006/relationships/customXml" Target="../ink/ink78.xml"/><Relationship Id="rId285" Type="http://schemas.openxmlformats.org/officeDocument/2006/relationships/customXml" Target="../ink/ink89.xml"/><Relationship Id="rId450" Type="http://schemas.openxmlformats.org/officeDocument/2006/relationships/customXml" Target="../ink/ink178.xml"/><Relationship Id="rId471" Type="http://schemas.openxmlformats.org/officeDocument/2006/relationships/customXml" Target="../ink/ink189.xml"/><Relationship Id="rId506" Type="http://schemas.openxmlformats.org/officeDocument/2006/relationships/image" Target="../media/image182.png"/><Relationship Id="rId124" Type="http://schemas.openxmlformats.org/officeDocument/2006/relationships/customXml" Target="../ink/ink22.xml"/><Relationship Id="rId310" Type="http://schemas.openxmlformats.org/officeDocument/2006/relationships/image" Target="../media/image41.png"/><Relationship Id="rId492" Type="http://schemas.openxmlformats.org/officeDocument/2006/relationships/image" Target="../media/image175.png"/><Relationship Id="rId145" Type="http://schemas.openxmlformats.org/officeDocument/2006/relationships/image" Target="../media/image70.png"/><Relationship Id="rId166" Type="http://schemas.openxmlformats.org/officeDocument/2006/relationships/customXml" Target="../ink/ink43.xml"/><Relationship Id="rId187" Type="http://schemas.openxmlformats.org/officeDocument/2006/relationships/image" Target="../media/image91.png"/><Relationship Id="rId331" Type="http://schemas.openxmlformats.org/officeDocument/2006/relationships/customXml" Target="../ink/ink113.xml"/><Relationship Id="rId352" Type="http://schemas.openxmlformats.org/officeDocument/2006/relationships/image" Target="../media/image105.png"/><Relationship Id="rId373" Type="http://schemas.openxmlformats.org/officeDocument/2006/relationships/customXml" Target="../ink/ink134.xml"/><Relationship Id="rId394" Type="http://schemas.openxmlformats.org/officeDocument/2006/relationships/image" Target="../media/image129.png"/><Relationship Id="rId408" Type="http://schemas.openxmlformats.org/officeDocument/2006/relationships/image" Target="../media/image135.png"/><Relationship Id="rId429" Type="http://schemas.openxmlformats.org/officeDocument/2006/relationships/image" Target="../media/image145.png"/><Relationship Id="rId1" Type="http://schemas.openxmlformats.org/officeDocument/2006/relationships/slideLayout" Target="../slideLayouts/slideLayout12.xml"/><Relationship Id="rId254" Type="http://schemas.openxmlformats.org/officeDocument/2006/relationships/image" Target="../media/image11.png"/><Relationship Id="rId440" Type="http://schemas.openxmlformats.org/officeDocument/2006/relationships/customXml" Target="../ink/ink172.xml"/><Relationship Id="rId49" Type="http://schemas.openxmlformats.org/officeDocument/2006/relationships/image" Target="../media/image23.png"/><Relationship Id="rId114" Type="http://schemas.openxmlformats.org/officeDocument/2006/relationships/customXml" Target="../ink/ink17.xml"/><Relationship Id="rId275" Type="http://schemas.openxmlformats.org/officeDocument/2006/relationships/image" Target="../media/image24.png"/><Relationship Id="rId296" Type="http://schemas.openxmlformats.org/officeDocument/2006/relationships/customXml" Target="../ink/ink95.xml"/><Relationship Id="rId300" Type="http://schemas.openxmlformats.org/officeDocument/2006/relationships/customXml" Target="../ink/ink97.xml"/><Relationship Id="rId461" Type="http://schemas.openxmlformats.org/officeDocument/2006/relationships/customXml" Target="../ink/ink184.xml"/><Relationship Id="rId482" Type="http://schemas.openxmlformats.org/officeDocument/2006/relationships/image" Target="../media/image170.png"/><Relationship Id="rId517" Type="http://schemas.openxmlformats.org/officeDocument/2006/relationships/customXml" Target="../ink/ink212.xml"/><Relationship Id="rId135" Type="http://schemas.openxmlformats.org/officeDocument/2006/relationships/image" Target="../media/image65.png"/><Relationship Id="rId156" Type="http://schemas.openxmlformats.org/officeDocument/2006/relationships/customXml" Target="../ink/ink38.xml"/><Relationship Id="rId177" Type="http://schemas.openxmlformats.org/officeDocument/2006/relationships/image" Target="../media/image86.png"/><Relationship Id="rId321" Type="http://schemas.openxmlformats.org/officeDocument/2006/relationships/customXml" Target="../ink/ink108.xml"/><Relationship Id="rId342" Type="http://schemas.openxmlformats.org/officeDocument/2006/relationships/image" Target="../media/image99.png"/><Relationship Id="rId363" Type="http://schemas.openxmlformats.org/officeDocument/2006/relationships/customXml" Target="../ink/ink129.xml"/><Relationship Id="rId384" Type="http://schemas.openxmlformats.org/officeDocument/2006/relationships/customXml" Target="../ink/ink141.xml"/><Relationship Id="rId419" Type="http://schemas.openxmlformats.org/officeDocument/2006/relationships/image" Target="../media/image140.png"/><Relationship Id="rId244" Type="http://schemas.openxmlformats.org/officeDocument/2006/relationships/customXml" Target="../ink/ink65.xml"/><Relationship Id="rId430" Type="http://schemas.openxmlformats.org/officeDocument/2006/relationships/customXml" Target="../ink/ink167.xml"/><Relationship Id="rId265" Type="http://schemas.openxmlformats.org/officeDocument/2006/relationships/image" Target="../media/image15.png"/><Relationship Id="rId286" Type="http://schemas.openxmlformats.org/officeDocument/2006/relationships/customXml" Target="../ink/ink90.xml"/><Relationship Id="rId451" Type="http://schemas.openxmlformats.org/officeDocument/2006/relationships/image" Target="../media/image155.png"/><Relationship Id="rId472" Type="http://schemas.openxmlformats.org/officeDocument/2006/relationships/image" Target="../media/image165.png"/><Relationship Id="rId493" Type="http://schemas.openxmlformats.org/officeDocument/2006/relationships/customXml" Target="../ink/ink200.xml"/><Relationship Id="rId507" Type="http://schemas.openxmlformats.org/officeDocument/2006/relationships/customXml" Target="../ink/ink207.xml"/><Relationship Id="rId50" Type="http://schemas.openxmlformats.org/officeDocument/2006/relationships/customXml" Target="../ink/ink10.xml"/><Relationship Id="rId125" Type="http://schemas.openxmlformats.org/officeDocument/2006/relationships/image" Target="../media/image60.png"/><Relationship Id="rId146" Type="http://schemas.openxmlformats.org/officeDocument/2006/relationships/customXml" Target="../ink/ink33.xml"/><Relationship Id="rId167" Type="http://schemas.openxmlformats.org/officeDocument/2006/relationships/image" Target="../media/image81.png"/><Relationship Id="rId188" Type="http://schemas.openxmlformats.org/officeDocument/2006/relationships/customXml" Target="../ink/ink54.xml"/><Relationship Id="rId311" Type="http://schemas.openxmlformats.org/officeDocument/2006/relationships/customXml" Target="../ink/ink103.xml"/><Relationship Id="rId332" Type="http://schemas.openxmlformats.org/officeDocument/2006/relationships/image" Target="../media/image94.png"/><Relationship Id="rId353" Type="http://schemas.openxmlformats.org/officeDocument/2006/relationships/customXml" Target="../ink/ink124.xml"/><Relationship Id="rId374" Type="http://schemas.openxmlformats.org/officeDocument/2006/relationships/image" Target="../media/image122.png"/><Relationship Id="rId395" Type="http://schemas.openxmlformats.org/officeDocument/2006/relationships/customXml" Target="../ink/ink148.xml"/><Relationship Id="rId409" Type="http://schemas.openxmlformats.org/officeDocument/2006/relationships/customXml" Target="../ink/ink156.xml"/><Relationship Id="rId420" Type="http://schemas.openxmlformats.org/officeDocument/2006/relationships/customXml" Target="../ink/ink162.xml"/><Relationship Id="rId2" Type="http://schemas.openxmlformats.org/officeDocument/2006/relationships/diagramData" Target="../diagrams/data2.xml"/><Relationship Id="rId255" Type="http://schemas.openxmlformats.org/officeDocument/2006/relationships/customXml" Target="../ink/ink72.xml"/><Relationship Id="rId276" Type="http://schemas.openxmlformats.org/officeDocument/2006/relationships/customXml" Target="../ink/ink84.xml"/><Relationship Id="rId297" Type="http://schemas.openxmlformats.org/officeDocument/2006/relationships/image" Target="../media/image35.png"/><Relationship Id="rId441" Type="http://schemas.openxmlformats.org/officeDocument/2006/relationships/image" Target="../media/image151.png"/><Relationship Id="rId462" Type="http://schemas.openxmlformats.org/officeDocument/2006/relationships/image" Target="../media/image160.png"/><Relationship Id="rId483" Type="http://schemas.openxmlformats.org/officeDocument/2006/relationships/customXml" Target="../ink/ink195.xml"/><Relationship Id="rId518" Type="http://schemas.openxmlformats.org/officeDocument/2006/relationships/image" Target="../media/image188.png"/><Relationship Id="rId115" Type="http://schemas.openxmlformats.org/officeDocument/2006/relationships/image" Target="../media/image55.png"/><Relationship Id="rId136" Type="http://schemas.openxmlformats.org/officeDocument/2006/relationships/customXml" Target="../ink/ink28.xml"/><Relationship Id="rId157" Type="http://schemas.openxmlformats.org/officeDocument/2006/relationships/image" Target="../media/image76.png"/><Relationship Id="rId178" Type="http://schemas.openxmlformats.org/officeDocument/2006/relationships/customXml" Target="../ink/ink49.xml"/><Relationship Id="rId301" Type="http://schemas.openxmlformats.org/officeDocument/2006/relationships/image" Target="../media/image37.png"/><Relationship Id="rId322" Type="http://schemas.openxmlformats.org/officeDocument/2006/relationships/image" Target="../media/image49.png"/><Relationship Id="rId343" Type="http://schemas.openxmlformats.org/officeDocument/2006/relationships/customXml" Target="../ink/ink119.xml"/><Relationship Id="rId364" Type="http://schemas.openxmlformats.org/officeDocument/2006/relationships/image" Target="../media/image114.png"/><Relationship Id="rId385" Type="http://schemas.openxmlformats.org/officeDocument/2006/relationships/image" Target="../media/image126.png"/><Relationship Id="rId224" Type="http://schemas.openxmlformats.org/officeDocument/2006/relationships/image" Target="../media/image109.png"/><Relationship Id="rId245" Type="http://schemas.openxmlformats.org/officeDocument/2006/relationships/image" Target="../media/image7.png"/><Relationship Id="rId266" Type="http://schemas.openxmlformats.org/officeDocument/2006/relationships/customXml" Target="../ink/ink79.xml"/><Relationship Id="rId287" Type="http://schemas.openxmlformats.org/officeDocument/2006/relationships/image" Target="../media/image29.png"/><Relationship Id="rId410" Type="http://schemas.openxmlformats.org/officeDocument/2006/relationships/image" Target="../media/image136.png"/><Relationship Id="rId431" Type="http://schemas.openxmlformats.org/officeDocument/2006/relationships/image" Target="../media/image146.png"/><Relationship Id="rId452" Type="http://schemas.openxmlformats.org/officeDocument/2006/relationships/customXml" Target="../ink/ink179.xml"/><Relationship Id="rId473" Type="http://schemas.openxmlformats.org/officeDocument/2006/relationships/customXml" Target="../ink/ink190.xml"/><Relationship Id="rId494" Type="http://schemas.openxmlformats.org/officeDocument/2006/relationships/image" Target="../media/image176.png"/><Relationship Id="rId508" Type="http://schemas.openxmlformats.org/officeDocument/2006/relationships/image" Target="../media/image183.png"/><Relationship Id="rId126" Type="http://schemas.openxmlformats.org/officeDocument/2006/relationships/customXml" Target="../ink/ink23.xml"/><Relationship Id="rId147" Type="http://schemas.openxmlformats.org/officeDocument/2006/relationships/image" Target="../media/image71.png"/><Relationship Id="rId168" Type="http://schemas.openxmlformats.org/officeDocument/2006/relationships/customXml" Target="../ink/ink44.xml"/><Relationship Id="rId312" Type="http://schemas.openxmlformats.org/officeDocument/2006/relationships/image" Target="../media/image42.png"/><Relationship Id="rId333" Type="http://schemas.openxmlformats.org/officeDocument/2006/relationships/customXml" Target="../ink/ink114.xml"/><Relationship Id="rId354" Type="http://schemas.openxmlformats.org/officeDocument/2006/relationships/image" Target="../media/image106.png"/><Relationship Id="rId51" Type="http://schemas.openxmlformats.org/officeDocument/2006/relationships/image" Target="../media/image6.png"/><Relationship Id="rId189" Type="http://schemas.openxmlformats.org/officeDocument/2006/relationships/image" Target="../media/image92.png"/><Relationship Id="rId375" Type="http://schemas.openxmlformats.org/officeDocument/2006/relationships/customXml" Target="../ink/ink135.xml"/><Relationship Id="rId396" Type="http://schemas.openxmlformats.org/officeDocument/2006/relationships/image" Target="../media/image130.png"/><Relationship Id="rId3" Type="http://schemas.openxmlformats.org/officeDocument/2006/relationships/diagramLayout" Target="../diagrams/layout2.xml"/><Relationship Id="rId256" Type="http://schemas.openxmlformats.org/officeDocument/2006/relationships/customXml" Target="../ink/ink73.xml"/><Relationship Id="rId277" Type="http://schemas.openxmlformats.org/officeDocument/2006/relationships/customXml" Target="../ink/ink85.xml"/><Relationship Id="rId298" Type="http://schemas.openxmlformats.org/officeDocument/2006/relationships/customXml" Target="../ink/ink96.xml"/><Relationship Id="rId400" Type="http://schemas.openxmlformats.org/officeDocument/2006/relationships/image" Target="../media/image132.png"/><Relationship Id="rId421" Type="http://schemas.openxmlformats.org/officeDocument/2006/relationships/image" Target="../media/image141.png"/><Relationship Id="rId442" Type="http://schemas.openxmlformats.org/officeDocument/2006/relationships/customXml" Target="../ink/ink173.xml"/><Relationship Id="rId463" Type="http://schemas.openxmlformats.org/officeDocument/2006/relationships/customXml" Target="../ink/ink185.xml"/><Relationship Id="rId484" Type="http://schemas.openxmlformats.org/officeDocument/2006/relationships/image" Target="../media/image171.png"/><Relationship Id="rId519" Type="http://schemas.openxmlformats.org/officeDocument/2006/relationships/customXml" Target="../ink/ink213.xml"/><Relationship Id="rId116" Type="http://schemas.openxmlformats.org/officeDocument/2006/relationships/customXml" Target="../ink/ink18.xml"/><Relationship Id="rId137" Type="http://schemas.openxmlformats.org/officeDocument/2006/relationships/image" Target="../media/image66.png"/><Relationship Id="rId158" Type="http://schemas.openxmlformats.org/officeDocument/2006/relationships/customXml" Target="../ink/ink39.xml"/><Relationship Id="rId302" Type="http://schemas.openxmlformats.org/officeDocument/2006/relationships/customXml" Target="../ink/ink98.xml"/><Relationship Id="rId323" Type="http://schemas.openxmlformats.org/officeDocument/2006/relationships/customXml" Target="../ink/ink109.xml"/><Relationship Id="rId344" Type="http://schemas.openxmlformats.org/officeDocument/2006/relationships/image" Target="../media/image101.png"/><Relationship Id="rId179" Type="http://schemas.openxmlformats.org/officeDocument/2006/relationships/image" Target="../media/image87.png"/><Relationship Id="rId365" Type="http://schemas.openxmlformats.org/officeDocument/2006/relationships/customXml" Target="../ink/ink130.xml"/><Relationship Id="rId386" Type="http://schemas.openxmlformats.org/officeDocument/2006/relationships/customXml" Target="../ink/ink142.xml"/><Relationship Id="rId190" Type="http://schemas.openxmlformats.org/officeDocument/2006/relationships/customXml" Target="../ink/ink55.xml"/><Relationship Id="rId225" Type="http://schemas.openxmlformats.org/officeDocument/2006/relationships/customXml" Target="../ink/ink58.xml"/><Relationship Id="rId246" Type="http://schemas.openxmlformats.org/officeDocument/2006/relationships/customXml" Target="../ink/ink66.xml"/><Relationship Id="rId267" Type="http://schemas.openxmlformats.org/officeDocument/2006/relationships/image" Target="../media/image16.png"/><Relationship Id="rId288" Type="http://schemas.openxmlformats.org/officeDocument/2006/relationships/customXml" Target="../ink/ink91.xml"/><Relationship Id="rId411" Type="http://schemas.openxmlformats.org/officeDocument/2006/relationships/customXml" Target="../ink/ink157.xml"/><Relationship Id="rId432" Type="http://schemas.openxmlformats.org/officeDocument/2006/relationships/customXml" Target="../ink/ink168.xml"/><Relationship Id="rId453" Type="http://schemas.openxmlformats.org/officeDocument/2006/relationships/image" Target="../media/image156.png"/><Relationship Id="rId474" Type="http://schemas.openxmlformats.org/officeDocument/2006/relationships/image" Target="../media/image166.png"/><Relationship Id="rId509" Type="http://schemas.openxmlformats.org/officeDocument/2006/relationships/customXml" Target="../ink/ink208.xml"/><Relationship Id="rId127" Type="http://schemas.openxmlformats.org/officeDocument/2006/relationships/image" Target="../media/image61.png"/><Relationship Id="rId313" Type="http://schemas.openxmlformats.org/officeDocument/2006/relationships/customXml" Target="../ink/ink104.xml"/><Relationship Id="rId495" Type="http://schemas.openxmlformats.org/officeDocument/2006/relationships/customXml" Target="../ink/ink201.xml"/><Relationship Id="rId10" Type="http://schemas.openxmlformats.org/officeDocument/2006/relationships/image" Target="../media/image2.png"/><Relationship Id="rId52" Type="http://schemas.openxmlformats.org/officeDocument/2006/relationships/customXml" Target="../ink/ink11.xml"/><Relationship Id="rId148" Type="http://schemas.openxmlformats.org/officeDocument/2006/relationships/customXml" Target="../ink/ink34.xml"/><Relationship Id="rId169" Type="http://schemas.openxmlformats.org/officeDocument/2006/relationships/image" Target="../media/image82.png"/><Relationship Id="rId334" Type="http://schemas.openxmlformats.org/officeDocument/2006/relationships/image" Target="../media/image95.png"/><Relationship Id="rId355" Type="http://schemas.openxmlformats.org/officeDocument/2006/relationships/customXml" Target="../ink/ink125.xml"/><Relationship Id="rId376" Type="http://schemas.openxmlformats.org/officeDocument/2006/relationships/customXml" Target="../ink/ink136.xml"/><Relationship Id="rId397" Type="http://schemas.openxmlformats.org/officeDocument/2006/relationships/customXml" Target="../ink/ink149.xml"/><Relationship Id="rId520" Type="http://schemas.openxmlformats.org/officeDocument/2006/relationships/image" Target="../media/image189.png"/><Relationship Id="rId4" Type="http://schemas.openxmlformats.org/officeDocument/2006/relationships/diagramQuickStyle" Target="../diagrams/quickStyle2.xml"/><Relationship Id="rId180" Type="http://schemas.openxmlformats.org/officeDocument/2006/relationships/customXml" Target="../ink/ink50.xml"/><Relationship Id="rId236" Type="http://schemas.openxmlformats.org/officeDocument/2006/relationships/image" Target="../media/image115.png"/><Relationship Id="rId257" Type="http://schemas.openxmlformats.org/officeDocument/2006/relationships/image" Target="../media/image12.png"/><Relationship Id="rId278" Type="http://schemas.openxmlformats.org/officeDocument/2006/relationships/image" Target="../media/image25.png"/><Relationship Id="rId401" Type="http://schemas.openxmlformats.org/officeDocument/2006/relationships/customXml" Target="../ink/ink151.xml"/><Relationship Id="rId422" Type="http://schemas.openxmlformats.org/officeDocument/2006/relationships/customXml" Target="../ink/ink163.xml"/><Relationship Id="rId443" Type="http://schemas.openxmlformats.org/officeDocument/2006/relationships/image" Target="../media/image152.png"/><Relationship Id="rId464" Type="http://schemas.openxmlformats.org/officeDocument/2006/relationships/image" Target="../media/image161.png"/><Relationship Id="rId303" Type="http://schemas.openxmlformats.org/officeDocument/2006/relationships/image" Target="../media/image38.png"/><Relationship Id="rId485" Type="http://schemas.openxmlformats.org/officeDocument/2006/relationships/customXml" Target="../ink/ink196.xml"/><Relationship Id="rId138" Type="http://schemas.openxmlformats.org/officeDocument/2006/relationships/customXml" Target="../ink/ink29.xml"/><Relationship Id="rId345" Type="http://schemas.openxmlformats.org/officeDocument/2006/relationships/customXml" Target="../ink/ink120.xml"/><Relationship Id="rId387" Type="http://schemas.openxmlformats.org/officeDocument/2006/relationships/customXml" Target="../ink/ink143.xml"/><Relationship Id="rId510" Type="http://schemas.openxmlformats.org/officeDocument/2006/relationships/image" Target="../media/image184.png"/><Relationship Id="rId205" Type="http://schemas.openxmlformats.org/officeDocument/2006/relationships/image" Target="../media/image100.png"/><Relationship Id="rId247" Type="http://schemas.openxmlformats.org/officeDocument/2006/relationships/customXml" Target="../ink/ink67.xml"/><Relationship Id="rId412" Type="http://schemas.openxmlformats.org/officeDocument/2006/relationships/image" Target="../media/image137.png"/><Relationship Id="rId289" Type="http://schemas.openxmlformats.org/officeDocument/2006/relationships/image" Target="../media/image30.png"/><Relationship Id="rId454" Type="http://schemas.openxmlformats.org/officeDocument/2006/relationships/customXml" Target="../ink/ink180.xml"/><Relationship Id="rId496" Type="http://schemas.openxmlformats.org/officeDocument/2006/relationships/image" Target="../media/image177.png"/><Relationship Id="rId11" Type="http://schemas.openxmlformats.org/officeDocument/2006/relationships/customXml" Target="../ink/ink3.xml"/><Relationship Id="rId149" Type="http://schemas.openxmlformats.org/officeDocument/2006/relationships/image" Target="../media/image72.png"/><Relationship Id="rId314" Type="http://schemas.openxmlformats.org/officeDocument/2006/relationships/image" Target="../media/image43.png"/><Relationship Id="rId356" Type="http://schemas.openxmlformats.org/officeDocument/2006/relationships/image" Target="../media/image107.png"/><Relationship Id="rId398" Type="http://schemas.openxmlformats.org/officeDocument/2006/relationships/image" Target="../media/image131.png"/><Relationship Id="rId521" Type="http://schemas.openxmlformats.org/officeDocument/2006/relationships/customXml" Target="../ink/ink214.xml"/><Relationship Id="rId160" Type="http://schemas.openxmlformats.org/officeDocument/2006/relationships/customXml" Target="../ink/ink40.xml"/><Relationship Id="rId423" Type="http://schemas.openxmlformats.org/officeDocument/2006/relationships/image" Target="../media/image142.png"/><Relationship Id="rId258" Type="http://schemas.openxmlformats.org/officeDocument/2006/relationships/customXml" Target="../ink/ink74.xml"/><Relationship Id="rId465" Type="http://schemas.openxmlformats.org/officeDocument/2006/relationships/customXml" Target="../ink/ink186.xml"/><Relationship Id="rId22" Type="http://schemas.openxmlformats.org/officeDocument/2006/relationships/customXml" Target="../ink/ink6.xml"/><Relationship Id="rId118" Type="http://schemas.openxmlformats.org/officeDocument/2006/relationships/customXml" Target="../ink/ink19.xml"/><Relationship Id="rId325" Type="http://schemas.openxmlformats.org/officeDocument/2006/relationships/customXml" Target="../ink/ink110.xml"/><Relationship Id="rId367" Type="http://schemas.openxmlformats.org/officeDocument/2006/relationships/customXml" Target="../ink/ink131.xml"/><Relationship Id="rId171" Type="http://schemas.openxmlformats.org/officeDocument/2006/relationships/image" Target="../media/image83.png"/><Relationship Id="rId227" Type="http://schemas.openxmlformats.org/officeDocument/2006/relationships/customXml" Target="../ink/ink59.xml"/><Relationship Id="rId269" Type="http://schemas.openxmlformats.org/officeDocument/2006/relationships/image" Target="../media/image17.png"/><Relationship Id="rId434" Type="http://schemas.openxmlformats.org/officeDocument/2006/relationships/customXml" Target="../ink/ink169.xml"/><Relationship Id="rId476" Type="http://schemas.openxmlformats.org/officeDocument/2006/relationships/image" Target="../media/image167.png"/><Relationship Id="rId129" Type="http://schemas.openxmlformats.org/officeDocument/2006/relationships/image" Target="../media/image62.png"/><Relationship Id="rId280" Type="http://schemas.openxmlformats.org/officeDocument/2006/relationships/image" Target="../media/image26.png"/><Relationship Id="rId336" Type="http://schemas.openxmlformats.org/officeDocument/2006/relationships/image" Target="../media/image96.png"/><Relationship Id="rId501" Type="http://schemas.openxmlformats.org/officeDocument/2006/relationships/customXml" Target="../ink/ink204.xml"/><Relationship Id="rId140" Type="http://schemas.openxmlformats.org/officeDocument/2006/relationships/customXml" Target="../ink/ink30.xml"/><Relationship Id="rId182" Type="http://schemas.openxmlformats.org/officeDocument/2006/relationships/customXml" Target="../ink/ink51.xml"/><Relationship Id="rId378" Type="http://schemas.openxmlformats.org/officeDocument/2006/relationships/customXml" Target="../ink/ink137.xml"/><Relationship Id="rId403" Type="http://schemas.openxmlformats.org/officeDocument/2006/relationships/customXml" Target="../ink/ink152.xml"/><Relationship Id="rId6" Type="http://schemas.microsoft.com/office/2007/relationships/diagramDrawing" Target="../diagrams/drawing2.xml"/><Relationship Id="rId238" Type="http://schemas.openxmlformats.org/officeDocument/2006/relationships/image" Target="../media/image116.png"/><Relationship Id="rId445" Type="http://schemas.openxmlformats.org/officeDocument/2006/relationships/customXml" Target="../ink/ink175.xml"/><Relationship Id="rId487" Type="http://schemas.openxmlformats.org/officeDocument/2006/relationships/customXml" Target="../ink/ink197.xml"/><Relationship Id="rId291" Type="http://schemas.openxmlformats.org/officeDocument/2006/relationships/image" Target="../media/image32.png"/><Relationship Id="rId305" Type="http://schemas.openxmlformats.org/officeDocument/2006/relationships/image" Target="../media/image39.png"/><Relationship Id="rId347" Type="http://schemas.openxmlformats.org/officeDocument/2006/relationships/customXml" Target="../ink/ink121.xml"/><Relationship Id="rId512" Type="http://schemas.openxmlformats.org/officeDocument/2006/relationships/image" Target="../media/image185.png"/><Relationship Id="rId44" Type="http://schemas.openxmlformats.org/officeDocument/2006/relationships/customXml" Target="../ink/ink7.xml"/><Relationship Id="rId151" Type="http://schemas.openxmlformats.org/officeDocument/2006/relationships/image" Target="../media/image73.png"/><Relationship Id="rId389" Type="http://schemas.openxmlformats.org/officeDocument/2006/relationships/customXml" Target="../ink/ink144.xml"/><Relationship Id="rId207" Type="http://schemas.openxmlformats.org/officeDocument/2006/relationships/customXml" Target="../ink/ink57.xml"/><Relationship Id="rId249" Type="http://schemas.openxmlformats.org/officeDocument/2006/relationships/image" Target="../media/image8.png"/><Relationship Id="rId414" Type="http://schemas.openxmlformats.org/officeDocument/2006/relationships/customXml" Target="../ink/ink159.xml"/><Relationship Id="rId456" Type="http://schemas.openxmlformats.org/officeDocument/2006/relationships/image" Target="../media/image157.png"/><Relationship Id="rId498" Type="http://schemas.openxmlformats.org/officeDocument/2006/relationships/image" Target="../media/image178.png"/><Relationship Id="rId13" Type="http://schemas.openxmlformats.org/officeDocument/2006/relationships/customXml" Target="../ink/ink4.xml"/><Relationship Id="rId260" Type="http://schemas.openxmlformats.org/officeDocument/2006/relationships/customXml" Target="../ink/ink75.xml"/><Relationship Id="rId316" Type="http://schemas.openxmlformats.org/officeDocument/2006/relationships/image" Target="../media/image44.png"/><Relationship Id="rId97" Type="http://schemas.openxmlformats.org/officeDocument/2006/relationships/customXml" Target="../ink/ink13.xml"/><Relationship Id="rId120" Type="http://schemas.openxmlformats.org/officeDocument/2006/relationships/customXml" Target="../ink/ink20.xml"/><Relationship Id="rId358" Type="http://schemas.openxmlformats.org/officeDocument/2006/relationships/image" Target="../media/image108.png"/><Relationship Id="rId162" Type="http://schemas.openxmlformats.org/officeDocument/2006/relationships/customXml" Target="../ink/ink41.xml"/><Relationship Id="rId425" Type="http://schemas.openxmlformats.org/officeDocument/2006/relationships/image" Target="../media/image143.png"/><Relationship Id="rId467" Type="http://schemas.openxmlformats.org/officeDocument/2006/relationships/customXml" Target="../ink/ink187.xml"/><Relationship Id="rId271" Type="http://schemas.openxmlformats.org/officeDocument/2006/relationships/image" Target="../media/image18.png"/><Relationship Id="rId66" Type="http://schemas.openxmlformats.org/officeDocument/2006/relationships/image" Target="../media/image31.png"/><Relationship Id="rId131" Type="http://schemas.openxmlformats.org/officeDocument/2006/relationships/image" Target="../media/image63.png"/><Relationship Id="rId327" Type="http://schemas.openxmlformats.org/officeDocument/2006/relationships/customXml" Target="../ink/ink111.xml"/><Relationship Id="rId369" Type="http://schemas.openxmlformats.org/officeDocument/2006/relationships/customXml" Target="../ink/ink132.xml"/><Relationship Id="rId173" Type="http://schemas.openxmlformats.org/officeDocument/2006/relationships/image" Target="../media/image84.png"/><Relationship Id="rId229" Type="http://schemas.openxmlformats.org/officeDocument/2006/relationships/customXml" Target="../ink/ink60.xml"/><Relationship Id="rId380" Type="http://schemas.openxmlformats.org/officeDocument/2006/relationships/image" Target="../media/image124.png"/><Relationship Id="rId436" Type="http://schemas.openxmlformats.org/officeDocument/2006/relationships/customXml" Target="../ink/ink170.xml"/><Relationship Id="rId240" Type="http://schemas.openxmlformats.org/officeDocument/2006/relationships/image" Target="../media/image117.png"/><Relationship Id="rId478" Type="http://schemas.openxmlformats.org/officeDocument/2006/relationships/image" Target="../media/image168.png"/><Relationship Id="rId100" Type="http://schemas.openxmlformats.org/officeDocument/2006/relationships/customXml" Target="../ink/ink15.xml"/><Relationship Id="rId282" Type="http://schemas.openxmlformats.org/officeDocument/2006/relationships/image" Target="../media/image27.png"/><Relationship Id="rId338" Type="http://schemas.openxmlformats.org/officeDocument/2006/relationships/image" Target="../media/image97.png"/><Relationship Id="rId503" Type="http://schemas.openxmlformats.org/officeDocument/2006/relationships/customXml" Target="../ink/ink205.xml"/><Relationship Id="rId8" Type="http://schemas.openxmlformats.org/officeDocument/2006/relationships/image" Target="../media/image1.png"/><Relationship Id="rId142" Type="http://schemas.openxmlformats.org/officeDocument/2006/relationships/customXml" Target="../ink/ink31.xml"/><Relationship Id="rId184" Type="http://schemas.openxmlformats.org/officeDocument/2006/relationships/customXml" Target="../ink/ink52.xml"/><Relationship Id="rId391" Type="http://schemas.openxmlformats.org/officeDocument/2006/relationships/customXml" Target="../ink/ink146.xml"/><Relationship Id="rId405" Type="http://schemas.openxmlformats.org/officeDocument/2006/relationships/customXml" Target="../ink/ink154.xml"/><Relationship Id="rId447" Type="http://schemas.openxmlformats.org/officeDocument/2006/relationships/customXml" Target="../ink/ink176.xml"/><Relationship Id="rId251" Type="http://schemas.openxmlformats.org/officeDocument/2006/relationships/image" Target="../media/image10.png"/><Relationship Id="rId489" Type="http://schemas.openxmlformats.org/officeDocument/2006/relationships/customXml" Target="../ink/ink198.xml"/><Relationship Id="rId46" Type="http://schemas.openxmlformats.org/officeDocument/2006/relationships/customXml" Target="../ink/ink8.xml"/><Relationship Id="rId293" Type="http://schemas.openxmlformats.org/officeDocument/2006/relationships/image" Target="../media/image33.png"/><Relationship Id="rId307" Type="http://schemas.openxmlformats.org/officeDocument/2006/relationships/customXml" Target="../ink/ink101.xml"/><Relationship Id="rId349" Type="http://schemas.openxmlformats.org/officeDocument/2006/relationships/customXml" Target="../ink/ink122.xml"/><Relationship Id="rId514" Type="http://schemas.openxmlformats.org/officeDocument/2006/relationships/image" Target="../media/image186.png"/><Relationship Id="rId111" Type="http://schemas.openxmlformats.org/officeDocument/2006/relationships/image" Target="../media/image53.png"/><Relationship Id="rId153" Type="http://schemas.openxmlformats.org/officeDocument/2006/relationships/image" Target="../media/image74.png"/><Relationship Id="rId360" Type="http://schemas.openxmlformats.org/officeDocument/2006/relationships/image" Target="../media/image112.png"/><Relationship Id="rId416" Type="http://schemas.openxmlformats.org/officeDocument/2006/relationships/customXml" Target="../ink/ink160.xml"/><Relationship Id="rId458" Type="http://schemas.openxmlformats.org/officeDocument/2006/relationships/image" Target="../media/image158.png"/><Relationship Id="rId15" Type="http://schemas.openxmlformats.org/officeDocument/2006/relationships/customXml" Target="../ink/ink5.xml"/><Relationship Id="rId262" Type="http://schemas.openxmlformats.org/officeDocument/2006/relationships/customXml" Target="../ink/ink76.xml"/><Relationship Id="rId318" Type="http://schemas.openxmlformats.org/officeDocument/2006/relationships/image" Target="../media/image45.png"/><Relationship Id="rId99" Type="http://schemas.openxmlformats.org/officeDocument/2006/relationships/customXml" Target="../ink/ink14.xml"/><Relationship Id="rId122" Type="http://schemas.openxmlformats.org/officeDocument/2006/relationships/customXml" Target="../ink/ink21.xml"/><Relationship Id="rId164" Type="http://schemas.openxmlformats.org/officeDocument/2006/relationships/customXml" Target="../ink/ink42.xml"/><Relationship Id="rId371" Type="http://schemas.openxmlformats.org/officeDocument/2006/relationships/customXml" Target="../ink/ink133.xml"/><Relationship Id="rId427" Type="http://schemas.openxmlformats.org/officeDocument/2006/relationships/image" Target="../media/image144.png"/><Relationship Id="rId469" Type="http://schemas.openxmlformats.org/officeDocument/2006/relationships/customXml" Target="../ink/ink188.xml"/><Relationship Id="rId273" Type="http://schemas.openxmlformats.org/officeDocument/2006/relationships/image" Target="../media/image19.png"/><Relationship Id="rId329" Type="http://schemas.openxmlformats.org/officeDocument/2006/relationships/customXml" Target="../ink/ink112.xml"/><Relationship Id="rId480" Type="http://schemas.openxmlformats.org/officeDocument/2006/relationships/image" Target="../media/image169.png"/><Relationship Id="rId133" Type="http://schemas.openxmlformats.org/officeDocument/2006/relationships/image" Target="../media/image64.png"/><Relationship Id="rId175" Type="http://schemas.openxmlformats.org/officeDocument/2006/relationships/image" Target="../media/image85.png"/><Relationship Id="rId340" Type="http://schemas.openxmlformats.org/officeDocument/2006/relationships/image" Target="../media/image98.png"/><Relationship Id="rId382" Type="http://schemas.openxmlformats.org/officeDocument/2006/relationships/image" Target="../media/image125.png"/><Relationship Id="rId438" Type="http://schemas.openxmlformats.org/officeDocument/2006/relationships/customXml" Target="../ink/ink171.xml"/><Relationship Id="rId242" Type="http://schemas.openxmlformats.org/officeDocument/2006/relationships/customXml" Target="../ink/ink64.xml"/><Relationship Id="rId284" Type="http://schemas.openxmlformats.org/officeDocument/2006/relationships/image" Target="../media/image28.png"/><Relationship Id="rId491" Type="http://schemas.openxmlformats.org/officeDocument/2006/relationships/customXml" Target="../ink/ink199.xml"/><Relationship Id="rId505" Type="http://schemas.openxmlformats.org/officeDocument/2006/relationships/customXml" Target="../ink/ink206.xml"/><Relationship Id="rId144" Type="http://schemas.openxmlformats.org/officeDocument/2006/relationships/customXml" Target="../ink/ink32.xml"/><Relationship Id="rId186" Type="http://schemas.openxmlformats.org/officeDocument/2006/relationships/customXml" Target="../ink/ink53.xml"/><Relationship Id="rId351" Type="http://schemas.openxmlformats.org/officeDocument/2006/relationships/customXml" Target="../ink/ink123.xml"/><Relationship Id="rId393" Type="http://schemas.openxmlformats.org/officeDocument/2006/relationships/customXml" Target="../ink/ink147.xml"/><Relationship Id="rId407" Type="http://schemas.openxmlformats.org/officeDocument/2006/relationships/customXml" Target="../ink/ink155.xml"/><Relationship Id="rId449" Type="http://schemas.openxmlformats.org/officeDocument/2006/relationships/customXml" Target="../ink/ink177.xml"/><Relationship Id="rId253" Type="http://schemas.openxmlformats.org/officeDocument/2006/relationships/customXml" Target="../ink/ink71.xml"/><Relationship Id="rId295" Type="http://schemas.openxmlformats.org/officeDocument/2006/relationships/image" Target="../media/image34.png"/><Relationship Id="rId309" Type="http://schemas.openxmlformats.org/officeDocument/2006/relationships/customXml" Target="../ink/ink102.xml"/><Relationship Id="rId460" Type="http://schemas.openxmlformats.org/officeDocument/2006/relationships/image" Target="../media/image159.png"/><Relationship Id="rId516" Type="http://schemas.openxmlformats.org/officeDocument/2006/relationships/image" Target="../media/image187.pn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g"/><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91.png"/><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192.png"/><Relationship Id="rId2" Type="http://schemas.openxmlformats.org/officeDocument/2006/relationships/diagramData" Target="../diagrams/data5.xml"/><Relationship Id="rId1" Type="http://schemas.openxmlformats.org/officeDocument/2006/relationships/slideLayout" Target="../slideLayouts/slideLayout1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117" Type="http://schemas.openxmlformats.org/officeDocument/2006/relationships/customXml" Target="../ink/ink271.xml"/><Relationship Id="rId21" Type="http://schemas.openxmlformats.org/officeDocument/2006/relationships/customXml" Target="../ink/ink223.xml"/><Relationship Id="rId63" Type="http://schemas.openxmlformats.org/officeDocument/2006/relationships/customXml" Target="../ink/ink244.xml"/><Relationship Id="rId159" Type="http://schemas.openxmlformats.org/officeDocument/2006/relationships/image" Target="../media/image238.png"/><Relationship Id="rId170" Type="http://schemas.openxmlformats.org/officeDocument/2006/relationships/customXml" Target="../ink/ink298.xml"/><Relationship Id="rId226" Type="http://schemas.openxmlformats.org/officeDocument/2006/relationships/image" Target="../media/image270.png"/><Relationship Id="rId107" Type="http://schemas.openxmlformats.org/officeDocument/2006/relationships/customXml" Target="../ink/ink266.xml"/><Relationship Id="rId11" Type="http://schemas.openxmlformats.org/officeDocument/2006/relationships/customXml" Target="../ink/ink218.xml"/><Relationship Id="rId32" Type="http://schemas.openxmlformats.org/officeDocument/2006/relationships/image" Target="../media/image1750.png"/><Relationship Id="rId53" Type="http://schemas.openxmlformats.org/officeDocument/2006/relationships/customXml" Target="../ink/ink239.xml"/><Relationship Id="rId74" Type="http://schemas.openxmlformats.org/officeDocument/2006/relationships/image" Target="../media/image196.png"/><Relationship Id="rId128" Type="http://schemas.openxmlformats.org/officeDocument/2006/relationships/image" Target="../media/image223.png"/><Relationship Id="rId149" Type="http://schemas.openxmlformats.org/officeDocument/2006/relationships/customXml" Target="../ink/ink287.xml"/><Relationship Id="rId5" Type="http://schemas.openxmlformats.org/officeDocument/2006/relationships/customXml" Target="../ink/ink216.xml"/><Relationship Id="rId95" Type="http://schemas.openxmlformats.org/officeDocument/2006/relationships/customXml" Target="../ink/ink260.xml"/><Relationship Id="rId160" Type="http://schemas.openxmlformats.org/officeDocument/2006/relationships/customXml" Target="../ink/ink293.xml"/><Relationship Id="rId181" Type="http://schemas.openxmlformats.org/officeDocument/2006/relationships/customXml" Target="../ink/ink304.xml"/><Relationship Id="rId216" Type="http://schemas.openxmlformats.org/officeDocument/2006/relationships/image" Target="../media/image265.png"/><Relationship Id="rId237" Type="http://schemas.openxmlformats.org/officeDocument/2006/relationships/image" Target="../media/image275.png"/><Relationship Id="rId258" Type="http://schemas.openxmlformats.org/officeDocument/2006/relationships/image" Target="../media/image285.png"/><Relationship Id="rId22" Type="http://schemas.openxmlformats.org/officeDocument/2006/relationships/image" Target="../media/image1700.png"/><Relationship Id="rId43" Type="http://schemas.openxmlformats.org/officeDocument/2006/relationships/customXml" Target="../ink/ink234.xml"/><Relationship Id="rId64" Type="http://schemas.openxmlformats.org/officeDocument/2006/relationships/image" Target="../media/image1910.png"/><Relationship Id="rId118" Type="http://schemas.openxmlformats.org/officeDocument/2006/relationships/image" Target="../media/image218.png"/><Relationship Id="rId139" Type="http://schemas.openxmlformats.org/officeDocument/2006/relationships/customXml" Target="../ink/ink282.xml"/><Relationship Id="rId85" Type="http://schemas.openxmlformats.org/officeDocument/2006/relationships/customXml" Target="../ink/ink255.xml"/><Relationship Id="rId150" Type="http://schemas.openxmlformats.org/officeDocument/2006/relationships/customXml" Target="../ink/ink288.xml"/><Relationship Id="rId171" Type="http://schemas.openxmlformats.org/officeDocument/2006/relationships/image" Target="../media/image244.png"/><Relationship Id="rId192" Type="http://schemas.openxmlformats.org/officeDocument/2006/relationships/image" Target="../media/image253.png"/><Relationship Id="rId206" Type="http://schemas.openxmlformats.org/officeDocument/2006/relationships/image" Target="../media/image260.png"/><Relationship Id="rId227" Type="http://schemas.openxmlformats.org/officeDocument/2006/relationships/customXml" Target="../ink/ink327.xml"/><Relationship Id="rId248" Type="http://schemas.openxmlformats.org/officeDocument/2006/relationships/customXml" Target="../ink/ink338.xml"/><Relationship Id="rId12" Type="http://schemas.openxmlformats.org/officeDocument/2006/relationships/image" Target="../media/image1650.png"/><Relationship Id="rId33" Type="http://schemas.openxmlformats.org/officeDocument/2006/relationships/customXml" Target="../ink/ink229.xml"/><Relationship Id="rId108" Type="http://schemas.openxmlformats.org/officeDocument/2006/relationships/image" Target="../media/image213.png"/><Relationship Id="rId129" Type="http://schemas.openxmlformats.org/officeDocument/2006/relationships/customXml" Target="../ink/ink277.xml"/><Relationship Id="rId54" Type="http://schemas.openxmlformats.org/officeDocument/2006/relationships/image" Target="../media/image1860.png"/><Relationship Id="rId75" Type="http://schemas.openxmlformats.org/officeDocument/2006/relationships/customXml" Target="../ink/ink250.xml"/><Relationship Id="rId96" Type="http://schemas.openxmlformats.org/officeDocument/2006/relationships/image" Target="../media/image207.png"/><Relationship Id="rId140" Type="http://schemas.openxmlformats.org/officeDocument/2006/relationships/image" Target="../media/image229.png"/><Relationship Id="rId161" Type="http://schemas.openxmlformats.org/officeDocument/2006/relationships/image" Target="../media/image239.png"/><Relationship Id="rId182" Type="http://schemas.openxmlformats.org/officeDocument/2006/relationships/image" Target="../media/image248.png"/><Relationship Id="rId217" Type="http://schemas.openxmlformats.org/officeDocument/2006/relationships/customXml" Target="../ink/ink322.xml"/><Relationship Id="rId6" Type="http://schemas.openxmlformats.org/officeDocument/2006/relationships/image" Target="../media/image195.png"/><Relationship Id="rId238" Type="http://schemas.openxmlformats.org/officeDocument/2006/relationships/customXml" Target="../ink/ink333.xml"/><Relationship Id="rId259" Type="http://schemas.openxmlformats.org/officeDocument/2006/relationships/customXml" Target="../ink/ink344.xml"/><Relationship Id="rId23" Type="http://schemas.openxmlformats.org/officeDocument/2006/relationships/customXml" Target="../ink/ink224.xml"/><Relationship Id="rId119" Type="http://schemas.openxmlformats.org/officeDocument/2006/relationships/customXml" Target="../ink/ink272.xml"/><Relationship Id="rId44" Type="http://schemas.openxmlformats.org/officeDocument/2006/relationships/image" Target="../media/image1810.png"/><Relationship Id="rId65" Type="http://schemas.openxmlformats.org/officeDocument/2006/relationships/customXml" Target="../ink/ink245.xml"/><Relationship Id="rId86" Type="http://schemas.openxmlformats.org/officeDocument/2006/relationships/image" Target="../media/image202.png"/><Relationship Id="rId130" Type="http://schemas.openxmlformats.org/officeDocument/2006/relationships/image" Target="../media/image224.png"/><Relationship Id="rId151" Type="http://schemas.openxmlformats.org/officeDocument/2006/relationships/image" Target="../media/image234.png"/><Relationship Id="rId172" Type="http://schemas.openxmlformats.org/officeDocument/2006/relationships/customXml" Target="../ink/ink299.xml"/><Relationship Id="rId193" Type="http://schemas.openxmlformats.org/officeDocument/2006/relationships/customXml" Target="../ink/ink310.xml"/><Relationship Id="rId207" Type="http://schemas.openxmlformats.org/officeDocument/2006/relationships/customXml" Target="../ink/ink317.xml"/><Relationship Id="rId228" Type="http://schemas.openxmlformats.org/officeDocument/2006/relationships/image" Target="../media/image271.png"/><Relationship Id="rId249" Type="http://schemas.openxmlformats.org/officeDocument/2006/relationships/image" Target="../media/image281.png"/><Relationship Id="rId13" Type="http://schemas.openxmlformats.org/officeDocument/2006/relationships/customXml" Target="../ink/ink219.xml"/><Relationship Id="rId109" Type="http://schemas.openxmlformats.org/officeDocument/2006/relationships/customXml" Target="../ink/ink267.xml"/><Relationship Id="rId260" Type="http://schemas.openxmlformats.org/officeDocument/2006/relationships/customXml" Target="../ink/ink345.xml"/><Relationship Id="rId34" Type="http://schemas.openxmlformats.org/officeDocument/2006/relationships/image" Target="../media/image1760.png"/><Relationship Id="rId55" Type="http://schemas.openxmlformats.org/officeDocument/2006/relationships/customXml" Target="../ink/ink240.xml"/><Relationship Id="rId76" Type="http://schemas.openxmlformats.org/officeDocument/2006/relationships/image" Target="../media/image197.png"/><Relationship Id="rId97" Type="http://schemas.openxmlformats.org/officeDocument/2006/relationships/customXml" Target="../ink/ink261.xml"/><Relationship Id="rId120" Type="http://schemas.openxmlformats.org/officeDocument/2006/relationships/image" Target="../media/image219.png"/><Relationship Id="rId141" Type="http://schemas.openxmlformats.org/officeDocument/2006/relationships/customXml" Target="../ink/ink283.xml"/><Relationship Id="rId7" Type="http://schemas.openxmlformats.org/officeDocument/2006/relationships/customXml" Target="../ink/ink217.xml"/><Relationship Id="rId162" Type="http://schemas.openxmlformats.org/officeDocument/2006/relationships/customXml" Target="../ink/ink294.xml"/><Relationship Id="rId183" Type="http://schemas.openxmlformats.org/officeDocument/2006/relationships/customXml" Target="../ink/ink305.xml"/><Relationship Id="rId218" Type="http://schemas.openxmlformats.org/officeDocument/2006/relationships/image" Target="../media/image266.png"/><Relationship Id="rId239" Type="http://schemas.openxmlformats.org/officeDocument/2006/relationships/image" Target="../media/image276.png"/><Relationship Id="rId250" Type="http://schemas.openxmlformats.org/officeDocument/2006/relationships/customXml" Target="../ink/ink339.xml"/><Relationship Id="rId24" Type="http://schemas.openxmlformats.org/officeDocument/2006/relationships/image" Target="../media/image1710.png"/><Relationship Id="rId45" Type="http://schemas.openxmlformats.org/officeDocument/2006/relationships/customXml" Target="../ink/ink235.xml"/><Relationship Id="rId66" Type="http://schemas.openxmlformats.org/officeDocument/2006/relationships/image" Target="../media/image1920.png"/><Relationship Id="rId87" Type="http://schemas.openxmlformats.org/officeDocument/2006/relationships/customXml" Target="../ink/ink256.xml"/><Relationship Id="rId110" Type="http://schemas.openxmlformats.org/officeDocument/2006/relationships/image" Target="../media/image214.png"/><Relationship Id="rId131" Type="http://schemas.openxmlformats.org/officeDocument/2006/relationships/customXml" Target="../ink/ink278.xml"/><Relationship Id="rId152" Type="http://schemas.openxmlformats.org/officeDocument/2006/relationships/customXml" Target="../ink/ink289.xml"/><Relationship Id="rId173" Type="http://schemas.openxmlformats.org/officeDocument/2006/relationships/image" Target="../media/image245.png"/><Relationship Id="rId194" Type="http://schemas.openxmlformats.org/officeDocument/2006/relationships/image" Target="../media/image254.png"/><Relationship Id="rId208" Type="http://schemas.openxmlformats.org/officeDocument/2006/relationships/image" Target="../media/image261.png"/><Relationship Id="rId229" Type="http://schemas.openxmlformats.org/officeDocument/2006/relationships/customXml" Target="../ink/ink328.xml"/><Relationship Id="rId240" Type="http://schemas.openxmlformats.org/officeDocument/2006/relationships/customXml" Target="../ink/ink334.xml"/><Relationship Id="rId261" Type="http://schemas.openxmlformats.org/officeDocument/2006/relationships/image" Target="../media/image286.png"/><Relationship Id="rId14" Type="http://schemas.openxmlformats.org/officeDocument/2006/relationships/image" Target="../media/image1660.png"/><Relationship Id="rId35" Type="http://schemas.openxmlformats.org/officeDocument/2006/relationships/customXml" Target="../ink/ink230.xml"/><Relationship Id="rId56" Type="http://schemas.openxmlformats.org/officeDocument/2006/relationships/image" Target="../media/image1870.png"/><Relationship Id="rId77" Type="http://schemas.openxmlformats.org/officeDocument/2006/relationships/customXml" Target="../ink/ink251.xml"/><Relationship Id="rId100" Type="http://schemas.openxmlformats.org/officeDocument/2006/relationships/image" Target="../media/image209.png"/><Relationship Id="rId98" Type="http://schemas.openxmlformats.org/officeDocument/2006/relationships/image" Target="../media/image208.png"/><Relationship Id="rId121" Type="http://schemas.openxmlformats.org/officeDocument/2006/relationships/customXml" Target="../ink/ink273.xml"/><Relationship Id="rId142" Type="http://schemas.openxmlformats.org/officeDocument/2006/relationships/image" Target="../media/image230.png"/><Relationship Id="rId163" Type="http://schemas.openxmlformats.org/officeDocument/2006/relationships/image" Target="../media/image240.png"/><Relationship Id="rId184" Type="http://schemas.openxmlformats.org/officeDocument/2006/relationships/image" Target="../media/image249.png"/><Relationship Id="rId219" Type="http://schemas.openxmlformats.org/officeDocument/2006/relationships/customXml" Target="../ink/ink323.xml"/><Relationship Id="rId230" Type="http://schemas.openxmlformats.org/officeDocument/2006/relationships/image" Target="../media/image272.png"/><Relationship Id="rId251" Type="http://schemas.openxmlformats.org/officeDocument/2006/relationships/image" Target="../media/image282.png"/><Relationship Id="rId25" Type="http://schemas.openxmlformats.org/officeDocument/2006/relationships/customXml" Target="../ink/ink225.xml"/><Relationship Id="rId46" Type="http://schemas.openxmlformats.org/officeDocument/2006/relationships/image" Target="../media/image1820.png"/><Relationship Id="rId67" Type="http://schemas.openxmlformats.org/officeDocument/2006/relationships/customXml" Target="../ink/ink246.xml"/><Relationship Id="rId88" Type="http://schemas.openxmlformats.org/officeDocument/2006/relationships/image" Target="../media/image203.png"/><Relationship Id="rId111" Type="http://schemas.openxmlformats.org/officeDocument/2006/relationships/customXml" Target="../ink/ink268.xml"/><Relationship Id="rId132" Type="http://schemas.openxmlformats.org/officeDocument/2006/relationships/image" Target="../media/image225.png"/><Relationship Id="rId153" Type="http://schemas.openxmlformats.org/officeDocument/2006/relationships/image" Target="../media/image235.png"/><Relationship Id="rId174" Type="http://schemas.openxmlformats.org/officeDocument/2006/relationships/customXml" Target="../ink/ink300.xml"/><Relationship Id="rId195" Type="http://schemas.openxmlformats.org/officeDocument/2006/relationships/customXml" Target="../ink/ink311.xml"/><Relationship Id="rId209" Type="http://schemas.openxmlformats.org/officeDocument/2006/relationships/customXml" Target="../ink/ink318.xml"/><Relationship Id="rId220" Type="http://schemas.openxmlformats.org/officeDocument/2006/relationships/image" Target="../media/image267.png"/><Relationship Id="rId241" Type="http://schemas.openxmlformats.org/officeDocument/2006/relationships/image" Target="../media/image277.png"/><Relationship Id="rId15" Type="http://schemas.openxmlformats.org/officeDocument/2006/relationships/customXml" Target="../ink/ink220.xml"/><Relationship Id="rId36" Type="http://schemas.openxmlformats.org/officeDocument/2006/relationships/image" Target="../media/image1770.png"/><Relationship Id="rId57" Type="http://schemas.openxmlformats.org/officeDocument/2006/relationships/customXml" Target="../ink/ink241.xml"/><Relationship Id="rId262" Type="http://schemas.openxmlformats.org/officeDocument/2006/relationships/customXml" Target="../ink/ink346.xml"/><Relationship Id="rId78" Type="http://schemas.openxmlformats.org/officeDocument/2006/relationships/image" Target="../media/image198.png"/><Relationship Id="rId99" Type="http://schemas.openxmlformats.org/officeDocument/2006/relationships/customXml" Target="../ink/ink262.xml"/><Relationship Id="rId101" Type="http://schemas.openxmlformats.org/officeDocument/2006/relationships/customXml" Target="../ink/ink263.xml"/><Relationship Id="rId122" Type="http://schemas.openxmlformats.org/officeDocument/2006/relationships/image" Target="../media/image220.png"/><Relationship Id="rId143" Type="http://schemas.openxmlformats.org/officeDocument/2006/relationships/customXml" Target="../ink/ink284.xml"/><Relationship Id="rId164" Type="http://schemas.openxmlformats.org/officeDocument/2006/relationships/customXml" Target="../ink/ink295.xml"/><Relationship Id="rId185" Type="http://schemas.openxmlformats.org/officeDocument/2006/relationships/customXml" Target="../ink/ink306.xml"/><Relationship Id="rId210" Type="http://schemas.openxmlformats.org/officeDocument/2006/relationships/image" Target="../media/image262.png"/><Relationship Id="rId26" Type="http://schemas.openxmlformats.org/officeDocument/2006/relationships/image" Target="../media/image1720.png"/><Relationship Id="rId231" Type="http://schemas.openxmlformats.org/officeDocument/2006/relationships/customXml" Target="../ink/ink329.xml"/><Relationship Id="rId252" Type="http://schemas.openxmlformats.org/officeDocument/2006/relationships/customXml" Target="../ink/ink340.xml"/><Relationship Id="rId47" Type="http://schemas.openxmlformats.org/officeDocument/2006/relationships/customXml" Target="../ink/ink236.xml"/><Relationship Id="rId68" Type="http://schemas.openxmlformats.org/officeDocument/2006/relationships/image" Target="../media/image1930.png"/><Relationship Id="rId89" Type="http://schemas.openxmlformats.org/officeDocument/2006/relationships/customXml" Target="../ink/ink257.xml"/><Relationship Id="rId112" Type="http://schemas.openxmlformats.org/officeDocument/2006/relationships/image" Target="../media/image215.png"/><Relationship Id="rId133" Type="http://schemas.openxmlformats.org/officeDocument/2006/relationships/customXml" Target="../ink/ink279.xml"/><Relationship Id="rId154" Type="http://schemas.openxmlformats.org/officeDocument/2006/relationships/customXml" Target="../ink/ink290.xml"/><Relationship Id="rId175" Type="http://schemas.openxmlformats.org/officeDocument/2006/relationships/image" Target="../media/image6.png"/><Relationship Id="rId196" Type="http://schemas.openxmlformats.org/officeDocument/2006/relationships/image" Target="../media/image255.png"/><Relationship Id="rId200" Type="http://schemas.openxmlformats.org/officeDocument/2006/relationships/image" Target="../media/image257.png"/><Relationship Id="rId16" Type="http://schemas.openxmlformats.org/officeDocument/2006/relationships/image" Target="../media/image1670.png"/><Relationship Id="rId221" Type="http://schemas.openxmlformats.org/officeDocument/2006/relationships/customXml" Target="../ink/ink324.xml"/><Relationship Id="rId242" Type="http://schemas.openxmlformats.org/officeDocument/2006/relationships/customXml" Target="../ink/ink335.xml"/><Relationship Id="rId263" Type="http://schemas.openxmlformats.org/officeDocument/2006/relationships/image" Target="../media/image287.png"/><Relationship Id="rId37" Type="http://schemas.openxmlformats.org/officeDocument/2006/relationships/customXml" Target="../ink/ink231.xml"/><Relationship Id="rId58" Type="http://schemas.openxmlformats.org/officeDocument/2006/relationships/image" Target="../media/image1880.png"/><Relationship Id="rId79" Type="http://schemas.openxmlformats.org/officeDocument/2006/relationships/customXml" Target="../ink/ink252.xml"/><Relationship Id="rId102" Type="http://schemas.openxmlformats.org/officeDocument/2006/relationships/image" Target="../media/image210.png"/><Relationship Id="rId123" Type="http://schemas.openxmlformats.org/officeDocument/2006/relationships/customXml" Target="../ink/ink274.xml"/><Relationship Id="rId144" Type="http://schemas.openxmlformats.org/officeDocument/2006/relationships/image" Target="../media/image231.png"/><Relationship Id="rId90" Type="http://schemas.openxmlformats.org/officeDocument/2006/relationships/image" Target="../media/image204.png"/><Relationship Id="rId165" Type="http://schemas.openxmlformats.org/officeDocument/2006/relationships/image" Target="../media/image241.png"/><Relationship Id="rId186" Type="http://schemas.openxmlformats.org/officeDocument/2006/relationships/image" Target="../media/image250.png"/><Relationship Id="rId211" Type="http://schemas.openxmlformats.org/officeDocument/2006/relationships/customXml" Target="../ink/ink319.xml"/><Relationship Id="rId232" Type="http://schemas.openxmlformats.org/officeDocument/2006/relationships/image" Target="../media/image273.png"/><Relationship Id="rId253" Type="http://schemas.openxmlformats.org/officeDocument/2006/relationships/image" Target="../media/image283.png"/><Relationship Id="rId27" Type="http://schemas.openxmlformats.org/officeDocument/2006/relationships/customXml" Target="../ink/ink226.xml"/><Relationship Id="rId48" Type="http://schemas.openxmlformats.org/officeDocument/2006/relationships/image" Target="../media/image1830.png"/><Relationship Id="rId69" Type="http://schemas.openxmlformats.org/officeDocument/2006/relationships/customXml" Target="../ink/ink247.xml"/><Relationship Id="rId113" Type="http://schemas.openxmlformats.org/officeDocument/2006/relationships/customXml" Target="../ink/ink269.xml"/><Relationship Id="rId134" Type="http://schemas.openxmlformats.org/officeDocument/2006/relationships/image" Target="../media/image226.png"/><Relationship Id="rId80" Type="http://schemas.openxmlformats.org/officeDocument/2006/relationships/image" Target="../media/image199.png"/><Relationship Id="rId155" Type="http://schemas.openxmlformats.org/officeDocument/2006/relationships/image" Target="../media/image236.png"/><Relationship Id="rId176" Type="http://schemas.openxmlformats.org/officeDocument/2006/relationships/customXml" Target="../ink/ink301.xml"/><Relationship Id="rId197" Type="http://schemas.openxmlformats.org/officeDocument/2006/relationships/customXml" Target="../ink/ink312.xml"/><Relationship Id="rId201" Type="http://schemas.openxmlformats.org/officeDocument/2006/relationships/customXml" Target="../ink/ink314.xml"/><Relationship Id="rId222" Type="http://schemas.openxmlformats.org/officeDocument/2006/relationships/image" Target="../media/image268.png"/><Relationship Id="rId243" Type="http://schemas.openxmlformats.org/officeDocument/2006/relationships/image" Target="../media/image278.png"/><Relationship Id="rId264" Type="http://schemas.openxmlformats.org/officeDocument/2006/relationships/customXml" Target="../ink/ink347.xml"/><Relationship Id="rId17" Type="http://schemas.openxmlformats.org/officeDocument/2006/relationships/customXml" Target="../ink/ink221.xml"/><Relationship Id="rId38" Type="http://schemas.openxmlformats.org/officeDocument/2006/relationships/image" Target="../media/image1780.png"/><Relationship Id="rId59" Type="http://schemas.openxmlformats.org/officeDocument/2006/relationships/customXml" Target="../ink/ink242.xml"/><Relationship Id="rId103" Type="http://schemas.openxmlformats.org/officeDocument/2006/relationships/customXml" Target="../ink/ink264.xml"/><Relationship Id="rId124" Type="http://schemas.openxmlformats.org/officeDocument/2006/relationships/image" Target="../media/image221.png"/><Relationship Id="rId70" Type="http://schemas.openxmlformats.org/officeDocument/2006/relationships/image" Target="../media/image1940.png"/><Relationship Id="rId91" Type="http://schemas.openxmlformats.org/officeDocument/2006/relationships/customXml" Target="../ink/ink258.xml"/><Relationship Id="rId145" Type="http://schemas.openxmlformats.org/officeDocument/2006/relationships/customXml" Target="../ink/ink285.xml"/><Relationship Id="rId166" Type="http://schemas.openxmlformats.org/officeDocument/2006/relationships/customXml" Target="../ink/ink296.xml"/><Relationship Id="rId187" Type="http://schemas.openxmlformats.org/officeDocument/2006/relationships/customXml" Target="../ink/ink307.xml"/><Relationship Id="rId1" Type="http://schemas.openxmlformats.org/officeDocument/2006/relationships/slideLayout" Target="../slideLayouts/slideLayout12.xml"/><Relationship Id="rId212" Type="http://schemas.openxmlformats.org/officeDocument/2006/relationships/image" Target="../media/image263.png"/><Relationship Id="rId233" Type="http://schemas.openxmlformats.org/officeDocument/2006/relationships/customXml" Target="../ink/ink330.xml"/><Relationship Id="rId254" Type="http://schemas.openxmlformats.org/officeDocument/2006/relationships/customXml" Target="../ink/ink341.xml"/><Relationship Id="rId28" Type="http://schemas.openxmlformats.org/officeDocument/2006/relationships/image" Target="../media/image1730.png"/><Relationship Id="rId49" Type="http://schemas.openxmlformats.org/officeDocument/2006/relationships/customXml" Target="../ink/ink237.xml"/><Relationship Id="rId114" Type="http://schemas.openxmlformats.org/officeDocument/2006/relationships/image" Target="../media/image216.png"/><Relationship Id="rId60" Type="http://schemas.openxmlformats.org/officeDocument/2006/relationships/image" Target="../media/image1890.png"/><Relationship Id="rId81" Type="http://schemas.openxmlformats.org/officeDocument/2006/relationships/customXml" Target="../ink/ink253.xml"/><Relationship Id="rId135" Type="http://schemas.openxmlformats.org/officeDocument/2006/relationships/customXml" Target="../ink/ink280.xml"/><Relationship Id="rId156" Type="http://schemas.openxmlformats.org/officeDocument/2006/relationships/customXml" Target="../ink/ink291.xml"/><Relationship Id="rId177" Type="http://schemas.openxmlformats.org/officeDocument/2006/relationships/image" Target="../media/image246.png"/><Relationship Id="rId198" Type="http://schemas.openxmlformats.org/officeDocument/2006/relationships/image" Target="../media/image256.png"/><Relationship Id="rId202" Type="http://schemas.openxmlformats.org/officeDocument/2006/relationships/image" Target="../media/image258.png"/><Relationship Id="rId223" Type="http://schemas.openxmlformats.org/officeDocument/2006/relationships/customXml" Target="../ink/ink325.xml"/><Relationship Id="rId244" Type="http://schemas.openxmlformats.org/officeDocument/2006/relationships/customXml" Target="../ink/ink336.xml"/><Relationship Id="rId18" Type="http://schemas.openxmlformats.org/officeDocument/2006/relationships/image" Target="../media/image1680.png"/><Relationship Id="rId39" Type="http://schemas.openxmlformats.org/officeDocument/2006/relationships/customXml" Target="../ink/ink232.xml"/><Relationship Id="rId265" Type="http://schemas.openxmlformats.org/officeDocument/2006/relationships/image" Target="../media/image288.png"/><Relationship Id="rId50" Type="http://schemas.openxmlformats.org/officeDocument/2006/relationships/image" Target="../media/image1840.png"/><Relationship Id="rId104" Type="http://schemas.openxmlformats.org/officeDocument/2006/relationships/image" Target="../media/image211.png"/><Relationship Id="rId125" Type="http://schemas.openxmlformats.org/officeDocument/2006/relationships/customXml" Target="../ink/ink275.xml"/><Relationship Id="rId146" Type="http://schemas.openxmlformats.org/officeDocument/2006/relationships/image" Target="../media/image232.png"/><Relationship Id="rId167" Type="http://schemas.openxmlformats.org/officeDocument/2006/relationships/image" Target="../media/image242.png"/><Relationship Id="rId188" Type="http://schemas.openxmlformats.org/officeDocument/2006/relationships/image" Target="../media/image251.png"/><Relationship Id="rId71" Type="http://schemas.openxmlformats.org/officeDocument/2006/relationships/customXml" Target="../ink/ink248.xml"/><Relationship Id="rId92" Type="http://schemas.openxmlformats.org/officeDocument/2006/relationships/image" Target="../media/image205.png"/><Relationship Id="rId213" Type="http://schemas.openxmlformats.org/officeDocument/2006/relationships/customXml" Target="../ink/ink320.xml"/><Relationship Id="rId234" Type="http://schemas.openxmlformats.org/officeDocument/2006/relationships/image" Target="../media/image274.png"/><Relationship Id="rId2" Type="http://schemas.openxmlformats.org/officeDocument/2006/relationships/image" Target="../media/image193.png"/><Relationship Id="rId29" Type="http://schemas.openxmlformats.org/officeDocument/2006/relationships/customXml" Target="../ink/ink227.xml"/><Relationship Id="rId255" Type="http://schemas.openxmlformats.org/officeDocument/2006/relationships/customXml" Target="../ink/ink342.xml"/><Relationship Id="rId40" Type="http://schemas.openxmlformats.org/officeDocument/2006/relationships/image" Target="../media/image1790.png"/><Relationship Id="rId115" Type="http://schemas.openxmlformats.org/officeDocument/2006/relationships/customXml" Target="../ink/ink270.xml"/><Relationship Id="rId136" Type="http://schemas.openxmlformats.org/officeDocument/2006/relationships/image" Target="../media/image227.png"/><Relationship Id="rId157" Type="http://schemas.openxmlformats.org/officeDocument/2006/relationships/image" Target="../media/image237.png"/><Relationship Id="rId178" Type="http://schemas.openxmlformats.org/officeDocument/2006/relationships/customXml" Target="../ink/ink302.xml"/><Relationship Id="rId61" Type="http://schemas.openxmlformats.org/officeDocument/2006/relationships/customXml" Target="../ink/ink243.xml"/><Relationship Id="rId82" Type="http://schemas.openxmlformats.org/officeDocument/2006/relationships/image" Target="../media/image200.png"/><Relationship Id="rId199" Type="http://schemas.openxmlformats.org/officeDocument/2006/relationships/customXml" Target="../ink/ink313.xml"/><Relationship Id="rId203" Type="http://schemas.openxmlformats.org/officeDocument/2006/relationships/customXml" Target="../ink/ink315.xml"/><Relationship Id="rId19" Type="http://schemas.openxmlformats.org/officeDocument/2006/relationships/customXml" Target="../ink/ink222.xml"/><Relationship Id="rId224" Type="http://schemas.openxmlformats.org/officeDocument/2006/relationships/image" Target="../media/image269.png"/><Relationship Id="rId245" Type="http://schemas.openxmlformats.org/officeDocument/2006/relationships/image" Target="../media/image279.png"/><Relationship Id="rId266" Type="http://schemas.openxmlformats.org/officeDocument/2006/relationships/customXml" Target="../ink/ink348.xml"/><Relationship Id="rId30" Type="http://schemas.openxmlformats.org/officeDocument/2006/relationships/image" Target="../media/image1740.png"/><Relationship Id="rId105" Type="http://schemas.openxmlformats.org/officeDocument/2006/relationships/customXml" Target="../ink/ink265.xml"/><Relationship Id="rId126" Type="http://schemas.openxmlformats.org/officeDocument/2006/relationships/image" Target="../media/image222.png"/><Relationship Id="rId147" Type="http://schemas.openxmlformats.org/officeDocument/2006/relationships/customXml" Target="../ink/ink286.xml"/><Relationship Id="rId168" Type="http://schemas.openxmlformats.org/officeDocument/2006/relationships/customXml" Target="../ink/ink297.xml"/><Relationship Id="rId51" Type="http://schemas.openxmlformats.org/officeDocument/2006/relationships/customXml" Target="../ink/ink238.xml"/><Relationship Id="rId72" Type="http://schemas.openxmlformats.org/officeDocument/2006/relationships/image" Target="../media/image1950.png"/><Relationship Id="rId93" Type="http://schemas.openxmlformats.org/officeDocument/2006/relationships/customXml" Target="../ink/ink259.xml"/><Relationship Id="rId189" Type="http://schemas.openxmlformats.org/officeDocument/2006/relationships/customXml" Target="../ink/ink308.xml"/><Relationship Id="rId3" Type="http://schemas.openxmlformats.org/officeDocument/2006/relationships/customXml" Target="../ink/ink215.xml"/><Relationship Id="rId214" Type="http://schemas.openxmlformats.org/officeDocument/2006/relationships/image" Target="../media/image264.png"/><Relationship Id="rId235" Type="http://schemas.openxmlformats.org/officeDocument/2006/relationships/customXml" Target="../ink/ink331.xml"/><Relationship Id="rId256" Type="http://schemas.openxmlformats.org/officeDocument/2006/relationships/image" Target="../media/image284.png"/><Relationship Id="rId116" Type="http://schemas.openxmlformats.org/officeDocument/2006/relationships/image" Target="../media/image217.png"/><Relationship Id="rId137" Type="http://schemas.openxmlformats.org/officeDocument/2006/relationships/customXml" Target="../ink/ink281.xml"/><Relationship Id="rId158" Type="http://schemas.openxmlformats.org/officeDocument/2006/relationships/customXml" Target="../ink/ink292.xml"/><Relationship Id="rId20" Type="http://schemas.openxmlformats.org/officeDocument/2006/relationships/image" Target="../media/image1690.png"/><Relationship Id="rId41" Type="http://schemas.openxmlformats.org/officeDocument/2006/relationships/customXml" Target="../ink/ink233.xml"/><Relationship Id="rId62" Type="http://schemas.openxmlformats.org/officeDocument/2006/relationships/image" Target="../media/image1900.png"/><Relationship Id="rId83" Type="http://schemas.openxmlformats.org/officeDocument/2006/relationships/customXml" Target="../ink/ink254.xml"/><Relationship Id="rId179" Type="http://schemas.openxmlformats.org/officeDocument/2006/relationships/customXml" Target="../ink/ink303.xml"/><Relationship Id="rId190" Type="http://schemas.openxmlformats.org/officeDocument/2006/relationships/image" Target="../media/image252.png"/><Relationship Id="rId204" Type="http://schemas.openxmlformats.org/officeDocument/2006/relationships/image" Target="../media/image259.png"/><Relationship Id="rId225" Type="http://schemas.openxmlformats.org/officeDocument/2006/relationships/customXml" Target="../ink/ink326.xml"/><Relationship Id="rId246" Type="http://schemas.openxmlformats.org/officeDocument/2006/relationships/customXml" Target="../ink/ink337.xml"/><Relationship Id="rId267" Type="http://schemas.openxmlformats.org/officeDocument/2006/relationships/image" Target="../media/image289.png"/><Relationship Id="rId106" Type="http://schemas.openxmlformats.org/officeDocument/2006/relationships/image" Target="../media/image212.png"/><Relationship Id="rId127" Type="http://schemas.openxmlformats.org/officeDocument/2006/relationships/customXml" Target="../ink/ink276.xml"/><Relationship Id="rId10" Type="http://schemas.openxmlformats.org/officeDocument/2006/relationships/image" Target="../media/image1640.png"/><Relationship Id="rId31" Type="http://schemas.openxmlformats.org/officeDocument/2006/relationships/customXml" Target="../ink/ink228.xml"/><Relationship Id="rId52" Type="http://schemas.openxmlformats.org/officeDocument/2006/relationships/image" Target="../media/image1850.png"/><Relationship Id="rId73" Type="http://schemas.openxmlformats.org/officeDocument/2006/relationships/customXml" Target="../ink/ink249.xml"/><Relationship Id="rId94" Type="http://schemas.openxmlformats.org/officeDocument/2006/relationships/image" Target="../media/image206.png"/><Relationship Id="rId148" Type="http://schemas.openxmlformats.org/officeDocument/2006/relationships/image" Target="../media/image233.png"/><Relationship Id="rId169" Type="http://schemas.openxmlformats.org/officeDocument/2006/relationships/image" Target="../media/image243.png"/><Relationship Id="rId4" Type="http://schemas.openxmlformats.org/officeDocument/2006/relationships/image" Target="../media/image3.png"/><Relationship Id="rId180" Type="http://schemas.openxmlformats.org/officeDocument/2006/relationships/image" Target="../media/image247.png"/><Relationship Id="rId215" Type="http://schemas.openxmlformats.org/officeDocument/2006/relationships/customXml" Target="../ink/ink321.xml"/><Relationship Id="rId236" Type="http://schemas.openxmlformats.org/officeDocument/2006/relationships/customXml" Target="../ink/ink332.xml"/><Relationship Id="rId257" Type="http://schemas.openxmlformats.org/officeDocument/2006/relationships/customXml" Target="../ink/ink343.xml"/><Relationship Id="rId42" Type="http://schemas.openxmlformats.org/officeDocument/2006/relationships/image" Target="../media/image1800.png"/><Relationship Id="rId84" Type="http://schemas.openxmlformats.org/officeDocument/2006/relationships/image" Target="../media/image201.png"/><Relationship Id="rId138" Type="http://schemas.openxmlformats.org/officeDocument/2006/relationships/image" Target="../media/image228.png"/><Relationship Id="rId191" Type="http://schemas.openxmlformats.org/officeDocument/2006/relationships/customXml" Target="../ink/ink309.xml"/><Relationship Id="rId205" Type="http://schemas.openxmlformats.org/officeDocument/2006/relationships/customXml" Target="../ink/ink316.xml"/><Relationship Id="rId247" Type="http://schemas.openxmlformats.org/officeDocument/2006/relationships/image" Target="../media/image28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customXml" Target="../ink/ink351.xml"/><Relationship Id="rId13" Type="http://schemas.openxmlformats.org/officeDocument/2006/relationships/image" Target="../media/image290.png"/><Relationship Id="rId3" Type="http://schemas.openxmlformats.org/officeDocument/2006/relationships/image" Target="../media/image194.png"/><Relationship Id="rId7" Type="http://schemas.openxmlformats.org/officeDocument/2006/relationships/image" Target="../media/image375.png"/><Relationship Id="rId12" Type="http://schemas.openxmlformats.org/officeDocument/2006/relationships/customXml" Target="../ink/ink353.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customXml" Target="../ink/ink350.xml"/><Relationship Id="rId11" Type="http://schemas.openxmlformats.org/officeDocument/2006/relationships/image" Target="../media/image377.png"/><Relationship Id="rId5" Type="http://schemas.openxmlformats.org/officeDocument/2006/relationships/image" Target="../media/image374.png"/><Relationship Id="rId15" Type="http://schemas.openxmlformats.org/officeDocument/2006/relationships/image" Target="../media/image291.png"/><Relationship Id="rId10" Type="http://schemas.openxmlformats.org/officeDocument/2006/relationships/customXml" Target="../ink/ink352.xml"/><Relationship Id="rId4" Type="http://schemas.openxmlformats.org/officeDocument/2006/relationships/customXml" Target="../ink/ink349.xml"/><Relationship Id="rId9" Type="http://schemas.openxmlformats.org/officeDocument/2006/relationships/image" Target="../media/image376.png"/><Relationship Id="rId14" Type="http://schemas.openxmlformats.org/officeDocument/2006/relationships/customXml" Target="../ink/ink354.xml"/></Relationships>
</file>

<file path=ppt/slides/_rels/slide10.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293.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tx1">
              <a:lumMod val="50000"/>
            </a:schemeClr>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0D78E-F2B3-75DB-82F4-32EA486F4204}"/>
              </a:ext>
            </a:extLst>
          </p:cNvPr>
          <p:cNvSpPr>
            <a:spLocks noGrp="1"/>
          </p:cNvSpPr>
          <p:nvPr>
            <p:ph type="ctrTitle"/>
          </p:nvPr>
        </p:nvSpPr>
        <p:spPr>
          <a:xfrm>
            <a:off x="3722906" y="3700242"/>
            <a:ext cx="3721964" cy="2828129"/>
          </a:xfrm>
        </p:spPr>
        <p:txBody>
          <a:bodyPr anchor="ctr">
            <a:normAutofit/>
          </a:bodyPr>
          <a:lstStyle/>
          <a:p>
            <a:pPr algn="l"/>
            <a:r>
              <a:rPr lang="en-US" dirty="0">
                <a:latin typeface="Segoe UI Semibold" panose="020B0702040204020203" pitchFamily="34" charset="0"/>
                <a:cs typeface="Segoe UI Semibold" panose="020B0702040204020203" pitchFamily="34" charset="0"/>
              </a:rPr>
              <a:t>How does This project work?</a:t>
            </a:r>
          </a:p>
        </p:txBody>
      </p:sp>
      <p:sp>
        <p:nvSpPr>
          <p:cNvPr id="3" name="Subtitle 2">
            <a:extLst>
              <a:ext uri="{FF2B5EF4-FFF2-40B4-BE49-F238E27FC236}">
                <a16:creationId xmlns:a16="http://schemas.microsoft.com/office/drawing/2014/main" id="{5DA576AA-0D8D-3F2F-CB89-AA18C9155E10}"/>
              </a:ext>
            </a:extLst>
          </p:cNvPr>
          <p:cNvSpPr>
            <a:spLocks noGrp="1"/>
          </p:cNvSpPr>
          <p:nvPr>
            <p:ph type="subTitle" idx="1"/>
          </p:nvPr>
        </p:nvSpPr>
        <p:spPr>
          <a:xfrm>
            <a:off x="504497" y="3670158"/>
            <a:ext cx="2908442" cy="2828129"/>
          </a:xfrm>
        </p:spPr>
        <p:txBody>
          <a:bodyPr anchor="ctr">
            <a:normAutofit/>
          </a:bodyPr>
          <a:lstStyle/>
          <a:p>
            <a:pPr algn="r"/>
            <a:r>
              <a:rPr lang="fa-IR" sz="2480" b="1" dirty="0">
                <a:latin typeface="Segoe UI Semibold" panose="020B0702040204020203" pitchFamily="34" charset="0"/>
                <a:cs typeface="Segoe UI Semibold" panose="020B0702040204020203" pitchFamily="34" charset="0"/>
              </a:rPr>
              <a:t>این پروژه به چه صورت کار می کند؟</a:t>
            </a:r>
            <a:endParaRPr lang="en-US" sz="2480" b="1" dirty="0">
              <a:latin typeface="Segoe UI Semibold" panose="020B0702040204020203" pitchFamily="34" charset="0"/>
              <a:cs typeface="Segoe UI Semibold" panose="020B0702040204020203" pitchFamily="34" charset="0"/>
            </a:endParaRPr>
          </a:p>
        </p:txBody>
      </p:sp>
      <p:cxnSp>
        <p:nvCxnSpPr>
          <p:cNvPr id="5" name="Straight Connector 4">
            <a:extLst>
              <a:ext uri="{FF2B5EF4-FFF2-40B4-BE49-F238E27FC236}">
                <a16:creationId xmlns:a16="http://schemas.microsoft.com/office/drawing/2014/main" id="{2D3FB316-B60F-F347-8EDB-4777D361A3D0}"/>
              </a:ext>
            </a:extLst>
          </p:cNvPr>
          <p:cNvCxnSpPr>
            <a:cxnSpLocks/>
          </p:cNvCxnSpPr>
          <p:nvPr/>
        </p:nvCxnSpPr>
        <p:spPr>
          <a:xfrm>
            <a:off x="3565251" y="2977374"/>
            <a:ext cx="0" cy="4384221"/>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8BC7D4F-2918-FE24-D30F-5819FBF44908}"/>
              </a:ext>
            </a:extLst>
          </p:cNvPr>
          <p:cNvSpPr txBox="1"/>
          <p:nvPr/>
        </p:nvSpPr>
        <p:spPr>
          <a:xfrm>
            <a:off x="3869874" y="9065316"/>
            <a:ext cx="3158742" cy="307777"/>
          </a:xfrm>
          <a:prstGeom prst="rect">
            <a:avLst/>
          </a:prstGeom>
          <a:noFill/>
        </p:spPr>
        <p:txBody>
          <a:bodyPr wrap="square" rtlCol="0">
            <a:spAutoFit/>
          </a:bodyPr>
          <a:lstStyle/>
          <a:p>
            <a:pPr algn="r"/>
            <a:r>
              <a:rPr lang="fa-IR" sz="1400" dirty="0">
                <a:solidFill>
                  <a:srgbClr val="FFFF00"/>
                </a:solidFill>
                <a:highlight>
                  <a:srgbClr val="000000"/>
                </a:highlight>
                <a:latin typeface="Segoe UI Semilight" panose="020B0402040204020203" pitchFamily="34" charset="0"/>
                <a:cs typeface="Segoe UI Semilight" panose="020B0402040204020203" pitchFamily="34" charset="0"/>
              </a:rPr>
              <a:t>مجری طرح: دکتر مجید قاسمیان</a:t>
            </a:r>
            <a:endParaRPr lang="en-US" sz="1400" dirty="0">
              <a:solidFill>
                <a:srgbClr val="FFFF00"/>
              </a:solidFill>
              <a:highlight>
                <a:srgbClr val="000000"/>
              </a:highlight>
              <a:latin typeface="Segoe UI Semilight" panose="020B0402040204020203" pitchFamily="34" charset="0"/>
              <a:cs typeface="Segoe UI Semilight" panose="020B0402040204020203" pitchFamily="34" charset="0"/>
            </a:endParaRPr>
          </a:p>
        </p:txBody>
      </p:sp>
      <p:sp>
        <p:nvSpPr>
          <p:cNvPr id="6" name="TextBox 5">
            <a:extLst>
              <a:ext uri="{FF2B5EF4-FFF2-40B4-BE49-F238E27FC236}">
                <a16:creationId xmlns:a16="http://schemas.microsoft.com/office/drawing/2014/main" id="{669BFF42-EAA9-24EA-845B-D3F1F12668E5}"/>
              </a:ext>
            </a:extLst>
          </p:cNvPr>
          <p:cNvSpPr txBox="1"/>
          <p:nvPr/>
        </p:nvSpPr>
        <p:spPr>
          <a:xfrm>
            <a:off x="3869874" y="9535584"/>
            <a:ext cx="3158742" cy="307777"/>
          </a:xfrm>
          <a:prstGeom prst="rect">
            <a:avLst/>
          </a:prstGeom>
          <a:noFill/>
        </p:spPr>
        <p:txBody>
          <a:bodyPr wrap="square" rtlCol="0">
            <a:spAutoFit/>
          </a:bodyPr>
          <a:lstStyle/>
          <a:p>
            <a:pPr algn="r"/>
            <a:r>
              <a:rPr lang="fa-IR" sz="1400" dirty="0">
                <a:solidFill>
                  <a:srgbClr val="FFFF00"/>
                </a:solidFill>
                <a:highlight>
                  <a:srgbClr val="000000"/>
                </a:highlight>
                <a:latin typeface="Segoe UI Semilight" panose="020B0402040204020203" pitchFamily="34" charset="0"/>
                <a:cs typeface="Segoe UI Semilight" panose="020B0402040204020203" pitchFamily="34" charset="0"/>
              </a:rPr>
              <a:t>فن یار/ دستیار فناور:  محمد تقی زاده</a:t>
            </a:r>
            <a:endParaRPr lang="en-US" sz="1400" dirty="0">
              <a:solidFill>
                <a:srgbClr val="FFFF00"/>
              </a:solidFill>
              <a:highlight>
                <a:srgbClr val="000000"/>
              </a:highlight>
              <a:latin typeface="Segoe UI Semilight" panose="020B0402040204020203" pitchFamily="34" charset="0"/>
              <a:cs typeface="Segoe UI Semilight" panose="020B0402040204020203" pitchFamily="34" charset="0"/>
            </a:endParaRPr>
          </a:p>
        </p:txBody>
      </p:sp>
    </p:spTree>
    <p:extLst>
      <p:ext uri="{BB962C8B-B14F-4D97-AF65-F5344CB8AC3E}">
        <p14:creationId xmlns:p14="http://schemas.microsoft.com/office/powerpoint/2010/main" val="133348296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graphicFrame>
        <p:nvGraphicFramePr>
          <p:cNvPr id="62" name="Diagram 61">
            <a:extLst>
              <a:ext uri="{FF2B5EF4-FFF2-40B4-BE49-F238E27FC236}">
                <a16:creationId xmlns:a16="http://schemas.microsoft.com/office/drawing/2014/main" id="{AA4795FC-0C4B-52A3-DF4F-B0CC66170754}"/>
              </a:ext>
            </a:extLst>
          </p:cNvPr>
          <p:cNvGraphicFramePr/>
          <p:nvPr>
            <p:extLst>
              <p:ext uri="{D42A27DB-BD31-4B8C-83A1-F6EECF244321}">
                <p14:modId xmlns:p14="http://schemas.microsoft.com/office/powerpoint/2010/main" val="1157452506"/>
              </p:ext>
            </p:extLst>
          </p:nvPr>
        </p:nvGraphicFramePr>
        <p:xfrm>
          <a:off x="1567834" y="1626197"/>
          <a:ext cx="4241365" cy="8157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02" name="Title 1">
            <a:extLst>
              <a:ext uri="{FF2B5EF4-FFF2-40B4-BE49-F238E27FC236}">
                <a16:creationId xmlns:a16="http://schemas.microsoft.com/office/drawing/2014/main" id="{3C3EDE2F-82B5-CBE8-08F7-7BE67752CF58}"/>
              </a:ext>
            </a:extLst>
          </p:cNvPr>
          <p:cNvSpPr txBox="1">
            <a:spLocks/>
          </p:cNvSpPr>
          <p:nvPr/>
        </p:nvSpPr>
        <p:spPr>
          <a:xfrm>
            <a:off x="337388" y="1"/>
            <a:ext cx="6884895" cy="1192306"/>
          </a:xfrm>
          <a:prstGeom prst="rect">
            <a:avLst/>
          </a:prstGeom>
          <a:noFill/>
        </p:spPr>
        <p:txBody>
          <a:bodyPr vert="horz" lIns="91440" tIns="45720" rIns="91440" bIns="45720" rtlCol="0" anchor="ctr">
            <a:normAutofit/>
          </a:bodyPr>
          <a:lstStyle>
            <a:lvl1pPr algn="l" defTabSz="567019" rtl="0" eaLnBrk="1" latinLnBrk="0" hangingPunct="1">
              <a:lnSpc>
                <a:spcPct val="90000"/>
              </a:lnSpc>
              <a:spcBef>
                <a:spcPct val="0"/>
              </a:spcBef>
              <a:buNone/>
              <a:defRPr sz="2728" kern="1200">
                <a:solidFill>
                  <a:schemeClr val="tx1"/>
                </a:solidFill>
                <a:latin typeface="+mj-lt"/>
                <a:ea typeface="+mj-ea"/>
                <a:cs typeface="+mj-cs"/>
              </a:defRPr>
            </a:lvl1pPr>
          </a:lstStyle>
          <a:p>
            <a:pPr algn="r"/>
            <a:r>
              <a:rPr lang="fa-IR" sz="2400" b="1" dirty="0">
                <a:ln w="0"/>
                <a:solidFill>
                  <a:srgbClr val="C00000"/>
                </a:solidFill>
                <a:effectLst>
                  <a:outerShdw blurRad="38100" dist="19050" dir="2700000" algn="tl" rotWithShape="0">
                    <a:schemeClr val="dk1">
                      <a:alpha val="40000"/>
                    </a:schemeClr>
                  </a:outerShdw>
                </a:effectLst>
                <a:latin typeface="Segoe UI Semilight" panose="020B0402040204020203" pitchFamily="34" charset="0"/>
                <a:cs typeface="Segoe UI Semilight" panose="020B0402040204020203" pitchFamily="34" charset="0"/>
              </a:rPr>
              <a:t>توضیحات: </a:t>
            </a:r>
            <a:r>
              <a:rPr lang="fa-IR" sz="2000" b="1" dirty="0">
                <a:ln w="0"/>
                <a:solidFill>
                  <a:schemeClr val="tx1">
                    <a:lumMod val="95000"/>
                    <a:lumOff val="5000"/>
                  </a:schemeClr>
                </a:solidFill>
                <a:effectLst>
                  <a:outerShdw blurRad="38100" dist="19050" dir="2700000" algn="tl" rotWithShape="0">
                    <a:schemeClr val="dk1">
                      <a:alpha val="40000"/>
                    </a:schemeClr>
                  </a:outerShdw>
                </a:effectLst>
                <a:latin typeface="Segoe UI Semilight" panose="020B0402040204020203" pitchFamily="34" charset="0"/>
                <a:cs typeface="Segoe UI Semilight" panose="020B0402040204020203" pitchFamily="34" charset="0"/>
              </a:rPr>
              <a:t>شرح کلی ساختار اپلیکیشن</a:t>
            </a:r>
            <a:endParaRPr lang="en-US" sz="2000" b="1" dirty="0">
              <a:ln w="0"/>
              <a:solidFill>
                <a:schemeClr val="tx1">
                  <a:lumMod val="95000"/>
                  <a:lumOff val="5000"/>
                </a:schemeClr>
              </a:solidFill>
              <a:effectLst>
                <a:outerShdw blurRad="38100" dist="19050" dir="2700000" algn="tl" rotWithShape="0">
                  <a:schemeClr val="dk1">
                    <a:alpha val="40000"/>
                  </a:schemeClr>
                </a:outerShdw>
              </a:effectLst>
            </a:endParaRPr>
          </a:p>
        </p:txBody>
      </p:sp>
      <p:sp>
        <p:nvSpPr>
          <p:cNvPr id="503" name="Rectangle 502">
            <a:extLst>
              <a:ext uri="{FF2B5EF4-FFF2-40B4-BE49-F238E27FC236}">
                <a16:creationId xmlns:a16="http://schemas.microsoft.com/office/drawing/2014/main" id="{A37815FB-4915-2D4D-A269-4690FD472836}"/>
              </a:ext>
            </a:extLst>
          </p:cNvPr>
          <p:cNvSpPr/>
          <p:nvPr/>
        </p:nvSpPr>
        <p:spPr>
          <a:xfrm>
            <a:off x="368905" y="1189607"/>
            <a:ext cx="6884895" cy="62753"/>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TextBox 518">
            <a:extLst>
              <a:ext uri="{FF2B5EF4-FFF2-40B4-BE49-F238E27FC236}">
                <a16:creationId xmlns:a16="http://schemas.microsoft.com/office/drawing/2014/main" id="{20608F23-20AC-45C4-5973-41DDD34F0A42}"/>
              </a:ext>
            </a:extLst>
          </p:cNvPr>
          <p:cNvSpPr txBox="1"/>
          <p:nvPr/>
        </p:nvSpPr>
        <p:spPr>
          <a:xfrm>
            <a:off x="494413" y="4267025"/>
            <a:ext cx="2779059" cy="1338828"/>
          </a:xfrm>
          <a:prstGeom prst="rect">
            <a:avLst/>
          </a:prstGeom>
          <a:noFill/>
        </p:spPr>
        <p:txBody>
          <a:bodyPr wrap="square">
            <a:spAutoFit/>
          </a:bodyPr>
          <a:lstStyle/>
          <a:p>
            <a:pPr marL="285750" lvl="0" indent="-285750" algn="r" defTabSz="800100">
              <a:lnSpc>
                <a:spcPct val="90000"/>
              </a:lnSpc>
              <a:spcBef>
                <a:spcPct val="0"/>
              </a:spcBef>
              <a:spcAft>
                <a:spcPct val="35000"/>
              </a:spcAft>
              <a:buFont typeface="Wingdings" panose="05000000000000000000" pitchFamily="2" charset="2"/>
              <a:buChar char="q"/>
            </a:pPr>
            <a:r>
              <a:rPr lang="fa-IR" sz="1800" b="1" kern="1200" dirty="0"/>
              <a:t>به صورت خیلی ساده, این دو بخش, با استفاده از درخواست های </a:t>
            </a:r>
            <a:br>
              <a:rPr lang="en-US" sz="1800" b="1" kern="1200" dirty="0"/>
            </a:br>
            <a:r>
              <a:rPr lang="en-US" sz="1800" b="1" kern="1200" dirty="0"/>
              <a:t>HTTP</a:t>
            </a:r>
            <a:br>
              <a:rPr lang="en-US" sz="1800" b="1" kern="1200" dirty="0"/>
            </a:br>
            <a:r>
              <a:rPr lang="fa-IR" sz="1800" b="1" kern="1200" dirty="0"/>
              <a:t>با یکدیگر در ارتباط هستند.</a:t>
            </a:r>
            <a:endParaRPr lang="en-US" sz="1800" kern="1200" dirty="0"/>
          </a:p>
        </p:txBody>
      </p:sp>
      <p:sp>
        <p:nvSpPr>
          <p:cNvPr id="521" name="TextBox 520">
            <a:extLst>
              <a:ext uri="{FF2B5EF4-FFF2-40B4-BE49-F238E27FC236}">
                <a16:creationId xmlns:a16="http://schemas.microsoft.com/office/drawing/2014/main" id="{97D69BFE-A132-8647-F0D2-3C8FFE0ED856}"/>
              </a:ext>
            </a:extLst>
          </p:cNvPr>
          <p:cNvSpPr txBox="1"/>
          <p:nvPr/>
        </p:nvSpPr>
        <p:spPr>
          <a:xfrm>
            <a:off x="-630656" y="2815803"/>
            <a:ext cx="3904128" cy="1089529"/>
          </a:xfrm>
          <a:prstGeom prst="rect">
            <a:avLst/>
          </a:prstGeom>
          <a:noFill/>
        </p:spPr>
        <p:txBody>
          <a:bodyPr wrap="square">
            <a:spAutoFit/>
          </a:bodyPr>
          <a:lstStyle/>
          <a:p>
            <a:pPr marL="285750" lvl="0" indent="-285750" algn="r" defTabSz="800100">
              <a:lnSpc>
                <a:spcPct val="90000"/>
              </a:lnSpc>
              <a:spcBef>
                <a:spcPct val="0"/>
              </a:spcBef>
              <a:spcAft>
                <a:spcPct val="35000"/>
              </a:spcAft>
              <a:buFont typeface="Wingdings" panose="05000000000000000000" pitchFamily="2" charset="2"/>
              <a:buChar char="q"/>
            </a:pPr>
            <a:r>
              <a:rPr lang="fa-IR" sz="1800" b="1" kern="1200" dirty="0"/>
              <a:t>در این نرم افزار, به صورت مستقل</a:t>
            </a:r>
            <a:br>
              <a:rPr lang="fa-IR" sz="1800" b="1" kern="1200" dirty="0"/>
            </a:br>
            <a:r>
              <a:rPr lang="en-US" sz="1800" b="1" kern="1200" dirty="0"/>
              <a:t>React</a:t>
            </a:r>
            <a:br>
              <a:rPr lang="en-US" sz="1800" b="1" kern="1200" dirty="0"/>
            </a:br>
            <a:r>
              <a:rPr lang="en-US" sz="1800" b="1" kern="1200" dirty="0"/>
              <a:t>Django</a:t>
            </a:r>
            <a:br>
              <a:rPr lang="en-US" sz="1800" b="1" kern="1200" dirty="0"/>
            </a:br>
            <a:r>
              <a:rPr lang="fa-IR" sz="1800" b="1" kern="1200" dirty="0"/>
              <a:t>استفاده شده است.</a:t>
            </a:r>
            <a:endParaRPr lang="en-US" sz="1800" kern="1200" dirty="0"/>
          </a:p>
        </p:txBody>
      </p:sp>
      <p:sp>
        <p:nvSpPr>
          <p:cNvPr id="523" name="TextBox 522">
            <a:extLst>
              <a:ext uri="{FF2B5EF4-FFF2-40B4-BE49-F238E27FC236}">
                <a16:creationId xmlns:a16="http://schemas.microsoft.com/office/drawing/2014/main" id="{B3611978-B9FF-00BC-912B-9AD4E3B9617E}"/>
              </a:ext>
            </a:extLst>
          </p:cNvPr>
          <p:cNvSpPr txBox="1"/>
          <p:nvPr/>
        </p:nvSpPr>
        <p:spPr>
          <a:xfrm>
            <a:off x="3491830" y="2679243"/>
            <a:ext cx="3714804" cy="3364704"/>
          </a:xfrm>
          <a:prstGeom prst="rect">
            <a:avLst/>
          </a:prstGeom>
          <a:noFill/>
        </p:spPr>
        <p:txBody>
          <a:bodyPr wrap="square">
            <a:spAutoFit/>
          </a:bodyPr>
          <a:lstStyle/>
          <a:p>
            <a:pPr marL="742950" lvl="1" indent="-285750" algn="r">
              <a:lnSpc>
                <a:spcPct val="150000"/>
              </a:lnSpc>
              <a:buFont typeface="Wingdings" panose="05000000000000000000" pitchFamily="2" charset="2"/>
              <a:buChar char="q"/>
            </a:pPr>
            <a:r>
              <a:rPr lang="fa-IR" b="1" dirty="0">
                <a:latin typeface="Segoe UI Semilight" panose="020B0402040204020203" pitchFamily="34" charset="0"/>
                <a:cs typeface="Segoe UI Semilight" panose="020B0402040204020203" pitchFamily="34" charset="0"/>
              </a:rPr>
              <a:t>اپلیکیشن</a:t>
            </a:r>
          </a:p>
          <a:p>
            <a:pPr lvl="1" algn="r">
              <a:lnSpc>
                <a:spcPct val="150000"/>
              </a:lnSpc>
            </a:pPr>
            <a:r>
              <a:rPr lang="en-US" b="1" i="1" dirty="0">
                <a:highlight>
                  <a:srgbClr val="FFFF00"/>
                </a:highlight>
                <a:latin typeface="Segoe UI Semilight" panose="020B0402040204020203" pitchFamily="34" charset="0"/>
                <a:cs typeface="Segoe UI Semilight" panose="020B0402040204020203" pitchFamily="34" charset="0"/>
              </a:rPr>
              <a:t>React</a:t>
            </a:r>
            <a:r>
              <a:rPr lang="en-US" b="1" dirty="0">
                <a:highlight>
                  <a:srgbClr val="FFFF00"/>
                </a:highlight>
                <a:latin typeface="Segoe UI Semilight" panose="020B0402040204020203" pitchFamily="34" charset="0"/>
                <a:cs typeface="Segoe UI Semilight" panose="020B0402040204020203" pitchFamily="34" charset="0"/>
              </a:rPr>
              <a:t> </a:t>
            </a:r>
            <a:endParaRPr lang="fa-IR" b="1" dirty="0">
              <a:highlight>
                <a:srgbClr val="FFFF00"/>
              </a:highlight>
              <a:latin typeface="Segoe UI Semilight" panose="020B0402040204020203" pitchFamily="34" charset="0"/>
              <a:cs typeface="Segoe UI Semilight" panose="020B0402040204020203" pitchFamily="34" charset="0"/>
            </a:endParaRPr>
          </a:p>
          <a:p>
            <a:pPr lvl="1" algn="r">
              <a:lnSpc>
                <a:spcPct val="150000"/>
              </a:lnSpc>
            </a:pPr>
            <a:r>
              <a:rPr lang="fa-IR" b="1" dirty="0">
                <a:latin typeface="Segoe UI Semilight" panose="020B0402040204020203" pitchFamily="34" charset="0"/>
                <a:cs typeface="Segoe UI Semilight" panose="020B0402040204020203" pitchFamily="34" charset="0"/>
              </a:rPr>
              <a:t>تحت پوشش </a:t>
            </a:r>
            <a:br>
              <a:rPr lang="en-US" b="1" dirty="0">
                <a:latin typeface="Segoe UI Semilight" panose="020B0402040204020203" pitchFamily="34" charset="0"/>
                <a:cs typeface="Segoe UI Semilight" panose="020B0402040204020203" pitchFamily="34" charset="0"/>
              </a:rPr>
            </a:br>
            <a:r>
              <a:rPr lang="en-US" b="1" i="1" dirty="0">
                <a:highlight>
                  <a:srgbClr val="FFFF00"/>
                </a:highlight>
                <a:latin typeface="Segoe UI Semilight" panose="020B0402040204020203" pitchFamily="34" charset="0"/>
                <a:cs typeface="Segoe UI Semilight" panose="020B0402040204020203" pitchFamily="34" charset="0"/>
              </a:rPr>
              <a:t>Electron.js</a:t>
            </a:r>
          </a:p>
          <a:p>
            <a:pPr lvl="1" algn="r">
              <a:lnSpc>
                <a:spcPct val="150000"/>
              </a:lnSpc>
            </a:pPr>
            <a:r>
              <a:rPr lang="fa-IR" b="1" dirty="0">
                <a:latin typeface="Segoe UI Semilight" panose="020B0402040204020203" pitchFamily="34" charset="0"/>
                <a:cs typeface="Segoe UI Semilight" panose="020B0402040204020203" pitchFamily="34" charset="0"/>
              </a:rPr>
              <a:t>فعالیت می کند.</a:t>
            </a:r>
          </a:p>
          <a:p>
            <a:pPr lvl="1" algn="r">
              <a:lnSpc>
                <a:spcPct val="150000"/>
              </a:lnSpc>
            </a:pPr>
            <a:r>
              <a:rPr lang="fa-IR" b="1" dirty="0">
                <a:latin typeface="Segoe UI Semilight" panose="020B0402040204020203" pitchFamily="34" charset="0"/>
                <a:cs typeface="Segoe UI Semilight" panose="020B0402040204020203" pitchFamily="34" charset="0"/>
              </a:rPr>
              <a:t>که به آن اجازه می دهد, بدون هیچ مشکلی, تحت ویندوز اجراء شود.</a:t>
            </a:r>
          </a:p>
          <a:p>
            <a:pPr lvl="1" algn="r">
              <a:lnSpc>
                <a:spcPct val="150000"/>
              </a:lnSpc>
            </a:pPr>
            <a:endParaRPr lang="en-US" b="1" dirty="0">
              <a:latin typeface="Segoe UI Semilight" panose="020B0402040204020203" pitchFamily="34" charset="0"/>
              <a:cs typeface="Segoe UI Semilight" panose="020B0402040204020203" pitchFamily="34" charset="0"/>
            </a:endParaRPr>
          </a:p>
        </p:txBody>
      </p:sp>
      <p:sp>
        <p:nvSpPr>
          <p:cNvPr id="525" name="TextBox 524">
            <a:extLst>
              <a:ext uri="{FF2B5EF4-FFF2-40B4-BE49-F238E27FC236}">
                <a16:creationId xmlns:a16="http://schemas.microsoft.com/office/drawing/2014/main" id="{EE2980D2-5A79-0C2F-9BE1-2CD4D43E2F05}"/>
              </a:ext>
            </a:extLst>
          </p:cNvPr>
          <p:cNvSpPr txBox="1"/>
          <p:nvPr/>
        </p:nvSpPr>
        <p:spPr>
          <a:xfrm>
            <a:off x="3273472" y="5943246"/>
            <a:ext cx="3980328" cy="419570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285750" indent="-285750" algn="r">
              <a:lnSpc>
                <a:spcPct val="150000"/>
              </a:lnSpc>
              <a:buFont typeface="Wingdings" panose="05000000000000000000" pitchFamily="2" charset="2"/>
              <a:buChar char="q"/>
            </a:pPr>
            <a:r>
              <a:rPr lang="fa-IR" b="1" dirty="0">
                <a:latin typeface="Segoe UI Semilight" panose="020B0402040204020203" pitchFamily="34" charset="0"/>
                <a:cs typeface="Segoe UI Semilight" panose="020B0402040204020203" pitchFamily="34" charset="0"/>
              </a:rPr>
              <a:t>استفاده از &lt;</a:t>
            </a:r>
            <a:r>
              <a:rPr lang="fa-IR" b="1" dirty="0">
                <a:highlight>
                  <a:srgbClr val="00FF00"/>
                </a:highlight>
                <a:latin typeface="Segoe UI Semilight" panose="020B0402040204020203" pitchFamily="34" charset="0"/>
                <a:cs typeface="Segoe UI Semilight" panose="020B0402040204020203" pitchFamily="34" charset="0"/>
              </a:rPr>
              <a:t>جنگو</a:t>
            </a:r>
            <a:r>
              <a:rPr lang="fa-IR" b="1" dirty="0">
                <a:latin typeface="Segoe UI Semilight" panose="020B0402040204020203" pitchFamily="34" charset="0"/>
                <a:cs typeface="Segoe UI Semilight" panose="020B0402040204020203" pitchFamily="34" charset="0"/>
              </a:rPr>
              <a:t>&gt; در این پروژه برای سهولت اضافه کردن اطلاعات به </a:t>
            </a:r>
            <a:r>
              <a:rPr lang="fa-IR" b="1" dirty="0">
                <a:highlight>
                  <a:srgbClr val="00FF00"/>
                </a:highlight>
                <a:latin typeface="Segoe UI Semilight" panose="020B0402040204020203" pitchFamily="34" charset="0"/>
                <a:cs typeface="Segoe UI Semilight" panose="020B0402040204020203" pitchFamily="34" charset="0"/>
              </a:rPr>
              <a:t>شِمای</a:t>
            </a:r>
            <a:r>
              <a:rPr lang="fa-IR" b="1" dirty="0">
                <a:highlight>
                  <a:srgbClr val="008000"/>
                </a:highlight>
                <a:latin typeface="Segoe UI Semilight" panose="020B0402040204020203" pitchFamily="34" charset="0"/>
                <a:cs typeface="Segoe UI Semilight" panose="020B0402040204020203" pitchFamily="34" charset="0"/>
              </a:rPr>
              <a:t> </a:t>
            </a:r>
            <a:r>
              <a:rPr lang="fa-IR" b="1" dirty="0">
                <a:highlight>
                  <a:srgbClr val="00FF00"/>
                </a:highlight>
                <a:latin typeface="Segoe UI Semilight" panose="020B0402040204020203" pitchFamily="34" charset="0"/>
                <a:cs typeface="Segoe UI Semilight" panose="020B0402040204020203" pitchFamily="34" charset="0"/>
              </a:rPr>
              <a:t>پایگاه داده </a:t>
            </a:r>
            <a:r>
              <a:rPr lang="fa-IR" b="1" dirty="0">
                <a:latin typeface="Segoe UI Semilight" panose="020B0402040204020203" pitchFamily="34" charset="0"/>
                <a:cs typeface="Segoe UI Semilight" panose="020B0402040204020203" pitchFamily="34" charset="0"/>
              </a:rPr>
              <a:t>می باشد.</a:t>
            </a:r>
          </a:p>
          <a:p>
            <a:pPr algn="r">
              <a:lnSpc>
                <a:spcPct val="150000"/>
              </a:lnSpc>
            </a:pPr>
            <a:r>
              <a:rPr lang="fa-IR" b="1" dirty="0">
                <a:highlight>
                  <a:srgbClr val="FFFF00"/>
                </a:highlight>
                <a:latin typeface="Segoe UI Semilight" panose="020B0402040204020203" pitchFamily="34" charset="0"/>
                <a:cs typeface="Segoe UI Semilight" panose="020B0402040204020203" pitchFamily="34" charset="0"/>
              </a:rPr>
              <a:t>کاربر نهایی ما, هیچ تعاملی با &lt;جنگو&gt; ندارد.</a:t>
            </a:r>
            <a:br>
              <a:rPr lang="fa-IR" b="1" dirty="0">
                <a:highlight>
                  <a:srgbClr val="800000"/>
                </a:highlight>
                <a:latin typeface="Segoe UI Semilight" panose="020B0402040204020203" pitchFamily="34" charset="0"/>
                <a:cs typeface="Segoe UI Semilight" panose="020B0402040204020203" pitchFamily="34" charset="0"/>
              </a:rPr>
            </a:br>
            <a:r>
              <a:rPr lang="fa-IR" b="1" i="1" dirty="0">
                <a:highlight>
                  <a:srgbClr val="00FFFF"/>
                </a:highlight>
                <a:latin typeface="Segoe UI Semilight" panose="020B0402040204020203" pitchFamily="34" charset="0"/>
                <a:cs typeface="Segoe UI Semilight" panose="020B0402040204020203" pitchFamily="34" charset="0"/>
              </a:rPr>
              <a:t>تمامی اپلیکیشن به صورت </a:t>
            </a:r>
          </a:p>
          <a:p>
            <a:pPr algn="r">
              <a:lnSpc>
                <a:spcPct val="150000"/>
              </a:lnSpc>
            </a:pPr>
            <a:r>
              <a:rPr lang="en-US" b="1" i="1" dirty="0">
                <a:highlight>
                  <a:srgbClr val="00FFFF"/>
                </a:highlight>
                <a:latin typeface="Segoe UI Semilight" panose="020B0402040204020203" pitchFamily="34" charset="0"/>
                <a:cs typeface="Segoe UI Semilight" panose="020B0402040204020203" pitchFamily="34" charset="0"/>
              </a:rPr>
              <a:t>Local </a:t>
            </a:r>
            <a:endParaRPr lang="fa-IR" b="1" i="1" dirty="0">
              <a:highlight>
                <a:srgbClr val="00FFFF"/>
              </a:highlight>
              <a:latin typeface="Segoe UI Semilight" panose="020B0402040204020203" pitchFamily="34" charset="0"/>
              <a:cs typeface="Segoe UI Semilight" panose="020B0402040204020203" pitchFamily="34" charset="0"/>
            </a:endParaRPr>
          </a:p>
          <a:p>
            <a:pPr algn="r">
              <a:lnSpc>
                <a:spcPct val="150000"/>
              </a:lnSpc>
            </a:pPr>
            <a:r>
              <a:rPr lang="fa-IR" b="1" i="1" dirty="0">
                <a:highlight>
                  <a:srgbClr val="00FFFF"/>
                </a:highlight>
                <a:latin typeface="Segoe UI Semilight" panose="020B0402040204020203" pitchFamily="34" charset="0"/>
                <a:cs typeface="Segoe UI Semilight" panose="020B0402040204020203" pitchFamily="34" charset="0"/>
              </a:rPr>
              <a:t>در رایانه کاربر به اجرا در خواهد آمد </a:t>
            </a:r>
            <a:r>
              <a:rPr lang="fa-IR" b="1" dirty="0">
                <a:latin typeface="Segoe UI Semilight" panose="020B0402040204020203" pitchFamily="34" charset="0"/>
                <a:cs typeface="Segoe UI Semilight" panose="020B0402040204020203" pitchFamily="34" charset="0"/>
              </a:rPr>
              <a:t>و برای استفاده, نیازی به اتصال به اینترنت نیست. 	</a:t>
            </a:r>
          </a:p>
        </p:txBody>
      </p:sp>
    </p:spTree>
    <p:extLst>
      <p:ext uri="{BB962C8B-B14F-4D97-AF65-F5344CB8AC3E}">
        <p14:creationId xmlns:p14="http://schemas.microsoft.com/office/powerpoint/2010/main" val="3817203466"/>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DC1EF-1529-F539-C1FE-CA653E74D7AA}"/>
              </a:ext>
            </a:extLst>
          </p:cNvPr>
          <p:cNvSpPr>
            <a:spLocks noGrp="1"/>
          </p:cNvSpPr>
          <p:nvPr>
            <p:ph type="title"/>
          </p:nvPr>
        </p:nvSpPr>
        <p:spPr>
          <a:xfrm>
            <a:off x="337388" y="1"/>
            <a:ext cx="6884895" cy="1192306"/>
          </a:xfrm>
          <a:noFill/>
        </p:spPr>
        <p:txBody>
          <a:bodyPr>
            <a:normAutofit/>
          </a:bodyPr>
          <a:lstStyle/>
          <a:p>
            <a:pPr algn="r"/>
            <a:r>
              <a:rPr lang="fa-IR" sz="2400" b="1" dirty="0">
                <a:ln w="0"/>
                <a:solidFill>
                  <a:srgbClr val="C00000"/>
                </a:solidFill>
                <a:effectLst>
                  <a:outerShdw blurRad="38100" dist="19050" dir="2700000" algn="tl" rotWithShape="0">
                    <a:schemeClr val="dk1">
                      <a:alpha val="40000"/>
                    </a:schemeClr>
                  </a:outerShdw>
                </a:effectLst>
                <a:latin typeface="Segoe UI Semilight" panose="020B0402040204020203" pitchFamily="34" charset="0"/>
                <a:cs typeface="Segoe UI Semilight" panose="020B0402040204020203" pitchFamily="34" charset="0"/>
              </a:rPr>
              <a:t>شماتیک: </a:t>
            </a:r>
            <a:r>
              <a:rPr lang="fa-IR" sz="2000" b="1" dirty="0">
                <a:ln w="0"/>
                <a:solidFill>
                  <a:schemeClr val="tx1">
                    <a:lumMod val="95000"/>
                    <a:lumOff val="5000"/>
                  </a:schemeClr>
                </a:solidFill>
                <a:effectLst>
                  <a:outerShdw blurRad="38100" dist="19050" dir="2700000" algn="tl" rotWithShape="0">
                    <a:schemeClr val="dk1">
                      <a:alpha val="40000"/>
                    </a:schemeClr>
                  </a:outerShdw>
                </a:effectLst>
                <a:latin typeface="Segoe UI Semilight" panose="020B0402040204020203" pitchFamily="34" charset="0"/>
                <a:cs typeface="Segoe UI Semilight" panose="020B0402040204020203" pitchFamily="34" charset="0"/>
              </a:rPr>
              <a:t>مدل انتزاعی از کل فرایند عملیاتی نرم افزار</a:t>
            </a:r>
            <a:endParaRPr lang="en-US" sz="2000" b="1" dirty="0">
              <a:ln w="0"/>
              <a:solidFill>
                <a:schemeClr val="tx1">
                  <a:lumMod val="95000"/>
                  <a:lumOff val="5000"/>
                </a:schemeClr>
              </a:solidFill>
              <a:effectLst>
                <a:outerShdw blurRad="38100" dist="19050" dir="2700000" algn="tl" rotWithShape="0">
                  <a:schemeClr val="dk1">
                    <a:alpha val="40000"/>
                  </a:schemeClr>
                </a:outerShdw>
              </a:effectLst>
            </a:endParaRPr>
          </a:p>
        </p:txBody>
      </p:sp>
      <p:graphicFrame>
        <p:nvGraphicFramePr>
          <p:cNvPr id="474" name="Content Placeholder 3">
            <a:extLst>
              <a:ext uri="{FF2B5EF4-FFF2-40B4-BE49-F238E27FC236}">
                <a16:creationId xmlns:a16="http://schemas.microsoft.com/office/drawing/2014/main" id="{02FB01A6-26E2-8197-0EE6-4D8C70B7C58B}"/>
              </a:ext>
            </a:extLst>
          </p:cNvPr>
          <p:cNvGraphicFramePr>
            <a:graphicFrameLocks noGrp="1"/>
          </p:cNvGraphicFramePr>
          <p:nvPr>
            <p:ph sz="quarter" idx="13"/>
            <p:extLst>
              <p:ext uri="{D42A27DB-BD31-4B8C-83A1-F6EECF244321}">
                <p14:modId xmlns:p14="http://schemas.microsoft.com/office/powerpoint/2010/main" val="3821342367"/>
              </p:ext>
            </p:extLst>
          </p:nvPr>
        </p:nvGraphicFramePr>
        <p:xfrm>
          <a:off x="1321829" y="3703954"/>
          <a:ext cx="4916016" cy="66248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71" name="Group 470">
            <a:extLst>
              <a:ext uri="{FF2B5EF4-FFF2-40B4-BE49-F238E27FC236}">
                <a16:creationId xmlns:a16="http://schemas.microsoft.com/office/drawing/2014/main" id="{8B1E073C-C295-3DC6-5E38-1E20D78B3670}"/>
              </a:ext>
            </a:extLst>
          </p:cNvPr>
          <p:cNvGrpSpPr/>
          <p:nvPr/>
        </p:nvGrpSpPr>
        <p:grpSpPr>
          <a:xfrm>
            <a:off x="1043923" y="1531655"/>
            <a:ext cx="5279176" cy="3170878"/>
            <a:chOff x="129857" y="2260894"/>
            <a:chExt cx="6589350" cy="5131745"/>
          </a:xfrm>
        </p:grpSpPr>
        <p:grpSp>
          <p:nvGrpSpPr>
            <p:cNvPr id="73" name="Group 72">
              <a:extLst>
                <a:ext uri="{FF2B5EF4-FFF2-40B4-BE49-F238E27FC236}">
                  <a16:creationId xmlns:a16="http://schemas.microsoft.com/office/drawing/2014/main" id="{7C2ADFBD-C581-6569-40E4-E34B36EDFAFB}"/>
                </a:ext>
              </a:extLst>
            </p:cNvPr>
            <p:cNvGrpSpPr/>
            <p:nvPr/>
          </p:nvGrpSpPr>
          <p:grpSpPr>
            <a:xfrm>
              <a:off x="1338489" y="2260894"/>
              <a:ext cx="5380718" cy="3829663"/>
              <a:chOff x="1452789" y="2881379"/>
              <a:chExt cx="3194388" cy="1417951"/>
            </a:xfrm>
          </p:grpSpPr>
          <mc:AlternateContent xmlns:mc="http://schemas.openxmlformats.org/markup-compatibility/2006" xmlns:p14="http://schemas.microsoft.com/office/powerpoint/2010/main">
            <mc:Choice Requires="p14">
              <p:contentPart p14:bwMode="auto" r:id="rId7">
                <p14:nvContentPartPr>
                  <p14:cNvPr id="93" name="Ink 92">
                    <a:extLst>
                      <a:ext uri="{FF2B5EF4-FFF2-40B4-BE49-F238E27FC236}">
                        <a16:creationId xmlns:a16="http://schemas.microsoft.com/office/drawing/2014/main" id="{5002CACF-FAE9-2E81-FBF7-F1FD1264BBEF}"/>
                      </a:ext>
                    </a:extLst>
                  </p14:cNvPr>
                  <p14:cNvContentPartPr/>
                  <p14:nvPr/>
                </p14:nvContentPartPr>
                <p14:xfrm>
                  <a:off x="3224827" y="3203049"/>
                  <a:ext cx="871223" cy="679031"/>
                </p14:xfrm>
              </p:contentPart>
            </mc:Choice>
            <mc:Fallback xmlns="">
              <p:pic>
                <p:nvPicPr>
                  <p:cNvPr id="93" name="Ink 92">
                    <a:extLst>
                      <a:ext uri="{FF2B5EF4-FFF2-40B4-BE49-F238E27FC236}">
                        <a16:creationId xmlns:a16="http://schemas.microsoft.com/office/drawing/2014/main" id="{5002CACF-FAE9-2E81-FBF7-F1FD1264BBEF}"/>
                      </a:ext>
                    </a:extLst>
                  </p:cNvPr>
                  <p:cNvPicPr/>
                  <p:nvPr/>
                </p:nvPicPr>
                <p:blipFill>
                  <a:blip r:embed="rId8"/>
                  <a:stretch>
                    <a:fillRect/>
                  </a:stretch>
                </p:blipFill>
                <p:spPr>
                  <a:xfrm>
                    <a:off x="3218156" y="3197655"/>
                    <a:ext cx="884298" cy="689604"/>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4" name="Ink 93">
                    <a:extLst>
                      <a:ext uri="{FF2B5EF4-FFF2-40B4-BE49-F238E27FC236}">
                        <a16:creationId xmlns:a16="http://schemas.microsoft.com/office/drawing/2014/main" id="{B970767F-B486-E2C0-994A-7B5406CFAA67}"/>
                      </a:ext>
                    </a:extLst>
                  </p14:cNvPr>
                  <p14:cNvContentPartPr/>
                  <p14:nvPr/>
                </p14:nvContentPartPr>
                <p14:xfrm>
                  <a:off x="3281971" y="3141441"/>
                  <a:ext cx="1365206" cy="909616"/>
                </p14:xfrm>
              </p:contentPart>
            </mc:Choice>
            <mc:Fallback xmlns="">
              <p:pic>
                <p:nvPicPr>
                  <p:cNvPr id="94" name="Ink 93">
                    <a:extLst>
                      <a:ext uri="{FF2B5EF4-FFF2-40B4-BE49-F238E27FC236}">
                        <a16:creationId xmlns:a16="http://schemas.microsoft.com/office/drawing/2014/main" id="{B970767F-B486-E2C0-994A-7B5406CFAA67}"/>
                      </a:ext>
                    </a:extLst>
                  </p:cNvPr>
                  <p:cNvPicPr/>
                  <p:nvPr/>
                </p:nvPicPr>
                <p:blipFill>
                  <a:blip r:embed="rId10"/>
                  <a:stretch>
                    <a:fillRect/>
                  </a:stretch>
                </p:blipFill>
                <p:spPr>
                  <a:xfrm>
                    <a:off x="3275302" y="3136048"/>
                    <a:ext cx="1378277" cy="920185"/>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5" name="Ink 94">
                    <a:extLst>
                      <a:ext uri="{FF2B5EF4-FFF2-40B4-BE49-F238E27FC236}">
                        <a16:creationId xmlns:a16="http://schemas.microsoft.com/office/drawing/2014/main" id="{E1704BFF-BA9C-4DC2-BD14-A4CCB4CB6763}"/>
                      </a:ext>
                    </a:extLst>
                  </p14:cNvPr>
                  <p14:cNvContentPartPr/>
                  <p14:nvPr/>
                </p14:nvContentPartPr>
                <p14:xfrm>
                  <a:off x="3204415" y="3300463"/>
                  <a:ext cx="223" cy="223"/>
                </p14:xfrm>
              </p:contentPart>
            </mc:Choice>
            <mc:Fallback xmlns="">
              <p:pic>
                <p:nvPicPr>
                  <p:cNvPr id="95" name="Ink 94">
                    <a:extLst>
                      <a:ext uri="{FF2B5EF4-FFF2-40B4-BE49-F238E27FC236}">
                        <a16:creationId xmlns:a16="http://schemas.microsoft.com/office/drawing/2014/main" id="{E1704BFF-BA9C-4DC2-BD14-A4CCB4CB6763}"/>
                      </a:ext>
                    </a:extLst>
                  </p:cNvPr>
                  <p:cNvPicPr/>
                  <p:nvPr/>
                </p:nvPicPr>
                <p:blipFill>
                  <a:blip r:embed="rId12"/>
                  <a:stretch>
                    <a:fillRect/>
                  </a:stretch>
                </p:blipFill>
                <p:spPr>
                  <a:xfrm>
                    <a:off x="3198840" y="3294888"/>
                    <a:ext cx="11150" cy="1115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6" name="Ink 95">
                    <a:extLst>
                      <a:ext uri="{FF2B5EF4-FFF2-40B4-BE49-F238E27FC236}">
                        <a16:creationId xmlns:a16="http://schemas.microsoft.com/office/drawing/2014/main" id="{5D2482EB-6ECD-3C6A-1FBE-4CCC4EC46180}"/>
                      </a:ext>
                    </a:extLst>
                  </p14:cNvPr>
                  <p14:cNvContentPartPr/>
                  <p14:nvPr/>
                </p14:nvContentPartPr>
                <p14:xfrm>
                  <a:off x="2185627" y="3242166"/>
                  <a:ext cx="1082611" cy="643540"/>
                </p14:xfrm>
              </p:contentPart>
            </mc:Choice>
            <mc:Fallback xmlns="">
              <p:pic>
                <p:nvPicPr>
                  <p:cNvPr id="96" name="Ink 95">
                    <a:extLst>
                      <a:ext uri="{FF2B5EF4-FFF2-40B4-BE49-F238E27FC236}">
                        <a16:creationId xmlns:a16="http://schemas.microsoft.com/office/drawing/2014/main" id="{5D2482EB-6ECD-3C6A-1FBE-4CCC4EC46180}"/>
                      </a:ext>
                    </a:extLst>
                  </p:cNvPr>
                  <p:cNvPicPr/>
                  <p:nvPr/>
                </p:nvPicPr>
                <p:blipFill>
                  <a:blip r:embed="rId14"/>
                  <a:stretch>
                    <a:fillRect/>
                  </a:stretch>
                </p:blipFill>
                <p:spPr>
                  <a:xfrm>
                    <a:off x="2178957" y="3236771"/>
                    <a:ext cx="1095683" cy="654115"/>
                  </a:xfrm>
                  <a:prstGeom prst="rect">
                    <a:avLst/>
                  </a:prstGeom>
                </p:spPr>
              </p:pic>
            </mc:Fallback>
          </mc:AlternateContent>
          <p:grpSp>
            <p:nvGrpSpPr>
              <p:cNvPr id="226" name="Group 225">
                <a:extLst>
                  <a:ext uri="{FF2B5EF4-FFF2-40B4-BE49-F238E27FC236}">
                    <a16:creationId xmlns:a16="http://schemas.microsoft.com/office/drawing/2014/main" id="{AFD0E61B-5185-8425-705A-3A6BB5F1A9F4}"/>
                  </a:ext>
                </a:extLst>
              </p:cNvPr>
              <p:cNvGrpSpPr/>
              <p:nvPr/>
            </p:nvGrpSpPr>
            <p:grpSpPr>
              <a:xfrm>
                <a:off x="1452789" y="2881379"/>
                <a:ext cx="3022956" cy="1417951"/>
                <a:chOff x="6202061" y="3825768"/>
                <a:chExt cx="4875326" cy="2286826"/>
              </a:xfrm>
            </p:grpSpPr>
            <mc:AlternateContent xmlns:mc="http://schemas.openxmlformats.org/markup-compatibility/2006" xmlns:p14="http://schemas.microsoft.com/office/powerpoint/2010/main">
              <mc:Choice Requires="p14">
                <p:contentPart p14:bwMode="auto" r:id="rId15">
                  <p14:nvContentPartPr>
                    <p14:cNvPr id="97" name="Ink 96">
                      <a:extLst>
                        <a:ext uri="{FF2B5EF4-FFF2-40B4-BE49-F238E27FC236}">
                          <a16:creationId xmlns:a16="http://schemas.microsoft.com/office/drawing/2014/main" id="{D55CE9F7-43E8-10E1-B54B-8D88FA7FB6C7}"/>
                        </a:ext>
                      </a:extLst>
                    </p14:cNvPr>
                    <p14:cNvContentPartPr/>
                    <p14:nvPr/>
                  </p14:nvContentPartPr>
                  <p14:xfrm>
                    <a:off x="9079387" y="4438507"/>
                    <a:ext cx="1998000" cy="383400"/>
                  </p14:xfrm>
                </p:contentPart>
              </mc:Choice>
              <mc:Fallback xmlns="">
                <p:pic>
                  <p:nvPicPr>
                    <p:cNvPr id="5" name="Ink 4">
                      <a:extLst>
                        <a:ext uri="{FF2B5EF4-FFF2-40B4-BE49-F238E27FC236}">
                          <a16:creationId xmlns:a16="http://schemas.microsoft.com/office/drawing/2014/main" id="{D55CE9F7-43E8-10E1-B54B-8D88FA7FB6C7}"/>
                        </a:ext>
                      </a:extLst>
                    </p:cNvPr>
                    <p:cNvPicPr/>
                    <p:nvPr/>
                  </p:nvPicPr>
                  <p:blipFill>
                    <a:blip r:embed="rId21"/>
                    <a:stretch>
                      <a:fillRect/>
                    </a:stretch>
                  </p:blipFill>
                  <p:spPr>
                    <a:xfrm>
                      <a:off x="9070387" y="4429507"/>
                      <a:ext cx="2015640" cy="401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8" name="Ink 97">
                      <a:extLst>
                        <a:ext uri="{FF2B5EF4-FFF2-40B4-BE49-F238E27FC236}">
                          <a16:creationId xmlns:a16="http://schemas.microsoft.com/office/drawing/2014/main" id="{7A7005A7-E957-BEB8-D847-7FA96E6CAE5E}"/>
                        </a:ext>
                      </a:extLst>
                    </p14:cNvPr>
                    <p14:cNvContentPartPr/>
                    <p14:nvPr/>
                  </p14:nvContentPartPr>
                  <p14:xfrm>
                    <a:off x="10966507" y="4313227"/>
                    <a:ext cx="54720" cy="84600"/>
                  </p14:xfrm>
                </p:contentPart>
              </mc:Choice>
              <mc:Fallback xmlns="">
                <p:pic>
                  <p:nvPicPr>
                    <p:cNvPr id="17" name="Ink 16">
                      <a:extLst>
                        <a:ext uri="{FF2B5EF4-FFF2-40B4-BE49-F238E27FC236}">
                          <a16:creationId xmlns:a16="http://schemas.microsoft.com/office/drawing/2014/main" id="{7A7005A7-E957-BEB8-D847-7FA96E6CAE5E}"/>
                        </a:ext>
                      </a:extLst>
                    </p:cNvPr>
                    <p:cNvPicPr/>
                    <p:nvPr/>
                  </p:nvPicPr>
                  <p:blipFill>
                    <a:blip r:embed="rId43"/>
                    <a:stretch>
                      <a:fillRect/>
                    </a:stretch>
                  </p:blipFill>
                  <p:spPr>
                    <a:xfrm>
                      <a:off x="10957507" y="4304587"/>
                      <a:ext cx="7236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99" name="Ink 98">
                      <a:extLst>
                        <a:ext uri="{FF2B5EF4-FFF2-40B4-BE49-F238E27FC236}">
                          <a16:creationId xmlns:a16="http://schemas.microsoft.com/office/drawing/2014/main" id="{D6B1573A-68C7-E29F-C0D8-1E20040A106E}"/>
                        </a:ext>
                      </a:extLst>
                    </p14:cNvPr>
                    <p14:cNvContentPartPr/>
                    <p14:nvPr/>
                  </p14:nvContentPartPr>
                  <p14:xfrm>
                    <a:off x="10945987" y="4331227"/>
                    <a:ext cx="81720" cy="48960"/>
                  </p14:xfrm>
                </p:contentPart>
              </mc:Choice>
              <mc:Fallback xmlns="">
                <p:pic>
                  <p:nvPicPr>
                    <p:cNvPr id="18" name="Ink 17">
                      <a:extLst>
                        <a:ext uri="{FF2B5EF4-FFF2-40B4-BE49-F238E27FC236}">
                          <a16:creationId xmlns:a16="http://schemas.microsoft.com/office/drawing/2014/main" id="{D6B1573A-68C7-E29F-C0D8-1E20040A106E}"/>
                        </a:ext>
                      </a:extLst>
                    </p:cNvPr>
                    <p:cNvPicPr/>
                    <p:nvPr/>
                  </p:nvPicPr>
                  <p:blipFill>
                    <a:blip r:embed="rId45"/>
                    <a:stretch>
                      <a:fillRect/>
                    </a:stretch>
                  </p:blipFill>
                  <p:spPr>
                    <a:xfrm>
                      <a:off x="10937347" y="4322227"/>
                      <a:ext cx="9936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00" name="Ink 99">
                      <a:extLst>
                        <a:ext uri="{FF2B5EF4-FFF2-40B4-BE49-F238E27FC236}">
                          <a16:creationId xmlns:a16="http://schemas.microsoft.com/office/drawing/2014/main" id="{B8F8A73F-32CF-5D89-CAF1-D23959EF9397}"/>
                        </a:ext>
                      </a:extLst>
                    </p14:cNvPr>
                    <p14:cNvContentPartPr/>
                    <p14:nvPr/>
                  </p14:nvContentPartPr>
                  <p14:xfrm>
                    <a:off x="10740787" y="4346707"/>
                    <a:ext cx="154080" cy="97200"/>
                  </p14:xfrm>
                </p:contentPart>
              </mc:Choice>
              <mc:Fallback xmlns="">
                <p:pic>
                  <p:nvPicPr>
                    <p:cNvPr id="19" name="Ink 18">
                      <a:extLst>
                        <a:ext uri="{FF2B5EF4-FFF2-40B4-BE49-F238E27FC236}">
                          <a16:creationId xmlns:a16="http://schemas.microsoft.com/office/drawing/2014/main" id="{B8F8A73F-32CF-5D89-CAF1-D23959EF9397}"/>
                        </a:ext>
                      </a:extLst>
                    </p:cNvPr>
                    <p:cNvPicPr/>
                    <p:nvPr/>
                  </p:nvPicPr>
                  <p:blipFill>
                    <a:blip r:embed="rId47"/>
                    <a:stretch>
                      <a:fillRect/>
                    </a:stretch>
                  </p:blipFill>
                  <p:spPr>
                    <a:xfrm>
                      <a:off x="10731787" y="4337707"/>
                      <a:ext cx="17172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01" name="Ink 100">
                      <a:extLst>
                        <a:ext uri="{FF2B5EF4-FFF2-40B4-BE49-F238E27FC236}">
                          <a16:creationId xmlns:a16="http://schemas.microsoft.com/office/drawing/2014/main" id="{D2FAAA34-B237-F756-4F3E-FA59CD76E4DB}"/>
                        </a:ext>
                      </a:extLst>
                    </p14:cNvPr>
                    <p14:cNvContentPartPr/>
                    <p14:nvPr/>
                  </p14:nvContentPartPr>
                  <p14:xfrm>
                    <a:off x="10636387" y="4426267"/>
                    <a:ext cx="42480" cy="20520"/>
                  </p14:xfrm>
                </p:contentPart>
              </mc:Choice>
              <mc:Fallback xmlns="">
                <p:pic>
                  <p:nvPicPr>
                    <p:cNvPr id="20" name="Ink 19">
                      <a:extLst>
                        <a:ext uri="{FF2B5EF4-FFF2-40B4-BE49-F238E27FC236}">
                          <a16:creationId xmlns:a16="http://schemas.microsoft.com/office/drawing/2014/main" id="{D2FAAA34-B237-F756-4F3E-FA59CD76E4DB}"/>
                        </a:ext>
                      </a:extLst>
                    </p:cNvPr>
                    <p:cNvPicPr/>
                    <p:nvPr/>
                  </p:nvPicPr>
                  <p:blipFill>
                    <a:blip r:embed="rId49"/>
                    <a:stretch>
                      <a:fillRect/>
                    </a:stretch>
                  </p:blipFill>
                  <p:spPr>
                    <a:xfrm>
                      <a:off x="10627747" y="4417627"/>
                      <a:ext cx="6012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02" name="Ink 101">
                      <a:extLst>
                        <a:ext uri="{FF2B5EF4-FFF2-40B4-BE49-F238E27FC236}">
                          <a16:creationId xmlns:a16="http://schemas.microsoft.com/office/drawing/2014/main" id="{92415278-ACC1-C479-94C5-AEC5E6F6BFD5}"/>
                        </a:ext>
                      </a:extLst>
                    </p14:cNvPr>
                    <p14:cNvContentPartPr/>
                    <p14:nvPr/>
                  </p14:nvContentPartPr>
                  <p14:xfrm>
                    <a:off x="7589158" y="4464514"/>
                    <a:ext cx="360" cy="360"/>
                  </p14:xfrm>
                </p:contentPart>
              </mc:Choice>
              <mc:Fallback xmlns="">
                <p:pic>
                  <p:nvPicPr>
                    <p:cNvPr id="76" name="Ink 75">
                      <a:extLst>
                        <a:ext uri="{FF2B5EF4-FFF2-40B4-BE49-F238E27FC236}">
                          <a16:creationId xmlns:a16="http://schemas.microsoft.com/office/drawing/2014/main" id="{92415278-ACC1-C479-94C5-AEC5E6F6BFD5}"/>
                        </a:ext>
                      </a:extLst>
                    </p:cNvPr>
                    <p:cNvPicPr/>
                    <p:nvPr/>
                  </p:nvPicPr>
                  <p:blipFill>
                    <a:blip r:embed="rId51"/>
                    <a:stretch>
                      <a:fillRect/>
                    </a:stretch>
                  </p:blipFill>
                  <p:spPr>
                    <a:xfrm>
                      <a:off x="7580518" y="445551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03" name="Ink 102">
                      <a:extLst>
                        <a:ext uri="{FF2B5EF4-FFF2-40B4-BE49-F238E27FC236}">
                          <a16:creationId xmlns:a16="http://schemas.microsoft.com/office/drawing/2014/main" id="{4FFC17A7-CEA4-2CD6-AFCF-566DA8CE45A4}"/>
                        </a:ext>
                      </a:extLst>
                    </p14:cNvPr>
                    <p14:cNvContentPartPr/>
                    <p14:nvPr/>
                  </p14:nvContentPartPr>
                  <p14:xfrm>
                    <a:off x="7561078" y="4117834"/>
                    <a:ext cx="1874880" cy="438840"/>
                  </p14:xfrm>
                </p:contentPart>
              </mc:Choice>
              <mc:Fallback xmlns="">
                <p:pic>
                  <p:nvPicPr>
                    <p:cNvPr id="77" name="Ink 76">
                      <a:extLst>
                        <a:ext uri="{FF2B5EF4-FFF2-40B4-BE49-F238E27FC236}">
                          <a16:creationId xmlns:a16="http://schemas.microsoft.com/office/drawing/2014/main" id="{4FFC17A7-CEA4-2CD6-AFCF-566DA8CE45A4}"/>
                        </a:ext>
                      </a:extLst>
                    </p:cNvPr>
                    <p:cNvPicPr/>
                    <p:nvPr/>
                  </p:nvPicPr>
                  <p:blipFill>
                    <a:blip r:embed="rId66"/>
                    <a:stretch>
                      <a:fillRect/>
                    </a:stretch>
                  </p:blipFill>
                  <p:spPr>
                    <a:xfrm>
                      <a:off x="7552438" y="4108834"/>
                      <a:ext cx="1892520" cy="4564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04" name="Ink 103">
                      <a:extLst>
                        <a:ext uri="{FF2B5EF4-FFF2-40B4-BE49-F238E27FC236}">
                          <a16:creationId xmlns:a16="http://schemas.microsoft.com/office/drawing/2014/main" id="{2B65D7F4-FB8F-56C6-5F48-C7DBFE7C6B94}"/>
                        </a:ext>
                      </a:extLst>
                    </p14:cNvPr>
                    <p14:cNvContentPartPr/>
                    <p14:nvPr/>
                  </p14:nvContentPartPr>
                  <p14:xfrm>
                    <a:off x="8288278" y="5189914"/>
                    <a:ext cx="798840" cy="265680"/>
                  </p14:xfrm>
                </p:contentPart>
              </mc:Choice>
              <mc:Fallback xmlns="">
                <p:pic>
                  <p:nvPicPr>
                    <p:cNvPr id="103" name="Ink 102">
                      <a:extLst>
                        <a:ext uri="{FF2B5EF4-FFF2-40B4-BE49-F238E27FC236}">
                          <a16:creationId xmlns:a16="http://schemas.microsoft.com/office/drawing/2014/main" id="{2B65D7F4-FB8F-56C6-5F48-C7DBFE7C6B94}"/>
                        </a:ext>
                      </a:extLst>
                    </p:cNvPr>
                    <p:cNvPicPr/>
                    <p:nvPr/>
                  </p:nvPicPr>
                  <p:blipFill>
                    <a:blip r:embed="rId96"/>
                    <a:stretch>
                      <a:fillRect/>
                    </a:stretch>
                  </p:blipFill>
                  <p:spPr>
                    <a:xfrm>
                      <a:off x="8279638" y="5180914"/>
                      <a:ext cx="81648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05" name="Ink 104">
                      <a:extLst>
                        <a:ext uri="{FF2B5EF4-FFF2-40B4-BE49-F238E27FC236}">
                          <a16:creationId xmlns:a16="http://schemas.microsoft.com/office/drawing/2014/main" id="{9D0329BE-5F58-EB23-4A48-F9BB3057D698}"/>
                        </a:ext>
                      </a:extLst>
                    </p14:cNvPr>
                    <p14:cNvContentPartPr/>
                    <p14:nvPr/>
                  </p14:nvContentPartPr>
                  <p14:xfrm>
                    <a:off x="8278918" y="5151034"/>
                    <a:ext cx="115920" cy="108000"/>
                  </p14:xfrm>
                </p:contentPart>
              </mc:Choice>
              <mc:Fallback xmlns="">
                <p:pic>
                  <p:nvPicPr>
                    <p:cNvPr id="104" name="Ink 103">
                      <a:extLst>
                        <a:ext uri="{FF2B5EF4-FFF2-40B4-BE49-F238E27FC236}">
                          <a16:creationId xmlns:a16="http://schemas.microsoft.com/office/drawing/2014/main" id="{9D0329BE-5F58-EB23-4A48-F9BB3057D698}"/>
                        </a:ext>
                      </a:extLst>
                    </p:cNvPr>
                    <p:cNvPicPr/>
                    <p:nvPr/>
                  </p:nvPicPr>
                  <p:blipFill>
                    <a:blip r:embed="rId98"/>
                    <a:stretch>
                      <a:fillRect/>
                    </a:stretch>
                  </p:blipFill>
                  <p:spPr>
                    <a:xfrm>
                      <a:off x="8270278" y="5142034"/>
                      <a:ext cx="13356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06" name="Ink 105">
                      <a:extLst>
                        <a:ext uri="{FF2B5EF4-FFF2-40B4-BE49-F238E27FC236}">
                          <a16:creationId xmlns:a16="http://schemas.microsoft.com/office/drawing/2014/main" id="{461666AF-761E-48C5-D9DB-A1D58EAABCC6}"/>
                        </a:ext>
                      </a:extLst>
                    </p14:cNvPr>
                    <p14:cNvContentPartPr/>
                    <p14:nvPr/>
                  </p14:nvContentPartPr>
                  <p14:xfrm>
                    <a:off x="8855278" y="5021947"/>
                    <a:ext cx="360" cy="360"/>
                  </p14:xfrm>
                </p:contentPart>
              </mc:Choice>
              <mc:Fallback xmlns="">
                <p:pic>
                  <p:nvPicPr>
                    <p:cNvPr id="106" name="Ink 105">
                      <a:extLst>
                        <a:ext uri="{FF2B5EF4-FFF2-40B4-BE49-F238E27FC236}">
                          <a16:creationId xmlns:a16="http://schemas.microsoft.com/office/drawing/2014/main" id="{461666AF-761E-48C5-D9DB-A1D58EAABCC6}"/>
                        </a:ext>
                      </a:extLst>
                    </p:cNvPr>
                    <p:cNvPicPr/>
                    <p:nvPr/>
                  </p:nvPicPr>
                  <p:blipFill>
                    <a:blip r:embed="rId51"/>
                    <a:stretch>
                      <a:fillRect/>
                    </a:stretch>
                  </p:blipFill>
                  <p:spPr>
                    <a:xfrm>
                      <a:off x="8846638" y="501330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14" name="Ink 113">
                      <a:extLst>
                        <a:ext uri="{FF2B5EF4-FFF2-40B4-BE49-F238E27FC236}">
                          <a16:creationId xmlns:a16="http://schemas.microsoft.com/office/drawing/2014/main" id="{6BBBB825-4940-EC74-2249-7BA9E960862F}"/>
                        </a:ext>
                      </a:extLst>
                    </p14:cNvPr>
                    <p14:cNvContentPartPr/>
                    <p14:nvPr/>
                  </p14:nvContentPartPr>
                  <p14:xfrm>
                    <a:off x="8786518" y="5345947"/>
                    <a:ext cx="311040" cy="103320"/>
                  </p14:xfrm>
                </p:contentPart>
              </mc:Choice>
              <mc:Fallback xmlns="">
                <p:pic>
                  <p:nvPicPr>
                    <p:cNvPr id="114" name="Ink 113">
                      <a:extLst>
                        <a:ext uri="{FF2B5EF4-FFF2-40B4-BE49-F238E27FC236}">
                          <a16:creationId xmlns:a16="http://schemas.microsoft.com/office/drawing/2014/main" id="{6BBBB825-4940-EC74-2249-7BA9E960862F}"/>
                        </a:ext>
                      </a:extLst>
                    </p:cNvPr>
                    <p:cNvPicPr/>
                    <p:nvPr/>
                  </p:nvPicPr>
                  <p:blipFill>
                    <a:blip r:embed="rId111"/>
                    <a:stretch>
                      <a:fillRect/>
                    </a:stretch>
                  </p:blipFill>
                  <p:spPr>
                    <a:xfrm>
                      <a:off x="8777878" y="5336947"/>
                      <a:ext cx="32868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15" name="Ink 114">
                      <a:extLst>
                        <a:ext uri="{FF2B5EF4-FFF2-40B4-BE49-F238E27FC236}">
                          <a16:creationId xmlns:a16="http://schemas.microsoft.com/office/drawing/2014/main" id="{3A5E945A-C0F3-A1E6-4699-7ACA736E8C48}"/>
                        </a:ext>
                      </a:extLst>
                    </p14:cNvPr>
                    <p14:cNvContentPartPr/>
                    <p14:nvPr/>
                  </p14:nvContentPartPr>
                  <p14:xfrm>
                    <a:off x="9019078" y="5422267"/>
                    <a:ext cx="74160" cy="9720"/>
                  </p14:xfrm>
                </p:contentPart>
              </mc:Choice>
              <mc:Fallback xmlns="">
                <p:pic>
                  <p:nvPicPr>
                    <p:cNvPr id="115" name="Ink 114">
                      <a:extLst>
                        <a:ext uri="{FF2B5EF4-FFF2-40B4-BE49-F238E27FC236}">
                          <a16:creationId xmlns:a16="http://schemas.microsoft.com/office/drawing/2014/main" id="{3A5E945A-C0F3-A1E6-4699-7ACA736E8C48}"/>
                        </a:ext>
                      </a:extLst>
                    </p:cNvPr>
                    <p:cNvPicPr/>
                    <p:nvPr/>
                  </p:nvPicPr>
                  <p:blipFill>
                    <a:blip r:embed="rId113"/>
                    <a:stretch>
                      <a:fillRect/>
                    </a:stretch>
                  </p:blipFill>
                  <p:spPr>
                    <a:xfrm>
                      <a:off x="9010438" y="5413267"/>
                      <a:ext cx="9180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116" name="Ink 115">
                      <a:extLst>
                        <a:ext uri="{FF2B5EF4-FFF2-40B4-BE49-F238E27FC236}">
                          <a16:creationId xmlns:a16="http://schemas.microsoft.com/office/drawing/2014/main" id="{B1F94023-B1DC-6B11-4EFF-A9F24BAE4D2A}"/>
                        </a:ext>
                      </a:extLst>
                    </p14:cNvPr>
                    <p14:cNvContentPartPr/>
                    <p14:nvPr/>
                  </p14:nvContentPartPr>
                  <p14:xfrm>
                    <a:off x="8754118" y="5339107"/>
                    <a:ext cx="219960" cy="56520"/>
                  </p14:xfrm>
                </p:contentPart>
              </mc:Choice>
              <mc:Fallback xmlns="">
                <p:pic>
                  <p:nvPicPr>
                    <p:cNvPr id="116" name="Ink 115">
                      <a:extLst>
                        <a:ext uri="{FF2B5EF4-FFF2-40B4-BE49-F238E27FC236}">
                          <a16:creationId xmlns:a16="http://schemas.microsoft.com/office/drawing/2014/main" id="{B1F94023-B1DC-6B11-4EFF-A9F24BAE4D2A}"/>
                        </a:ext>
                      </a:extLst>
                    </p:cNvPr>
                    <p:cNvPicPr/>
                    <p:nvPr/>
                  </p:nvPicPr>
                  <p:blipFill>
                    <a:blip r:embed="rId115"/>
                    <a:stretch>
                      <a:fillRect/>
                    </a:stretch>
                  </p:blipFill>
                  <p:spPr>
                    <a:xfrm>
                      <a:off x="8745478" y="5330107"/>
                      <a:ext cx="23760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17" name="Ink 116">
                      <a:extLst>
                        <a:ext uri="{FF2B5EF4-FFF2-40B4-BE49-F238E27FC236}">
                          <a16:creationId xmlns:a16="http://schemas.microsoft.com/office/drawing/2014/main" id="{EBA6A005-727B-EE0A-4249-B65712D2A868}"/>
                        </a:ext>
                      </a:extLst>
                    </p14:cNvPr>
                    <p14:cNvContentPartPr/>
                    <p14:nvPr/>
                  </p14:nvContentPartPr>
                  <p14:xfrm>
                    <a:off x="8692918" y="5317507"/>
                    <a:ext cx="116280" cy="30960"/>
                  </p14:xfrm>
                </p:contentPart>
              </mc:Choice>
              <mc:Fallback xmlns="">
                <p:pic>
                  <p:nvPicPr>
                    <p:cNvPr id="117" name="Ink 116">
                      <a:extLst>
                        <a:ext uri="{FF2B5EF4-FFF2-40B4-BE49-F238E27FC236}">
                          <a16:creationId xmlns:a16="http://schemas.microsoft.com/office/drawing/2014/main" id="{EBA6A005-727B-EE0A-4249-B65712D2A868}"/>
                        </a:ext>
                      </a:extLst>
                    </p:cNvPr>
                    <p:cNvPicPr/>
                    <p:nvPr/>
                  </p:nvPicPr>
                  <p:blipFill>
                    <a:blip r:embed="rId117"/>
                    <a:stretch>
                      <a:fillRect/>
                    </a:stretch>
                  </p:blipFill>
                  <p:spPr>
                    <a:xfrm>
                      <a:off x="8683918" y="5308867"/>
                      <a:ext cx="13392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19" name="Ink 118">
                      <a:extLst>
                        <a:ext uri="{FF2B5EF4-FFF2-40B4-BE49-F238E27FC236}">
                          <a16:creationId xmlns:a16="http://schemas.microsoft.com/office/drawing/2014/main" id="{8B84AC73-D856-B61C-7100-E6BE68919872}"/>
                        </a:ext>
                      </a:extLst>
                    </p14:cNvPr>
                    <p14:cNvContentPartPr/>
                    <p14:nvPr/>
                  </p14:nvContentPartPr>
                  <p14:xfrm>
                    <a:off x="8675638" y="5305627"/>
                    <a:ext cx="140400" cy="59760"/>
                  </p14:xfrm>
                </p:contentPart>
              </mc:Choice>
              <mc:Fallback xmlns="">
                <p:pic>
                  <p:nvPicPr>
                    <p:cNvPr id="119" name="Ink 118">
                      <a:extLst>
                        <a:ext uri="{FF2B5EF4-FFF2-40B4-BE49-F238E27FC236}">
                          <a16:creationId xmlns:a16="http://schemas.microsoft.com/office/drawing/2014/main" id="{8B84AC73-D856-B61C-7100-E6BE68919872}"/>
                        </a:ext>
                      </a:extLst>
                    </p:cNvPr>
                    <p:cNvPicPr/>
                    <p:nvPr/>
                  </p:nvPicPr>
                  <p:blipFill>
                    <a:blip r:embed="rId119"/>
                    <a:stretch>
                      <a:fillRect/>
                    </a:stretch>
                  </p:blipFill>
                  <p:spPr>
                    <a:xfrm>
                      <a:off x="8666998" y="5296627"/>
                      <a:ext cx="15804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21" name="Ink 120">
                      <a:extLst>
                        <a:ext uri="{FF2B5EF4-FFF2-40B4-BE49-F238E27FC236}">
                          <a16:creationId xmlns:a16="http://schemas.microsoft.com/office/drawing/2014/main" id="{905FB964-F18D-D651-E801-46D7FAECAA3C}"/>
                        </a:ext>
                      </a:extLst>
                    </p14:cNvPr>
                    <p14:cNvContentPartPr/>
                    <p14:nvPr/>
                  </p14:nvContentPartPr>
                  <p14:xfrm>
                    <a:off x="8708038" y="5329027"/>
                    <a:ext cx="45720" cy="7200"/>
                  </p14:xfrm>
                </p:contentPart>
              </mc:Choice>
              <mc:Fallback xmlns="">
                <p:pic>
                  <p:nvPicPr>
                    <p:cNvPr id="121" name="Ink 120">
                      <a:extLst>
                        <a:ext uri="{FF2B5EF4-FFF2-40B4-BE49-F238E27FC236}">
                          <a16:creationId xmlns:a16="http://schemas.microsoft.com/office/drawing/2014/main" id="{905FB964-F18D-D651-E801-46D7FAECAA3C}"/>
                        </a:ext>
                      </a:extLst>
                    </p:cNvPr>
                    <p:cNvPicPr/>
                    <p:nvPr/>
                  </p:nvPicPr>
                  <p:blipFill>
                    <a:blip r:embed="rId121"/>
                    <a:stretch>
                      <a:fillRect/>
                    </a:stretch>
                  </p:blipFill>
                  <p:spPr>
                    <a:xfrm>
                      <a:off x="8699038" y="5320027"/>
                      <a:ext cx="6336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42" name="Ink 141">
                      <a:extLst>
                        <a:ext uri="{FF2B5EF4-FFF2-40B4-BE49-F238E27FC236}">
                          <a16:creationId xmlns:a16="http://schemas.microsoft.com/office/drawing/2014/main" id="{A5E0DFFC-47FD-36E3-2AA8-C64B99A09D7A}"/>
                        </a:ext>
                      </a:extLst>
                    </p14:cNvPr>
                    <p14:cNvContentPartPr/>
                    <p14:nvPr/>
                  </p14:nvContentPartPr>
                  <p14:xfrm>
                    <a:off x="6202061" y="4305111"/>
                    <a:ext cx="114120" cy="289800"/>
                  </p14:xfrm>
                </p:contentPart>
              </mc:Choice>
              <mc:Fallback xmlns="">
                <p:pic>
                  <p:nvPicPr>
                    <p:cNvPr id="142" name="Ink 141">
                      <a:extLst>
                        <a:ext uri="{FF2B5EF4-FFF2-40B4-BE49-F238E27FC236}">
                          <a16:creationId xmlns:a16="http://schemas.microsoft.com/office/drawing/2014/main" id="{A5E0DFFC-47FD-36E3-2AA8-C64B99A09D7A}"/>
                        </a:ext>
                      </a:extLst>
                    </p:cNvPr>
                    <p:cNvPicPr/>
                    <p:nvPr/>
                  </p:nvPicPr>
                  <p:blipFill>
                    <a:blip r:embed="rId123"/>
                    <a:stretch>
                      <a:fillRect/>
                    </a:stretch>
                  </p:blipFill>
                  <p:spPr>
                    <a:xfrm>
                      <a:off x="6193421" y="4296471"/>
                      <a:ext cx="13176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43" name="Ink 142">
                      <a:extLst>
                        <a:ext uri="{FF2B5EF4-FFF2-40B4-BE49-F238E27FC236}">
                          <a16:creationId xmlns:a16="http://schemas.microsoft.com/office/drawing/2014/main" id="{6FD072E0-8842-0A51-15FC-291485A44007}"/>
                        </a:ext>
                      </a:extLst>
                    </p14:cNvPr>
                    <p14:cNvContentPartPr/>
                    <p14:nvPr/>
                  </p14:nvContentPartPr>
                  <p14:xfrm>
                    <a:off x="6352901" y="4404831"/>
                    <a:ext cx="21600" cy="165960"/>
                  </p14:xfrm>
                </p:contentPart>
              </mc:Choice>
              <mc:Fallback xmlns="">
                <p:pic>
                  <p:nvPicPr>
                    <p:cNvPr id="143" name="Ink 142">
                      <a:extLst>
                        <a:ext uri="{FF2B5EF4-FFF2-40B4-BE49-F238E27FC236}">
                          <a16:creationId xmlns:a16="http://schemas.microsoft.com/office/drawing/2014/main" id="{6FD072E0-8842-0A51-15FC-291485A44007}"/>
                        </a:ext>
                      </a:extLst>
                    </p:cNvPr>
                    <p:cNvPicPr/>
                    <p:nvPr/>
                  </p:nvPicPr>
                  <p:blipFill>
                    <a:blip r:embed="rId125"/>
                    <a:stretch>
                      <a:fillRect/>
                    </a:stretch>
                  </p:blipFill>
                  <p:spPr>
                    <a:xfrm>
                      <a:off x="6344261" y="4395831"/>
                      <a:ext cx="3924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44" name="Ink 143">
                      <a:extLst>
                        <a:ext uri="{FF2B5EF4-FFF2-40B4-BE49-F238E27FC236}">
                          <a16:creationId xmlns:a16="http://schemas.microsoft.com/office/drawing/2014/main" id="{E14FDE8F-7D5E-CEBE-6777-0B44B7B1F4FE}"/>
                        </a:ext>
                      </a:extLst>
                    </p14:cNvPr>
                    <p14:cNvContentPartPr/>
                    <p14:nvPr/>
                  </p14:nvContentPartPr>
                  <p14:xfrm>
                    <a:off x="6366221" y="4445151"/>
                    <a:ext cx="59040" cy="19440"/>
                  </p14:xfrm>
                </p:contentPart>
              </mc:Choice>
              <mc:Fallback xmlns="">
                <p:pic>
                  <p:nvPicPr>
                    <p:cNvPr id="144" name="Ink 143">
                      <a:extLst>
                        <a:ext uri="{FF2B5EF4-FFF2-40B4-BE49-F238E27FC236}">
                          <a16:creationId xmlns:a16="http://schemas.microsoft.com/office/drawing/2014/main" id="{E14FDE8F-7D5E-CEBE-6777-0B44B7B1F4FE}"/>
                        </a:ext>
                      </a:extLst>
                    </p:cNvPr>
                    <p:cNvPicPr/>
                    <p:nvPr/>
                  </p:nvPicPr>
                  <p:blipFill>
                    <a:blip r:embed="rId127"/>
                    <a:stretch>
                      <a:fillRect/>
                    </a:stretch>
                  </p:blipFill>
                  <p:spPr>
                    <a:xfrm>
                      <a:off x="6357581" y="4436511"/>
                      <a:ext cx="7668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45" name="Ink 144">
                      <a:extLst>
                        <a:ext uri="{FF2B5EF4-FFF2-40B4-BE49-F238E27FC236}">
                          <a16:creationId xmlns:a16="http://schemas.microsoft.com/office/drawing/2014/main" id="{DC52324E-90DD-678A-4EF8-1F3BA436CCBA}"/>
                        </a:ext>
                      </a:extLst>
                    </p14:cNvPr>
                    <p14:cNvContentPartPr/>
                    <p14:nvPr/>
                  </p14:nvContentPartPr>
                  <p14:xfrm>
                    <a:off x="6468461" y="4377111"/>
                    <a:ext cx="10800" cy="185040"/>
                  </p14:xfrm>
                </p:contentPart>
              </mc:Choice>
              <mc:Fallback xmlns="">
                <p:pic>
                  <p:nvPicPr>
                    <p:cNvPr id="145" name="Ink 144">
                      <a:extLst>
                        <a:ext uri="{FF2B5EF4-FFF2-40B4-BE49-F238E27FC236}">
                          <a16:creationId xmlns:a16="http://schemas.microsoft.com/office/drawing/2014/main" id="{DC52324E-90DD-678A-4EF8-1F3BA436CCBA}"/>
                        </a:ext>
                      </a:extLst>
                    </p:cNvPr>
                    <p:cNvPicPr/>
                    <p:nvPr/>
                  </p:nvPicPr>
                  <p:blipFill>
                    <a:blip r:embed="rId129"/>
                    <a:stretch>
                      <a:fillRect/>
                    </a:stretch>
                  </p:blipFill>
                  <p:spPr>
                    <a:xfrm>
                      <a:off x="6459821" y="4368471"/>
                      <a:ext cx="2844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46" name="Ink 145">
                      <a:extLst>
                        <a:ext uri="{FF2B5EF4-FFF2-40B4-BE49-F238E27FC236}">
                          <a16:creationId xmlns:a16="http://schemas.microsoft.com/office/drawing/2014/main" id="{F93A3E04-5526-D89B-3801-5DEE8BF3DC27}"/>
                        </a:ext>
                      </a:extLst>
                    </p14:cNvPr>
                    <p14:cNvContentPartPr/>
                    <p14:nvPr/>
                  </p14:nvContentPartPr>
                  <p14:xfrm>
                    <a:off x="6450461" y="4439031"/>
                    <a:ext cx="76320" cy="18000"/>
                  </p14:xfrm>
                </p:contentPart>
              </mc:Choice>
              <mc:Fallback xmlns="">
                <p:pic>
                  <p:nvPicPr>
                    <p:cNvPr id="146" name="Ink 145">
                      <a:extLst>
                        <a:ext uri="{FF2B5EF4-FFF2-40B4-BE49-F238E27FC236}">
                          <a16:creationId xmlns:a16="http://schemas.microsoft.com/office/drawing/2014/main" id="{F93A3E04-5526-D89B-3801-5DEE8BF3DC27}"/>
                        </a:ext>
                      </a:extLst>
                    </p:cNvPr>
                    <p:cNvPicPr/>
                    <p:nvPr/>
                  </p:nvPicPr>
                  <p:blipFill>
                    <a:blip r:embed="rId131"/>
                    <a:stretch>
                      <a:fillRect/>
                    </a:stretch>
                  </p:blipFill>
                  <p:spPr>
                    <a:xfrm>
                      <a:off x="6441821" y="4430031"/>
                      <a:ext cx="9396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47" name="Ink 146">
                      <a:extLst>
                        <a:ext uri="{FF2B5EF4-FFF2-40B4-BE49-F238E27FC236}">
                          <a16:creationId xmlns:a16="http://schemas.microsoft.com/office/drawing/2014/main" id="{1A362C2D-1EC2-92D6-144F-7F76E5067CAE}"/>
                        </a:ext>
                      </a:extLst>
                    </p14:cNvPr>
                    <p14:cNvContentPartPr/>
                    <p14:nvPr/>
                  </p14:nvContentPartPr>
                  <p14:xfrm>
                    <a:off x="6555221" y="4367031"/>
                    <a:ext cx="91440" cy="163080"/>
                  </p14:xfrm>
                </p:contentPart>
              </mc:Choice>
              <mc:Fallback xmlns="">
                <p:pic>
                  <p:nvPicPr>
                    <p:cNvPr id="147" name="Ink 146">
                      <a:extLst>
                        <a:ext uri="{FF2B5EF4-FFF2-40B4-BE49-F238E27FC236}">
                          <a16:creationId xmlns:a16="http://schemas.microsoft.com/office/drawing/2014/main" id="{1A362C2D-1EC2-92D6-144F-7F76E5067CAE}"/>
                        </a:ext>
                      </a:extLst>
                    </p:cNvPr>
                    <p:cNvPicPr/>
                    <p:nvPr/>
                  </p:nvPicPr>
                  <p:blipFill>
                    <a:blip r:embed="rId133"/>
                    <a:stretch>
                      <a:fillRect/>
                    </a:stretch>
                  </p:blipFill>
                  <p:spPr>
                    <a:xfrm>
                      <a:off x="6546581" y="4358031"/>
                      <a:ext cx="10908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48" name="Ink 147">
                      <a:extLst>
                        <a:ext uri="{FF2B5EF4-FFF2-40B4-BE49-F238E27FC236}">
                          <a16:creationId xmlns:a16="http://schemas.microsoft.com/office/drawing/2014/main" id="{6E136236-1D71-E852-F1E5-F3D3EF9B7DEA}"/>
                        </a:ext>
                      </a:extLst>
                    </p14:cNvPr>
                    <p14:cNvContentPartPr/>
                    <p14:nvPr/>
                  </p14:nvContentPartPr>
                  <p14:xfrm>
                    <a:off x="6685181" y="4485831"/>
                    <a:ext cx="8640" cy="17640"/>
                  </p14:xfrm>
                </p:contentPart>
              </mc:Choice>
              <mc:Fallback xmlns="">
                <p:pic>
                  <p:nvPicPr>
                    <p:cNvPr id="148" name="Ink 147">
                      <a:extLst>
                        <a:ext uri="{FF2B5EF4-FFF2-40B4-BE49-F238E27FC236}">
                          <a16:creationId xmlns:a16="http://schemas.microsoft.com/office/drawing/2014/main" id="{6E136236-1D71-E852-F1E5-F3D3EF9B7DEA}"/>
                        </a:ext>
                      </a:extLst>
                    </p:cNvPr>
                    <p:cNvPicPr/>
                    <p:nvPr/>
                  </p:nvPicPr>
                  <p:blipFill>
                    <a:blip r:embed="rId135"/>
                    <a:stretch>
                      <a:fillRect/>
                    </a:stretch>
                  </p:blipFill>
                  <p:spPr>
                    <a:xfrm>
                      <a:off x="6676181" y="4476831"/>
                      <a:ext cx="2628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49" name="Ink 148">
                      <a:extLst>
                        <a:ext uri="{FF2B5EF4-FFF2-40B4-BE49-F238E27FC236}">
                          <a16:creationId xmlns:a16="http://schemas.microsoft.com/office/drawing/2014/main" id="{ED3A527F-327A-EDFD-536A-1A15608BB2C2}"/>
                        </a:ext>
                      </a:extLst>
                    </p14:cNvPr>
                    <p14:cNvContentPartPr/>
                    <p14:nvPr/>
                  </p14:nvContentPartPr>
                  <p14:xfrm>
                    <a:off x="6683381" y="4424271"/>
                    <a:ext cx="33840" cy="12600"/>
                  </p14:xfrm>
                </p:contentPart>
              </mc:Choice>
              <mc:Fallback xmlns="">
                <p:pic>
                  <p:nvPicPr>
                    <p:cNvPr id="149" name="Ink 148">
                      <a:extLst>
                        <a:ext uri="{FF2B5EF4-FFF2-40B4-BE49-F238E27FC236}">
                          <a16:creationId xmlns:a16="http://schemas.microsoft.com/office/drawing/2014/main" id="{ED3A527F-327A-EDFD-536A-1A15608BB2C2}"/>
                        </a:ext>
                      </a:extLst>
                    </p:cNvPr>
                    <p:cNvPicPr/>
                    <p:nvPr/>
                  </p:nvPicPr>
                  <p:blipFill>
                    <a:blip r:embed="rId137"/>
                    <a:stretch>
                      <a:fillRect/>
                    </a:stretch>
                  </p:blipFill>
                  <p:spPr>
                    <a:xfrm>
                      <a:off x="6674741" y="4415271"/>
                      <a:ext cx="51480" cy="302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50" name="Ink 149">
                      <a:extLst>
                        <a:ext uri="{FF2B5EF4-FFF2-40B4-BE49-F238E27FC236}">
                          <a16:creationId xmlns:a16="http://schemas.microsoft.com/office/drawing/2014/main" id="{AB3044E3-808F-C33A-31A3-DBBDF1296BBA}"/>
                        </a:ext>
                      </a:extLst>
                    </p14:cNvPr>
                    <p14:cNvContentPartPr/>
                    <p14:nvPr/>
                  </p14:nvContentPartPr>
                  <p14:xfrm>
                    <a:off x="6786341" y="4304751"/>
                    <a:ext cx="63000" cy="200520"/>
                  </p14:xfrm>
                </p:contentPart>
              </mc:Choice>
              <mc:Fallback xmlns="">
                <p:pic>
                  <p:nvPicPr>
                    <p:cNvPr id="150" name="Ink 149">
                      <a:extLst>
                        <a:ext uri="{FF2B5EF4-FFF2-40B4-BE49-F238E27FC236}">
                          <a16:creationId xmlns:a16="http://schemas.microsoft.com/office/drawing/2014/main" id="{AB3044E3-808F-C33A-31A3-DBBDF1296BBA}"/>
                        </a:ext>
                      </a:extLst>
                    </p:cNvPr>
                    <p:cNvPicPr/>
                    <p:nvPr/>
                  </p:nvPicPr>
                  <p:blipFill>
                    <a:blip r:embed="rId139"/>
                    <a:stretch>
                      <a:fillRect/>
                    </a:stretch>
                  </p:blipFill>
                  <p:spPr>
                    <a:xfrm>
                      <a:off x="6777341" y="4296111"/>
                      <a:ext cx="8064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51" name="Ink 150">
                      <a:extLst>
                        <a:ext uri="{FF2B5EF4-FFF2-40B4-BE49-F238E27FC236}">
                          <a16:creationId xmlns:a16="http://schemas.microsoft.com/office/drawing/2014/main" id="{9AC1053C-1269-395E-5050-BD3626DB8941}"/>
                        </a:ext>
                      </a:extLst>
                    </p14:cNvPr>
                    <p14:cNvContentPartPr/>
                    <p14:nvPr/>
                  </p14:nvContentPartPr>
                  <p14:xfrm>
                    <a:off x="6870941" y="4293951"/>
                    <a:ext cx="83880" cy="200520"/>
                  </p14:xfrm>
                </p:contentPart>
              </mc:Choice>
              <mc:Fallback xmlns="">
                <p:pic>
                  <p:nvPicPr>
                    <p:cNvPr id="151" name="Ink 150">
                      <a:extLst>
                        <a:ext uri="{FF2B5EF4-FFF2-40B4-BE49-F238E27FC236}">
                          <a16:creationId xmlns:a16="http://schemas.microsoft.com/office/drawing/2014/main" id="{9AC1053C-1269-395E-5050-BD3626DB8941}"/>
                        </a:ext>
                      </a:extLst>
                    </p:cNvPr>
                    <p:cNvPicPr/>
                    <p:nvPr/>
                  </p:nvPicPr>
                  <p:blipFill>
                    <a:blip r:embed="rId141"/>
                    <a:stretch>
                      <a:fillRect/>
                    </a:stretch>
                  </p:blipFill>
                  <p:spPr>
                    <a:xfrm>
                      <a:off x="6862301" y="4284951"/>
                      <a:ext cx="10152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52" name="Ink 151">
                      <a:extLst>
                        <a:ext uri="{FF2B5EF4-FFF2-40B4-BE49-F238E27FC236}">
                          <a16:creationId xmlns:a16="http://schemas.microsoft.com/office/drawing/2014/main" id="{22D8CBD3-8528-3B2D-CB15-7C10647F7B9D}"/>
                        </a:ext>
                      </a:extLst>
                    </p14:cNvPr>
                    <p14:cNvContentPartPr/>
                    <p14:nvPr/>
                  </p14:nvContentPartPr>
                  <p14:xfrm>
                    <a:off x="7037261" y="4277751"/>
                    <a:ext cx="39600" cy="139680"/>
                  </p14:xfrm>
                </p:contentPart>
              </mc:Choice>
              <mc:Fallback xmlns="">
                <p:pic>
                  <p:nvPicPr>
                    <p:cNvPr id="152" name="Ink 151">
                      <a:extLst>
                        <a:ext uri="{FF2B5EF4-FFF2-40B4-BE49-F238E27FC236}">
                          <a16:creationId xmlns:a16="http://schemas.microsoft.com/office/drawing/2014/main" id="{22D8CBD3-8528-3B2D-CB15-7C10647F7B9D}"/>
                        </a:ext>
                      </a:extLst>
                    </p:cNvPr>
                    <p:cNvPicPr/>
                    <p:nvPr/>
                  </p:nvPicPr>
                  <p:blipFill>
                    <a:blip r:embed="rId143"/>
                    <a:stretch>
                      <a:fillRect/>
                    </a:stretch>
                  </p:blipFill>
                  <p:spPr>
                    <a:xfrm>
                      <a:off x="7028261" y="4268751"/>
                      <a:ext cx="5724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53" name="Ink 152">
                      <a:extLst>
                        <a:ext uri="{FF2B5EF4-FFF2-40B4-BE49-F238E27FC236}">
                          <a16:creationId xmlns:a16="http://schemas.microsoft.com/office/drawing/2014/main" id="{63CB9B41-7E6A-C2B6-F343-E8AAF40FB076}"/>
                        </a:ext>
                      </a:extLst>
                    </p14:cNvPr>
                    <p14:cNvContentPartPr/>
                    <p14:nvPr/>
                  </p14:nvContentPartPr>
                  <p14:xfrm>
                    <a:off x="7144901" y="4263711"/>
                    <a:ext cx="105120" cy="141840"/>
                  </p14:xfrm>
                </p:contentPart>
              </mc:Choice>
              <mc:Fallback xmlns="">
                <p:pic>
                  <p:nvPicPr>
                    <p:cNvPr id="153" name="Ink 152">
                      <a:extLst>
                        <a:ext uri="{FF2B5EF4-FFF2-40B4-BE49-F238E27FC236}">
                          <a16:creationId xmlns:a16="http://schemas.microsoft.com/office/drawing/2014/main" id="{63CB9B41-7E6A-C2B6-F343-E8AAF40FB076}"/>
                        </a:ext>
                      </a:extLst>
                    </p:cNvPr>
                    <p:cNvPicPr/>
                    <p:nvPr/>
                  </p:nvPicPr>
                  <p:blipFill>
                    <a:blip r:embed="rId145"/>
                    <a:stretch>
                      <a:fillRect/>
                    </a:stretch>
                  </p:blipFill>
                  <p:spPr>
                    <a:xfrm>
                      <a:off x="7136261" y="4254711"/>
                      <a:ext cx="12276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55" name="Ink 154">
                      <a:extLst>
                        <a:ext uri="{FF2B5EF4-FFF2-40B4-BE49-F238E27FC236}">
                          <a16:creationId xmlns:a16="http://schemas.microsoft.com/office/drawing/2014/main" id="{A751D6B8-8C3A-8484-E788-3384A7CE9C43}"/>
                        </a:ext>
                      </a:extLst>
                    </p14:cNvPr>
                    <p14:cNvContentPartPr/>
                    <p14:nvPr/>
                  </p14:nvContentPartPr>
                  <p14:xfrm>
                    <a:off x="7281701" y="4227711"/>
                    <a:ext cx="93960" cy="133200"/>
                  </p14:xfrm>
                </p:contentPart>
              </mc:Choice>
              <mc:Fallback xmlns="">
                <p:pic>
                  <p:nvPicPr>
                    <p:cNvPr id="155" name="Ink 154">
                      <a:extLst>
                        <a:ext uri="{FF2B5EF4-FFF2-40B4-BE49-F238E27FC236}">
                          <a16:creationId xmlns:a16="http://schemas.microsoft.com/office/drawing/2014/main" id="{A751D6B8-8C3A-8484-E788-3384A7CE9C43}"/>
                        </a:ext>
                      </a:extLst>
                    </p:cNvPr>
                    <p:cNvPicPr/>
                    <p:nvPr/>
                  </p:nvPicPr>
                  <p:blipFill>
                    <a:blip r:embed="rId147"/>
                    <a:stretch>
                      <a:fillRect/>
                    </a:stretch>
                  </p:blipFill>
                  <p:spPr>
                    <a:xfrm>
                      <a:off x="7273061" y="4219071"/>
                      <a:ext cx="11160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56" name="Ink 155">
                      <a:extLst>
                        <a:ext uri="{FF2B5EF4-FFF2-40B4-BE49-F238E27FC236}">
                          <a16:creationId xmlns:a16="http://schemas.microsoft.com/office/drawing/2014/main" id="{ED391CBF-3594-6E40-664E-669BCAFB7150}"/>
                        </a:ext>
                      </a:extLst>
                    </p14:cNvPr>
                    <p14:cNvContentPartPr/>
                    <p14:nvPr/>
                  </p14:nvContentPartPr>
                  <p14:xfrm>
                    <a:off x="7430021" y="4311231"/>
                    <a:ext cx="9000" cy="18720"/>
                  </p14:xfrm>
                </p:contentPart>
              </mc:Choice>
              <mc:Fallback xmlns="">
                <p:pic>
                  <p:nvPicPr>
                    <p:cNvPr id="156" name="Ink 155">
                      <a:extLst>
                        <a:ext uri="{FF2B5EF4-FFF2-40B4-BE49-F238E27FC236}">
                          <a16:creationId xmlns:a16="http://schemas.microsoft.com/office/drawing/2014/main" id="{ED391CBF-3594-6E40-664E-669BCAFB7150}"/>
                        </a:ext>
                      </a:extLst>
                    </p:cNvPr>
                    <p:cNvPicPr/>
                    <p:nvPr/>
                  </p:nvPicPr>
                  <p:blipFill>
                    <a:blip r:embed="rId149"/>
                    <a:stretch>
                      <a:fillRect/>
                    </a:stretch>
                  </p:blipFill>
                  <p:spPr>
                    <a:xfrm>
                      <a:off x="7421021" y="4302591"/>
                      <a:ext cx="2664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57" name="Ink 156">
                      <a:extLst>
                        <a:ext uri="{FF2B5EF4-FFF2-40B4-BE49-F238E27FC236}">
                          <a16:creationId xmlns:a16="http://schemas.microsoft.com/office/drawing/2014/main" id="{09CA6A23-0E19-79A3-B9A3-266B5ED59CFC}"/>
                        </a:ext>
                      </a:extLst>
                    </p14:cNvPr>
                    <p14:cNvContentPartPr/>
                    <p14:nvPr/>
                  </p14:nvContentPartPr>
                  <p14:xfrm>
                    <a:off x="7464941" y="4190271"/>
                    <a:ext cx="84600" cy="123120"/>
                  </p14:xfrm>
                </p:contentPart>
              </mc:Choice>
              <mc:Fallback xmlns="">
                <p:pic>
                  <p:nvPicPr>
                    <p:cNvPr id="157" name="Ink 156">
                      <a:extLst>
                        <a:ext uri="{FF2B5EF4-FFF2-40B4-BE49-F238E27FC236}">
                          <a16:creationId xmlns:a16="http://schemas.microsoft.com/office/drawing/2014/main" id="{09CA6A23-0E19-79A3-B9A3-266B5ED59CFC}"/>
                        </a:ext>
                      </a:extLst>
                    </p:cNvPr>
                    <p:cNvPicPr/>
                    <p:nvPr/>
                  </p:nvPicPr>
                  <p:blipFill>
                    <a:blip r:embed="rId151"/>
                    <a:stretch>
                      <a:fillRect/>
                    </a:stretch>
                  </p:blipFill>
                  <p:spPr>
                    <a:xfrm>
                      <a:off x="7455941" y="4181631"/>
                      <a:ext cx="1022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58" name="Ink 157">
                      <a:extLst>
                        <a:ext uri="{FF2B5EF4-FFF2-40B4-BE49-F238E27FC236}">
                          <a16:creationId xmlns:a16="http://schemas.microsoft.com/office/drawing/2014/main" id="{D2D7F6BE-DA68-613D-311E-681BED3C0BDD}"/>
                        </a:ext>
                      </a:extLst>
                    </p14:cNvPr>
                    <p14:cNvContentPartPr/>
                    <p14:nvPr/>
                  </p14:nvContentPartPr>
                  <p14:xfrm>
                    <a:off x="7606061" y="4278831"/>
                    <a:ext cx="16560" cy="9360"/>
                  </p14:xfrm>
                </p:contentPart>
              </mc:Choice>
              <mc:Fallback xmlns="">
                <p:pic>
                  <p:nvPicPr>
                    <p:cNvPr id="158" name="Ink 157">
                      <a:extLst>
                        <a:ext uri="{FF2B5EF4-FFF2-40B4-BE49-F238E27FC236}">
                          <a16:creationId xmlns:a16="http://schemas.microsoft.com/office/drawing/2014/main" id="{D2D7F6BE-DA68-613D-311E-681BED3C0BDD}"/>
                        </a:ext>
                      </a:extLst>
                    </p:cNvPr>
                    <p:cNvPicPr/>
                    <p:nvPr/>
                  </p:nvPicPr>
                  <p:blipFill>
                    <a:blip r:embed="rId153"/>
                    <a:stretch>
                      <a:fillRect/>
                    </a:stretch>
                  </p:blipFill>
                  <p:spPr>
                    <a:xfrm>
                      <a:off x="7597421" y="4269831"/>
                      <a:ext cx="3420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59" name="Ink 158">
                      <a:extLst>
                        <a:ext uri="{FF2B5EF4-FFF2-40B4-BE49-F238E27FC236}">
                          <a16:creationId xmlns:a16="http://schemas.microsoft.com/office/drawing/2014/main" id="{78C02C9E-0CA8-C297-9E99-4B89EFC82269}"/>
                        </a:ext>
                      </a:extLst>
                    </p14:cNvPr>
                    <p14:cNvContentPartPr/>
                    <p14:nvPr/>
                  </p14:nvContentPartPr>
                  <p14:xfrm>
                    <a:off x="7642061" y="4149231"/>
                    <a:ext cx="96120" cy="130680"/>
                  </p14:xfrm>
                </p:contentPart>
              </mc:Choice>
              <mc:Fallback xmlns="">
                <p:pic>
                  <p:nvPicPr>
                    <p:cNvPr id="159" name="Ink 158">
                      <a:extLst>
                        <a:ext uri="{FF2B5EF4-FFF2-40B4-BE49-F238E27FC236}">
                          <a16:creationId xmlns:a16="http://schemas.microsoft.com/office/drawing/2014/main" id="{78C02C9E-0CA8-C297-9E99-4B89EFC82269}"/>
                        </a:ext>
                      </a:extLst>
                    </p:cNvPr>
                    <p:cNvPicPr/>
                    <p:nvPr/>
                  </p:nvPicPr>
                  <p:blipFill>
                    <a:blip r:embed="rId155"/>
                    <a:stretch>
                      <a:fillRect/>
                    </a:stretch>
                  </p:blipFill>
                  <p:spPr>
                    <a:xfrm>
                      <a:off x="7633061" y="4140231"/>
                      <a:ext cx="11376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60" name="Ink 159">
                      <a:extLst>
                        <a:ext uri="{FF2B5EF4-FFF2-40B4-BE49-F238E27FC236}">
                          <a16:creationId xmlns:a16="http://schemas.microsoft.com/office/drawing/2014/main" id="{42DC080A-2407-4EE2-706B-C759816EEEF3}"/>
                        </a:ext>
                      </a:extLst>
                    </p14:cNvPr>
                    <p14:cNvContentPartPr/>
                    <p14:nvPr/>
                  </p14:nvContentPartPr>
                  <p14:xfrm>
                    <a:off x="7799021" y="4223031"/>
                    <a:ext cx="14040" cy="12240"/>
                  </p14:xfrm>
                </p:contentPart>
              </mc:Choice>
              <mc:Fallback xmlns="">
                <p:pic>
                  <p:nvPicPr>
                    <p:cNvPr id="160" name="Ink 159">
                      <a:extLst>
                        <a:ext uri="{FF2B5EF4-FFF2-40B4-BE49-F238E27FC236}">
                          <a16:creationId xmlns:a16="http://schemas.microsoft.com/office/drawing/2014/main" id="{42DC080A-2407-4EE2-706B-C759816EEEF3}"/>
                        </a:ext>
                      </a:extLst>
                    </p:cNvPr>
                    <p:cNvPicPr/>
                    <p:nvPr/>
                  </p:nvPicPr>
                  <p:blipFill>
                    <a:blip r:embed="rId157"/>
                    <a:stretch>
                      <a:fillRect/>
                    </a:stretch>
                  </p:blipFill>
                  <p:spPr>
                    <a:xfrm>
                      <a:off x="7790381" y="4214391"/>
                      <a:ext cx="316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61" name="Ink 160">
                      <a:extLst>
                        <a:ext uri="{FF2B5EF4-FFF2-40B4-BE49-F238E27FC236}">
                          <a16:creationId xmlns:a16="http://schemas.microsoft.com/office/drawing/2014/main" id="{80080743-847A-E7AC-0B13-2DD5CEB594D0}"/>
                        </a:ext>
                      </a:extLst>
                    </p14:cNvPr>
                    <p14:cNvContentPartPr/>
                    <p14:nvPr/>
                  </p14:nvContentPartPr>
                  <p14:xfrm>
                    <a:off x="7853381" y="4098111"/>
                    <a:ext cx="64080" cy="153000"/>
                  </p14:xfrm>
                </p:contentPart>
              </mc:Choice>
              <mc:Fallback xmlns="">
                <p:pic>
                  <p:nvPicPr>
                    <p:cNvPr id="161" name="Ink 160">
                      <a:extLst>
                        <a:ext uri="{FF2B5EF4-FFF2-40B4-BE49-F238E27FC236}">
                          <a16:creationId xmlns:a16="http://schemas.microsoft.com/office/drawing/2014/main" id="{80080743-847A-E7AC-0B13-2DD5CEB594D0}"/>
                        </a:ext>
                      </a:extLst>
                    </p:cNvPr>
                    <p:cNvPicPr/>
                    <p:nvPr/>
                  </p:nvPicPr>
                  <p:blipFill>
                    <a:blip r:embed="rId159"/>
                    <a:stretch>
                      <a:fillRect/>
                    </a:stretch>
                  </p:blipFill>
                  <p:spPr>
                    <a:xfrm>
                      <a:off x="7844381" y="4089111"/>
                      <a:ext cx="8172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62" name="Ink 161">
                      <a:extLst>
                        <a:ext uri="{FF2B5EF4-FFF2-40B4-BE49-F238E27FC236}">
                          <a16:creationId xmlns:a16="http://schemas.microsoft.com/office/drawing/2014/main" id="{BCA1ECAE-C9CD-2100-B8DE-48AFBB1356C0}"/>
                        </a:ext>
                      </a:extLst>
                    </p14:cNvPr>
                    <p14:cNvContentPartPr/>
                    <p14:nvPr/>
                  </p14:nvContentPartPr>
                  <p14:xfrm>
                    <a:off x="8003861" y="4203591"/>
                    <a:ext cx="8280" cy="14400"/>
                  </p14:xfrm>
                </p:contentPart>
              </mc:Choice>
              <mc:Fallback xmlns="">
                <p:pic>
                  <p:nvPicPr>
                    <p:cNvPr id="162" name="Ink 161">
                      <a:extLst>
                        <a:ext uri="{FF2B5EF4-FFF2-40B4-BE49-F238E27FC236}">
                          <a16:creationId xmlns:a16="http://schemas.microsoft.com/office/drawing/2014/main" id="{BCA1ECAE-C9CD-2100-B8DE-48AFBB1356C0}"/>
                        </a:ext>
                      </a:extLst>
                    </p:cNvPr>
                    <p:cNvPicPr/>
                    <p:nvPr/>
                  </p:nvPicPr>
                  <p:blipFill>
                    <a:blip r:embed="rId161"/>
                    <a:stretch>
                      <a:fillRect/>
                    </a:stretch>
                  </p:blipFill>
                  <p:spPr>
                    <a:xfrm>
                      <a:off x="7994861" y="4194951"/>
                      <a:ext cx="2592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63" name="Ink 162">
                      <a:extLst>
                        <a:ext uri="{FF2B5EF4-FFF2-40B4-BE49-F238E27FC236}">
                          <a16:creationId xmlns:a16="http://schemas.microsoft.com/office/drawing/2014/main" id="{F714D79A-409A-FF21-0CDF-26CD2DE4F9F7}"/>
                        </a:ext>
                      </a:extLst>
                    </p14:cNvPr>
                    <p14:cNvContentPartPr/>
                    <p14:nvPr/>
                  </p14:nvContentPartPr>
                  <p14:xfrm>
                    <a:off x="7977221" y="4137711"/>
                    <a:ext cx="15840" cy="14040"/>
                  </p14:xfrm>
                </p:contentPart>
              </mc:Choice>
              <mc:Fallback xmlns="">
                <p:pic>
                  <p:nvPicPr>
                    <p:cNvPr id="163" name="Ink 162">
                      <a:extLst>
                        <a:ext uri="{FF2B5EF4-FFF2-40B4-BE49-F238E27FC236}">
                          <a16:creationId xmlns:a16="http://schemas.microsoft.com/office/drawing/2014/main" id="{F714D79A-409A-FF21-0CDF-26CD2DE4F9F7}"/>
                        </a:ext>
                      </a:extLst>
                    </p:cNvPr>
                    <p:cNvPicPr/>
                    <p:nvPr/>
                  </p:nvPicPr>
                  <p:blipFill>
                    <a:blip r:embed="rId163"/>
                    <a:stretch>
                      <a:fillRect/>
                    </a:stretch>
                  </p:blipFill>
                  <p:spPr>
                    <a:xfrm>
                      <a:off x="7968581" y="4128711"/>
                      <a:ext cx="3348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65" name="Ink 164">
                      <a:extLst>
                        <a:ext uri="{FF2B5EF4-FFF2-40B4-BE49-F238E27FC236}">
                          <a16:creationId xmlns:a16="http://schemas.microsoft.com/office/drawing/2014/main" id="{26362336-C446-9C5C-31B2-8FBE0F94AF47}"/>
                        </a:ext>
                      </a:extLst>
                    </p14:cNvPr>
                    <p14:cNvContentPartPr/>
                    <p14:nvPr/>
                  </p14:nvContentPartPr>
                  <p14:xfrm>
                    <a:off x="8087021" y="4092711"/>
                    <a:ext cx="77760" cy="111960"/>
                  </p14:xfrm>
                </p:contentPart>
              </mc:Choice>
              <mc:Fallback xmlns="">
                <p:pic>
                  <p:nvPicPr>
                    <p:cNvPr id="165" name="Ink 164">
                      <a:extLst>
                        <a:ext uri="{FF2B5EF4-FFF2-40B4-BE49-F238E27FC236}">
                          <a16:creationId xmlns:a16="http://schemas.microsoft.com/office/drawing/2014/main" id="{26362336-C446-9C5C-31B2-8FBE0F94AF47}"/>
                        </a:ext>
                      </a:extLst>
                    </p:cNvPr>
                    <p:cNvPicPr/>
                    <p:nvPr/>
                  </p:nvPicPr>
                  <p:blipFill>
                    <a:blip r:embed="rId165"/>
                    <a:stretch>
                      <a:fillRect/>
                    </a:stretch>
                  </p:blipFill>
                  <p:spPr>
                    <a:xfrm>
                      <a:off x="8078021" y="4084071"/>
                      <a:ext cx="9540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66" name="Ink 165">
                      <a:extLst>
                        <a:ext uri="{FF2B5EF4-FFF2-40B4-BE49-F238E27FC236}">
                          <a16:creationId xmlns:a16="http://schemas.microsoft.com/office/drawing/2014/main" id="{14D935B2-1537-1F9F-3032-CE848679D41F}"/>
                        </a:ext>
                      </a:extLst>
                    </p14:cNvPr>
                    <p14:cNvContentPartPr/>
                    <p14:nvPr/>
                  </p14:nvContentPartPr>
                  <p14:xfrm>
                    <a:off x="8205101" y="4085871"/>
                    <a:ext cx="71280" cy="91800"/>
                  </p14:xfrm>
                </p:contentPart>
              </mc:Choice>
              <mc:Fallback xmlns="">
                <p:pic>
                  <p:nvPicPr>
                    <p:cNvPr id="166" name="Ink 165">
                      <a:extLst>
                        <a:ext uri="{FF2B5EF4-FFF2-40B4-BE49-F238E27FC236}">
                          <a16:creationId xmlns:a16="http://schemas.microsoft.com/office/drawing/2014/main" id="{14D935B2-1537-1F9F-3032-CE848679D41F}"/>
                        </a:ext>
                      </a:extLst>
                    </p:cNvPr>
                    <p:cNvPicPr/>
                    <p:nvPr/>
                  </p:nvPicPr>
                  <p:blipFill>
                    <a:blip r:embed="rId167"/>
                    <a:stretch>
                      <a:fillRect/>
                    </a:stretch>
                  </p:blipFill>
                  <p:spPr>
                    <a:xfrm>
                      <a:off x="8196461" y="4076871"/>
                      <a:ext cx="8892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67" name="Ink 166">
                      <a:extLst>
                        <a:ext uri="{FF2B5EF4-FFF2-40B4-BE49-F238E27FC236}">
                          <a16:creationId xmlns:a16="http://schemas.microsoft.com/office/drawing/2014/main" id="{E4D370A7-A2A5-6278-CAB2-DB688EF6DCFD}"/>
                        </a:ext>
                      </a:extLst>
                    </p14:cNvPr>
                    <p14:cNvContentPartPr/>
                    <p14:nvPr/>
                  </p14:nvContentPartPr>
                  <p14:xfrm>
                    <a:off x="8302301" y="4109991"/>
                    <a:ext cx="36360" cy="44640"/>
                  </p14:xfrm>
                </p:contentPart>
              </mc:Choice>
              <mc:Fallback xmlns="">
                <p:pic>
                  <p:nvPicPr>
                    <p:cNvPr id="167" name="Ink 166">
                      <a:extLst>
                        <a:ext uri="{FF2B5EF4-FFF2-40B4-BE49-F238E27FC236}">
                          <a16:creationId xmlns:a16="http://schemas.microsoft.com/office/drawing/2014/main" id="{E4D370A7-A2A5-6278-CAB2-DB688EF6DCFD}"/>
                        </a:ext>
                      </a:extLst>
                    </p:cNvPr>
                    <p:cNvPicPr/>
                    <p:nvPr/>
                  </p:nvPicPr>
                  <p:blipFill>
                    <a:blip r:embed="rId169"/>
                    <a:stretch>
                      <a:fillRect/>
                    </a:stretch>
                  </p:blipFill>
                  <p:spPr>
                    <a:xfrm>
                      <a:off x="8293301" y="4100991"/>
                      <a:ext cx="5400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68" name="Ink 167">
                      <a:extLst>
                        <a:ext uri="{FF2B5EF4-FFF2-40B4-BE49-F238E27FC236}">
                          <a16:creationId xmlns:a16="http://schemas.microsoft.com/office/drawing/2014/main" id="{C180CF0D-BAAA-706C-AE58-3A5929200219}"/>
                        </a:ext>
                      </a:extLst>
                    </p14:cNvPr>
                    <p14:cNvContentPartPr/>
                    <p14:nvPr/>
                  </p14:nvContentPartPr>
                  <p14:xfrm>
                    <a:off x="8381861" y="4080471"/>
                    <a:ext cx="96480" cy="51120"/>
                  </p14:xfrm>
                </p:contentPart>
              </mc:Choice>
              <mc:Fallback xmlns="">
                <p:pic>
                  <p:nvPicPr>
                    <p:cNvPr id="168" name="Ink 167">
                      <a:extLst>
                        <a:ext uri="{FF2B5EF4-FFF2-40B4-BE49-F238E27FC236}">
                          <a16:creationId xmlns:a16="http://schemas.microsoft.com/office/drawing/2014/main" id="{C180CF0D-BAAA-706C-AE58-3A5929200219}"/>
                        </a:ext>
                      </a:extLst>
                    </p:cNvPr>
                    <p:cNvPicPr/>
                    <p:nvPr/>
                  </p:nvPicPr>
                  <p:blipFill>
                    <a:blip r:embed="rId171"/>
                    <a:stretch>
                      <a:fillRect/>
                    </a:stretch>
                  </p:blipFill>
                  <p:spPr>
                    <a:xfrm>
                      <a:off x="8372861" y="4071831"/>
                      <a:ext cx="11412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70" name="Ink 169">
                      <a:extLst>
                        <a:ext uri="{FF2B5EF4-FFF2-40B4-BE49-F238E27FC236}">
                          <a16:creationId xmlns:a16="http://schemas.microsoft.com/office/drawing/2014/main" id="{6F447402-D8E6-6868-4276-DA2223C7D01B}"/>
                        </a:ext>
                      </a:extLst>
                    </p14:cNvPr>
                    <p14:cNvContentPartPr/>
                    <p14:nvPr/>
                  </p14:nvContentPartPr>
                  <p14:xfrm>
                    <a:off x="8504638" y="4032048"/>
                    <a:ext cx="67680" cy="110520"/>
                  </p14:xfrm>
                </p:contentPart>
              </mc:Choice>
              <mc:Fallback xmlns="">
                <p:pic>
                  <p:nvPicPr>
                    <p:cNvPr id="170" name="Ink 169">
                      <a:extLst>
                        <a:ext uri="{FF2B5EF4-FFF2-40B4-BE49-F238E27FC236}">
                          <a16:creationId xmlns:a16="http://schemas.microsoft.com/office/drawing/2014/main" id="{6F447402-D8E6-6868-4276-DA2223C7D01B}"/>
                        </a:ext>
                      </a:extLst>
                    </p:cNvPr>
                    <p:cNvPicPr/>
                    <p:nvPr/>
                  </p:nvPicPr>
                  <p:blipFill>
                    <a:blip r:embed="rId173"/>
                    <a:stretch>
                      <a:fillRect/>
                    </a:stretch>
                  </p:blipFill>
                  <p:spPr>
                    <a:xfrm>
                      <a:off x="8495638" y="4023048"/>
                      <a:ext cx="8532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72" name="Ink 171">
                      <a:extLst>
                        <a:ext uri="{FF2B5EF4-FFF2-40B4-BE49-F238E27FC236}">
                          <a16:creationId xmlns:a16="http://schemas.microsoft.com/office/drawing/2014/main" id="{E56E5598-DC84-2274-8290-A1B7BC8F2810}"/>
                        </a:ext>
                      </a:extLst>
                    </p14:cNvPr>
                    <p14:cNvContentPartPr/>
                    <p14:nvPr/>
                  </p14:nvContentPartPr>
                  <p14:xfrm>
                    <a:off x="8588158" y="4005048"/>
                    <a:ext cx="102240" cy="121680"/>
                  </p14:xfrm>
                </p:contentPart>
              </mc:Choice>
              <mc:Fallback xmlns="">
                <p:pic>
                  <p:nvPicPr>
                    <p:cNvPr id="172" name="Ink 171">
                      <a:extLst>
                        <a:ext uri="{FF2B5EF4-FFF2-40B4-BE49-F238E27FC236}">
                          <a16:creationId xmlns:a16="http://schemas.microsoft.com/office/drawing/2014/main" id="{E56E5598-DC84-2274-8290-A1B7BC8F2810}"/>
                        </a:ext>
                      </a:extLst>
                    </p:cNvPr>
                    <p:cNvPicPr/>
                    <p:nvPr/>
                  </p:nvPicPr>
                  <p:blipFill>
                    <a:blip r:embed="rId175"/>
                    <a:stretch>
                      <a:fillRect/>
                    </a:stretch>
                  </p:blipFill>
                  <p:spPr>
                    <a:xfrm>
                      <a:off x="8579158" y="3996048"/>
                      <a:ext cx="11988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73" name="Ink 172">
                      <a:extLst>
                        <a:ext uri="{FF2B5EF4-FFF2-40B4-BE49-F238E27FC236}">
                          <a16:creationId xmlns:a16="http://schemas.microsoft.com/office/drawing/2014/main" id="{34CBFF86-738A-D3D4-02B3-F7A127EE1CC0}"/>
                        </a:ext>
                      </a:extLst>
                    </p14:cNvPr>
                    <p14:cNvContentPartPr/>
                    <p14:nvPr/>
                  </p14:nvContentPartPr>
                  <p14:xfrm>
                    <a:off x="8714518" y="4009368"/>
                    <a:ext cx="66600" cy="81000"/>
                  </p14:xfrm>
                </p:contentPart>
              </mc:Choice>
              <mc:Fallback xmlns="">
                <p:pic>
                  <p:nvPicPr>
                    <p:cNvPr id="173" name="Ink 172">
                      <a:extLst>
                        <a:ext uri="{FF2B5EF4-FFF2-40B4-BE49-F238E27FC236}">
                          <a16:creationId xmlns:a16="http://schemas.microsoft.com/office/drawing/2014/main" id="{34CBFF86-738A-D3D4-02B3-F7A127EE1CC0}"/>
                        </a:ext>
                      </a:extLst>
                    </p:cNvPr>
                    <p:cNvPicPr/>
                    <p:nvPr/>
                  </p:nvPicPr>
                  <p:blipFill>
                    <a:blip r:embed="rId177"/>
                    <a:stretch>
                      <a:fillRect/>
                    </a:stretch>
                  </p:blipFill>
                  <p:spPr>
                    <a:xfrm>
                      <a:off x="8705878" y="4000368"/>
                      <a:ext cx="8424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74" name="Ink 173">
                      <a:extLst>
                        <a:ext uri="{FF2B5EF4-FFF2-40B4-BE49-F238E27FC236}">
                          <a16:creationId xmlns:a16="http://schemas.microsoft.com/office/drawing/2014/main" id="{3DB92C38-7E39-E9BF-7210-67C59FDD43C2}"/>
                        </a:ext>
                      </a:extLst>
                    </p14:cNvPr>
                    <p14:cNvContentPartPr/>
                    <p14:nvPr/>
                  </p14:nvContentPartPr>
                  <p14:xfrm>
                    <a:off x="8823238" y="3950328"/>
                    <a:ext cx="42120" cy="118440"/>
                  </p14:xfrm>
                </p:contentPart>
              </mc:Choice>
              <mc:Fallback xmlns="">
                <p:pic>
                  <p:nvPicPr>
                    <p:cNvPr id="174" name="Ink 173">
                      <a:extLst>
                        <a:ext uri="{FF2B5EF4-FFF2-40B4-BE49-F238E27FC236}">
                          <a16:creationId xmlns:a16="http://schemas.microsoft.com/office/drawing/2014/main" id="{3DB92C38-7E39-E9BF-7210-67C59FDD43C2}"/>
                        </a:ext>
                      </a:extLst>
                    </p:cNvPr>
                    <p:cNvPicPr/>
                    <p:nvPr/>
                  </p:nvPicPr>
                  <p:blipFill>
                    <a:blip r:embed="rId179"/>
                    <a:stretch>
                      <a:fillRect/>
                    </a:stretch>
                  </p:blipFill>
                  <p:spPr>
                    <a:xfrm>
                      <a:off x="8814238" y="3941688"/>
                      <a:ext cx="5976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75" name="Ink 174">
                      <a:extLst>
                        <a:ext uri="{FF2B5EF4-FFF2-40B4-BE49-F238E27FC236}">
                          <a16:creationId xmlns:a16="http://schemas.microsoft.com/office/drawing/2014/main" id="{E03A0766-6D10-743A-1378-C26A914D5C88}"/>
                        </a:ext>
                      </a:extLst>
                    </p14:cNvPr>
                    <p14:cNvContentPartPr/>
                    <p14:nvPr/>
                  </p14:nvContentPartPr>
                  <p14:xfrm>
                    <a:off x="8943838" y="3902448"/>
                    <a:ext cx="22680" cy="148680"/>
                  </p14:xfrm>
                </p:contentPart>
              </mc:Choice>
              <mc:Fallback xmlns="">
                <p:pic>
                  <p:nvPicPr>
                    <p:cNvPr id="175" name="Ink 174">
                      <a:extLst>
                        <a:ext uri="{FF2B5EF4-FFF2-40B4-BE49-F238E27FC236}">
                          <a16:creationId xmlns:a16="http://schemas.microsoft.com/office/drawing/2014/main" id="{E03A0766-6D10-743A-1378-C26A914D5C88}"/>
                        </a:ext>
                      </a:extLst>
                    </p:cNvPr>
                    <p:cNvPicPr/>
                    <p:nvPr/>
                  </p:nvPicPr>
                  <p:blipFill>
                    <a:blip r:embed="rId181"/>
                    <a:stretch>
                      <a:fillRect/>
                    </a:stretch>
                  </p:blipFill>
                  <p:spPr>
                    <a:xfrm>
                      <a:off x="8934838" y="3893448"/>
                      <a:ext cx="4032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76" name="Ink 175">
                      <a:extLst>
                        <a:ext uri="{FF2B5EF4-FFF2-40B4-BE49-F238E27FC236}">
                          <a16:creationId xmlns:a16="http://schemas.microsoft.com/office/drawing/2014/main" id="{49F5A075-867C-F8DF-501A-16793BB99D11}"/>
                        </a:ext>
                      </a:extLst>
                    </p14:cNvPr>
                    <p14:cNvContentPartPr/>
                    <p14:nvPr/>
                  </p14:nvContentPartPr>
                  <p14:xfrm>
                    <a:off x="8911798" y="3943488"/>
                    <a:ext cx="75600" cy="32400"/>
                  </p14:xfrm>
                </p:contentPart>
              </mc:Choice>
              <mc:Fallback xmlns="">
                <p:pic>
                  <p:nvPicPr>
                    <p:cNvPr id="176" name="Ink 175">
                      <a:extLst>
                        <a:ext uri="{FF2B5EF4-FFF2-40B4-BE49-F238E27FC236}">
                          <a16:creationId xmlns:a16="http://schemas.microsoft.com/office/drawing/2014/main" id="{49F5A075-867C-F8DF-501A-16793BB99D11}"/>
                        </a:ext>
                      </a:extLst>
                    </p:cNvPr>
                    <p:cNvPicPr/>
                    <p:nvPr/>
                  </p:nvPicPr>
                  <p:blipFill>
                    <a:blip r:embed="rId183"/>
                    <a:stretch>
                      <a:fillRect/>
                    </a:stretch>
                  </p:blipFill>
                  <p:spPr>
                    <a:xfrm>
                      <a:off x="8902798" y="3934848"/>
                      <a:ext cx="93240" cy="5004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77" name="Ink 176">
                      <a:extLst>
                        <a:ext uri="{FF2B5EF4-FFF2-40B4-BE49-F238E27FC236}">
                          <a16:creationId xmlns:a16="http://schemas.microsoft.com/office/drawing/2014/main" id="{9E66CFA4-41F3-A41D-745C-6340CEFF37EA}"/>
                        </a:ext>
                      </a:extLst>
                    </p14:cNvPr>
                    <p14:cNvContentPartPr/>
                    <p14:nvPr/>
                  </p14:nvContentPartPr>
                  <p14:xfrm>
                    <a:off x="9008278" y="3906408"/>
                    <a:ext cx="132480" cy="145800"/>
                  </p14:xfrm>
                </p:contentPart>
              </mc:Choice>
              <mc:Fallback xmlns="">
                <p:pic>
                  <p:nvPicPr>
                    <p:cNvPr id="177" name="Ink 176">
                      <a:extLst>
                        <a:ext uri="{FF2B5EF4-FFF2-40B4-BE49-F238E27FC236}">
                          <a16:creationId xmlns:a16="http://schemas.microsoft.com/office/drawing/2014/main" id="{9E66CFA4-41F3-A41D-745C-6340CEFF37EA}"/>
                        </a:ext>
                      </a:extLst>
                    </p:cNvPr>
                    <p:cNvPicPr/>
                    <p:nvPr/>
                  </p:nvPicPr>
                  <p:blipFill>
                    <a:blip r:embed="rId185"/>
                    <a:stretch>
                      <a:fillRect/>
                    </a:stretch>
                  </p:blipFill>
                  <p:spPr>
                    <a:xfrm>
                      <a:off x="8999638" y="3897408"/>
                      <a:ext cx="15012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79" name="Ink 178">
                      <a:extLst>
                        <a:ext uri="{FF2B5EF4-FFF2-40B4-BE49-F238E27FC236}">
                          <a16:creationId xmlns:a16="http://schemas.microsoft.com/office/drawing/2014/main" id="{080EFF0F-02AC-913C-6DDF-ADC274907267}"/>
                        </a:ext>
                      </a:extLst>
                    </p14:cNvPr>
                    <p14:cNvContentPartPr/>
                    <p14:nvPr/>
                  </p14:nvContentPartPr>
                  <p14:xfrm>
                    <a:off x="9191158" y="3825768"/>
                    <a:ext cx="66600" cy="221400"/>
                  </p14:xfrm>
                </p:contentPart>
              </mc:Choice>
              <mc:Fallback xmlns="">
                <p:pic>
                  <p:nvPicPr>
                    <p:cNvPr id="179" name="Ink 178">
                      <a:extLst>
                        <a:ext uri="{FF2B5EF4-FFF2-40B4-BE49-F238E27FC236}">
                          <a16:creationId xmlns:a16="http://schemas.microsoft.com/office/drawing/2014/main" id="{080EFF0F-02AC-913C-6DDF-ADC274907267}"/>
                        </a:ext>
                      </a:extLst>
                    </p:cNvPr>
                    <p:cNvPicPr/>
                    <p:nvPr/>
                  </p:nvPicPr>
                  <p:blipFill>
                    <a:blip r:embed="rId187"/>
                    <a:stretch>
                      <a:fillRect/>
                    </a:stretch>
                  </p:blipFill>
                  <p:spPr>
                    <a:xfrm>
                      <a:off x="9182158" y="3816768"/>
                      <a:ext cx="8424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87" name="Ink 186">
                      <a:extLst>
                        <a:ext uri="{FF2B5EF4-FFF2-40B4-BE49-F238E27FC236}">
                          <a16:creationId xmlns:a16="http://schemas.microsoft.com/office/drawing/2014/main" id="{366458A1-4008-0A89-EE62-B9BBADAF2F24}"/>
                        </a:ext>
                      </a:extLst>
                    </p14:cNvPr>
                    <p14:cNvContentPartPr/>
                    <p14:nvPr/>
                  </p14:nvContentPartPr>
                  <p14:xfrm>
                    <a:off x="6267077" y="5000554"/>
                    <a:ext cx="1679760" cy="1112040"/>
                  </p14:xfrm>
                </p:contentPart>
              </mc:Choice>
              <mc:Fallback xmlns="">
                <p:pic>
                  <p:nvPicPr>
                    <p:cNvPr id="187" name="Ink 186">
                      <a:extLst>
                        <a:ext uri="{FF2B5EF4-FFF2-40B4-BE49-F238E27FC236}">
                          <a16:creationId xmlns:a16="http://schemas.microsoft.com/office/drawing/2014/main" id="{366458A1-4008-0A89-EE62-B9BBADAF2F24}"/>
                        </a:ext>
                      </a:extLst>
                    </p:cNvPr>
                    <p:cNvPicPr/>
                    <p:nvPr/>
                  </p:nvPicPr>
                  <p:blipFill>
                    <a:blip r:embed="rId189"/>
                    <a:stretch>
                      <a:fillRect/>
                    </a:stretch>
                  </p:blipFill>
                  <p:spPr>
                    <a:xfrm>
                      <a:off x="6258077" y="4991914"/>
                      <a:ext cx="1697400" cy="11296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97" name="Ink 196">
                      <a:extLst>
                        <a:ext uri="{FF2B5EF4-FFF2-40B4-BE49-F238E27FC236}">
                          <a16:creationId xmlns:a16="http://schemas.microsoft.com/office/drawing/2014/main" id="{D0A2F46A-6124-7517-C73A-2D674AC8656F}"/>
                        </a:ext>
                      </a:extLst>
                    </p14:cNvPr>
                    <p14:cNvContentPartPr/>
                    <p14:nvPr/>
                  </p14:nvContentPartPr>
                  <p14:xfrm>
                    <a:off x="7241680" y="4535794"/>
                    <a:ext cx="156240" cy="45720"/>
                  </p14:xfrm>
                </p:contentPart>
              </mc:Choice>
              <mc:Fallback xmlns="">
                <p:pic>
                  <p:nvPicPr>
                    <p:cNvPr id="197" name="Ink 196">
                      <a:extLst>
                        <a:ext uri="{FF2B5EF4-FFF2-40B4-BE49-F238E27FC236}">
                          <a16:creationId xmlns:a16="http://schemas.microsoft.com/office/drawing/2014/main" id="{D0A2F46A-6124-7517-C73A-2D674AC8656F}"/>
                        </a:ext>
                      </a:extLst>
                    </p:cNvPr>
                    <p:cNvPicPr/>
                    <p:nvPr/>
                  </p:nvPicPr>
                  <p:blipFill>
                    <a:blip r:embed="rId205"/>
                    <a:stretch>
                      <a:fillRect/>
                    </a:stretch>
                  </p:blipFill>
                  <p:spPr>
                    <a:xfrm>
                      <a:off x="7232680" y="4526794"/>
                      <a:ext cx="17388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201" name="Ink 200">
                      <a:extLst>
                        <a:ext uri="{FF2B5EF4-FFF2-40B4-BE49-F238E27FC236}">
                          <a16:creationId xmlns:a16="http://schemas.microsoft.com/office/drawing/2014/main" id="{41D0773C-BB42-7B88-719D-48FAC091E2F8}"/>
                        </a:ext>
                      </a:extLst>
                    </p14:cNvPr>
                    <p14:cNvContentPartPr/>
                    <p14:nvPr/>
                  </p14:nvContentPartPr>
                  <p14:xfrm>
                    <a:off x="7384129" y="4815496"/>
                    <a:ext cx="360" cy="360"/>
                  </p14:xfrm>
                </p:contentPart>
              </mc:Choice>
              <mc:Fallback xmlns="">
                <p:pic>
                  <p:nvPicPr>
                    <p:cNvPr id="201" name="Ink 200">
                      <a:extLst>
                        <a:ext uri="{FF2B5EF4-FFF2-40B4-BE49-F238E27FC236}">
                          <a16:creationId xmlns:a16="http://schemas.microsoft.com/office/drawing/2014/main" id="{41D0773C-BB42-7B88-719D-48FAC091E2F8}"/>
                        </a:ext>
                      </a:extLst>
                    </p:cNvPr>
                    <p:cNvPicPr/>
                    <p:nvPr/>
                  </p:nvPicPr>
                  <p:blipFill>
                    <a:blip r:embed="rId51"/>
                    <a:stretch>
                      <a:fillRect/>
                    </a:stretch>
                  </p:blipFill>
                  <p:spPr>
                    <a:xfrm>
                      <a:off x="7375489" y="480685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209" name="Ink 208">
                      <a:extLst>
                        <a:ext uri="{FF2B5EF4-FFF2-40B4-BE49-F238E27FC236}">
                          <a16:creationId xmlns:a16="http://schemas.microsoft.com/office/drawing/2014/main" id="{78125517-A253-9A41-C54A-1023DDC83A01}"/>
                        </a:ext>
                      </a:extLst>
                    </p14:cNvPr>
                    <p14:cNvContentPartPr/>
                    <p14:nvPr/>
                  </p14:nvContentPartPr>
                  <p14:xfrm>
                    <a:off x="7303489" y="4661056"/>
                    <a:ext cx="88920" cy="40680"/>
                  </p14:xfrm>
                </p:contentPart>
              </mc:Choice>
              <mc:Fallback xmlns="">
                <p:pic>
                  <p:nvPicPr>
                    <p:cNvPr id="209" name="Ink 208">
                      <a:extLst>
                        <a:ext uri="{FF2B5EF4-FFF2-40B4-BE49-F238E27FC236}">
                          <a16:creationId xmlns:a16="http://schemas.microsoft.com/office/drawing/2014/main" id="{78125517-A253-9A41-C54A-1023DDC83A01}"/>
                        </a:ext>
                      </a:extLst>
                    </p:cNvPr>
                    <p:cNvPicPr/>
                    <p:nvPr/>
                  </p:nvPicPr>
                  <p:blipFill>
                    <a:blip r:embed="rId224"/>
                    <a:stretch>
                      <a:fillRect/>
                    </a:stretch>
                  </p:blipFill>
                  <p:spPr>
                    <a:xfrm>
                      <a:off x="7294489" y="4652416"/>
                      <a:ext cx="10656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210" name="Ink 209">
                      <a:extLst>
                        <a:ext uri="{FF2B5EF4-FFF2-40B4-BE49-F238E27FC236}">
                          <a16:creationId xmlns:a16="http://schemas.microsoft.com/office/drawing/2014/main" id="{C1A9CF8F-9866-BCD3-6910-FE560E43EAE1}"/>
                        </a:ext>
                      </a:extLst>
                    </p14:cNvPr>
                    <p14:cNvContentPartPr/>
                    <p14:nvPr/>
                  </p14:nvContentPartPr>
                  <p14:xfrm>
                    <a:off x="7299889" y="4650256"/>
                    <a:ext cx="72360" cy="30600"/>
                  </p14:xfrm>
                </p:contentPart>
              </mc:Choice>
              <mc:Fallback xmlns="">
                <p:pic>
                  <p:nvPicPr>
                    <p:cNvPr id="210" name="Ink 209">
                      <a:extLst>
                        <a:ext uri="{FF2B5EF4-FFF2-40B4-BE49-F238E27FC236}">
                          <a16:creationId xmlns:a16="http://schemas.microsoft.com/office/drawing/2014/main" id="{C1A9CF8F-9866-BCD3-6910-FE560E43EAE1}"/>
                        </a:ext>
                      </a:extLst>
                    </p:cNvPr>
                    <p:cNvPicPr/>
                    <p:nvPr/>
                  </p:nvPicPr>
                  <p:blipFill>
                    <a:blip r:embed="rId226"/>
                    <a:stretch>
                      <a:fillRect/>
                    </a:stretch>
                  </p:blipFill>
                  <p:spPr>
                    <a:xfrm>
                      <a:off x="7290889" y="4641256"/>
                      <a:ext cx="9000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212" name="Ink 211">
                      <a:extLst>
                        <a:ext uri="{FF2B5EF4-FFF2-40B4-BE49-F238E27FC236}">
                          <a16:creationId xmlns:a16="http://schemas.microsoft.com/office/drawing/2014/main" id="{BBC542F3-9399-7F60-B7B4-427A2205A79D}"/>
                        </a:ext>
                      </a:extLst>
                    </p14:cNvPr>
                    <p14:cNvContentPartPr/>
                    <p14:nvPr/>
                  </p14:nvContentPartPr>
                  <p14:xfrm>
                    <a:off x="7267489" y="4560256"/>
                    <a:ext cx="126720" cy="46800"/>
                  </p14:xfrm>
                </p:contentPart>
              </mc:Choice>
              <mc:Fallback xmlns="">
                <p:pic>
                  <p:nvPicPr>
                    <p:cNvPr id="212" name="Ink 211">
                      <a:extLst>
                        <a:ext uri="{FF2B5EF4-FFF2-40B4-BE49-F238E27FC236}">
                          <a16:creationId xmlns:a16="http://schemas.microsoft.com/office/drawing/2014/main" id="{BBC542F3-9399-7F60-B7B4-427A2205A79D}"/>
                        </a:ext>
                      </a:extLst>
                    </p:cNvPr>
                    <p:cNvPicPr/>
                    <p:nvPr/>
                  </p:nvPicPr>
                  <p:blipFill>
                    <a:blip r:embed="rId228"/>
                    <a:stretch>
                      <a:fillRect/>
                    </a:stretch>
                  </p:blipFill>
                  <p:spPr>
                    <a:xfrm>
                      <a:off x="7258849" y="4551616"/>
                      <a:ext cx="1443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218" name="Ink 217">
                      <a:extLst>
                        <a:ext uri="{FF2B5EF4-FFF2-40B4-BE49-F238E27FC236}">
                          <a16:creationId xmlns:a16="http://schemas.microsoft.com/office/drawing/2014/main" id="{2F1EA142-4A38-A071-9642-C2C5F7574DF2}"/>
                        </a:ext>
                      </a:extLst>
                    </p14:cNvPr>
                    <p14:cNvContentPartPr/>
                    <p14:nvPr/>
                  </p14:nvContentPartPr>
                  <p14:xfrm>
                    <a:off x="7330489" y="4600576"/>
                    <a:ext cx="65520" cy="27360"/>
                  </p14:xfrm>
                </p:contentPart>
              </mc:Choice>
              <mc:Fallback xmlns="">
                <p:pic>
                  <p:nvPicPr>
                    <p:cNvPr id="218" name="Ink 217">
                      <a:extLst>
                        <a:ext uri="{FF2B5EF4-FFF2-40B4-BE49-F238E27FC236}">
                          <a16:creationId xmlns:a16="http://schemas.microsoft.com/office/drawing/2014/main" id="{2F1EA142-4A38-A071-9642-C2C5F7574DF2}"/>
                        </a:ext>
                      </a:extLst>
                    </p:cNvPr>
                    <p:cNvPicPr/>
                    <p:nvPr/>
                  </p:nvPicPr>
                  <p:blipFill>
                    <a:blip r:embed="rId236"/>
                    <a:stretch>
                      <a:fillRect/>
                    </a:stretch>
                  </p:blipFill>
                  <p:spPr>
                    <a:xfrm>
                      <a:off x="7321849" y="4591936"/>
                      <a:ext cx="8316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219" name="Ink 218">
                      <a:extLst>
                        <a:ext uri="{FF2B5EF4-FFF2-40B4-BE49-F238E27FC236}">
                          <a16:creationId xmlns:a16="http://schemas.microsoft.com/office/drawing/2014/main" id="{7B7E9F89-EB52-0416-552C-AC7D0CC5129B}"/>
                        </a:ext>
                      </a:extLst>
                    </p14:cNvPr>
                    <p14:cNvContentPartPr/>
                    <p14:nvPr/>
                  </p14:nvContentPartPr>
                  <p14:xfrm>
                    <a:off x="7289089" y="4550536"/>
                    <a:ext cx="96480" cy="74160"/>
                  </p14:xfrm>
                </p:contentPart>
              </mc:Choice>
              <mc:Fallback xmlns="">
                <p:pic>
                  <p:nvPicPr>
                    <p:cNvPr id="219" name="Ink 218">
                      <a:extLst>
                        <a:ext uri="{FF2B5EF4-FFF2-40B4-BE49-F238E27FC236}">
                          <a16:creationId xmlns:a16="http://schemas.microsoft.com/office/drawing/2014/main" id="{7B7E9F89-EB52-0416-552C-AC7D0CC5129B}"/>
                        </a:ext>
                      </a:extLst>
                    </p:cNvPr>
                    <p:cNvPicPr/>
                    <p:nvPr/>
                  </p:nvPicPr>
                  <p:blipFill>
                    <a:blip r:embed="rId238"/>
                    <a:stretch>
                      <a:fillRect/>
                    </a:stretch>
                  </p:blipFill>
                  <p:spPr>
                    <a:xfrm>
                      <a:off x="7280089" y="4541896"/>
                      <a:ext cx="11412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220" name="Ink 219">
                      <a:extLst>
                        <a:ext uri="{FF2B5EF4-FFF2-40B4-BE49-F238E27FC236}">
                          <a16:creationId xmlns:a16="http://schemas.microsoft.com/office/drawing/2014/main" id="{D32C87D4-41E6-421C-8415-82C020A6C675}"/>
                        </a:ext>
                      </a:extLst>
                    </p14:cNvPr>
                    <p14:cNvContentPartPr/>
                    <p14:nvPr/>
                  </p14:nvContentPartPr>
                  <p14:xfrm>
                    <a:off x="7223209" y="4542256"/>
                    <a:ext cx="77400" cy="43560"/>
                  </p14:xfrm>
                </p:contentPart>
              </mc:Choice>
              <mc:Fallback xmlns="">
                <p:pic>
                  <p:nvPicPr>
                    <p:cNvPr id="220" name="Ink 219">
                      <a:extLst>
                        <a:ext uri="{FF2B5EF4-FFF2-40B4-BE49-F238E27FC236}">
                          <a16:creationId xmlns:a16="http://schemas.microsoft.com/office/drawing/2014/main" id="{D32C87D4-41E6-421C-8415-82C020A6C675}"/>
                        </a:ext>
                      </a:extLst>
                    </p:cNvPr>
                    <p:cNvPicPr/>
                    <p:nvPr/>
                  </p:nvPicPr>
                  <p:blipFill>
                    <a:blip r:embed="rId240"/>
                    <a:stretch>
                      <a:fillRect/>
                    </a:stretch>
                  </p:blipFill>
                  <p:spPr>
                    <a:xfrm>
                      <a:off x="7214569" y="4533256"/>
                      <a:ext cx="95040" cy="61200"/>
                    </a:xfrm>
                    <a:prstGeom prst="rect">
                      <a:avLst/>
                    </a:prstGeom>
                  </p:spPr>
                </p:pic>
              </mc:Fallback>
            </mc:AlternateContent>
          </p:grpSp>
        </p:grpSp>
        <mc:AlternateContent xmlns:mc="http://schemas.openxmlformats.org/markup-compatibility/2006" xmlns:p14="http://schemas.microsoft.com/office/powerpoint/2010/main">
          <mc:Choice Requires="p14">
            <p:contentPart p14:bwMode="auto" r:id="rId241">
              <p14:nvContentPartPr>
                <p14:cNvPr id="74" name="Ink 73">
                  <a:extLst>
                    <a:ext uri="{FF2B5EF4-FFF2-40B4-BE49-F238E27FC236}">
                      <a16:creationId xmlns:a16="http://schemas.microsoft.com/office/drawing/2014/main" id="{66C766E5-7B7F-FB62-D840-CA4BC1BB6518}"/>
                    </a:ext>
                  </a:extLst>
                </p14:cNvPr>
                <p14:cNvContentPartPr/>
                <p14:nvPr/>
              </p14:nvContentPartPr>
              <p14:xfrm>
                <a:off x="1451417" y="5138679"/>
                <a:ext cx="360" cy="360"/>
              </p14:xfrm>
            </p:contentPart>
          </mc:Choice>
          <mc:Fallback xmlns="">
            <p:pic>
              <p:nvPicPr>
                <p:cNvPr id="74" name="Ink 73">
                  <a:extLst>
                    <a:ext uri="{FF2B5EF4-FFF2-40B4-BE49-F238E27FC236}">
                      <a16:creationId xmlns:a16="http://schemas.microsoft.com/office/drawing/2014/main" id="{66C766E5-7B7F-FB62-D840-CA4BC1BB6518}"/>
                    </a:ext>
                  </a:extLst>
                </p:cNvPr>
                <p:cNvPicPr/>
                <p:nvPr/>
              </p:nvPicPr>
              <p:blipFill>
                <a:blip r:embed="rId12"/>
                <a:stretch>
                  <a:fillRect/>
                </a:stretch>
              </p:blipFill>
              <p:spPr>
                <a:xfrm>
                  <a:off x="1442417" y="513003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64" name="Ink 163">
                  <a:extLst>
                    <a:ext uri="{FF2B5EF4-FFF2-40B4-BE49-F238E27FC236}">
                      <a16:creationId xmlns:a16="http://schemas.microsoft.com/office/drawing/2014/main" id="{359CE58A-57DF-FCB4-0C95-56578B8C82CD}"/>
                    </a:ext>
                  </a:extLst>
                </p14:cNvPr>
                <p14:cNvContentPartPr/>
                <p14:nvPr/>
              </p14:nvContentPartPr>
              <p14:xfrm>
                <a:off x="4334847" y="4932393"/>
                <a:ext cx="25560" cy="24480"/>
              </p14:xfrm>
            </p:contentPart>
          </mc:Choice>
          <mc:Fallback xmlns="">
            <p:pic>
              <p:nvPicPr>
                <p:cNvPr id="164" name="Ink 163">
                  <a:extLst>
                    <a:ext uri="{FF2B5EF4-FFF2-40B4-BE49-F238E27FC236}">
                      <a16:creationId xmlns:a16="http://schemas.microsoft.com/office/drawing/2014/main" id="{359CE58A-57DF-FCB4-0C95-56578B8C82CD}"/>
                    </a:ext>
                  </a:extLst>
                </p:cNvPr>
                <p:cNvPicPr/>
                <p:nvPr/>
              </p:nvPicPr>
              <p:blipFill>
                <a:blip r:embed="rId243"/>
                <a:stretch>
                  <a:fillRect/>
                </a:stretch>
              </p:blipFill>
              <p:spPr>
                <a:xfrm>
                  <a:off x="4323636" y="4918160"/>
                  <a:ext cx="47533" cy="52376"/>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81" name="Ink 180">
                  <a:extLst>
                    <a:ext uri="{FF2B5EF4-FFF2-40B4-BE49-F238E27FC236}">
                      <a16:creationId xmlns:a16="http://schemas.microsoft.com/office/drawing/2014/main" id="{594FDEBB-9362-DE34-3E98-BC0552DFAC49}"/>
                    </a:ext>
                  </a:extLst>
                </p14:cNvPr>
                <p14:cNvContentPartPr/>
                <p14:nvPr/>
              </p14:nvContentPartPr>
              <p14:xfrm>
                <a:off x="2011047" y="3655811"/>
                <a:ext cx="568800" cy="990720"/>
              </p14:xfrm>
            </p:contentPart>
          </mc:Choice>
          <mc:Fallback xmlns="">
            <p:pic>
              <p:nvPicPr>
                <p:cNvPr id="181" name="Ink 180">
                  <a:extLst>
                    <a:ext uri="{FF2B5EF4-FFF2-40B4-BE49-F238E27FC236}">
                      <a16:creationId xmlns:a16="http://schemas.microsoft.com/office/drawing/2014/main" id="{594FDEBB-9362-DE34-3E98-BC0552DFAC49}"/>
                    </a:ext>
                  </a:extLst>
                </p:cNvPr>
                <p:cNvPicPr/>
                <p:nvPr/>
              </p:nvPicPr>
              <p:blipFill>
                <a:blip r:embed="rId245"/>
                <a:stretch>
                  <a:fillRect/>
                </a:stretch>
              </p:blipFill>
              <p:spPr>
                <a:xfrm>
                  <a:off x="1999815" y="3641250"/>
                  <a:ext cx="590815" cy="1019259"/>
                </a:xfrm>
                <a:prstGeom prst="rect">
                  <a:avLst/>
                </a:prstGeom>
              </p:spPr>
            </p:pic>
          </mc:Fallback>
        </mc:AlternateContent>
        <p:grpSp>
          <p:nvGrpSpPr>
            <p:cNvPr id="269" name="Group 268">
              <a:extLst>
                <a:ext uri="{FF2B5EF4-FFF2-40B4-BE49-F238E27FC236}">
                  <a16:creationId xmlns:a16="http://schemas.microsoft.com/office/drawing/2014/main" id="{046DFDFB-3FC3-203D-3F89-53A7B64C69A1}"/>
                </a:ext>
              </a:extLst>
            </p:cNvPr>
            <p:cNvGrpSpPr/>
            <p:nvPr/>
          </p:nvGrpSpPr>
          <p:grpSpPr>
            <a:xfrm>
              <a:off x="3841287" y="4695153"/>
              <a:ext cx="533880" cy="336436"/>
              <a:chOff x="3841287" y="4695153"/>
              <a:chExt cx="533880" cy="336436"/>
            </a:xfrm>
          </p:grpSpPr>
          <mc:AlternateContent xmlns:mc="http://schemas.openxmlformats.org/markup-compatibility/2006" xmlns:p14="http://schemas.microsoft.com/office/powerpoint/2010/main">
            <mc:Choice Requires="p14">
              <p:contentPart p14:bwMode="auto" r:id="rId246">
                <p14:nvContentPartPr>
                  <p14:cNvPr id="140" name="Ink 139">
                    <a:extLst>
                      <a:ext uri="{FF2B5EF4-FFF2-40B4-BE49-F238E27FC236}">
                        <a16:creationId xmlns:a16="http://schemas.microsoft.com/office/drawing/2014/main" id="{7CD1CA9E-B831-8947-6622-F0D28E300527}"/>
                      </a:ext>
                    </a:extLst>
                  </p14:cNvPr>
                  <p14:cNvContentPartPr/>
                  <p14:nvPr/>
                </p14:nvContentPartPr>
                <p14:xfrm>
                  <a:off x="4332327" y="4941393"/>
                  <a:ext cx="360" cy="360"/>
                </p14:xfrm>
              </p:contentPart>
            </mc:Choice>
            <mc:Fallback xmlns="">
              <p:pic>
                <p:nvPicPr>
                  <p:cNvPr id="140" name="Ink 139">
                    <a:extLst>
                      <a:ext uri="{FF2B5EF4-FFF2-40B4-BE49-F238E27FC236}">
                        <a16:creationId xmlns:a16="http://schemas.microsoft.com/office/drawing/2014/main" id="{7CD1CA9E-B831-8947-6622-F0D28E300527}"/>
                      </a:ext>
                    </a:extLst>
                  </p:cNvPr>
                  <p:cNvPicPr/>
                  <p:nvPr/>
                </p:nvPicPr>
                <p:blipFill>
                  <a:blip r:embed="rId12"/>
                  <a:stretch>
                    <a:fillRect/>
                  </a:stretch>
                </p:blipFill>
                <p:spPr>
                  <a:xfrm>
                    <a:off x="4323327" y="493239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41" name="Ink 140">
                    <a:extLst>
                      <a:ext uri="{FF2B5EF4-FFF2-40B4-BE49-F238E27FC236}">
                        <a16:creationId xmlns:a16="http://schemas.microsoft.com/office/drawing/2014/main" id="{EAD28E19-B4E6-5DBF-E901-D1C9B1546465}"/>
                      </a:ext>
                    </a:extLst>
                  </p14:cNvPr>
                  <p14:cNvContentPartPr/>
                  <p14:nvPr/>
                </p14:nvContentPartPr>
                <p14:xfrm>
                  <a:off x="4333407" y="4931673"/>
                  <a:ext cx="360" cy="360"/>
                </p14:xfrm>
              </p:contentPart>
            </mc:Choice>
            <mc:Fallback xmlns="">
              <p:pic>
                <p:nvPicPr>
                  <p:cNvPr id="141" name="Ink 140">
                    <a:extLst>
                      <a:ext uri="{FF2B5EF4-FFF2-40B4-BE49-F238E27FC236}">
                        <a16:creationId xmlns:a16="http://schemas.microsoft.com/office/drawing/2014/main" id="{EAD28E19-B4E6-5DBF-E901-D1C9B1546465}"/>
                      </a:ext>
                    </a:extLst>
                  </p:cNvPr>
                  <p:cNvPicPr/>
                  <p:nvPr/>
                </p:nvPicPr>
                <p:blipFill>
                  <a:blip r:embed="rId12"/>
                  <a:stretch>
                    <a:fillRect/>
                  </a:stretch>
                </p:blipFill>
                <p:spPr>
                  <a:xfrm>
                    <a:off x="4324407" y="492267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69" name="Ink 168">
                    <a:extLst>
                      <a:ext uri="{FF2B5EF4-FFF2-40B4-BE49-F238E27FC236}">
                        <a16:creationId xmlns:a16="http://schemas.microsoft.com/office/drawing/2014/main" id="{F838A178-9FDD-30C6-B458-1E5DBA4204E7}"/>
                      </a:ext>
                    </a:extLst>
                  </p14:cNvPr>
                  <p14:cNvContentPartPr/>
                  <p14:nvPr/>
                </p14:nvContentPartPr>
                <p14:xfrm>
                  <a:off x="3841287" y="4695153"/>
                  <a:ext cx="420840" cy="210240"/>
                </p14:xfrm>
              </p:contentPart>
            </mc:Choice>
            <mc:Fallback xmlns="">
              <p:pic>
                <p:nvPicPr>
                  <p:cNvPr id="169" name="Ink 168">
                    <a:extLst>
                      <a:ext uri="{FF2B5EF4-FFF2-40B4-BE49-F238E27FC236}">
                        <a16:creationId xmlns:a16="http://schemas.microsoft.com/office/drawing/2014/main" id="{F838A178-9FDD-30C6-B458-1E5DBA4204E7}"/>
                      </a:ext>
                    </a:extLst>
                  </p:cNvPr>
                  <p:cNvPicPr/>
                  <p:nvPr/>
                </p:nvPicPr>
                <p:blipFill>
                  <a:blip r:embed="rId249"/>
                  <a:stretch>
                    <a:fillRect/>
                  </a:stretch>
                </p:blipFill>
                <p:spPr>
                  <a:xfrm>
                    <a:off x="3830059" y="4681176"/>
                    <a:ext cx="442848" cy="238777"/>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253" name="Ink 252">
                    <a:extLst>
                      <a:ext uri="{FF2B5EF4-FFF2-40B4-BE49-F238E27FC236}">
                        <a16:creationId xmlns:a16="http://schemas.microsoft.com/office/drawing/2014/main" id="{39799562-F281-EB05-5ACE-D2D50D140B2D}"/>
                      </a:ext>
                    </a:extLst>
                  </p14:cNvPr>
                  <p14:cNvContentPartPr/>
                  <p14:nvPr/>
                </p14:nvContentPartPr>
                <p14:xfrm>
                  <a:off x="4352127" y="4997749"/>
                  <a:ext cx="7200" cy="3600"/>
                </p14:xfrm>
              </p:contentPart>
            </mc:Choice>
            <mc:Fallback xmlns="">
              <p:pic>
                <p:nvPicPr>
                  <p:cNvPr id="253" name="Ink 252">
                    <a:extLst>
                      <a:ext uri="{FF2B5EF4-FFF2-40B4-BE49-F238E27FC236}">
                        <a16:creationId xmlns:a16="http://schemas.microsoft.com/office/drawing/2014/main" id="{39799562-F281-EB05-5ACE-D2D50D140B2D}"/>
                      </a:ext>
                    </a:extLst>
                  </p:cNvPr>
                  <p:cNvPicPr/>
                  <p:nvPr/>
                </p:nvPicPr>
                <p:blipFill>
                  <a:blip r:embed="rId251"/>
                  <a:stretch>
                    <a:fillRect/>
                  </a:stretch>
                </p:blipFill>
                <p:spPr>
                  <a:xfrm>
                    <a:off x="4340877" y="4984892"/>
                    <a:ext cx="2925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254" name="Ink 253">
                    <a:extLst>
                      <a:ext uri="{FF2B5EF4-FFF2-40B4-BE49-F238E27FC236}">
                        <a16:creationId xmlns:a16="http://schemas.microsoft.com/office/drawing/2014/main" id="{70BA549D-AFCF-B629-9AE9-C110B4525CE0}"/>
                      </a:ext>
                    </a:extLst>
                  </p14:cNvPr>
                  <p14:cNvContentPartPr/>
                  <p14:nvPr/>
                </p14:nvContentPartPr>
                <p14:xfrm>
                  <a:off x="4340967" y="4984429"/>
                  <a:ext cx="360" cy="360"/>
                </p14:xfrm>
              </p:contentPart>
            </mc:Choice>
            <mc:Fallback xmlns="">
              <p:pic>
                <p:nvPicPr>
                  <p:cNvPr id="254" name="Ink 253">
                    <a:extLst>
                      <a:ext uri="{FF2B5EF4-FFF2-40B4-BE49-F238E27FC236}">
                        <a16:creationId xmlns:a16="http://schemas.microsoft.com/office/drawing/2014/main" id="{70BA549D-AFCF-B629-9AE9-C110B4525CE0}"/>
                      </a:ext>
                    </a:extLst>
                  </p:cNvPr>
                  <p:cNvPicPr/>
                  <p:nvPr/>
                </p:nvPicPr>
                <p:blipFill>
                  <a:blip r:embed="rId12"/>
                  <a:stretch>
                    <a:fillRect/>
                  </a:stretch>
                </p:blipFill>
                <p:spPr>
                  <a:xfrm>
                    <a:off x="4331967" y="497542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255" name="Ink 254">
                    <a:extLst>
                      <a:ext uri="{FF2B5EF4-FFF2-40B4-BE49-F238E27FC236}">
                        <a16:creationId xmlns:a16="http://schemas.microsoft.com/office/drawing/2014/main" id="{A7108BC9-4455-0AE0-0012-5A5C7B4DBD7E}"/>
                      </a:ext>
                    </a:extLst>
                  </p14:cNvPr>
                  <p14:cNvContentPartPr/>
                  <p14:nvPr/>
                </p14:nvContentPartPr>
                <p14:xfrm>
                  <a:off x="4345647" y="4960669"/>
                  <a:ext cx="24840" cy="27360"/>
                </p14:xfrm>
              </p:contentPart>
            </mc:Choice>
            <mc:Fallback xmlns="">
              <p:pic>
                <p:nvPicPr>
                  <p:cNvPr id="255" name="Ink 254">
                    <a:extLst>
                      <a:ext uri="{FF2B5EF4-FFF2-40B4-BE49-F238E27FC236}">
                        <a16:creationId xmlns:a16="http://schemas.microsoft.com/office/drawing/2014/main" id="{A7108BC9-4455-0AE0-0012-5A5C7B4DBD7E}"/>
                      </a:ext>
                    </a:extLst>
                  </p:cNvPr>
                  <p:cNvPicPr/>
                  <p:nvPr/>
                </p:nvPicPr>
                <p:blipFill>
                  <a:blip r:embed="rId254"/>
                  <a:stretch>
                    <a:fillRect/>
                  </a:stretch>
                </p:blipFill>
                <p:spPr>
                  <a:xfrm>
                    <a:off x="4334558" y="4946116"/>
                    <a:ext cx="46575" cy="55884"/>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256" name="Ink 255">
                    <a:extLst>
                      <a:ext uri="{FF2B5EF4-FFF2-40B4-BE49-F238E27FC236}">
                        <a16:creationId xmlns:a16="http://schemas.microsoft.com/office/drawing/2014/main" id="{61F47B17-887D-7A2B-E35B-828F36D232C7}"/>
                      </a:ext>
                    </a:extLst>
                  </p14:cNvPr>
                  <p14:cNvContentPartPr/>
                  <p14:nvPr/>
                </p14:nvContentPartPr>
                <p14:xfrm>
                  <a:off x="4339887" y="4996669"/>
                  <a:ext cx="360" cy="360"/>
                </p14:xfrm>
              </p:contentPart>
            </mc:Choice>
            <mc:Fallback xmlns="">
              <p:pic>
                <p:nvPicPr>
                  <p:cNvPr id="256" name="Ink 255">
                    <a:extLst>
                      <a:ext uri="{FF2B5EF4-FFF2-40B4-BE49-F238E27FC236}">
                        <a16:creationId xmlns:a16="http://schemas.microsoft.com/office/drawing/2014/main" id="{61F47B17-887D-7A2B-E35B-828F36D232C7}"/>
                      </a:ext>
                    </a:extLst>
                  </p:cNvPr>
                  <p:cNvPicPr/>
                  <p:nvPr/>
                </p:nvPicPr>
                <p:blipFill>
                  <a:blip r:embed="rId12"/>
                  <a:stretch>
                    <a:fillRect/>
                  </a:stretch>
                </p:blipFill>
                <p:spPr>
                  <a:xfrm>
                    <a:off x="4331247" y="498766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257" name="Ink 256">
                    <a:extLst>
                      <a:ext uri="{FF2B5EF4-FFF2-40B4-BE49-F238E27FC236}">
                        <a16:creationId xmlns:a16="http://schemas.microsoft.com/office/drawing/2014/main" id="{7B6EEB90-0F08-9D4B-E1DF-AA58B7C86348}"/>
                      </a:ext>
                    </a:extLst>
                  </p14:cNvPr>
                  <p14:cNvContentPartPr/>
                  <p14:nvPr/>
                </p14:nvContentPartPr>
                <p14:xfrm>
                  <a:off x="4333407" y="4952389"/>
                  <a:ext cx="28440" cy="56160"/>
                </p14:xfrm>
              </p:contentPart>
            </mc:Choice>
            <mc:Fallback xmlns="">
              <p:pic>
                <p:nvPicPr>
                  <p:cNvPr id="257" name="Ink 256">
                    <a:extLst>
                      <a:ext uri="{FF2B5EF4-FFF2-40B4-BE49-F238E27FC236}">
                        <a16:creationId xmlns:a16="http://schemas.microsoft.com/office/drawing/2014/main" id="{7B6EEB90-0F08-9D4B-E1DF-AA58B7C86348}"/>
                      </a:ext>
                    </a:extLst>
                  </p:cNvPr>
                  <p:cNvPicPr/>
                  <p:nvPr/>
                </p:nvPicPr>
                <p:blipFill>
                  <a:blip r:embed="rId257"/>
                  <a:stretch>
                    <a:fillRect/>
                  </a:stretch>
                </p:blipFill>
                <p:spPr>
                  <a:xfrm>
                    <a:off x="4322742" y="4937764"/>
                    <a:ext cx="50214" cy="84825"/>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258" name="Ink 257">
                    <a:extLst>
                      <a:ext uri="{FF2B5EF4-FFF2-40B4-BE49-F238E27FC236}">
                        <a16:creationId xmlns:a16="http://schemas.microsoft.com/office/drawing/2014/main" id="{94B06406-7350-A098-4E2A-480F3BBE32AB}"/>
                      </a:ext>
                    </a:extLst>
                  </p14:cNvPr>
                  <p14:cNvContentPartPr/>
                  <p14:nvPr/>
                </p14:nvContentPartPr>
                <p14:xfrm>
                  <a:off x="4341687" y="4976509"/>
                  <a:ext cx="33480" cy="37800"/>
                </p14:xfrm>
              </p:contentPart>
            </mc:Choice>
            <mc:Fallback xmlns="">
              <p:pic>
                <p:nvPicPr>
                  <p:cNvPr id="258" name="Ink 257">
                    <a:extLst>
                      <a:ext uri="{FF2B5EF4-FFF2-40B4-BE49-F238E27FC236}">
                        <a16:creationId xmlns:a16="http://schemas.microsoft.com/office/drawing/2014/main" id="{94B06406-7350-A098-4E2A-480F3BBE32AB}"/>
                      </a:ext>
                    </a:extLst>
                  </p:cNvPr>
                  <p:cNvPicPr/>
                  <p:nvPr/>
                </p:nvPicPr>
                <p:blipFill>
                  <a:blip r:embed="rId259"/>
                  <a:stretch>
                    <a:fillRect/>
                  </a:stretch>
                </p:blipFill>
                <p:spPr>
                  <a:xfrm>
                    <a:off x="4330527" y="4962552"/>
                    <a:ext cx="55354" cy="66295"/>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259" name="Ink 258">
                    <a:extLst>
                      <a:ext uri="{FF2B5EF4-FFF2-40B4-BE49-F238E27FC236}">
                        <a16:creationId xmlns:a16="http://schemas.microsoft.com/office/drawing/2014/main" id="{A1C21EDC-80E8-D05C-360A-480620C54671}"/>
                      </a:ext>
                    </a:extLst>
                  </p14:cNvPr>
                  <p14:cNvContentPartPr/>
                  <p14:nvPr/>
                </p14:nvContentPartPr>
                <p14:xfrm>
                  <a:off x="4338807" y="4986229"/>
                  <a:ext cx="6480" cy="12240"/>
                </p14:xfrm>
              </p:contentPart>
            </mc:Choice>
            <mc:Fallback xmlns="">
              <p:pic>
                <p:nvPicPr>
                  <p:cNvPr id="259" name="Ink 258">
                    <a:extLst>
                      <a:ext uri="{FF2B5EF4-FFF2-40B4-BE49-F238E27FC236}">
                        <a16:creationId xmlns:a16="http://schemas.microsoft.com/office/drawing/2014/main" id="{A1C21EDC-80E8-D05C-360A-480620C54671}"/>
                      </a:ext>
                    </a:extLst>
                  </p:cNvPr>
                  <p:cNvPicPr/>
                  <p:nvPr/>
                </p:nvPicPr>
                <p:blipFill>
                  <a:blip r:embed="rId261"/>
                  <a:stretch>
                    <a:fillRect/>
                  </a:stretch>
                </p:blipFill>
                <p:spPr>
                  <a:xfrm>
                    <a:off x="4328439" y="4972320"/>
                    <a:ext cx="27648" cy="39502"/>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261" name="Ink 260">
                    <a:extLst>
                      <a:ext uri="{FF2B5EF4-FFF2-40B4-BE49-F238E27FC236}">
                        <a16:creationId xmlns:a16="http://schemas.microsoft.com/office/drawing/2014/main" id="{2808460E-2CC9-63FD-C930-B251980AD333}"/>
                      </a:ext>
                    </a:extLst>
                  </p14:cNvPr>
                  <p14:cNvContentPartPr/>
                  <p14:nvPr/>
                </p14:nvContentPartPr>
                <p14:xfrm>
                  <a:off x="4353207" y="5031229"/>
                  <a:ext cx="360" cy="360"/>
                </p14:xfrm>
              </p:contentPart>
            </mc:Choice>
            <mc:Fallback xmlns="">
              <p:pic>
                <p:nvPicPr>
                  <p:cNvPr id="261" name="Ink 260">
                    <a:extLst>
                      <a:ext uri="{FF2B5EF4-FFF2-40B4-BE49-F238E27FC236}">
                        <a16:creationId xmlns:a16="http://schemas.microsoft.com/office/drawing/2014/main" id="{2808460E-2CC9-63FD-C930-B251980AD333}"/>
                      </a:ext>
                    </a:extLst>
                  </p:cNvPr>
                  <p:cNvPicPr/>
                  <p:nvPr/>
                </p:nvPicPr>
                <p:blipFill>
                  <a:blip r:embed="rId12"/>
                  <a:stretch>
                    <a:fillRect/>
                  </a:stretch>
                </p:blipFill>
                <p:spPr>
                  <a:xfrm>
                    <a:off x="4344567" y="502258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262" name="Ink 261">
                    <a:extLst>
                      <a:ext uri="{FF2B5EF4-FFF2-40B4-BE49-F238E27FC236}">
                        <a16:creationId xmlns:a16="http://schemas.microsoft.com/office/drawing/2014/main" id="{6BDAFC38-8FFA-A293-2AF6-19F71C4DEBA3}"/>
                      </a:ext>
                    </a:extLst>
                  </p14:cNvPr>
                  <p14:cNvContentPartPr/>
                  <p14:nvPr/>
                </p14:nvContentPartPr>
                <p14:xfrm>
                  <a:off x="4314327" y="5000269"/>
                  <a:ext cx="360" cy="360"/>
                </p14:xfrm>
              </p:contentPart>
            </mc:Choice>
            <mc:Fallback xmlns="">
              <p:pic>
                <p:nvPicPr>
                  <p:cNvPr id="262" name="Ink 261">
                    <a:extLst>
                      <a:ext uri="{FF2B5EF4-FFF2-40B4-BE49-F238E27FC236}">
                        <a16:creationId xmlns:a16="http://schemas.microsoft.com/office/drawing/2014/main" id="{6BDAFC38-8FFA-A293-2AF6-19F71C4DEBA3}"/>
                      </a:ext>
                    </a:extLst>
                  </p:cNvPr>
                  <p:cNvPicPr/>
                  <p:nvPr/>
                </p:nvPicPr>
                <p:blipFill>
                  <a:blip r:embed="rId12"/>
                  <a:stretch>
                    <a:fillRect/>
                  </a:stretch>
                </p:blipFill>
                <p:spPr>
                  <a:xfrm>
                    <a:off x="4305687" y="499126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263" name="Ink 262">
                    <a:extLst>
                      <a:ext uri="{FF2B5EF4-FFF2-40B4-BE49-F238E27FC236}">
                        <a16:creationId xmlns:a16="http://schemas.microsoft.com/office/drawing/2014/main" id="{C4719A47-8C6B-8D5E-1D4E-4C93A85D8B84}"/>
                      </a:ext>
                    </a:extLst>
                  </p14:cNvPr>
                  <p14:cNvContentPartPr/>
                  <p14:nvPr/>
                </p14:nvContentPartPr>
                <p14:xfrm>
                  <a:off x="4222887" y="4955989"/>
                  <a:ext cx="36720" cy="22320"/>
                </p14:xfrm>
              </p:contentPart>
            </mc:Choice>
            <mc:Fallback xmlns="">
              <p:pic>
                <p:nvPicPr>
                  <p:cNvPr id="263" name="Ink 262">
                    <a:extLst>
                      <a:ext uri="{FF2B5EF4-FFF2-40B4-BE49-F238E27FC236}">
                        <a16:creationId xmlns:a16="http://schemas.microsoft.com/office/drawing/2014/main" id="{C4719A47-8C6B-8D5E-1D4E-4C93A85D8B84}"/>
                      </a:ext>
                    </a:extLst>
                  </p:cNvPr>
                  <p:cNvPicPr/>
                  <p:nvPr/>
                </p:nvPicPr>
                <p:blipFill>
                  <a:blip r:embed="rId265"/>
                  <a:stretch>
                    <a:fillRect/>
                  </a:stretch>
                </p:blipFill>
                <p:spPr>
                  <a:xfrm>
                    <a:off x="4211692" y="4942254"/>
                    <a:ext cx="58662" cy="50363"/>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265" name="Ink 264">
                    <a:extLst>
                      <a:ext uri="{FF2B5EF4-FFF2-40B4-BE49-F238E27FC236}">
                        <a16:creationId xmlns:a16="http://schemas.microsoft.com/office/drawing/2014/main" id="{08673E02-8B30-BC04-BD98-4D6028F6D5A0}"/>
                      </a:ext>
                    </a:extLst>
                  </p14:cNvPr>
                  <p14:cNvContentPartPr/>
                  <p14:nvPr/>
                </p14:nvContentPartPr>
                <p14:xfrm>
                  <a:off x="4216407" y="4932589"/>
                  <a:ext cx="138240" cy="93240"/>
                </p14:xfrm>
              </p:contentPart>
            </mc:Choice>
            <mc:Fallback xmlns="">
              <p:pic>
                <p:nvPicPr>
                  <p:cNvPr id="265" name="Ink 264">
                    <a:extLst>
                      <a:ext uri="{FF2B5EF4-FFF2-40B4-BE49-F238E27FC236}">
                        <a16:creationId xmlns:a16="http://schemas.microsoft.com/office/drawing/2014/main" id="{08673E02-8B30-BC04-BD98-4D6028F6D5A0}"/>
                      </a:ext>
                    </a:extLst>
                  </p:cNvPr>
                  <p:cNvPicPr/>
                  <p:nvPr/>
                </p:nvPicPr>
                <p:blipFill>
                  <a:blip r:embed="rId267"/>
                  <a:stretch>
                    <a:fillRect/>
                  </a:stretch>
                </p:blipFill>
                <p:spPr>
                  <a:xfrm>
                    <a:off x="4205186" y="4918111"/>
                    <a:ext cx="160233" cy="121617"/>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266" name="Ink 265">
                    <a:extLst>
                      <a:ext uri="{FF2B5EF4-FFF2-40B4-BE49-F238E27FC236}">
                        <a16:creationId xmlns:a16="http://schemas.microsoft.com/office/drawing/2014/main" id="{6F471EDB-4176-7D26-6B36-3F712C0E1EF4}"/>
                      </a:ext>
                    </a:extLst>
                  </p14:cNvPr>
                  <p14:cNvContentPartPr/>
                  <p14:nvPr/>
                </p14:nvContentPartPr>
                <p14:xfrm>
                  <a:off x="4185087" y="4909189"/>
                  <a:ext cx="28440" cy="32400"/>
                </p14:xfrm>
              </p:contentPart>
            </mc:Choice>
            <mc:Fallback xmlns="">
              <p:pic>
                <p:nvPicPr>
                  <p:cNvPr id="266" name="Ink 265">
                    <a:extLst>
                      <a:ext uri="{FF2B5EF4-FFF2-40B4-BE49-F238E27FC236}">
                        <a16:creationId xmlns:a16="http://schemas.microsoft.com/office/drawing/2014/main" id="{6F471EDB-4176-7D26-6B36-3F712C0E1EF4}"/>
                      </a:ext>
                    </a:extLst>
                  </p:cNvPr>
                  <p:cNvPicPr/>
                  <p:nvPr/>
                </p:nvPicPr>
                <p:blipFill>
                  <a:blip r:embed="rId269"/>
                  <a:stretch>
                    <a:fillRect/>
                  </a:stretch>
                </p:blipFill>
                <p:spPr>
                  <a:xfrm>
                    <a:off x="4173978" y="4894725"/>
                    <a:ext cx="50214" cy="6075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267" name="Ink 266">
                    <a:extLst>
                      <a:ext uri="{FF2B5EF4-FFF2-40B4-BE49-F238E27FC236}">
                        <a16:creationId xmlns:a16="http://schemas.microsoft.com/office/drawing/2014/main" id="{AD6F8AFE-8C63-33C3-6082-54BD5008C94F}"/>
                      </a:ext>
                    </a:extLst>
                  </p14:cNvPr>
                  <p14:cNvContentPartPr/>
                  <p14:nvPr/>
                </p14:nvContentPartPr>
                <p14:xfrm>
                  <a:off x="4095807" y="4857709"/>
                  <a:ext cx="105840" cy="96840"/>
                </p14:xfrm>
              </p:contentPart>
            </mc:Choice>
            <mc:Fallback xmlns="">
              <p:pic>
                <p:nvPicPr>
                  <p:cNvPr id="267" name="Ink 266">
                    <a:extLst>
                      <a:ext uri="{FF2B5EF4-FFF2-40B4-BE49-F238E27FC236}">
                        <a16:creationId xmlns:a16="http://schemas.microsoft.com/office/drawing/2014/main" id="{AD6F8AFE-8C63-33C3-6082-54BD5008C94F}"/>
                      </a:ext>
                    </a:extLst>
                  </p:cNvPr>
                  <p:cNvPicPr/>
                  <p:nvPr/>
                </p:nvPicPr>
                <p:blipFill>
                  <a:blip r:embed="rId271"/>
                  <a:stretch>
                    <a:fillRect/>
                  </a:stretch>
                </p:blipFill>
                <p:spPr>
                  <a:xfrm>
                    <a:off x="4084595" y="4843125"/>
                    <a:ext cx="127815" cy="125425"/>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268" name="Ink 267">
                    <a:extLst>
                      <a:ext uri="{FF2B5EF4-FFF2-40B4-BE49-F238E27FC236}">
                        <a16:creationId xmlns:a16="http://schemas.microsoft.com/office/drawing/2014/main" id="{AE6E0CA1-990B-385A-A842-4C27EB8AAAF5}"/>
                      </a:ext>
                    </a:extLst>
                  </p14:cNvPr>
                  <p14:cNvContentPartPr/>
                  <p14:nvPr/>
                </p14:nvContentPartPr>
                <p14:xfrm>
                  <a:off x="3885207" y="4725589"/>
                  <a:ext cx="134280" cy="87480"/>
                </p14:xfrm>
              </p:contentPart>
            </mc:Choice>
            <mc:Fallback xmlns="">
              <p:pic>
                <p:nvPicPr>
                  <p:cNvPr id="268" name="Ink 267">
                    <a:extLst>
                      <a:ext uri="{FF2B5EF4-FFF2-40B4-BE49-F238E27FC236}">
                        <a16:creationId xmlns:a16="http://schemas.microsoft.com/office/drawing/2014/main" id="{AE6E0CA1-990B-385A-A842-4C27EB8AAAF5}"/>
                      </a:ext>
                    </a:extLst>
                  </p:cNvPr>
                  <p:cNvPicPr/>
                  <p:nvPr/>
                </p:nvPicPr>
                <p:blipFill>
                  <a:blip r:embed="rId273"/>
                  <a:stretch>
                    <a:fillRect/>
                  </a:stretch>
                </p:blipFill>
                <p:spPr>
                  <a:xfrm>
                    <a:off x="3873980" y="4711009"/>
                    <a:ext cx="156286" cy="116057"/>
                  </a:xfrm>
                  <a:prstGeom prst="rect">
                    <a:avLst/>
                  </a:prstGeom>
                </p:spPr>
              </p:pic>
            </mc:Fallback>
          </mc:AlternateContent>
        </p:grpSp>
        <p:grpSp>
          <p:nvGrpSpPr>
            <p:cNvPr id="298" name="Group 297">
              <a:extLst>
                <a:ext uri="{FF2B5EF4-FFF2-40B4-BE49-F238E27FC236}">
                  <a16:creationId xmlns:a16="http://schemas.microsoft.com/office/drawing/2014/main" id="{A6E48F97-1183-DFB6-27C1-F0A9D64F3F80}"/>
                </a:ext>
              </a:extLst>
            </p:cNvPr>
            <p:cNvGrpSpPr/>
            <p:nvPr/>
          </p:nvGrpSpPr>
          <p:grpSpPr>
            <a:xfrm>
              <a:off x="2013927" y="3420011"/>
              <a:ext cx="596520" cy="1053218"/>
              <a:chOff x="2013927" y="3420011"/>
              <a:chExt cx="596520" cy="1053218"/>
            </a:xfrm>
          </p:grpSpPr>
          <mc:AlternateContent xmlns:mc="http://schemas.openxmlformats.org/markup-compatibility/2006" xmlns:p14="http://schemas.microsoft.com/office/powerpoint/2010/main">
            <mc:Choice Requires="p14">
              <p:contentPart p14:bwMode="auto" r:id="rId274">
                <p14:nvContentPartPr>
                  <p14:cNvPr id="182" name="Ink 181">
                    <a:extLst>
                      <a:ext uri="{FF2B5EF4-FFF2-40B4-BE49-F238E27FC236}">
                        <a16:creationId xmlns:a16="http://schemas.microsoft.com/office/drawing/2014/main" id="{20AB76B5-C0F5-DC88-E948-8153472BD087}"/>
                      </a:ext>
                    </a:extLst>
                  </p14:cNvPr>
                  <p14:cNvContentPartPr/>
                  <p14:nvPr/>
                </p14:nvContentPartPr>
                <p14:xfrm>
                  <a:off x="2398047" y="3758771"/>
                  <a:ext cx="199800" cy="325800"/>
                </p14:xfrm>
              </p:contentPart>
            </mc:Choice>
            <mc:Fallback xmlns="">
              <p:pic>
                <p:nvPicPr>
                  <p:cNvPr id="182" name="Ink 181">
                    <a:extLst>
                      <a:ext uri="{FF2B5EF4-FFF2-40B4-BE49-F238E27FC236}">
                        <a16:creationId xmlns:a16="http://schemas.microsoft.com/office/drawing/2014/main" id="{20AB76B5-C0F5-DC88-E948-8153472BD087}"/>
                      </a:ext>
                    </a:extLst>
                  </p:cNvPr>
                  <p:cNvPicPr/>
                  <p:nvPr/>
                </p:nvPicPr>
                <p:blipFill>
                  <a:blip r:embed="rId275"/>
                  <a:stretch>
                    <a:fillRect/>
                  </a:stretch>
                </p:blipFill>
                <p:spPr>
                  <a:xfrm>
                    <a:off x="2387271" y="3744200"/>
                    <a:ext cx="221800" cy="354358"/>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83" name="Ink 182">
                    <a:extLst>
                      <a:ext uri="{FF2B5EF4-FFF2-40B4-BE49-F238E27FC236}">
                        <a16:creationId xmlns:a16="http://schemas.microsoft.com/office/drawing/2014/main" id="{63B0FA66-D866-0BE4-FF18-BC5F314278CA}"/>
                      </a:ext>
                    </a:extLst>
                  </p14:cNvPr>
                  <p14:cNvContentPartPr/>
                  <p14:nvPr/>
                </p14:nvContentPartPr>
                <p14:xfrm>
                  <a:off x="2532687" y="3744731"/>
                  <a:ext cx="360" cy="360"/>
                </p14:xfrm>
              </p:contentPart>
            </mc:Choice>
            <mc:Fallback xmlns="">
              <p:pic>
                <p:nvPicPr>
                  <p:cNvPr id="183" name="Ink 182">
                    <a:extLst>
                      <a:ext uri="{FF2B5EF4-FFF2-40B4-BE49-F238E27FC236}">
                        <a16:creationId xmlns:a16="http://schemas.microsoft.com/office/drawing/2014/main" id="{63B0FA66-D866-0BE4-FF18-BC5F314278CA}"/>
                      </a:ext>
                    </a:extLst>
                  </p:cNvPr>
                  <p:cNvPicPr/>
                  <p:nvPr/>
                </p:nvPicPr>
                <p:blipFill>
                  <a:blip r:embed="rId12"/>
                  <a:stretch>
                    <a:fillRect/>
                  </a:stretch>
                </p:blipFill>
                <p:spPr>
                  <a:xfrm>
                    <a:off x="2524047" y="373609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85" name="Ink 184">
                    <a:extLst>
                      <a:ext uri="{FF2B5EF4-FFF2-40B4-BE49-F238E27FC236}">
                        <a16:creationId xmlns:a16="http://schemas.microsoft.com/office/drawing/2014/main" id="{E28C2442-806D-B61F-76AF-38A948A9CA13}"/>
                      </a:ext>
                    </a:extLst>
                  </p14:cNvPr>
                  <p14:cNvContentPartPr/>
                  <p14:nvPr/>
                </p14:nvContentPartPr>
                <p14:xfrm>
                  <a:off x="2468607" y="3735731"/>
                  <a:ext cx="81360" cy="11160"/>
                </p14:xfrm>
              </p:contentPart>
            </mc:Choice>
            <mc:Fallback xmlns="">
              <p:pic>
                <p:nvPicPr>
                  <p:cNvPr id="185" name="Ink 184">
                    <a:extLst>
                      <a:ext uri="{FF2B5EF4-FFF2-40B4-BE49-F238E27FC236}">
                        <a16:creationId xmlns:a16="http://schemas.microsoft.com/office/drawing/2014/main" id="{E28C2442-806D-B61F-76AF-38A948A9CA13}"/>
                      </a:ext>
                    </a:extLst>
                  </p:cNvPr>
                  <p:cNvPicPr/>
                  <p:nvPr/>
                </p:nvPicPr>
                <p:blipFill>
                  <a:blip r:embed="rId278"/>
                  <a:stretch>
                    <a:fillRect/>
                  </a:stretch>
                </p:blipFill>
                <p:spPr>
                  <a:xfrm>
                    <a:off x="2457431" y="3721047"/>
                    <a:ext cx="103265" cy="39941"/>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86" name="Ink 185">
                    <a:extLst>
                      <a:ext uri="{FF2B5EF4-FFF2-40B4-BE49-F238E27FC236}">
                        <a16:creationId xmlns:a16="http://schemas.microsoft.com/office/drawing/2014/main" id="{7BF6E986-DC71-63BA-651E-EB06A2288CB5}"/>
                      </a:ext>
                    </a:extLst>
                  </p14:cNvPr>
                  <p14:cNvContentPartPr/>
                  <p14:nvPr/>
                </p14:nvContentPartPr>
                <p14:xfrm>
                  <a:off x="2463927" y="3754091"/>
                  <a:ext cx="78120" cy="14040"/>
                </p14:xfrm>
              </p:contentPart>
            </mc:Choice>
            <mc:Fallback xmlns="">
              <p:pic>
                <p:nvPicPr>
                  <p:cNvPr id="186" name="Ink 185">
                    <a:extLst>
                      <a:ext uri="{FF2B5EF4-FFF2-40B4-BE49-F238E27FC236}">
                        <a16:creationId xmlns:a16="http://schemas.microsoft.com/office/drawing/2014/main" id="{7BF6E986-DC71-63BA-651E-EB06A2288CB5}"/>
                      </a:ext>
                    </a:extLst>
                  </p:cNvPr>
                  <p:cNvPicPr/>
                  <p:nvPr/>
                </p:nvPicPr>
                <p:blipFill>
                  <a:blip r:embed="rId280"/>
                  <a:stretch>
                    <a:fillRect/>
                  </a:stretch>
                </p:blipFill>
                <p:spPr>
                  <a:xfrm>
                    <a:off x="2453152" y="3740051"/>
                    <a:ext cx="100119" cy="41558"/>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95" name="Ink 194">
                    <a:extLst>
                      <a:ext uri="{FF2B5EF4-FFF2-40B4-BE49-F238E27FC236}">
                        <a16:creationId xmlns:a16="http://schemas.microsoft.com/office/drawing/2014/main" id="{5ED289E0-7504-33EE-DBA4-FB369A63744D}"/>
                      </a:ext>
                    </a:extLst>
                  </p14:cNvPr>
                  <p14:cNvContentPartPr/>
                  <p14:nvPr/>
                </p14:nvContentPartPr>
                <p14:xfrm>
                  <a:off x="2452407" y="3771011"/>
                  <a:ext cx="93600" cy="23040"/>
                </p14:xfrm>
              </p:contentPart>
            </mc:Choice>
            <mc:Fallback xmlns="">
              <p:pic>
                <p:nvPicPr>
                  <p:cNvPr id="195" name="Ink 194">
                    <a:extLst>
                      <a:ext uri="{FF2B5EF4-FFF2-40B4-BE49-F238E27FC236}">
                        <a16:creationId xmlns:a16="http://schemas.microsoft.com/office/drawing/2014/main" id="{5ED289E0-7504-33EE-DBA4-FB369A63744D}"/>
                      </a:ext>
                    </a:extLst>
                  </p:cNvPr>
                  <p:cNvPicPr/>
                  <p:nvPr/>
                </p:nvPicPr>
                <p:blipFill>
                  <a:blip r:embed="rId282"/>
                  <a:stretch>
                    <a:fillRect/>
                  </a:stretch>
                </p:blipFill>
                <p:spPr>
                  <a:xfrm>
                    <a:off x="2441211" y="3756611"/>
                    <a:ext cx="115544" cy="51264"/>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96" name="Ink 195">
                    <a:extLst>
                      <a:ext uri="{FF2B5EF4-FFF2-40B4-BE49-F238E27FC236}">
                        <a16:creationId xmlns:a16="http://schemas.microsoft.com/office/drawing/2014/main" id="{5E51320B-CA8F-4C33-0EA4-0C0229866150}"/>
                      </a:ext>
                    </a:extLst>
                  </p14:cNvPr>
                  <p14:cNvContentPartPr/>
                  <p14:nvPr/>
                </p14:nvContentPartPr>
                <p14:xfrm>
                  <a:off x="2451327" y="3780731"/>
                  <a:ext cx="83880" cy="24480"/>
                </p14:xfrm>
              </p:contentPart>
            </mc:Choice>
            <mc:Fallback xmlns="">
              <p:pic>
                <p:nvPicPr>
                  <p:cNvPr id="196" name="Ink 195">
                    <a:extLst>
                      <a:ext uri="{FF2B5EF4-FFF2-40B4-BE49-F238E27FC236}">
                        <a16:creationId xmlns:a16="http://schemas.microsoft.com/office/drawing/2014/main" id="{5E51320B-CA8F-4C33-0EA4-0C0229866150}"/>
                      </a:ext>
                    </a:extLst>
                  </p:cNvPr>
                  <p:cNvPicPr/>
                  <p:nvPr/>
                </p:nvPicPr>
                <p:blipFill>
                  <a:blip r:embed="rId284"/>
                  <a:stretch>
                    <a:fillRect/>
                  </a:stretch>
                </p:blipFill>
                <p:spPr>
                  <a:xfrm>
                    <a:off x="2440562" y="3766160"/>
                    <a:ext cx="105859" cy="5304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99" name="Ink 198">
                    <a:extLst>
                      <a:ext uri="{FF2B5EF4-FFF2-40B4-BE49-F238E27FC236}">
                        <a16:creationId xmlns:a16="http://schemas.microsoft.com/office/drawing/2014/main" id="{9EC71CF5-D924-07EC-E3BB-4F87890B7AA2}"/>
                      </a:ext>
                    </a:extLst>
                  </p14:cNvPr>
                  <p14:cNvContentPartPr/>
                  <p14:nvPr/>
                </p14:nvContentPartPr>
                <p14:xfrm>
                  <a:off x="2548527" y="3795491"/>
                  <a:ext cx="360" cy="360"/>
                </p14:xfrm>
              </p:contentPart>
            </mc:Choice>
            <mc:Fallback xmlns="">
              <p:pic>
                <p:nvPicPr>
                  <p:cNvPr id="199" name="Ink 198">
                    <a:extLst>
                      <a:ext uri="{FF2B5EF4-FFF2-40B4-BE49-F238E27FC236}">
                        <a16:creationId xmlns:a16="http://schemas.microsoft.com/office/drawing/2014/main" id="{9EC71CF5-D924-07EC-E3BB-4F87890B7AA2}"/>
                      </a:ext>
                    </a:extLst>
                  </p:cNvPr>
                  <p:cNvPicPr/>
                  <p:nvPr/>
                </p:nvPicPr>
                <p:blipFill>
                  <a:blip r:embed="rId12"/>
                  <a:stretch>
                    <a:fillRect/>
                  </a:stretch>
                </p:blipFill>
                <p:spPr>
                  <a:xfrm>
                    <a:off x="2539887" y="378649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204" name="Ink 203">
                    <a:extLst>
                      <a:ext uri="{FF2B5EF4-FFF2-40B4-BE49-F238E27FC236}">
                        <a16:creationId xmlns:a16="http://schemas.microsoft.com/office/drawing/2014/main" id="{D184A589-502D-C78C-1227-442E85844A8D}"/>
                      </a:ext>
                    </a:extLst>
                  </p14:cNvPr>
                  <p14:cNvContentPartPr/>
                  <p14:nvPr/>
                </p14:nvContentPartPr>
                <p14:xfrm>
                  <a:off x="2413527" y="3756971"/>
                  <a:ext cx="102240" cy="45360"/>
                </p14:xfrm>
              </p:contentPart>
            </mc:Choice>
            <mc:Fallback xmlns="">
              <p:pic>
                <p:nvPicPr>
                  <p:cNvPr id="204" name="Ink 203">
                    <a:extLst>
                      <a:ext uri="{FF2B5EF4-FFF2-40B4-BE49-F238E27FC236}">
                        <a16:creationId xmlns:a16="http://schemas.microsoft.com/office/drawing/2014/main" id="{D184A589-502D-C78C-1227-442E85844A8D}"/>
                      </a:ext>
                    </a:extLst>
                  </p:cNvPr>
                  <p:cNvPicPr/>
                  <p:nvPr/>
                </p:nvPicPr>
                <p:blipFill>
                  <a:blip r:embed="rId287"/>
                  <a:stretch>
                    <a:fillRect/>
                  </a:stretch>
                </p:blipFill>
                <p:spPr>
                  <a:xfrm>
                    <a:off x="2402316" y="3743014"/>
                    <a:ext cx="124213" cy="73855"/>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211" name="Ink 210">
                    <a:extLst>
                      <a:ext uri="{FF2B5EF4-FFF2-40B4-BE49-F238E27FC236}">
                        <a16:creationId xmlns:a16="http://schemas.microsoft.com/office/drawing/2014/main" id="{AE1E6450-EE02-CFB4-EFFF-3C1C4C075D45}"/>
                      </a:ext>
                    </a:extLst>
                  </p14:cNvPr>
                  <p14:cNvContentPartPr/>
                  <p14:nvPr/>
                </p14:nvContentPartPr>
                <p14:xfrm>
                  <a:off x="2413167" y="3754091"/>
                  <a:ext cx="88920" cy="24480"/>
                </p14:xfrm>
              </p:contentPart>
            </mc:Choice>
            <mc:Fallback xmlns="">
              <p:pic>
                <p:nvPicPr>
                  <p:cNvPr id="211" name="Ink 210">
                    <a:extLst>
                      <a:ext uri="{FF2B5EF4-FFF2-40B4-BE49-F238E27FC236}">
                        <a16:creationId xmlns:a16="http://schemas.microsoft.com/office/drawing/2014/main" id="{AE1E6450-EE02-CFB4-EFFF-3C1C4C075D45}"/>
                      </a:ext>
                    </a:extLst>
                  </p:cNvPr>
                  <p:cNvPicPr/>
                  <p:nvPr/>
                </p:nvPicPr>
                <p:blipFill>
                  <a:blip r:embed="rId289"/>
                  <a:stretch>
                    <a:fillRect/>
                  </a:stretch>
                </p:blipFill>
                <p:spPr>
                  <a:xfrm>
                    <a:off x="2401940" y="3739520"/>
                    <a:ext cx="110925" cy="5304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217" name="Ink 216">
                    <a:extLst>
                      <a:ext uri="{FF2B5EF4-FFF2-40B4-BE49-F238E27FC236}">
                        <a16:creationId xmlns:a16="http://schemas.microsoft.com/office/drawing/2014/main" id="{D13BADE2-7D5D-4E00-3E28-00778E7FC0D4}"/>
                      </a:ext>
                    </a:extLst>
                  </p14:cNvPr>
                  <p14:cNvContentPartPr/>
                  <p14:nvPr/>
                </p14:nvContentPartPr>
                <p14:xfrm>
                  <a:off x="2409927" y="3708731"/>
                  <a:ext cx="146520" cy="36360"/>
                </p14:xfrm>
              </p:contentPart>
            </mc:Choice>
            <mc:Fallback xmlns="">
              <p:pic>
                <p:nvPicPr>
                  <p:cNvPr id="217" name="Ink 216">
                    <a:extLst>
                      <a:ext uri="{FF2B5EF4-FFF2-40B4-BE49-F238E27FC236}">
                        <a16:creationId xmlns:a16="http://schemas.microsoft.com/office/drawing/2014/main" id="{D13BADE2-7D5D-4E00-3E28-00778E7FC0D4}"/>
                      </a:ext>
                    </a:extLst>
                  </p:cNvPr>
                  <p:cNvPicPr/>
                  <p:nvPr/>
                </p:nvPicPr>
                <p:blipFill>
                  <a:blip r:embed="rId291"/>
                  <a:stretch>
                    <a:fillRect/>
                  </a:stretch>
                </p:blipFill>
                <p:spPr>
                  <a:xfrm>
                    <a:off x="2398691" y="3694302"/>
                    <a:ext cx="168543" cy="6464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221" name="Ink 220">
                    <a:extLst>
                      <a:ext uri="{FF2B5EF4-FFF2-40B4-BE49-F238E27FC236}">
                        <a16:creationId xmlns:a16="http://schemas.microsoft.com/office/drawing/2014/main" id="{F196160F-5BAC-549C-3D08-DC9613587FEB}"/>
                      </a:ext>
                    </a:extLst>
                  </p14:cNvPr>
                  <p14:cNvContentPartPr/>
                  <p14:nvPr/>
                </p14:nvContentPartPr>
                <p14:xfrm>
                  <a:off x="2399847" y="3699371"/>
                  <a:ext cx="148320" cy="51840"/>
                </p14:xfrm>
              </p:contentPart>
            </mc:Choice>
            <mc:Fallback xmlns="">
              <p:pic>
                <p:nvPicPr>
                  <p:cNvPr id="221" name="Ink 220">
                    <a:extLst>
                      <a:ext uri="{FF2B5EF4-FFF2-40B4-BE49-F238E27FC236}">
                        <a16:creationId xmlns:a16="http://schemas.microsoft.com/office/drawing/2014/main" id="{F196160F-5BAC-549C-3D08-DC9613587FEB}"/>
                      </a:ext>
                    </a:extLst>
                  </p:cNvPr>
                  <p:cNvPicPr/>
                  <p:nvPr/>
                </p:nvPicPr>
                <p:blipFill>
                  <a:blip r:embed="rId293"/>
                  <a:stretch>
                    <a:fillRect/>
                  </a:stretch>
                </p:blipFill>
                <p:spPr>
                  <a:xfrm>
                    <a:off x="2389093" y="3684971"/>
                    <a:ext cx="170277" cy="80064"/>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227" name="Ink 226">
                    <a:extLst>
                      <a:ext uri="{FF2B5EF4-FFF2-40B4-BE49-F238E27FC236}">
                        <a16:creationId xmlns:a16="http://schemas.microsoft.com/office/drawing/2014/main" id="{ED7E91DF-1DEC-8536-558F-85462C50B8B5}"/>
                      </a:ext>
                    </a:extLst>
                  </p14:cNvPr>
                  <p14:cNvContentPartPr/>
                  <p14:nvPr/>
                </p14:nvContentPartPr>
                <p14:xfrm>
                  <a:off x="2201127" y="3681011"/>
                  <a:ext cx="354240" cy="243720"/>
                </p14:xfrm>
              </p:contentPart>
            </mc:Choice>
            <mc:Fallback xmlns="">
              <p:pic>
                <p:nvPicPr>
                  <p:cNvPr id="227" name="Ink 226">
                    <a:extLst>
                      <a:ext uri="{FF2B5EF4-FFF2-40B4-BE49-F238E27FC236}">
                        <a16:creationId xmlns:a16="http://schemas.microsoft.com/office/drawing/2014/main" id="{ED7E91DF-1DEC-8536-558F-85462C50B8B5}"/>
                      </a:ext>
                    </a:extLst>
                  </p:cNvPr>
                  <p:cNvPicPr/>
                  <p:nvPr/>
                </p:nvPicPr>
                <p:blipFill>
                  <a:blip r:embed="rId295"/>
                  <a:stretch>
                    <a:fillRect/>
                  </a:stretch>
                </p:blipFill>
                <p:spPr>
                  <a:xfrm>
                    <a:off x="2189888" y="3666434"/>
                    <a:ext cx="376268" cy="27229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228" name="Ink 227">
                    <a:extLst>
                      <a:ext uri="{FF2B5EF4-FFF2-40B4-BE49-F238E27FC236}">
                        <a16:creationId xmlns:a16="http://schemas.microsoft.com/office/drawing/2014/main" id="{729FD102-4784-44C6-5F0B-74B9A1996AF4}"/>
                      </a:ext>
                    </a:extLst>
                  </p14:cNvPr>
                  <p14:cNvContentPartPr/>
                  <p14:nvPr/>
                </p14:nvContentPartPr>
                <p14:xfrm>
                  <a:off x="2182407" y="3803051"/>
                  <a:ext cx="153000" cy="136080"/>
                </p14:xfrm>
              </p:contentPart>
            </mc:Choice>
            <mc:Fallback xmlns="">
              <p:pic>
                <p:nvPicPr>
                  <p:cNvPr id="228" name="Ink 227">
                    <a:extLst>
                      <a:ext uri="{FF2B5EF4-FFF2-40B4-BE49-F238E27FC236}">
                        <a16:creationId xmlns:a16="http://schemas.microsoft.com/office/drawing/2014/main" id="{729FD102-4784-44C6-5F0B-74B9A1996AF4}"/>
                      </a:ext>
                    </a:extLst>
                  </p:cNvPr>
                  <p:cNvPicPr/>
                  <p:nvPr/>
                </p:nvPicPr>
                <p:blipFill>
                  <a:blip r:embed="rId297"/>
                  <a:stretch>
                    <a:fillRect/>
                  </a:stretch>
                </p:blipFill>
                <p:spPr>
                  <a:xfrm>
                    <a:off x="2171190" y="3788513"/>
                    <a:ext cx="174985" cy="164575"/>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229" name="Ink 228">
                    <a:extLst>
                      <a:ext uri="{FF2B5EF4-FFF2-40B4-BE49-F238E27FC236}">
                        <a16:creationId xmlns:a16="http://schemas.microsoft.com/office/drawing/2014/main" id="{6C38D0B1-8B82-C689-7404-C11F323017A4}"/>
                      </a:ext>
                    </a:extLst>
                  </p14:cNvPr>
                  <p14:cNvContentPartPr/>
                  <p14:nvPr/>
                </p14:nvContentPartPr>
                <p14:xfrm>
                  <a:off x="2226327" y="3735731"/>
                  <a:ext cx="204840" cy="158040"/>
                </p14:xfrm>
              </p:contentPart>
            </mc:Choice>
            <mc:Fallback xmlns="">
              <p:pic>
                <p:nvPicPr>
                  <p:cNvPr id="229" name="Ink 228">
                    <a:extLst>
                      <a:ext uri="{FF2B5EF4-FFF2-40B4-BE49-F238E27FC236}">
                        <a16:creationId xmlns:a16="http://schemas.microsoft.com/office/drawing/2014/main" id="{6C38D0B1-8B82-C689-7404-C11F323017A4}"/>
                      </a:ext>
                    </a:extLst>
                  </p:cNvPr>
                  <p:cNvPicPr/>
                  <p:nvPr/>
                </p:nvPicPr>
                <p:blipFill>
                  <a:blip r:embed="rId299"/>
                  <a:stretch>
                    <a:fillRect/>
                  </a:stretch>
                </p:blipFill>
                <p:spPr>
                  <a:xfrm>
                    <a:off x="2215097" y="3721152"/>
                    <a:ext cx="226851" cy="186615"/>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30" name="Ink 229">
                    <a:extLst>
                      <a:ext uri="{FF2B5EF4-FFF2-40B4-BE49-F238E27FC236}">
                        <a16:creationId xmlns:a16="http://schemas.microsoft.com/office/drawing/2014/main" id="{93C48937-BA4E-88CF-7DE0-681C8E0FFE46}"/>
                      </a:ext>
                    </a:extLst>
                  </p14:cNvPr>
                  <p14:cNvContentPartPr/>
                  <p14:nvPr/>
                </p14:nvContentPartPr>
                <p14:xfrm>
                  <a:off x="2176647" y="3796931"/>
                  <a:ext cx="149760" cy="129600"/>
                </p14:xfrm>
              </p:contentPart>
            </mc:Choice>
            <mc:Fallback xmlns="">
              <p:pic>
                <p:nvPicPr>
                  <p:cNvPr id="230" name="Ink 229">
                    <a:extLst>
                      <a:ext uri="{FF2B5EF4-FFF2-40B4-BE49-F238E27FC236}">
                        <a16:creationId xmlns:a16="http://schemas.microsoft.com/office/drawing/2014/main" id="{93C48937-BA4E-88CF-7DE0-681C8E0FFE46}"/>
                      </a:ext>
                    </a:extLst>
                  </p:cNvPr>
                  <p:cNvPicPr/>
                  <p:nvPr/>
                </p:nvPicPr>
                <p:blipFill>
                  <a:blip r:embed="rId301"/>
                  <a:stretch>
                    <a:fillRect/>
                  </a:stretch>
                </p:blipFill>
                <p:spPr>
                  <a:xfrm>
                    <a:off x="2165437" y="3782983"/>
                    <a:ext cx="171731" cy="158077"/>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231" name="Ink 230">
                    <a:extLst>
                      <a:ext uri="{FF2B5EF4-FFF2-40B4-BE49-F238E27FC236}">
                        <a16:creationId xmlns:a16="http://schemas.microsoft.com/office/drawing/2014/main" id="{9E585FBE-4D39-E6EC-62C3-B8AAFA06E6F9}"/>
                      </a:ext>
                    </a:extLst>
                  </p14:cNvPr>
                  <p14:cNvContentPartPr/>
                  <p14:nvPr/>
                </p14:nvContentPartPr>
                <p14:xfrm>
                  <a:off x="2107167" y="3834731"/>
                  <a:ext cx="155880" cy="162720"/>
                </p14:xfrm>
              </p:contentPart>
            </mc:Choice>
            <mc:Fallback xmlns="">
              <p:pic>
                <p:nvPicPr>
                  <p:cNvPr id="231" name="Ink 230">
                    <a:extLst>
                      <a:ext uri="{FF2B5EF4-FFF2-40B4-BE49-F238E27FC236}">
                        <a16:creationId xmlns:a16="http://schemas.microsoft.com/office/drawing/2014/main" id="{9E585FBE-4D39-E6EC-62C3-B8AAFA06E6F9}"/>
                      </a:ext>
                    </a:extLst>
                  </p:cNvPr>
                  <p:cNvPicPr/>
                  <p:nvPr/>
                </p:nvPicPr>
                <p:blipFill>
                  <a:blip r:embed="rId303"/>
                  <a:stretch>
                    <a:fillRect/>
                  </a:stretch>
                </p:blipFill>
                <p:spPr>
                  <a:xfrm>
                    <a:off x="2095936" y="3820734"/>
                    <a:ext cx="177892" cy="191298"/>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232" name="Ink 231">
                    <a:extLst>
                      <a:ext uri="{FF2B5EF4-FFF2-40B4-BE49-F238E27FC236}">
                        <a16:creationId xmlns:a16="http://schemas.microsoft.com/office/drawing/2014/main" id="{4EFA3948-A354-C07C-CFC6-CE8B2AF3362C}"/>
                      </a:ext>
                    </a:extLst>
                  </p14:cNvPr>
                  <p14:cNvContentPartPr/>
                  <p14:nvPr/>
                </p14:nvContentPartPr>
                <p14:xfrm>
                  <a:off x="2092767" y="3887651"/>
                  <a:ext cx="118080" cy="173880"/>
                </p14:xfrm>
              </p:contentPart>
            </mc:Choice>
            <mc:Fallback xmlns="">
              <p:pic>
                <p:nvPicPr>
                  <p:cNvPr id="232" name="Ink 231">
                    <a:extLst>
                      <a:ext uri="{FF2B5EF4-FFF2-40B4-BE49-F238E27FC236}">
                        <a16:creationId xmlns:a16="http://schemas.microsoft.com/office/drawing/2014/main" id="{4EFA3948-A354-C07C-CFC6-CE8B2AF3362C}"/>
                      </a:ext>
                    </a:extLst>
                  </p:cNvPr>
                  <p:cNvPicPr/>
                  <p:nvPr/>
                </p:nvPicPr>
                <p:blipFill>
                  <a:blip r:embed="rId305"/>
                  <a:stretch>
                    <a:fillRect/>
                  </a:stretch>
                </p:blipFill>
                <p:spPr>
                  <a:xfrm>
                    <a:off x="2081543" y="3873113"/>
                    <a:ext cx="140080" cy="202375"/>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33" name="Ink 232">
                    <a:extLst>
                      <a:ext uri="{FF2B5EF4-FFF2-40B4-BE49-F238E27FC236}">
                        <a16:creationId xmlns:a16="http://schemas.microsoft.com/office/drawing/2014/main" id="{C7F8E2B1-A2E5-3999-D984-727A77C6189B}"/>
                      </a:ext>
                    </a:extLst>
                  </p14:cNvPr>
                  <p14:cNvContentPartPr/>
                  <p14:nvPr/>
                </p14:nvContentPartPr>
                <p14:xfrm>
                  <a:off x="2193567" y="3920411"/>
                  <a:ext cx="360" cy="360"/>
                </p14:xfrm>
              </p:contentPart>
            </mc:Choice>
            <mc:Fallback xmlns="">
              <p:pic>
                <p:nvPicPr>
                  <p:cNvPr id="233" name="Ink 232">
                    <a:extLst>
                      <a:ext uri="{FF2B5EF4-FFF2-40B4-BE49-F238E27FC236}">
                        <a16:creationId xmlns:a16="http://schemas.microsoft.com/office/drawing/2014/main" id="{C7F8E2B1-A2E5-3999-D984-727A77C6189B}"/>
                      </a:ext>
                    </a:extLst>
                  </p:cNvPr>
                  <p:cNvPicPr/>
                  <p:nvPr/>
                </p:nvPicPr>
                <p:blipFill>
                  <a:blip r:embed="rId12"/>
                  <a:stretch>
                    <a:fillRect/>
                  </a:stretch>
                </p:blipFill>
                <p:spPr>
                  <a:xfrm>
                    <a:off x="2184567" y="391141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234" name="Ink 233">
                    <a:extLst>
                      <a:ext uri="{FF2B5EF4-FFF2-40B4-BE49-F238E27FC236}">
                        <a16:creationId xmlns:a16="http://schemas.microsoft.com/office/drawing/2014/main" id="{B36283B2-89BF-D47F-692B-00AEAD2322F9}"/>
                      </a:ext>
                    </a:extLst>
                  </p14:cNvPr>
                  <p14:cNvContentPartPr/>
                  <p14:nvPr/>
                </p14:nvContentPartPr>
                <p14:xfrm>
                  <a:off x="2092407" y="3965051"/>
                  <a:ext cx="61200" cy="101160"/>
                </p14:xfrm>
              </p:contentPart>
            </mc:Choice>
            <mc:Fallback xmlns="">
              <p:pic>
                <p:nvPicPr>
                  <p:cNvPr id="234" name="Ink 233">
                    <a:extLst>
                      <a:ext uri="{FF2B5EF4-FFF2-40B4-BE49-F238E27FC236}">
                        <a16:creationId xmlns:a16="http://schemas.microsoft.com/office/drawing/2014/main" id="{B36283B2-89BF-D47F-692B-00AEAD2322F9}"/>
                      </a:ext>
                    </a:extLst>
                  </p:cNvPr>
                  <p:cNvPicPr/>
                  <p:nvPr/>
                </p:nvPicPr>
                <p:blipFill>
                  <a:blip r:embed="rId308"/>
                  <a:stretch>
                    <a:fillRect/>
                  </a:stretch>
                </p:blipFill>
                <p:spPr>
                  <a:xfrm>
                    <a:off x="2081607" y="3950517"/>
                    <a:ext cx="83250" cy="129648"/>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235" name="Ink 234">
                    <a:extLst>
                      <a:ext uri="{FF2B5EF4-FFF2-40B4-BE49-F238E27FC236}">
                        <a16:creationId xmlns:a16="http://schemas.microsoft.com/office/drawing/2014/main" id="{398BD73F-4732-CE61-55C0-9B6F129E7EB0}"/>
                      </a:ext>
                    </a:extLst>
                  </p14:cNvPr>
                  <p14:cNvContentPartPr/>
                  <p14:nvPr/>
                </p14:nvContentPartPr>
                <p14:xfrm>
                  <a:off x="2072607" y="4004291"/>
                  <a:ext cx="58320" cy="82440"/>
                </p14:xfrm>
              </p:contentPart>
            </mc:Choice>
            <mc:Fallback xmlns="">
              <p:pic>
                <p:nvPicPr>
                  <p:cNvPr id="235" name="Ink 234">
                    <a:extLst>
                      <a:ext uri="{FF2B5EF4-FFF2-40B4-BE49-F238E27FC236}">
                        <a16:creationId xmlns:a16="http://schemas.microsoft.com/office/drawing/2014/main" id="{398BD73F-4732-CE61-55C0-9B6F129E7EB0}"/>
                      </a:ext>
                    </a:extLst>
                  </p:cNvPr>
                  <p:cNvPicPr/>
                  <p:nvPr/>
                </p:nvPicPr>
                <p:blipFill>
                  <a:blip r:embed="rId310"/>
                  <a:stretch>
                    <a:fillRect/>
                  </a:stretch>
                </p:blipFill>
                <p:spPr>
                  <a:xfrm>
                    <a:off x="2061392" y="3989777"/>
                    <a:ext cx="80302" cy="110888"/>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236" name="Ink 235">
                    <a:extLst>
                      <a:ext uri="{FF2B5EF4-FFF2-40B4-BE49-F238E27FC236}">
                        <a16:creationId xmlns:a16="http://schemas.microsoft.com/office/drawing/2014/main" id="{85B3FF22-151F-69F9-B5E3-ACDADCD46F9C}"/>
                      </a:ext>
                    </a:extLst>
                  </p14:cNvPr>
                  <p14:cNvContentPartPr/>
                  <p14:nvPr/>
                </p14:nvContentPartPr>
                <p14:xfrm>
                  <a:off x="2209407" y="3720971"/>
                  <a:ext cx="326160" cy="178200"/>
                </p14:xfrm>
              </p:contentPart>
            </mc:Choice>
            <mc:Fallback xmlns="">
              <p:pic>
                <p:nvPicPr>
                  <p:cNvPr id="236" name="Ink 235">
                    <a:extLst>
                      <a:ext uri="{FF2B5EF4-FFF2-40B4-BE49-F238E27FC236}">
                        <a16:creationId xmlns:a16="http://schemas.microsoft.com/office/drawing/2014/main" id="{85B3FF22-151F-69F9-B5E3-ACDADCD46F9C}"/>
                      </a:ext>
                    </a:extLst>
                  </p:cNvPr>
                  <p:cNvPicPr/>
                  <p:nvPr/>
                </p:nvPicPr>
                <p:blipFill>
                  <a:blip r:embed="rId312"/>
                  <a:stretch>
                    <a:fillRect/>
                  </a:stretch>
                </p:blipFill>
                <p:spPr>
                  <a:xfrm>
                    <a:off x="2198176" y="3706460"/>
                    <a:ext cx="348174" cy="206642"/>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237" name="Ink 236">
                    <a:extLst>
                      <a:ext uri="{FF2B5EF4-FFF2-40B4-BE49-F238E27FC236}">
                        <a16:creationId xmlns:a16="http://schemas.microsoft.com/office/drawing/2014/main" id="{DC5BE9D6-E0B9-88FD-E839-AA078B94D024}"/>
                      </a:ext>
                    </a:extLst>
                  </p14:cNvPr>
                  <p14:cNvContentPartPr/>
                  <p14:nvPr/>
                </p14:nvContentPartPr>
                <p14:xfrm>
                  <a:off x="2468247" y="3585971"/>
                  <a:ext cx="86760" cy="47520"/>
                </p14:xfrm>
              </p:contentPart>
            </mc:Choice>
            <mc:Fallback xmlns="">
              <p:pic>
                <p:nvPicPr>
                  <p:cNvPr id="237" name="Ink 236">
                    <a:extLst>
                      <a:ext uri="{FF2B5EF4-FFF2-40B4-BE49-F238E27FC236}">
                        <a16:creationId xmlns:a16="http://schemas.microsoft.com/office/drawing/2014/main" id="{DC5BE9D6-E0B9-88FD-E839-AA078B94D024}"/>
                      </a:ext>
                    </a:extLst>
                  </p:cNvPr>
                  <p:cNvPicPr/>
                  <p:nvPr/>
                </p:nvPicPr>
                <p:blipFill>
                  <a:blip r:embed="rId314"/>
                  <a:stretch>
                    <a:fillRect/>
                  </a:stretch>
                </p:blipFill>
                <p:spPr>
                  <a:xfrm>
                    <a:off x="2457009" y="3571483"/>
                    <a:ext cx="108787" cy="75916"/>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238" name="Ink 237">
                    <a:extLst>
                      <a:ext uri="{FF2B5EF4-FFF2-40B4-BE49-F238E27FC236}">
                        <a16:creationId xmlns:a16="http://schemas.microsoft.com/office/drawing/2014/main" id="{5D2B8CFC-031D-DD26-58B8-03AAD2921F7A}"/>
                      </a:ext>
                    </a:extLst>
                  </p14:cNvPr>
                  <p14:cNvContentPartPr/>
                  <p14:nvPr/>
                </p14:nvContentPartPr>
                <p14:xfrm>
                  <a:off x="2369247" y="3482291"/>
                  <a:ext cx="198720" cy="138600"/>
                </p14:xfrm>
              </p:contentPart>
            </mc:Choice>
            <mc:Fallback xmlns="">
              <p:pic>
                <p:nvPicPr>
                  <p:cNvPr id="238" name="Ink 237">
                    <a:extLst>
                      <a:ext uri="{FF2B5EF4-FFF2-40B4-BE49-F238E27FC236}">
                        <a16:creationId xmlns:a16="http://schemas.microsoft.com/office/drawing/2014/main" id="{5D2B8CFC-031D-DD26-58B8-03AAD2921F7A}"/>
                      </a:ext>
                    </a:extLst>
                  </p:cNvPr>
                  <p:cNvPicPr/>
                  <p:nvPr/>
                </p:nvPicPr>
                <p:blipFill>
                  <a:blip r:embed="rId316"/>
                  <a:stretch>
                    <a:fillRect/>
                  </a:stretch>
                </p:blipFill>
                <p:spPr>
                  <a:xfrm>
                    <a:off x="2358481" y="3467732"/>
                    <a:ext cx="220700" cy="167135"/>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239" name="Ink 238">
                    <a:extLst>
                      <a:ext uri="{FF2B5EF4-FFF2-40B4-BE49-F238E27FC236}">
                        <a16:creationId xmlns:a16="http://schemas.microsoft.com/office/drawing/2014/main" id="{2254A27A-FE6C-C08B-2EA7-B2A09849A551}"/>
                      </a:ext>
                    </a:extLst>
                  </p14:cNvPr>
                  <p14:cNvContentPartPr/>
                  <p14:nvPr/>
                </p14:nvContentPartPr>
                <p14:xfrm>
                  <a:off x="2497047" y="3799811"/>
                  <a:ext cx="42480" cy="156600"/>
                </p14:xfrm>
              </p:contentPart>
            </mc:Choice>
            <mc:Fallback xmlns="">
              <p:pic>
                <p:nvPicPr>
                  <p:cNvPr id="239" name="Ink 238">
                    <a:extLst>
                      <a:ext uri="{FF2B5EF4-FFF2-40B4-BE49-F238E27FC236}">
                        <a16:creationId xmlns:a16="http://schemas.microsoft.com/office/drawing/2014/main" id="{2254A27A-FE6C-C08B-2EA7-B2A09849A551}"/>
                      </a:ext>
                    </a:extLst>
                  </p:cNvPr>
                  <p:cNvPicPr/>
                  <p:nvPr/>
                </p:nvPicPr>
                <p:blipFill>
                  <a:blip r:embed="rId318"/>
                  <a:stretch>
                    <a:fillRect/>
                  </a:stretch>
                </p:blipFill>
                <p:spPr>
                  <a:xfrm>
                    <a:off x="2485749" y="3785257"/>
                    <a:ext cx="64624" cy="185126"/>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240" name="Ink 239">
                    <a:extLst>
                      <a:ext uri="{FF2B5EF4-FFF2-40B4-BE49-F238E27FC236}">
                        <a16:creationId xmlns:a16="http://schemas.microsoft.com/office/drawing/2014/main" id="{FE8BB8AC-B44A-0451-3D3A-FE29115B4C8B}"/>
                      </a:ext>
                    </a:extLst>
                  </p14:cNvPr>
                  <p14:cNvContentPartPr/>
                  <p14:nvPr/>
                </p14:nvContentPartPr>
                <p14:xfrm>
                  <a:off x="2401287" y="3523331"/>
                  <a:ext cx="57960" cy="60840"/>
                </p14:xfrm>
              </p:contentPart>
            </mc:Choice>
            <mc:Fallback xmlns="">
              <p:pic>
                <p:nvPicPr>
                  <p:cNvPr id="240" name="Ink 239">
                    <a:extLst>
                      <a:ext uri="{FF2B5EF4-FFF2-40B4-BE49-F238E27FC236}">
                        <a16:creationId xmlns:a16="http://schemas.microsoft.com/office/drawing/2014/main" id="{FE8BB8AC-B44A-0451-3D3A-FE29115B4C8B}"/>
                      </a:ext>
                    </a:extLst>
                  </p:cNvPr>
                  <p:cNvPicPr/>
                  <p:nvPr/>
                </p:nvPicPr>
                <p:blipFill>
                  <a:blip r:embed="rId320"/>
                  <a:stretch>
                    <a:fillRect/>
                  </a:stretch>
                </p:blipFill>
                <p:spPr>
                  <a:xfrm>
                    <a:off x="2390504" y="3508845"/>
                    <a:ext cx="79976" cy="89232"/>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241" name="Ink 240">
                    <a:extLst>
                      <a:ext uri="{FF2B5EF4-FFF2-40B4-BE49-F238E27FC236}">
                        <a16:creationId xmlns:a16="http://schemas.microsoft.com/office/drawing/2014/main" id="{A66DDA7F-4150-950B-8A86-AB4B2867D140}"/>
                      </a:ext>
                    </a:extLst>
                  </p14:cNvPr>
                  <p14:cNvContentPartPr/>
                  <p14:nvPr/>
                </p14:nvContentPartPr>
                <p14:xfrm>
                  <a:off x="2303007" y="3465731"/>
                  <a:ext cx="50040" cy="34200"/>
                </p14:xfrm>
              </p:contentPart>
            </mc:Choice>
            <mc:Fallback xmlns="">
              <p:pic>
                <p:nvPicPr>
                  <p:cNvPr id="241" name="Ink 240">
                    <a:extLst>
                      <a:ext uri="{FF2B5EF4-FFF2-40B4-BE49-F238E27FC236}">
                        <a16:creationId xmlns:a16="http://schemas.microsoft.com/office/drawing/2014/main" id="{A66DDA7F-4150-950B-8A86-AB4B2867D140}"/>
                      </a:ext>
                    </a:extLst>
                  </p:cNvPr>
                  <p:cNvPicPr/>
                  <p:nvPr/>
                </p:nvPicPr>
                <p:blipFill>
                  <a:blip r:embed="rId322"/>
                  <a:stretch>
                    <a:fillRect/>
                  </a:stretch>
                </p:blipFill>
                <p:spPr>
                  <a:xfrm>
                    <a:off x="2291837" y="3451239"/>
                    <a:ext cx="71933" cy="62603"/>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242" name="Ink 241">
                    <a:extLst>
                      <a:ext uri="{FF2B5EF4-FFF2-40B4-BE49-F238E27FC236}">
                        <a16:creationId xmlns:a16="http://schemas.microsoft.com/office/drawing/2014/main" id="{962B780D-12E2-3D46-7994-A7BEF37E982B}"/>
                      </a:ext>
                    </a:extLst>
                  </p14:cNvPr>
                  <p14:cNvContentPartPr/>
                  <p14:nvPr/>
                </p14:nvContentPartPr>
                <p14:xfrm>
                  <a:off x="2286447" y="3455651"/>
                  <a:ext cx="183600" cy="78480"/>
                </p14:xfrm>
              </p:contentPart>
            </mc:Choice>
            <mc:Fallback xmlns="">
              <p:pic>
                <p:nvPicPr>
                  <p:cNvPr id="242" name="Ink 241">
                    <a:extLst>
                      <a:ext uri="{FF2B5EF4-FFF2-40B4-BE49-F238E27FC236}">
                        <a16:creationId xmlns:a16="http://schemas.microsoft.com/office/drawing/2014/main" id="{962B780D-12E2-3D46-7994-A7BEF37E982B}"/>
                      </a:ext>
                    </a:extLst>
                  </p:cNvPr>
                  <p:cNvPicPr/>
                  <p:nvPr/>
                </p:nvPicPr>
                <p:blipFill>
                  <a:blip r:embed="rId324"/>
                  <a:stretch>
                    <a:fillRect/>
                  </a:stretch>
                </p:blipFill>
                <p:spPr>
                  <a:xfrm>
                    <a:off x="2275225" y="3441118"/>
                    <a:ext cx="205596" cy="106965"/>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243" name="Ink 242">
                    <a:extLst>
                      <a:ext uri="{FF2B5EF4-FFF2-40B4-BE49-F238E27FC236}">
                        <a16:creationId xmlns:a16="http://schemas.microsoft.com/office/drawing/2014/main" id="{D7D0F834-3751-1599-91AC-E9DB1E966FC6}"/>
                      </a:ext>
                    </a:extLst>
                  </p14:cNvPr>
                  <p14:cNvContentPartPr/>
                  <p14:nvPr/>
                </p14:nvContentPartPr>
                <p14:xfrm>
                  <a:off x="2263767" y="3420011"/>
                  <a:ext cx="176400" cy="88920"/>
                </p14:xfrm>
              </p:contentPart>
            </mc:Choice>
            <mc:Fallback xmlns="">
              <p:pic>
                <p:nvPicPr>
                  <p:cNvPr id="243" name="Ink 242">
                    <a:extLst>
                      <a:ext uri="{FF2B5EF4-FFF2-40B4-BE49-F238E27FC236}">
                        <a16:creationId xmlns:a16="http://schemas.microsoft.com/office/drawing/2014/main" id="{D7D0F834-3751-1599-91AC-E9DB1E966FC6}"/>
                      </a:ext>
                    </a:extLst>
                  </p:cNvPr>
                  <p:cNvPicPr/>
                  <p:nvPr/>
                </p:nvPicPr>
                <p:blipFill>
                  <a:blip r:embed="rId326"/>
                  <a:stretch>
                    <a:fillRect/>
                  </a:stretch>
                </p:blipFill>
                <p:spPr>
                  <a:xfrm>
                    <a:off x="2252546" y="3405482"/>
                    <a:ext cx="198394" cy="117398"/>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244" name="Ink 243">
                    <a:extLst>
                      <a:ext uri="{FF2B5EF4-FFF2-40B4-BE49-F238E27FC236}">
                        <a16:creationId xmlns:a16="http://schemas.microsoft.com/office/drawing/2014/main" id="{79F5AEF6-393E-AB2A-DB20-C5095AC401B4}"/>
                      </a:ext>
                    </a:extLst>
                  </p14:cNvPr>
                  <p14:cNvContentPartPr/>
                  <p14:nvPr/>
                </p14:nvContentPartPr>
                <p14:xfrm>
                  <a:off x="2265207" y="3431891"/>
                  <a:ext cx="188280" cy="115560"/>
                </p14:xfrm>
              </p:contentPart>
            </mc:Choice>
            <mc:Fallback xmlns="">
              <p:pic>
                <p:nvPicPr>
                  <p:cNvPr id="244" name="Ink 243">
                    <a:extLst>
                      <a:ext uri="{FF2B5EF4-FFF2-40B4-BE49-F238E27FC236}">
                        <a16:creationId xmlns:a16="http://schemas.microsoft.com/office/drawing/2014/main" id="{79F5AEF6-393E-AB2A-DB20-C5095AC401B4}"/>
                      </a:ext>
                    </a:extLst>
                  </p:cNvPr>
                  <p:cNvPicPr/>
                  <p:nvPr/>
                </p:nvPicPr>
                <p:blipFill>
                  <a:blip r:embed="rId328"/>
                  <a:stretch>
                    <a:fillRect/>
                  </a:stretch>
                </p:blipFill>
                <p:spPr>
                  <a:xfrm>
                    <a:off x="2253973" y="3417373"/>
                    <a:ext cx="210298" cy="144014"/>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245" name="Ink 244">
                    <a:extLst>
                      <a:ext uri="{FF2B5EF4-FFF2-40B4-BE49-F238E27FC236}">
                        <a16:creationId xmlns:a16="http://schemas.microsoft.com/office/drawing/2014/main" id="{F6A320CD-BE94-8B0C-D206-EB4BE22D1577}"/>
                      </a:ext>
                    </a:extLst>
                  </p14:cNvPr>
                  <p14:cNvContentPartPr/>
                  <p14:nvPr/>
                </p14:nvContentPartPr>
                <p14:xfrm>
                  <a:off x="2265207" y="3428651"/>
                  <a:ext cx="196920" cy="58680"/>
                </p14:xfrm>
              </p:contentPart>
            </mc:Choice>
            <mc:Fallback xmlns="">
              <p:pic>
                <p:nvPicPr>
                  <p:cNvPr id="245" name="Ink 244">
                    <a:extLst>
                      <a:ext uri="{FF2B5EF4-FFF2-40B4-BE49-F238E27FC236}">
                        <a16:creationId xmlns:a16="http://schemas.microsoft.com/office/drawing/2014/main" id="{F6A320CD-BE94-8B0C-D206-EB4BE22D1577}"/>
                      </a:ext>
                    </a:extLst>
                  </p:cNvPr>
                  <p:cNvPicPr/>
                  <p:nvPr/>
                </p:nvPicPr>
                <p:blipFill>
                  <a:blip r:embed="rId330"/>
                  <a:stretch>
                    <a:fillRect/>
                  </a:stretch>
                </p:blipFill>
                <p:spPr>
                  <a:xfrm>
                    <a:off x="2253967" y="3414126"/>
                    <a:ext cx="218950" cy="87149"/>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247" name="Ink 246">
                    <a:extLst>
                      <a:ext uri="{FF2B5EF4-FFF2-40B4-BE49-F238E27FC236}">
                        <a16:creationId xmlns:a16="http://schemas.microsoft.com/office/drawing/2014/main" id="{913535C8-5B7A-F402-96E4-CB5BBC100B56}"/>
                      </a:ext>
                    </a:extLst>
                  </p14:cNvPr>
                  <p14:cNvContentPartPr/>
                  <p14:nvPr/>
                </p14:nvContentPartPr>
                <p14:xfrm>
                  <a:off x="2528007" y="3716651"/>
                  <a:ext cx="82440" cy="133560"/>
                </p14:xfrm>
              </p:contentPart>
            </mc:Choice>
            <mc:Fallback xmlns="">
              <p:pic>
                <p:nvPicPr>
                  <p:cNvPr id="247" name="Ink 246">
                    <a:extLst>
                      <a:ext uri="{FF2B5EF4-FFF2-40B4-BE49-F238E27FC236}">
                        <a16:creationId xmlns:a16="http://schemas.microsoft.com/office/drawing/2014/main" id="{913535C8-5B7A-F402-96E4-CB5BBC100B56}"/>
                      </a:ext>
                    </a:extLst>
                  </p:cNvPr>
                  <p:cNvPicPr/>
                  <p:nvPr/>
                </p:nvPicPr>
                <p:blipFill>
                  <a:blip r:embed="rId332"/>
                  <a:stretch>
                    <a:fillRect/>
                  </a:stretch>
                </p:blipFill>
                <p:spPr>
                  <a:xfrm>
                    <a:off x="2516806" y="3702070"/>
                    <a:ext cx="104394" cy="162138"/>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248" name="Ink 247">
                    <a:extLst>
                      <a:ext uri="{FF2B5EF4-FFF2-40B4-BE49-F238E27FC236}">
                        <a16:creationId xmlns:a16="http://schemas.microsoft.com/office/drawing/2014/main" id="{A175A611-6D12-DA24-E566-8FA36C1146E0}"/>
                      </a:ext>
                    </a:extLst>
                  </p14:cNvPr>
                  <p14:cNvContentPartPr/>
                  <p14:nvPr/>
                </p14:nvContentPartPr>
                <p14:xfrm>
                  <a:off x="2382207" y="3724211"/>
                  <a:ext cx="195840" cy="120240"/>
                </p14:xfrm>
              </p:contentPart>
            </mc:Choice>
            <mc:Fallback xmlns="">
              <p:pic>
                <p:nvPicPr>
                  <p:cNvPr id="248" name="Ink 247">
                    <a:extLst>
                      <a:ext uri="{FF2B5EF4-FFF2-40B4-BE49-F238E27FC236}">
                        <a16:creationId xmlns:a16="http://schemas.microsoft.com/office/drawing/2014/main" id="{A175A611-6D12-DA24-E566-8FA36C1146E0}"/>
                      </a:ext>
                    </a:extLst>
                  </p:cNvPr>
                  <p:cNvPicPr/>
                  <p:nvPr/>
                </p:nvPicPr>
                <p:blipFill>
                  <a:blip r:embed="rId334"/>
                  <a:stretch>
                    <a:fillRect/>
                  </a:stretch>
                </p:blipFill>
                <p:spPr>
                  <a:xfrm>
                    <a:off x="2370978" y="3710270"/>
                    <a:ext cx="217850" cy="148703"/>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49" name="Ink 248">
                    <a:extLst>
                      <a:ext uri="{FF2B5EF4-FFF2-40B4-BE49-F238E27FC236}">
                        <a16:creationId xmlns:a16="http://schemas.microsoft.com/office/drawing/2014/main" id="{85526B0B-FF71-0002-A851-67302C51AFDA}"/>
                      </a:ext>
                    </a:extLst>
                  </p14:cNvPr>
                  <p14:cNvContentPartPr/>
                  <p14:nvPr/>
                </p14:nvContentPartPr>
                <p14:xfrm>
                  <a:off x="2413887" y="3789371"/>
                  <a:ext cx="16200" cy="6840"/>
                </p14:xfrm>
              </p:contentPart>
            </mc:Choice>
            <mc:Fallback xmlns="">
              <p:pic>
                <p:nvPicPr>
                  <p:cNvPr id="249" name="Ink 248">
                    <a:extLst>
                      <a:ext uri="{FF2B5EF4-FFF2-40B4-BE49-F238E27FC236}">
                        <a16:creationId xmlns:a16="http://schemas.microsoft.com/office/drawing/2014/main" id="{85526B0B-FF71-0002-A851-67302C51AFDA}"/>
                      </a:ext>
                    </a:extLst>
                  </p:cNvPr>
                  <p:cNvPicPr/>
                  <p:nvPr/>
                </p:nvPicPr>
                <p:blipFill>
                  <a:blip r:embed="rId336"/>
                  <a:stretch>
                    <a:fillRect/>
                  </a:stretch>
                </p:blipFill>
                <p:spPr>
                  <a:xfrm>
                    <a:off x="2403087" y="3775121"/>
                    <a:ext cx="38250" cy="3477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50" name="Ink 249">
                    <a:extLst>
                      <a:ext uri="{FF2B5EF4-FFF2-40B4-BE49-F238E27FC236}">
                        <a16:creationId xmlns:a16="http://schemas.microsoft.com/office/drawing/2014/main" id="{B4452FA3-B091-7473-EE18-51BA81DEF2FF}"/>
                      </a:ext>
                    </a:extLst>
                  </p14:cNvPr>
                  <p14:cNvContentPartPr/>
                  <p14:nvPr/>
                </p14:nvContentPartPr>
                <p14:xfrm>
                  <a:off x="2418927" y="3694331"/>
                  <a:ext cx="119160" cy="56160"/>
                </p14:xfrm>
              </p:contentPart>
            </mc:Choice>
            <mc:Fallback xmlns="">
              <p:pic>
                <p:nvPicPr>
                  <p:cNvPr id="250" name="Ink 249">
                    <a:extLst>
                      <a:ext uri="{FF2B5EF4-FFF2-40B4-BE49-F238E27FC236}">
                        <a16:creationId xmlns:a16="http://schemas.microsoft.com/office/drawing/2014/main" id="{B4452FA3-B091-7473-EE18-51BA81DEF2FF}"/>
                      </a:ext>
                    </a:extLst>
                  </p:cNvPr>
                  <p:cNvPicPr/>
                  <p:nvPr/>
                </p:nvPicPr>
                <p:blipFill>
                  <a:blip r:embed="rId338"/>
                  <a:stretch>
                    <a:fillRect/>
                  </a:stretch>
                </p:blipFill>
                <p:spPr>
                  <a:xfrm>
                    <a:off x="2408135" y="3679857"/>
                    <a:ext cx="141193" cy="84529"/>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51" name="Ink 250">
                    <a:extLst>
                      <a:ext uri="{FF2B5EF4-FFF2-40B4-BE49-F238E27FC236}">
                        <a16:creationId xmlns:a16="http://schemas.microsoft.com/office/drawing/2014/main" id="{00F24DCF-38FD-0DEE-9084-9444CA74730C}"/>
                      </a:ext>
                    </a:extLst>
                  </p14:cNvPr>
                  <p14:cNvContentPartPr/>
                  <p14:nvPr/>
                </p14:nvContentPartPr>
                <p14:xfrm>
                  <a:off x="2400927" y="3638171"/>
                  <a:ext cx="174960" cy="124560"/>
                </p14:xfrm>
              </p:contentPart>
            </mc:Choice>
            <mc:Fallback xmlns="">
              <p:pic>
                <p:nvPicPr>
                  <p:cNvPr id="251" name="Ink 250">
                    <a:extLst>
                      <a:ext uri="{FF2B5EF4-FFF2-40B4-BE49-F238E27FC236}">
                        <a16:creationId xmlns:a16="http://schemas.microsoft.com/office/drawing/2014/main" id="{00F24DCF-38FD-0DEE-9084-9444CA74730C}"/>
                      </a:ext>
                    </a:extLst>
                  </p:cNvPr>
                  <p:cNvPicPr/>
                  <p:nvPr/>
                </p:nvPicPr>
                <p:blipFill>
                  <a:blip r:embed="rId340"/>
                  <a:stretch>
                    <a:fillRect/>
                  </a:stretch>
                </p:blipFill>
                <p:spPr>
                  <a:xfrm>
                    <a:off x="2389683" y="3623620"/>
                    <a:ext cx="196999" cy="153081"/>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85" name="Ink 284">
                    <a:extLst>
                      <a:ext uri="{FF2B5EF4-FFF2-40B4-BE49-F238E27FC236}">
                        <a16:creationId xmlns:a16="http://schemas.microsoft.com/office/drawing/2014/main" id="{FE7A9676-74E5-44BF-9E16-70629B3B472E}"/>
                      </a:ext>
                    </a:extLst>
                  </p14:cNvPr>
                  <p14:cNvContentPartPr/>
                  <p14:nvPr/>
                </p14:nvContentPartPr>
                <p14:xfrm>
                  <a:off x="2288607" y="3747469"/>
                  <a:ext cx="230400" cy="72360"/>
                </p14:xfrm>
              </p:contentPart>
            </mc:Choice>
            <mc:Fallback xmlns="">
              <p:pic>
                <p:nvPicPr>
                  <p:cNvPr id="285" name="Ink 284">
                    <a:extLst>
                      <a:ext uri="{FF2B5EF4-FFF2-40B4-BE49-F238E27FC236}">
                        <a16:creationId xmlns:a16="http://schemas.microsoft.com/office/drawing/2014/main" id="{FE7A9676-74E5-44BF-9E16-70629B3B472E}"/>
                      </a:ext>
                    </a:extLst>
                  </p:cNvPr>
                  <p:cNvPicPr/>
                  <p:nvPr/>
                </p:nvPicPr>
                <p:blipFill>
                  <a:blip r:embed="rId342"/>
                  <a:stretch>
                    <a:fillRect/>
                  </a:stretch>
                </p:blipFill>
                <p:spPr>
                  <a:xfrm>
                    <a:off x="2277828" y="3732997"/>
                    <a:ext cx="252407" cy="100725"/>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86" name="Ink 285">
                    <a:extLst>
                      <a:ext uri="{FF2B5EF4-FFF2-40B4-BE49-F238E27FC236}">
                        <a16:creationId xmlns:a16="http://schemas.microsoft.com/office/drawing/2014/main" id="{4E1FADC4-4FFB-B54A-9DC8-11BB056B5F11}"/>
                      </a:ext>
                    </a:extLst>
                  </p14:cNvPr>
                  <p14:cNvContentPartPr/>
                  <p14:nvPr/>
                </p14:nvContentPartPr>
                <p14:xfrm>
                  <a:off x="2389767" y="3787789"/>
                  <a:ext cx="126000" cy="14400"/>
                </p14:xfrm>
              </p:contentPart>
            </mc:Choice>
            <mc:Fallback xmlns="">
              <p:pic>
                <p:nvPicPr>
                  <p:cNvPr id="286" name="Ink 285">
                    <a:extLst>
                      <a:ext uri="{FF2B5EF4-FFF2-40B4-BE49-F238E27FC236}">
                        <a16:creationId xmlns:a16="http://schemas.microsoft.com/office/drawing/2014/main" id="{4E1FADC4-4FFB-B54A-9DC8-11BB056B5F11}"/>
                      </a:ext>
                    </a:extLst>
                  </p:cNvPr>
                  <p:cNvPicPr/>
                  <p:nvPr/>
                </p:nvPicPr>
                <p:blipFill>
                  <a:blip r:embed="rId344"/>
                  <a:stretch>
                    <a:fillRect/>
                  </a:stretch>
                </p:blipFill>
                <p:spPr>
                  <a:xfrm>
                    <a:off x="2378557" y="3773389"/>
                    <a:ext cx="147972" cy="42624"/>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87" name="Ink 286">
                    <a:extLst>
                      <a:ext uri="{FF2B5EF4-FFF2-40B4-BE49-F238E27FC236}">
                        <a16:creationId xmlns:a16="http://schemas.microsoft.com/office/drawing/2014/main" id="{6D87B41B-FB92-CA3E-CD71-0944D8067310}"/>
                      </a:ext>
                    </a:extLst>
                  </p14:cNvPr>
                  <p14:cNvContentPartPr/>
                  <p14:nvPr/>
                </p14:nvContentPartPr>
                <p14:xfrm>
                  <a:off x="2182767" y="3837109"/>
                  <a:ext cx="118440" cy="108000"/>
                </p14:xfrm>
              </p:contentPart>
            </mc:Choice>
            <mc:Fallback xmlns="">
              <p:pic>
                <p:nvPicPr>
                  <p:cNvPr id="287" name="Ink 286">
                    <a:extLst>
                      <a:ext uri="{FF2B5EF4-FFF2-40B4-BE49-F238E27FC236}">
                        <a16:creationId xmlns:a16="http://schemas.microsoft.com/office/drawing/2014/main" id="{6D87B41B-FB92-CA3E-CD71-0944D8067310}"/>
                      </a:ext>
                    </a:extLst>
                  </p:cNvPr>
                  <p:cNvPicPr/>
                  <p:nvPr/>
                </p:nvPicPr>
                <p:blipFill>
                  <a:blip r:embed="rId346"/>
                  <a:stretch>
                    <a:fillRect/>
                  </a:stretch>
                </p:blipFill>
                <p:spPr>
                  <a:xfrm>
                    <a:off x="2172000" y="3822593"/>
                    <a:ext cx="140423" cy="136452"/>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88" name="Ink 287">
                    <a:extLst>
                      <a:ext uri="{FF2B5EF4-FFF2-40B4-BE49-F238E27FC236}">
                        <a16:creationId xmlns:a16="http://schemas.microsoft.com/office/drawing/2014/main" id="{1A237A4D-A2F7-BCBB-C8B6-A4BFA36C30EB}"/>
                      </a:ext>
                    </a:extLst>
                  </p14:cNvPr>
                  <p14:cNvContentPartPr/>
                  <p14:nvPr/>
                </p14:nvContentPartPr>
                <p14:xfrm>
                  <a:off x="2211567" y="3894349"/>
                  <a:ext cx="17640" cy="29880"/>
                </p14:xfrm>
              </p:contentPart>
            </mc:Choice>
            <mc:Fallback xmlns="">
              <p:pic>
                <p:nvPicPr>
                  <p:cNvPr id="288" name="Ink 287">
                    <a:extLst>
                      <a:ext uri="{FF2B5EF4-FFF2-40B4-BE49-F238E27FC236}">
                        <a16:creationId xmlns:a16="http://schemas.microsoft.com/office/drawing/2014/main" id="{1A237A4D-A2F7-BCBB-C8B6-A4BFA36C30EB}"/>
                      </a:ext>
                    </a:extLst>
                  </p:cNvPr>
                  <p:cNvPicPr/>
                  <p:nvPr/>
                </p:nvPicPr>
                <p:blipFill>
                  <a:blip r:embed="rId348"/>
                  <a:stretch>
                    <a:fillRect/>
                  </a:stretch>
                </p:blipFill>
                <p:spPr>
                  <a:xfrm>
                    <a:off x="2200542" y="3879984"/>
                    <a:ext cx="39249" cy="58036"/>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91" name="Ink 290">
                    <a:extLst>
                      <a:ext uri="{FF2B5EF4-FFF2-40B4-BE49-F238E27FC236}">
                        <a16:creationId xmlns:a16="http://schemas.microsoft.com/office/drawing/2014/main" id="{49B84EDF-F1A9-5F1D-C05A-22BF00524E53}"/>
                      </a:ext>
                    </a:extLst>
                  </p14:cNvPr>
                  <p14:cNvContentPartPr/>
                  <p14:nvPr/>
                </p14:nvContentPartPr>
                <p14:xfrm>
                  <a:off x="2040207" y="4009189"/>
                  <a:ext cx="62640" cy="243360"/>
                </p14:xfrm>
              </p:contentPart>
            </mc:Choice>
            <mc:Fallback xmlns="">
              <p:pic>
                <p:nvPicPr>
                  <p:cNvPr id="291" name="Ink 290">
                    <a:extLst>
                      <a:ext uri="{FF2B5EF4-FFF2-40B4-BE49-F238E27FC236}">
                        <a16:creationId xmlns:a16="http://schemas.microsoft.com/office/drawing/2014/main" id="{49B84EDF-F1A9-5F1D-C05A-22BF00524E53}"/>
                      </a:ext>
                    </a:extLst>
                  </p:cNvPr>
                  <p:cNvPicPr/>
                  <p:nvPr/>
                </p:nvPicPr>
                <p:blipFill>
                  <a:blip r:embed="rId350"/>
                  <a:stretch>
                    <a:fillRect/>
                  </a:stretch>
                </p:blipFill>
                <p:spPr>
                  <a:xfrm>
                    <a:off x="2029021" y="3994634"/>
                    <a:ext cx="84564" cy="271888"/>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95" name="Ink 294">
                    <a:extLst>
                      <a:ext uri="{FF2B5EF4-FFF2-40B4-BE49-F238E27FC236}">
                        <a16:creationId xmlns:a16="http://schemas.microsoft.com/office/drawing/2014/main" id="{081C1E0B-22C9-7FFF-05C3-1811BDB607BF}"/>
                      </a:ext>
                    </a:extLst>
                  </p14:cNvPr>
                  <p14:cNvContentPartPr/>
                  <p14:nvPr/>
                </p14:nvContentPartPr>
                <p14:xfrm>
                  <a:off x="2013927" y="4148509"/>
                  <a:ext cx="45000" cy="324720"/>
                </p14:xfrm>
              </p:contentPart>
            </mc:Choice>
            <mc:Fallback xmlns="">
              <p:pic>
                <p:nvPicPr>
                  <p:cNvPr id="295" name="Ink 294">
                    <a:extLst>
                      <a:ext uri="{FF2B5EF4-FFF2-40B4-BE49-F238E27FC236}">
                        <a16:creationId xmlns:a16="http://schemas.microsoft.com/office/drawing/2014/main" id="{081C1E0B-22C9-7FFF-05C3-1811BDB607BF}"/>
                      </a:ext>
                    </a:extLst>
                  </p:cNvPr>
                  <p:cNvPicPr/>
                  <p:nvPr/>
                </p:nvPicPr>
                <p:blipFill>
                  <a:blip r:embed="rId352"/>
                  <a:stretch>
                    <a:fillRect/>
                  </a:stretch>
                </p:blipFill>
                <p:spPr>
                  <a:xfrm>
                    <a:off x="2003127" y="4133961"/>
                    <a:ext cx="67050" cy="353235"/>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97" name="Ink 296">
                    <a:extLst>
                      <a:ext uri="{FF2B5EF4-FFF2-40B4-BE49-F238E27FC236}">
                        <a16:creationId xmlns:a16="http://schemas.microsoft.com/office/drawing/2014/main" id="{3B8801A7-AF3C-31E8-095E-2D4CE2DA2EF2}"/>
                      </a:ext>
                    </a:extLst>
                  </p14:cNvPr>
                  <p14:cNvContentPartPr/>
                  <p14:nvPr/>
                </p14:nvContentPartPr>
                <p14:xfrm>
                  <a:off x="2044167" y="4227349"/>
                  <a:ext cx="6120" cy="93600"/>
                </p14:xfrm>
              </p:contentPart>
            </mc:Choice>
            <mc:Fallback xmlns="">
              <p:pic>
                <p:nvPicPr>
                  <p:cNvPr id="297" name="Ink 296">
                    <a:extLst>
                      <a:ext uri="{FF2B5EF4-FFF2-40B4-BE49-F238E27FC236}">
                        <a16:creationId xmlns:a16="http://schemas.microsoft.com/office/drawing/2014/main" id="{3B8801A7-AF3C-31E8-095E-2D4CE2DA2EF2}"/>
                      </a:ext>
                    </a:extLst>
                  </p:cNvPr>
                  <p:cNvPicPr/>
                  <p:nvPr/>
                </p:nvPicPr>
                <p:blipFill>
                  <a:blip r:embed="rId354"/>
                  <a:stretch>
                    <a:fillRect/>
                  </a:stretch>
                </p:blipFill>
                <p:spPr>
                  <a:xfrm>
                    <a:off x="2033676" y="4212815"/>
                    <a:ext cx="27540" cy="122087"/>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55">
              <p14:nvContentPartPr>
                <p14:cNvPr id="75" name="Ink 74">
                  <a:extLst>
                    <a:ext uri="{FF2B5EF4-FFF2-40B4-BE49-F238E27FC236}">
                      <a16:creationId xmlns:a16="http://schemas.microsoft.com/office/drawing/2014/main" id="{DF54EB0A-D74C-AD71-3CD7-F974910CB15F}"/>
                    </a:ext>
                  </a:extLst>
                </p14:cNvPr>
                <p14:cNvContentPartPr/>
                <p14:nvPr/>
              </p14:nvContentPartPr>
              <p14:xfrm>
                <a:off x="129857" y="5162079"/>
                <a:ext cx="2051280" cy="2230560"/>
              </p14:xfrm>
            </p:contentPart>
          </mc:Choice>
          <mc:Fallback xmlns="">
            <p:pic>
              <p:nvPicPr>
                <p:cNvPr id="75" name="Ink 74">
                  <a:extLst>
                    <a:ext uri="{FF2B5EF4-FFF2-40B4-BE49-F238E27FC236}">
                      <a16:creationId xmlns:a16="http://schemas.microsoft.com/office/drawing/2014/main" id="{DF54EB0A-D74C-AD71-3CD7-F974910CB15F}"/>
                    </a:ext>
                  </a:extLst>
                </p:cNvPr>
                <p:cNvPicPr/>
                <p:nvPr/>
              </p:nvPicPr>
              <p:blipFill>
                <a:blip r:embed="rId356"/>
                <a:stretch>
                  <a:fillRect/>
                </a:stretch>
              </p:blipFill>
              <p:spPr>
                <a:xfrm>
                  <a:off x="118626" y="5147515"/>
                  <a:ext cx="2073293" cy="2259105"/>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322" name="Ink 321">
                  <a:extLst>
                    <a:ext uri="{FF2B5EF4-FFF2-40B4-BE49-F238E27FC236}">
                      <a16:creationId xmlns:a16="http://schemas.microsoft.com/office/drawing/2014/main" id="{919D8233-13DD-C927-846B-A2636388C998}"/>
                    </a:ext>
                  </a:extLst>
                </p14:cNvPr>
                <p14:cNvContentPartPr/>
                <p14:nvPr/>
              </p14:nvContentPartPr>
              <p14:xfrm>
                <a:off x="3733647" y="4159309"/>
                <a:ext cx="27360" cy="360"/>
              </p14:xfrm>
            </p:contentPart>
          </mc:Choice>
          <mc:Fallback xmlns="">
            <p:pic>
              <p:nvPicPr>
                <p:cNvPr id="322" name="Ink 321">
                  <a:extLst>
                    <a:ext uri="{FF2B5EF4-FFF2-40B4-BE49-F238E27FC236}">
                      <a16:creationId xmlns:a16="http://schemas.microsoft.com/office/drawing/2014/main" id="{919D8233-13DD-C927-846B-A2636388C998}"/>
                    </a:ext>
                  </a:extLst>
                </p:cNvPr>
                <p:cNvPicPr/>
                <p:nvPr/>
              </p:nvPicPr>
              <p:blipFill>
                <a:blip r:embed="rId358"/>
                <a:stretch>
                  <a:fillRect/>
                </a:stretch>
              </p:blipFill>
              <p:spPr>
                <a:xfrm>
                  <a:off x="3722434" y="4150309"/>
                  <a:ext cx="49338" cy="18000"/>
                </a:xfrm>
                <a:prstGeom prst="rect">
                  <a:avLst/>
                </a:prstGeom>
              </p:spPr>
            </p:pic>
          </mc:Fallback>
        </mc:AlternateContent>
        <p:grpSp>
          <p:nvGrpSpPr>
            <p:cNvPr id="405" name="Group 404">
              <a:extLst>
                <a:ext uri="{FF2B5EF4-FFF2-40B4-BE49-F238E27FC236}">
                  <a16:creationId xmlns:a16="http://schemas.microsoft.com/office/drawing/2014/main" id="{B1577BF9-BE94-319A-CB82-5CDB9B0DE5B5}"/>
                </a:ext>
              </a:extLst>
            </p:cNvPr>
            <p:cNvGrpSpPr/>
            <p:nvPr/>
          </p:nvGrpSpPr>
          <p:grpSpPr>
            <a:xfrm>
              <a:off x="3061828" y="4065983"/>
              <a:ext cx="1026059" cy="367286"/>
              <a:chOff x="3061828" y="4065983"/>
              <a:chExt cx="1026059" cy="367286"/>
            </a:xfrm>
          </p:grpSpPr>
          <mc:AlternateContent xmlns:mc="http://schemas.openxmlformats.org/markup-compatibility/2006" xmlns:p14="http://schemas.microsoft.com/office/powerpoint/2010/main">
            <mc:Choice Requires="p14">
              <p:contentPart p14:bwMode="auto" r:id="rId359">
                <p14:nvContentPartPr>
                  <p14:cNvPr id="370" name="Ink 369">
                    <a:extLst>
                      <a:ext uri="{FF2B5EF4-FFF2-40B4-BE49-F238E27FC236}">
                        <a16:creationId xmlns:a16="http://schemas.microsoft.com/office/drawing/2014/main" id="{598C588F-91D2-7E8D-7728-CA5588A59F96}"/>
                      </a:ext>
                    </a:extLst>
                  </p14:cNvPr>
                  <p14:cNvContentPartPr/>
                  <p14:nvPr/>
                </p14:nvContentPartPr>
                <p14:xfrm>
                  <a:off x="3461127" y="4183429"/>
                  <a:ext cx="337680" cy="32040"/>
                </p14:xfrm>
              </p:contentPart>
            </mc:Choice>
            <mc:Fallback xmlns="">
              <p:pic>
                <p:nvPicPr>
                  <p:cNvPr id="370" name="Ink 369">
                    <a:extLst>
                      <a:ext uri="{FF2B5EF4-FFF2-40B4-BE49-F238E27FC236}">
                        <a16:creationId xmlns:a16="http://schemas.microsoft.com/office/drawing/2014/main" id="{598C588F-91D2-7E8D-7728-CA5588A59F96}"/>
                      </a:ext>
                    </a:extLst>
                  </p:cNvPr>
                  <p:cNvPicPr/>
                  <p:nvPr/>
                </p:nvPicPr>
                <p:blipFill>
                  <a:blip r:embed="rId360"/>
                  <a:stretch>
                    <a:fillRect/>
                  </a:stretch>
                </p:blipFill>
                <p:spPr>
                  <a:xfrm>
                    <a:off x="3449886" y="4168865"/>
                    <a:ext cx="359712" cy="60585"/>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371" name="Ink 370">
                    <a:extLst>
                      <a:ext uri="{FF2B5EF4-FFF2-40B4-BE49-F238E27FC236}">
                        <a16:creationId xmlns:a16="http://schemas.microsoft.com/office/drawing/2014/main" id="{5874B100-C1E5-2DDC-436D-8FCAD95E0E73}"/>
                      </a:ext>
                    </a:extLst>
                  </p14:cNvPr>
                  <p14:cNvContentPartPr/>
                  <p14:nvPr/>
                </p14:nvContentPartPr>
                <p14:xfrm>
                  <a:off x="3858567" y="4228789"/>
                  <a:ext cx="184320" cy="76320"/>
                </p14:xfrm>
              </p:contentPart>
            </mc:Choice>
            <mc:Fallback xmlns="">
              <p:pic>
                <p:nvPicPr>
                  <p:cNvPr id="371" name="Ink 370">
                    <a:extLst>
                      <a:ext uri="{FF2B5EF4-FFF2-40B4-BE49-F238E27FC236}">
                        <a16:creationId xmlns:a16="http://schemas.microsoft.com/office/drawing/2014/main" id="{5874B100-C1E5-2DDC-436D-8FCAD95E0E73}"/>
                      </a:ext>
                    </a:extLst>
                  </p:cNvPr>
                  <p:cNvPicPr/>
                  <p:nvPr/>
                </p:nvPicPr>
                <p:blipFill>
                  <a:blip r:embed="rId362"/>
                  <a:stretch>
                    <a:fillRect/>
                  </a:stretch>
                </p:blipFill>
                <p:spPr>
                  <a:xfrm>
                    <a:off x="3847778" y="4214224"/>
                    <a:ext cx="206348" cy="104867"/>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372" name="Ink 371">
                    <a:extLst>
                      <a:ext uri="{FF2B5EF4-FFF2-40B4-BE49-F238E27FC236}">
                        <a16:creationId xmlns:a16="http://schemas.microsoft.com/office/drawing/2014/main" id="{457F8579-30FC-AB8B-1489-D28C791340FF}"/>
                      </a:ext>
                    </a:extLst>
                  </p14:cNvPr>
                  <p14:cNvContentPartPr/>
                  <p14:nvPr/>
                </p14:nvContentPartPr>
                <p14:xfrm>
                  <a:off x="3340527" y="4133749"/>
                  <a:ext cx="747360" cy="299520"/>
                </p14:xfrm>
              </p:contentPart>
            </mc:Choice>
            <mc:Fallback xmlns="">
              <p:pic>
                <p:nvPicPr>
                  <p:cNvPr id="372" name="Ink 371">
                    <a:extLst>
                      <a:ext uri="{FF2B5EF4-FFF2-40B4-BE49-F238E27FC236}">
                        <a16:creationId xmlns:a16="http://schemas.microsoft.com/office/drawing/2014/main" id="{457F8579-30FC-AB8B-1489-D28C791340FF}"/>
                      </a:ext>
                    </a:extLst>
                  </p:cNvPr>
                  <p:cNvPicPr/>
                  <p:nvPr/>
                </p:nvPicPr>
                <p:blipFill>
                  <a:blip r:embed="rId364"/>
                  <a:stretch>
                    <a:fillRect/>
                  </a:stretch>
                </p:blipFill>
                <p:spPr>
                  <a:xfrm>
                    <a:off x="3329292" y="4119209"/>
                    <a:ext cx="769381" cy="328018"/>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375" name="Ink 374">
                    <a:extLst>
                      <a:ext uri="{FF2B5EF4-FFF2-40B4-BE49-F238E27FC236}">
                        <a16:creationId xmlns:a16="http://schemas.microsoft.com/office/drawing/2014/main" id="{8CD50E1A-EA07-7127-6959-3E4BE3998601}"/>
                      </a:ext>
                    </a:extLst>
                  </p14:cNvPr>
                  <p14:cNvContentPartPr/>
                  <p14:nvPr/>
                </p14:nvContentPartPr>
                <p14:xfrm>
                  <a:off x="3908607" y="4103149"/>
                  <a:ext cx="92520" cy="180000"/>
                </p14:xfrm>
              </p:contentPart>
            </mc:Choice>
            <mc:Fallback xmlns="">
              <p:pic>
                <p:nvPicPr>
                  <p:cNvPr id="375" name="Ink 374">
                    <a:extLst>
                      <a:ext uri="{FF2B5EF4-FFF2-40B4-BE49-F238E27FC236}">
                        <a16:creationId xmlns:a16="http://schemas.microsoft.com/office/drawing/2014/main" id="{8CD50E1A-EA07-7127-6959-3E4BE3998601}"/>
                      </a:ext>
                    </a:extLst>
                  </p:cNvPr>
                  <p:cNvPicPr/>
                  <p:nvPr/>
                </p:nvPicPr>
                <p:blipFill>
                  <a:blip r:embed="rId366"/>
                  <a:stretch>
                    <a:fillRect/>
                  </a:stretch>
                </p:blipFill>
                <p:spPr>
                  <a:xfrm>
                    <a:off x="3897828" y="4089168"/>
                    <a:ext cx="114527" cy="208544"/>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376" name="Ink 375">
                    <a:extLst>
                      <a:ext uri="{FF2B5EF4-FFF2-40B4-BE49-F238E27FC236}">
                        <a16:creationId xmlns:a16="http://schemas.microsoft.com/office/drawing/2014/main" id="{2DE6CD1D-E37E-8812-2EA1-D7BC9C8F67E0}"/>
                      </a:ext>
                    </a:extLst>
                  </p14:cNvPr>
                  <p14:cNvContentPartPr/>
                  <p14:nvPr/>
                </p14:nvContentPartPr>
                <p14:xfrm>
                  <a:off x="3955047" y="4187029"/>
                  <a:ext cx="23760" cy="48240"/>
                </p14:xfrm>
              </p:contentPart>
            </mc:Choice>
            <mc:Fallback xmlns="">
              <p:pic>
                <p:nvPicPr>
                  <p:cNvPr id="376" name="Ink 375">
                    <a:extLst>
                      <a:ext uri="{FF2B5EF4-FFF2-40B4-BE49-F238E27FC236}">
                        <a16:creationId xmlns:a16="http://schemas.microsoft.com/office/drawing/2014/main" id="{2DE6CD1D-E37E-8812-2EA1-D7BC9C8F67E0}"/>
                      </a:ext>
                    </a:extLst>
                  </p:cNvPr>
                  <p:cNvPicPr/>
                  <p:nvPr/>
                </p:nvPicPr>
                <p:blipFill>
                  <a:blip r:embed="rId368"/>
                  <a:stretch>
                    <a:fillRect/>
                  </a:stretch>
                </p:blipFill>
                <p:spPr>
                  <a:xfrm>
                    <a:off x="3943839" y="4172499"/>
                    <a:ext cx="45727" cy="76719"/>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377" name="Ink 376">
                    <a:extLst>
                      <a:ext uri="{FF2B5EF4-FFF2-40B4-BE49-F238E27FC236}">
                        <a16:creationId xmlns:a16="http://schemas.microsoft.com/office/drawing/2014/main" id="{0B33E027-4D83-4999-0143-8A2FAA36E912}"/>
                      </a:ext>
                    </a:extLst>
                  </p14:cNvPr>
                  <p14:cNvContentPartPr/>
                  <p14:nvPr/>
                </p14:nvContentPartPr>
                <p14:xfrm>
                  <a:off x="3938127" y="4158589"/>
                  <a:ext cx="43920" cy="74160"/>
                </p14:xfrm>
              </p:contentPart>
            </mc:Choice>
            <mc:Fallback xmlns="">
              <p:pic>
                <p:nvPicPr>
                  <p:cNvPr id="377" name="Ink 376">
                    <a:extLst>
                      <a:ext uri="{FF2B5EF4-FFF2-40B4-BE49-F238E27FC236}">
                        <a16:creationId xmlns:a16="http://schemas.microsoft.com/office/drawing/2014/main" id="{0B33E027-4D83-4999-0143-8A2FAA36E912}"/>
                      </a:ext>
                    </a:extLst>
                  </p:cNvPr>
                  <p:cNvPicPr/>
                  <p:nvPr/>
                </p:nvPicPr>
                <p:blipFill>
                  <a:blip r:embed="rId370"/>
                  <a:stretch>
                    <a:fillRect/>
                  </a:stretch>
                </p:blipFill>
                <p:spPr>
                  <a:xfrm>
                    <a:off x="3927371" y="4144105"/>
                    <a:ext cx="65880" cy="102549"/>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378" name="Ink 377">
                    <a:extLst>
                      <a:ext uri="{FF2B5EF4-FFF2-40B4-BE49-F238E27FC236}">
                        <a16:creationId xmlns:a16="http://schemas.microsoft.com/office/drawing/2014/main" id="{8B67420F-5DC2-B0C5-5779-2542E32F368A}"/>
                      </a:ext>
                    </a:extLst>
                  </p14:cNvPr>
                  <p14:cNvContentPartPr/>
                  <p14:nvPr/>
                </p14:nvContentPartPr>
                <p14:xfrm>
                  <a:off x="3906087" y="4125469"/>
                  <a:ext cx="75600" cy="89640"/>
                </p14:xfrm>
              </p:contentPart>
            </mc:Choice>
            <mc:Fallback xmlns="">
              <p:pic>
                <p:nvPicPr>
                  <p:cNvPr id="378" name="Ink 377">
                    <a:extLst>
                      <a:ext uri="{FF2B5EF4-FFF2-40B4-BE49-F238E27FC236}">
                        <a16:creationId xmlns:a16="http://schemas.microsoft.com/office/drawing/2014/main" id="{8B67420F-5DC2-B0C5-5779-2542E32F368A}"/>
                      </a:ext>
                    </a:extLst>
                  </p:cNvPr>
                  <p:cNvPicPr/>
                  <p:nvPr/>
                </p:nvPicPr>
                <p:blipFill>
                  <a:blip r:embed="rId372"/>
                  <a:stretch>
                    <a:fillRect/>
                  </a:stretch>
                </p:blipFill>
                <p:spPr>
                  <a:xfrm>
                    <a:off x="3895351" y="4110917"/>
                    <a:ext cx="97520" cy="118162"/>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379" name="Ink 378">
                    <a:extLst>
                      <a:ext uri="{FF2B5EF4-FFF2-40B4-BE49-F238E27FC236}">
                        <a16:creationId xmlns:a16="http://schemas.microsoft.com/office/drawing/2014/main" id="{BA5B6346-9EB4-676F-B268-D19D2065B8C7}"/>
                      </a:ext>
                    </a:extLst>
                  </p14:cNvPr>
                  <p14:cNvContentPartPr/>
                  <p14:nvPr/>
                </p14:nvContentPartPr>
                <p14:xfrm>
                  <a:off x="3885207" y="4082989"/>
                  <a:ext cx="82800" cy="141840"/>
                </p14:xfrm>
              </p:contentPart>
            </mc:Choice>
            <mc:Fallback xmlns="">
              <p:pic>
                <p:nvPicPr>
                  <p:cNvPr id="379" name="Ink 378">
                    <a:extLst>
                      <a:ext uri="{FF2B5EF4-FFF2-40B4-BE49-F238E27FC236}">
                        <a16:creationId xmlns:a16="http://schemas.microsoft.com/office/drawing/2014/main" id="{BA5B6346-9EB4-676F-B268-D19D2065B8C7}"/>
                      </a:ext>
                    </a:extLst>
                  </p:cNvPr>
                  <p:cNvPicPr/>
                  <p:nvPr/>
                </p:nvPicPr>
                <p:blipFill>
                  <a:blip r:embed="rId374"/>
                  <a:stretch>
                    <a:fillRect/>
                  </a:stretch>
                </p:blipFill>
                <p:spPr>
                  <a:xfrm>
                    <a:off x="3873957" y="4068456"/>
                    <a:ext cx="104850" cy="170324"/>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381" name="Ink 380">
                    <a:extLst>
                      <a:ext uri="{FF2B5EF4-FFF2-40B4-BE49-F238E27FC236}">
                        <a16:creationId xmlns:a16="http://schemas.microsoft.com/office/drawing/2014/main" id="{A068E0B7-D749-6F87-4F39-CD95E2888F98}"/>
                      </a:ext>
                    </a:extLst>
                  </p14:cNvPr>
                  <p14:cNvContentPartPr/>
                  <p14:nvPr/>
                </p14:nvContentPartPr>
                <p14:xfrm>
                  <a:off x="3330388" y="4195223"/>
                  <a:ext cx="360" cy="360"/>
                </p14:xfrm>
              </p:contentPart>
            </mc:Choice>
            <mc:Fallback xmlns="">
              <p:pic>
                <p:nvPicPr>
                  <p:cNvPr id="381" name="Ink 380">
                    <a:extLst>
                      <a:ext uri="{FF2B5EF4-FFF2-40B4-BE49-F238E27FC236}">
                        <a16:creationId xmlns:a16="http://schemas.microsoft.com/office/drawing/2014/main" id="{A068E0B7-D749-6F87-4F39-CD95E2888F98}"/>
                      </a:ext>
                    </a:extLst>
                  </p:cNvPr>
                  <p:cNvPicPr/>
                  <p:nvPr/>
                </p:nvPicPr>
                <p:blipFill>
                  <a:blip r:embed="rId12"/>
                  <a:stretch>
                    <a:fillRect/>
                  </a:stretch>
                </p:blipFill>
                <p:spPr>
                  <a:xfrm>
                    <a:off x="3321388" y="418622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76">
                <p14:nvContentPartPr>
                  <p14:cNvPr id="382" name="Ink 381">
                    <a:extLst>
                      <a:ext uri="{FF2B5EF4-FFF2-40B4-BE49-F238E27FC236}">
                        <a16:creationId xmlns:a16="http://schemas.microsoft.com/office/drawing/2014/main" id="{07242B77-1775-6BF3-C03E-F64845F0514E}"/>
                      </a:ext>
                    </a:extLst>
                  </p14:cNvPr>
                  <p14:cNvContentPartPr/>
                  <p14:nvPr/>
                </p14:nvContentPartPr>
                <p14:xfrm>
                  <a:off x="3301948" y="4194863"/>
                  <a:ext cx="20160" cy="3240"/>
                </p14:xfrm>
              </p:contentPart>
            </mc:Choice>
            <mc:Fallback xmlns="">
              <p:pic>
                <p:nvPicPr>
                  <p:cNvPr id="382" name="Ink 381">
                    <a:extLst>
                      <a:ext uri="{FF2B5EF4-FFF2-40B4-BE49-F238E27FC236}">
                        <a16:creationId xmlns:a16="http://schemas.microsoft.com/office/drawing/2014/main" id="{07242B77-1775-6BF3-C03E-F64845F0514E}"/>
                      </a:ext>
                    </a:extLst>
                  </p:cNvPr>
                  <p:cNvPicPr/>
                  <p:nvPr/>
                </p:nvPicPr>
                <p:blipFill>
                  <a:blip r:embed="rId377"/>
                  <a:stretch>
                    <a:fillRect/>
                  </a:stretch>
                </p:blipFill>
                <p:spPr>
                  <a:xfrm>
                    <a:off x="3290748" y="4181363"/>
                    <a:ext cx="42112" cy="29700"/>
                  </a:xfrm>
                  <a:prstGeom prst="rect">
                    <a:avLst/>
                  </a:prstGeom>
                </p:spPr>
              </p:pic>
            </mc:Fallback>
          </mc:AlternateContent>
          <mc:AlternateContent xmlns:mc="http://schemas.openxmlformats.org/markup-compatibility/2006" xmlns:p14="http://schemas.microsoft.com/office/powerpoint/2010/main">
            <mc:Choice Requires="p14">
              <p:contentPart p14:bwMode="auto" r:id="rId378">
                <p14:nvContentPartPr>
                  <p14:cNvPr id="383" name="Ink 382">
                    <a:extLst>
                      <a:ext uri="{FF2B5EF4-FFF2-40B4-BE49-F238E27FC236}">
                        <a16:creationId xmlns:a16="http://schemas.microsoft.com/office/drawing/2014/main" id="{A1B4CB88-9B93-98D6-D603-C4694D5C0FB8}"/>
                      </a:ext>
                    </a:extLst>
                  </p14:cNvPr>
                  <p14:cNvContentPartPr/>
                  <p14:nvPr/>
                </p14:nvContentPartPr>
                <p14:xfrm>
                  <a:off x="3272068" y="4199543"/>
                  <a:ext cx="1080" cy="360"/>
                </p14:xfrm>
              </p:contentPart>
            </mc:Choice>
            <mc:Fallback xmlns="">
              <p:pic>
                <p:nvPicPr>
                  <p:cNvPr id="383" name="Ink 382">
                    <a:extLst>
                      <a:ext uri="{FF2B5EF4-FFF2-40B4-BE49-F238E27FC236}">
                        <a16:creationId xmlns:a16="http://schemas.microsoft.com/office/drawing/2014/main" id="{A1B4CB88-9B93-98D6-D603-C4694D5C0FB8}"/>
                      </a:ext>
                    </a:extLst>
                  </p:cNvPr>
                  <p:cNvPicPr/>
                  <p:nvPr/>
                </p:nvPicPr>
                <p:blipFill>
                  <a:blip r:embed="rId12"/>
                  <a:stretch>
                    <a:fillRect/>
                  </a:stretch>
                </p:blipFill>
                <p:spPr>
                  <a:xfrm>
                    <a:off x="3263068" y="4190543"/>
                    <a:ext cx="187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384" name="Ink 383">
                    <a:extLst>
                      <a:ext uri="{FF2B5EF4-FFF2-40B4-BE49-F238E27FC236}">
                        <a16:creationId xmlns:a16="http://schemas.microsoft.com/office/drawing/2014/main" id="{05F79F06-1465-D7CE-A2CC-4E47E0EE08FA}"/>
                      </a:ext>
                    </a:extLst>
                  </p14:cNvPr>
                  <p14:cNvContentPartPr/>
                  <p14:nvPr/>
                </p14:nvContentPartPr>
                <p14:xfrm>
                  <a:off x="3203308" y="4197743"/>
                  <a:ext cx="55080" cy="3240"/>
                </p14:xfrm>
              </p:contentPart>
            </mc:Choice>
            <mc:Fallback xmlns="">
              <p:pic>
                <p:nvPicPr>
                  <p:cNvPr id="384" name="Ink 383">
                    <a:extLst>
                      <a:ext uri="{FF2B5EF4-FFF2-40B4-BE49-F238E27FC236}">
                        <a16:creationId xmlns:a16="http://schemas.microsoft.com/office/drawing/2014/main" id="{05F79F06-1465-D7CE-A2CC-4E47E0EE08FA}"/>
                      </a:ext>
                    </a:extLst>
                  </p:cNvPr>
                  <p:cNvPicPr/>
                  <p:nvPr/>
                </p:nvPicPr>
                <p:blipFill>
                  <a:blip r:embed="rId380"/>
                  <a:stretch>
                    <a:fillRect/>
                  </a:stretch>
                </p:blipFill>
                <p:spPr>
                  <a:xfrm>
                    <a:off x="3192561" y="4184243"/>
                    <a:ext cx="77022" cy="2970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386" name="Ink 385">
                    <a:extLst>
                      <a:ext uri="{FF2B5EF4-FFF2-40B4-BE49-F238E27FC236}">
                        <a16:creationId xmlns:a16="http://schemas.microsoft.com/office/drawing/2014/main" id="{FF98237D-882A-B5AC-3EAC-FE5F349A8959}"/>
                      </a:ext>
                    </a:extLst>
                  </p14:cNvPr>
                  <p14:cNvContentPartPr/>
                  <p14:nvPr/>
                </p14:nvContentPartPr>
                <p14:xfrm>
                  <a:off x="3308068" y="4202783"/>
                  <a:ext cx="15480" cy="3240"/>
                </p14:xfrm>
              </p:contentPart>
            </mc:Choice>
            <mc:Fallback xmlns="">
              <p:pic>
                <p:nvPicPr>
                  <p:cNvPr id="386" name="Ink 385">
                    <a:extLst>
                      <a:ext uri="{FF2B5EF4-FFF2-40B4-BE49-F238E27FC236}">
                        <a16:creationId xmlns:a16="http://schemas.microsoft.com/office/drawing/2014/main" id="{FF98237D-882A-B5AC-3EAC-FE5F349A8959}"/>
                      </a:ext>
                    </a:extLst>
                  </p:cNvPr>
                  <p:cNvPicPr/>
                  <p:nvPr/>
                </p:nvPicPr>
                <p:blipFill>
                  <a:blip r:embed="rId382"/>
                  <a:stretch>
                    <a:fillRect/>
                  </a:stretch>
                </p:blipFill>
                <p:spPr>
                  <a:xfrm>
                    <a:off x="3297141" y="4189283"/>
                    <a:ext cx="37789" cy="2970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387" name="Ink 386">
                    <a:extLst>
                      <a:ext uri="{FF2B5EF4-FFF2-40B4-BE49-F238E27FC236}">
                        <a16:creationId xmlns:a16="http://schemas.microsoft.com/office/drawing/2014/main" id="{CD7E51BB-BEE2-74D2-CD27-0661853B090A}"/>
                      </a:ext>
                    </a:extLst>
                  </p14:cNvPr>
                  <p14:cNvContentPartPr/>
                  <p14:nvPr/>
                </p14:nvContentPartPr>
                <p14:xfrm>
                  <a:off x="3135628" y="4204943"/>
                  <a:ext cx="360" cy="360"/>
                </p14:xfrm>
              </p:contentPart>
            </mc:Choice>
            <mc:Fallback xmlns="">
              <p:pic>
                <p:nvPicPr>
                  <p:cNvPr id="387" name="Ink 386">
                    <a:extLst>
                      <a:ext uri="{FF2B5EF4-FFF2-40B4-BE49-F238E27FC236}">
                        <a16:creationId xmlns:a16="http://schemas.microsoft.com/office/drawing/2014/main" id="{CD7E51BB-BEE2-74D2-CD27-0661853B090A}"/>
                      </a:ext>
                    </a:extLst>
                  </p:cNvPr>
                  <p:cNvPicPr/>
                  <p:nvPr/>
                </p:nvPicPr>
                <p:blipFill>
                  <a:blip r:embed="rId12"/>
                  <a:stretch>
                    <a:fillRect/>
                  </a:stretch>
                </p:blipFill>
                <p:spPr>
                  <a:xfrm>
                    <a:off x="3126628" y="419630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84">
                <p14:nvContentPartPr>
                  <p14:cNvPr id="388" name="Ink 387">
                    <a:extLst>
                      <a:ext uri="{FF2B5EF4-FFF2-40B4-BE49-F238E27FC236}">
                        <a16:creationId xmlns:a16="http://schemas.microsoft.com/office/drawing/2014/main" id="{8FC91DD2-85CE-00EF-B63E-DB186BB494D5}"/>
                      </a:ext>
                    </a:extLst>
                  </p14:cNvPr>
                  <p14:cNvContentPartPr/>
                  <p14:nvPr/>
                </p14:nvContentPartPr>
                <p14:xfrm>
                  <a:off x="3061828" y="4188023"/>
                  <a:ext cx="268560" cy="15840"/>
                </p14:xfrm>
              </p:contentPart>
            </mc:Choice>
            <mc:Fallback xmlns="">
              <p:pic>
                <p:nvPicPr>
                  <p:cNvPr id="388" name="Ink 387">
                    <a:extLst>
                      <a:ext uri="{FF2B5EF4-FFF2-40B4-BE49-F238E27FC236}">
                        <a16:creationId xmlns:a16="http://schemas.microsoft.com/office/drawing/2014/main" id="{8FC91DD2-85CE-00EF-B63E-DB186BB494D5}"/>
                      </a:ext>
                    </a:extLst>
                  </p:cNvPr>
                  <p:cNvPicPr/>
                  <p:nvPr/>
                </p:nvPicPr>
                <p:blipFill>
                  <a:blip r:embed="rId385"/>
                  <a:stretch>
                    <a:fillRect/>
                  </a:stretch>
                </p:blipFill>
                <p:spPr>
                  <a:xfrm>
                    <a:off x="3050601" y="4173356"/>
                    <a:ext cx="290566" cy="44587"/>
                  </a:xfrm>
                  <a:prstGeom prst="rect">
                    <a:avLst/>
                  </a:prstGeom>
                </p:spPr>
              </p:pic>
            </mc:Fallback>
          </mc:AlternateContent>
          <mc:AlternateContent xmlns:mc="http://schemas.openxmlformats.org/markup-compatibility/2006" xmlns:p14="http://schemas.microsoft.com/office/powerpoint/2010/main">
            <mc:Choice Requires="p14">
              <p:contentPart p14:bwMode="auto" r:id="rId386">
                <p14:nvContentPartPr>
                  <p14:cNvPr id="390" name="Ink 389">
                    <a:extLst>
                      <a:ext uri="{FF2B5EF4-FFF2-40B4-BE49-F238E27FC236}">
                        <a16:creationId xmlns:a16="http://schemas.microsoft.com/office/drawing/2014/main" id="{3D8828E0-4728-C52B-6363-A8ABD49F0EF8}"/>
                      </a:ext>
                    </a:extLst>
                  </p14:cNvPr>
                  <p14:cNvContentPartPr/>
                  <p14:nvPr/>
                </p14:nvContentPartPr>
                <p14:xfrm>
                  <a:off x="3972628" y="4242743"/>
                  <a:ext cx="360" cy="360"/>
                </p14:xfrm>
              </p:contentPart>
            </mc:Choice>
            <mc:Fallback xmlns="">
              <p:pic>
                <p:nvPicPr>
                  <p:cNvPr id="390" name="Ink 389">
                    <a:extLst>
                      <a:ext uri="{FF2B5EF4-FFF2-40B4-BE49-F238E27FC236}">
                        <a16:creationId xmlns:a16="http://schemas.microsoft.com/office/drawing/2014/main" id="{3D8828E0-4728-C52B-6363-A8ABD49F0EF8}"/>
                      </a:ext>
                    </a:extLst>
                  </p:cNvPr>
                  <p:cNvPicPr/>
                  <p:nvPr/>
                </p:nvPicPr>
                <p:blipFill>
                  <a:blip r:embed="rId12"/>
                  <a:stretch>
                    <a:fillRect/>
                  </a:stretch>
                </p:blipFill>
                <p:spPr>
                  <a:xfrm>
                    <a:off x="3963628" y="423410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396" name="Ink 395">
                    <a:extLst>
                      <a:ext uri="{FF2B5EF4-FFF2-40B4-BE49-F238E27FC236}">
                        <a16:creationId xmlns:a16="http://schemas.microsoft.com/office/drawing/2014/main" id="{DDB70A54-C7AA-92C7-9013-A7F9085AB216}"/>
                      </a:ext>
                    </a:extLst>
                  </p14:cNvPr>
                  <p14:cNvContentPartPr/>
                  <p14:nvPr/>
                </p14:nvContentPartPr>
                <p14:xfrm>
                  <a:off x="3860668" y="4065983"/>
                  <a:ext cx="131760" cy="232200"/>
                </p14:xfrm>
              </p:contentPart>
            </mc:Choice>
            <mc:Fallback xmlns="">
              <p:pic>
                <p:nvPicPr>
                  <p:cNvPr id="396" name="Ink 395">
                    <a:extLst>
                      <a:ext uri="{FF2B5EF4-FFF2-40B4-BE49-F238E27FC236}">
                        <a16:creationId xmlns:a16="http://schemas.microsoft.com/office/drawing/2014/main" id="{DDB70A54-C7AA-92C7-9013-A7F9085AB216}"/>
                      </a:ext>
                    </a:extLst>
                  </p:cNvPr>
                  <p:cNvPicPr/>
                  <p:nvPr/>
                </p:nvPicPr>
                <p:blipFill>
                  <a:blip r:embed="rId388"/>
                  <a:stretch>
                    <a:fillRect/>
                  </a:stretch>
                </p:blipFill>
                <p:spPr>
                  <a:xfrm>
                    <a:off x="3849464" y="4051434"/>
                    <a:ext cx="153720" cy="260716"/>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398" name="Ink 397">
                    <a:extLst>
                      <a:ext uri="{FF2B5EF4-FFF2-40B4-BE49-F238E27FC236}">
                        <a16:creationId xmlns:a16="http://schemas.microsoft.com/office/drawing/2014/main" id="{51000FAC-D013-BC2E-2317-8A0AECC277C0}"/>
                      </a:ext>
                    </a:extLst>
                  </p14:cNvPr>
                  <p14:cNvContentPartPr/>
                  <p14:nvPr/>
                </p14:nvContentPartPr>
                <p14:xfrm>
                  <a:off x="3991348" y="4308983"/>
                  <a:ext cx="360" cy="360"/>
                </p14:xfrm>
              </p:contentPart>
            </mc:Choice>
            <mc:Fallback xmlns="">
              <p:pic>
                <p:nvPicPr>
                  <p:cNvPr id="398" name="Ink 397">
                    <a:extLst>
                      <a:ext uri="{FF2B5EF4-FFF2-40B4-BE49-F238E27FC236}">
                        <a16:creationId xmlns:a16="http://schemas.microsoft.com/office/drawing/2014/main" id="{51000FAC-D013-BC2E-2317-8A0AECC277C0}"/>
                      </a:ext>
                    </a:extLst>
                  </p:cNvPr>
                  <p:cNvPicPr/>
                  <p:nvPr/>
                </p:nvPicPr>
                <p:blipFill>
                  <a:blip r:embed="rId12"/>
                  <a:stretch>
                    <a:fillRect/>
                  </a:stretch>
                </p:blipFill>
                <p:spPr>
                  <a:xfrm>
                    <a:off x="3982348" y="429998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90">
                <p14:nvContentPartPr>
                  <p14:cNvPr id="399" name="Ink 398">
                    <a:extLst>
                      <a:ext uri="{FF2B5EF4-FFF2-40B4-BE49-F238E27FC236}">
                        <a16:creationId xmlns:a16="http://schemas.microsoft.com/office/drawing/2014/main" id="{0064D29C-192B-03D4-1B80-CD1D0F84FD7D}"/>
                      </a:ext>
                    </a:extLst>
                  </p14:cNvPr>
                  <p14:cNvContentPartPr/>
                  <p14:nvPr/>
                </p14:nvContentPartPr>
                <p14:xfrm>
                  <a:off x="3997468" y="4303583"/>
                  <a:ext cx="360" cy="360"/>
                </p14:xfrm>
              </p:contentPart>
            </mc:Choice>
            <mc:Fallback xmlns="">
              <p:pic>
                <p:nvPicPr>
                  <p:cNvPr id="399" name="Ink 398">
                    <a:extLst>
                      <a:ext uri="{FF2B5EF4-FFF2-40B4-BE49-F238E27FC236}">
                        <a16:creationId xmlns:a16="http://schemas.microsoft.com/office/drawing/2014/main" id="{0064D29C-192B-03D4-1B80-CD1D0F84FD7D}"/>
                      </a:ext>
                    </a:extLst>
                  </p:cNvPr>
                  <p:cNvPicPr/>
                  <p:nvPr/>
                </p:nvPicPr>
                <p:blipFill>
                  <a:blip r:embed="rId12"/>
                  <a:stretch>
                    <a:fillRect/>
                  </a:stretch>
                </p:blipFill>
                <p:spPr>
                  <a:xfrm>
                    <a:off x="3988828" y="429458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400" name="Ink 399">
                    <a:extLst>
                      <a:ext uri="{FF2B5EF4-FFF2-40B4-BE49-F238E27FC236}">
                        <a16:creationId xmlns:a16="http://schemas.microsoft.com/office/drawing/2014/main" id="{752E6F86-1816-FC8F-AC3D-DE6AFEDD3D56}"/>
                      </a:ext>
                    </a:extLst>
                  </p14:cNvPr>
                  <p14:cNvContentPartPr/>
                  <p14:nvPr/>
                </p14:nvContentPartPr>
                <p14:xfrm>
                  <a:off x="3771748" y="4200623"/>
                  <a:ext cx="219240" cy="111600"/>
                </p14:xfrm>
              </p:contentPart>
            </mc:Choice>
            <mc:Fallback xmlns="">
              <p:pic>
                <p:nvPicPr>
                  <p:cNvPr id="400" name="Ink 399">
                    <a:extLst>
                      <a:ext uri="{FF2B5EF4-FFF2-40B4-BE49-F238E27FC236}">
                        <a16:creationId xmlns:a16="http://schemas.microsoft.com/office/drawing/2014/main" id="{752E6F86-1816-FC8F-AC3D-DE6AFEDD3D56}"/>
                      </a:ext>
                    </a:extLst>
                  </p:cNvPr>
                  <p:cNvPicPr/>
                  <p:nvPr/>
                </p:nvPicPr>
                <p:blipFill>
                  <a:blip r:embed="rId392"/>
                  <a:stretch>
                    <a:fillRect/>
                  </a:stretch>
                </p:blipFill>
                <p:spPr>
                  <a:xfrm>
                    <a:off x="3760966" y="4186092"/>
                    <a:ext cx="241254" cy="140081"/>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401" name="Ink 400">
                    <a:extLst>
                      <a:ext uri="{FF2B5EF4-FFF2-40B4-BE49-F238E27FC236}">
                        <a16:creationId xmlns:a16="http://schemas.microsoft.com/office/drawing/2014/main" id="{0C0C9825-BBC5-3F7F-28EB-3B3FE9A0FC29}"/>
                      </a:ext>
                    </a:extLst>
                  </p14:cNvPr>
                  <p14:cNvContentPartPr/>
                  <p14:nvPr/>
                </p14:nvContentPartPr>
                <p14:xfrm>
                  <a:off x="3972628" y="4354343"/>
                  <a:ext cx="1440" cy="2160"/>
                </p14:xfrm>
              </p:contentPart>
            </mc:Choice>
            <mc:Fallback xmlns="">
              <p:pic>
                <p:nvPicPr>
                  <p:cNvPr id="401" name="Ink 400">
                    <a:extLst>
                      <a:ext uri="{FF2B5EF4-FFF2-40B4-BE49-F238E27FC236}">
                        <a16:creationId xmlns:a16="http://schemas.microsoft.com/office/drawing/2014/main" id="{0C0C9825-BBC5-3F7F-28EB-3B3FE9A0FC29}"/>
                      </a:ext>
                    </a:extLst>
                  </p:cNvPr>
                  <p:cNvPicPr/>
                  <p:nvPr/>
                </p:nvPicPr>
                <p:blipFill>
                  <a:blip r:embed="rId394"/>
                  <a:stretch>
                    <a:fillRect/>
                  </a:stretch>
                </p:blipFill>
                <p:spPr>
                  <a:xfrm>
                    <a:off x="3963628" y="4340843"/>
                    <a:ext cx="19080" cy="2862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402" name="Ink 401">
                    <a:extLst>
                      <a:ext uri="{FF2B5EF4-FFF2-40B4-BE49-F238E27FC236}">
                        <a16:creationId xmlns:a16="http://schemas.microsoft.com/office/drawing/2014/main" id="{087F9E09-A63B-4005-176E-56C152C9CE8A}"/>
                      </a:ext>
                    </a:extLst>
                  </p14:cNvPr>
                  <p14:cNvContentPartPr/>
                  <p14:nvPr/>
                </p14:nvContentPartPr>
                <p14:xfrm>
                  <a:off x="3668428" y="4207463"/>
                  <a:ext cx="272160" cy="123840"/>
                </p14:xfrm>
              </p:contentPart>
            </mc:Choice>
            <mc:Fallback xmlns="">
              <p:pic>
                <p:nvPicPr>
                  <p:cNvPr id="402" name="Ink 401">
                    <a:extLst>
                      <a:ext uri="{FF2B5EF4-FFF2-40B4-BE49-F238E27FC236}">
                        <a16:creationId xmlns:a16="http://schemas.microsoft.com/office/drawing/2014/main" id="{087F9E09-A63B-4005-176E-56C152C9CE8A}"/>
                      </a:ext>
                    </a:extLst>
                  </p:cNvPr>
                  <p:cNvPicPr/>
                  <p:nvPr/>
                </p:nvPicPr>
                <p:blipFill>
                  <a:blip r:embed="rId396"/>
                  <a:stretch>
                    <a:fillRect/>
                  </a:stretch>
                </p:blipFill>
                <p:spPr>
                  <a:xfrm>
                    <a:off x="3657200" y="4192928"/>
                    <a:ext cx="294166" cy="152329"/>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404" name="Ink 403">
                    <a:extLst>
                      <a:ext uri="{FF2B5EF4-FFF2-40B4-BE49-F238E27FC236}">
                        <a16:creationId xmlns:a16="http://schemas.microsoft.com/office/drawing/2014/main" id="{05833E7F-D932-B62A-B839-612DC9DF7F11}"/>
                      </a:ext>
                    </a:extLst>
                  </p14:cNvPr>
                  <p14:cNvContentPartPr/>
                  <p14:nvPr/>
                </p14:nvContentPartPr>
                <p14:xfrm>
                  <a:off x="3750508" y="4206023"/>
                  <a:ext cx="201960" cy="37800"/>
                </p14:xfrm>
              </p:contentPart>
            </mc:Choice>
            <mc:Fallback xmlns="">
              <p:pic>
                <p:nvPicPr>
                  <p:cNvPr id="404" name="Ink 403">
                    <a:extLst>
                      <a:ext uri="{FF2B5EF4-FFF2-40B4-BE49-F238E27FC236}">
                        <a16:creationId xmlns:a16="http://schemas.microsoft.com/office/drawing/2014/main" id="{05833E7F-D932-B62A-B839-612DC9DF7F11}"/>
                      </a:ext>
                    </a:extLst>
                  </p:cNvPr>
                  <p:cNvPicPr/>
                  <p:nvPr/>
                </p:nvPicPr>
                <p:blipFill>
                  <a:blip r:embed="rId398"/>
                  <a:stretch>
                    <a:fillRect/>
                  </a:stretch>
                </p:blipFill>
                <p:spPr>
                  <a:xfrm>
                    <a:off x="3739737" y="4191485"/>
                    <a:ext cx="223951" cy="66295"/>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99">
              <p14:nvContentPartPr>
                <p14:cNvPr id="412" name="Ink 411">
                  <a:extLst>
                    <a:ext uri="{FF2B5EF4-FFF2-40B4-BE49-F238E27FC236}">
                      <a16:creationId xmlns:a16="http://schemas.microsoft.com/office/drawing/2014/main" id="{3A264382-AB8F-920B-37E1-D92EC7961293}"/>
                    </a:ext>
                  </a:extLst>
                </p14:cNvPr>
                <p14:cNvContentPartPr/>
                <p14:nvPr/>
              </p14:nvContentPartPr>
              <p14:xfrm>
                <a:off x="760903" y="6886448"/>
                <a:ext cx="21240" cy="3240"/>
              </p14:xfrm>
            </p:contentPart>
          </mc:Choice>
          <mc:Fallback xmlns="">
            <p:pic>
              <p:nvPicPr>
                <p:cNvPr id="412" name="Ink 411">
                  <a:extLst>
                    <a:ext uri="{FF2B5EF4-FFF2-40B4-BE49-F238E27FC236}">
                      <a16:creationId xmlns:a16="http://schemas.microsoft.com/office/drawing/2014/main" id="{3A264382-AB8F-920B-37E1-D92EC7961293}"/>
                    </a:ext>
                  </a:extLst>
                </p:cNvPr>
                <p:cNvPicPr/>
                <p:nvPr/>
              </p:nvPicPr>
              <p:blipFill>
                <a:blip r:embed="rId400"/>
                <a:stretch>
                  <a:fillRect/>
                </a:stretch>
              </p:blipFill>
              <p:spPr>
                <a:xfrm>
                  <a:off x="749840" y="6872948"/>
                  <a:ext cx="42923" cy="29700"/>
                </a:xfrm>
                <a:prstGeom prst="rect">
                  <a:avLst/>
                </a:prstGeom>
              </p:spPr>
            </p:pic>
          </mc:Fallback>
        </mc:AlternateContent>
        <p:grpSp>
          <p:nvGrpSpPr>
            <p:cNvPr id="414" name="Group 413">
              <a:extLst>
                <a:ext uri="{FF2B5EF4-FFF2-40B4-BE49-F238E27FC236}">
                  <a16:creationId xmlns:a16="http://schemas.microsoft.com/office/drawing/2014/main" id="{027B0523-AAA3-F04C-6F3C-78207641F2AF}"/>
                </a:ext>
              </a:extLst>
            </p:cNvPr>
            <p:cNvGrpSpPr/>
            <p:nvPr/>
          </p:nvGrpSpPr>
          <p:grpSpPr>
            <a:xfrm>
              <a:off x="302124" y="5496963"/>
              <a:ext cx="1201819" cy="1389845"/>
              <a:chOff x="302124" y="5496963"/>
              <a:chExt cx="1201819" cy="1389845"/>
            </a:xfrm>
          </p:grpSpPr>
          <mc:AlternateContent xmlns:mc="http://schemas.openxmlformats.org/markup-compatibility/2006" xmlns:p14="http://schemas.microsoft.com/office/powerpoint/2010/main">
            <mc:Choice Requires="p14">
              <p:contentPart p14:bwMode="auto" r:id="rId401">
                <p14:nvContentPartPr>
                  <p14:cNvPr id="76" name="Ink 75">
                    <a:extLst>
                      <a:ext uri="{FF2B5EF4-FFF2-40B4-BE49-F238E27FC236}">
                        <a16:creationId xmlns:a16="http://schemas.microsoft.com/office/drawing/2014/main" id="{ABFB8553-FCDA-53A0-38F4-5006ABF3CF1F}"/>
                      </a:ext>
                    </a:extLst>
                  </p14:cNvPr>
                  <p14:cNvContentPartPr/>
                  <p14:nvPr/>
                </p14:nvContentPartPr>
                <p14:xfrm>
                  <a:off x="302124" y="5741403"/>
                  <a:ext cx="263520" cy="272880"/>
                </p14:xfrm>
              </p:contentPart>
            </mc:Choice>
            <mc:Fallback xmlns="">
              <p:pic>
                <p:nvPicPr>
                  <p:cNvPr id="76" name="Ink 75">
                    <a:extLst>
                      <a:ext uri="{FF2B5EF4-FFF2-40B4-BE49-F238E27FC236}">
                        <a16:creationId xmlns:a16="http://schemas.microsoft.com/office/drawing/2014/main" id="{ABFB8553-FCDA-53A0-38F4-5006ABF3CF1F}"/>
                      </a:ext>
                    </a:extLst>
                  </p:cNvPr>
                  <p:cNvPicPr/>
                  <p:nvPr/>
                </p:nvPicPr>
                <p:blipFill>
                  <a:blip r:embed="rId402"/>
                  <a:stretch>
                    <a:fillRect/>
                  </a:stretch>
                </p:blipFill>
                <p:spPr>
                  <a:xfrm>
                    <a:off x="290882" y="5726857"/>
                    <a:ext cx="285555" cy="301390"/>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77" name="Ink 76">
                    <a:extLst>
                      <a:ext uri="{FF2B5EF4-FFF2-40B4-BE49-F238E27FC236}">
                        <a16:creationId xmlns:a16="http://schemas.microsoft.com/office/drawing/2014/main" id="{EDAED987-A88C-35A7-BB10-C921714C6C4F}"/>
                      </a:ext>
                    </a:extLst>
                  </p14:cNvPr>
                  <p14:cNvContentPartPr/>
                  <p14:nvPr/>
                </p14:nvContentPartPr>
                <p14:xfrm>
                  <a:off x="668244" y="5925363"/>
                  <a:ext cx="360" cy="360"/>
                </p14:xfrm>
              </p:contentPart>
            </mc:Choice>
            <mc:Fallback xmlns="">
              <p:pic>
                <p:nvPicPr>
                  <p:cNvPr id="77" name="Ink 76">
                    <a:extLst>
                      <a:ext uri="{FF2B5EF4-FFF2-40B4-BE49-F238E27FC236}">
                        <a16:creationId xmlns:a16="http://schemas.microsoft.com/office/drawing/2014/main" id="{EDAED987-A88C-35A7-BB10-C921714C6C4F}"/>
                      </a:ext>
                    </a:extLst>
                  </p:cNvPr>
                  <p:cNvPicPr/>
                  <p:nvPr/>
                </p:nvPicPr>
                <p:blipFill>
                  <a:blip r:embed="rId12"/>
                  <a:stretch>
                    <a:fillRect/>
                  </a:stretch>
                </p:blipFill>
                <p:spPr>
                  <a:xfrm>
                    <a:off x="659244" y="591636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04">
                <p14:nvContentPartPr>
                  <p14:cNvPr id="78" name="Ink 77">
                    <a:extLst>
                      <a:ext uri="{FF2B5EF4-FFF2-40B4-BE49-F238E27FC236}">
                        <a16:creationId xmlns:a16="http://schemas.microsoft.com/office/drawing/2014/main" id="{0D39DDEC-9B7F-F848-76D7-540E4958900D}"/>
                      </a:ext>
                    </a:extLst>
                  </p14:cNvPr>
                  <p14:cNvContentPartPr/>
                  <p14:nvPr/>
                </p14:nvContentPartPr>
                <p14:xfrm>
                  <a:off x="668244" y="5927523"/>
                  <a:ext cx="360" cy="360"/>
                </p14:xfrm>
              </p:contentPart>
            </mc:Choice>
            <mc:Fallback xmlns="">
              <p:pic>
                <p:nvPicPr>
                  <p:cNvPr id="78" name="Ink 77">
                    <a:extLst>
                      <a:ext uri="{FF2B5EF4-FFF2-40B4-BE49-F238E27FC236}">
                        <a16:creationId xmlns:a16="http://schemas.microsoft.com/office/drawing/2014/main" id="{0D39DDEC-9B7F-F848-76D7-540E4958900D}"/>
                      </a:ext>
                    </a:extLst>
                  </p:cNvPr>
                  <p:cNvPicPr/>
                  <p:nvPr/>
                </p:nvPicPr>
                <p:blipFill>
                  <a:blip r:embed="rId12"/>
                  <a:stretch>
                    <a:fillRect/>
                  </a:stretch>
                </p:blipFill>
                <p:spPr>
                  <a:xfrm>
                    <a:off x="659244" y="591852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79" name="Ink 78">
                    <a:extLst>
                      <a:ext uri="{FF2B5EF4-FFF2-40B4-BE49-F238E27FC236}">
                        <a16:creationId xmlns:a16="http://schemas.microsoft.com/office/drawing/2014/main" id="{A3422676-2B09-54CE-4497-2BAA6F703278}"/>
                      </a:ext>
                    </a:extLst>
                  </p14:cNvPr>
                  <p14:cNvContentPartPr/>
                  <p14:nvPr/>
                </p14:nvContentPartPr>
                <p14:xfrm>
                  <a:off x="632604" y="5647083"/>
                  <a:ext cx="126000" cy="276840"/>
                </p14:xfrm>
              </p:contentPart>
            </mc:Choice>
            <mc:Fallback xmlns="">
              <p:pic>
                <p:nvPicPr>
                  <p:cNvPr id="79" name="Ink 78">
                    <a:extLst>
                      <a:ext uri="{FF2B5EF4-FFF2-40B4-BE49-F238E27FC236}">
                        <a16:creationId xmlns:a16="http://schemas.microsoft.com/office/drawing/2014/main" id="{A3422676-2B09-54CE-4497-2BAA6F703278}"/>
                      </a:ext>
                    </a:extLst>
                  </p:cNvPr>
                  <p:cNvPicPr/>
                  <p:nvPr/>
                </p:nvPicPr>
                <p:blipFill>
                  <a:blip r:embed="rId406"/>
                  <a:stretch>
                    <a:fillRect/>
                  </a:stretch>
                </p:blipFill>
                <p:spPr>
                  <a:xfrm>
                    <a:off x="621842" y="5632543"/>
                    <a:ext cx="147972" cy="305338"/>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80" name="Ink 79">
                    <a:extLst>
                      <a:ext uri="{FF2B5EF4-FFF2-40B4-BE49-F238E27FC236}">
                        <a16:creationId xmlns:a16="http://schemas.microsoft.com/office/drawing/2014/main" id="{40B3BAA3-A61F-F379-8C7F-618F7116A2B2}"/>
                      </a:ext>
                    </a:extLst>
                  </p14:cNvPr>
                  <p14:cNvContentPartPr/>
                  <p14:nvPr/>
                </p14:nvContentPartPr>
                <p14:xfrm>
                  <a:off x="735204" y="5815203"/>
                  <a:ext cx="1440" cy="360"/>
                </p14:xfrm>
              </p:contentPart>
            </mc:Choice>
            <mc:Fallback xmlns="">
              <p:pic>
                <p:nvPicPr>
                  <p:cNvPr id="80" name="Ink 79">
                    <a:extLst>
                      <a:ext uri="{FF2B5EF4-FFF2-40B4-BE49-F238E27FC236}">
                        <a16:creationId xmlns:a16="http://schemas.microsoft.com/office/drawing/2014/main" id="{40B3BAA3-A61F-F379-8C7F-618F7116A2B2}"/>
                      </a:ext>
                    </a:extLst>
                  </p:cNvPr>
                  <p:cNvPicPr/>
                  <p:nvPr/>
                </p:nvPicPr>
                <p:blipFill>
                  <a:blip r:embed="rId408"/>
                  <a:stretch>
                    <a:fillRect/>
                  </a:stretch>
                </p:blipFill>
                <p:spPr>
                  <a:xfrm>
                    <a:off x="726564" y="5806203"/>
                    <a:ext cx="190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81" name="Ink 80">
                    <a:extLst>
                      <a:ext uri="{FF2B5EF4-FFF2-40B4-BE49-F238E27FC236}">
                        <a16:creationId xmlns:a16="http://schemas.microsoft.com/office/drawing/2014/main" id="{CE02D1C6-35C5-888E-A3CD-F3EBF8BA73A0}"/>
                      </a:ext>
                    </a:extLst>
                  </p14:cNvPr>
                  <p14:cNvContentPartPr/>
                  <p14:nvPr/>
                </p14:nvContentPartPr>
                <p14:xfrm>
                  <a:off x="671124" y="5820963"/>
                  <a:ext cx="45000" cy="21600"/>
                </p14:xfrm>
              </p:contentPart>
            </mc:Choice>
            <mc:Fallback xmlns="">
              <p:pic>
                <p:nvPicPr>
                  <p:cNvPr id="81" name="Ink 80">
                    <a:extLst>
                      <a:ext uri="{FF2B5EF4-FFF2-40B4-BE49-F238E27FC236}">
                        <a16:creationId xmlns:a16="http://schemas.microsoft.com/office/drawing/2014/main" id="{CE02D1C6-35C5-888E-A3CD-F3EBF8BA73A0}"/>
                      </a:ext>
                    </a:extLst>
                  </p:cNvPr>
                  <p:cNvPicPr/>
                  <p:nvPr/>
                </p:nvPicPr>
                <p:blipFill>
                  <a:blip r:embed="rId410"/>
                  <a:stretch>
                    <a:fillRect/>
                  </a:stretch>
                </p:blipFill>
                <p:spPr>
                  <a:xfrm>
                    <a:off x="659874" y="5806752"/>
                    <a:ext cx="67050" cy="49453"/>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82" name="Ink 81">
                    <a:extLst>
                      <a:ext uri="{FF2B5EF4-FFF2-40B4-BE49-F238E27FC236}">
                        <a16:creationId xmlns:a16="http://schemas.microsoft.com/office/drawing/2014/main" id="{2BD73E5C-1BD5-22ED-CA9C-133DB8B3F6F7}"/>
                      </a:ext>
                    </a:extLst>
                  </p14:cNvPr>
                  <p14:cNvContentPartPr/>
                  <p14:nvPr/>
                </p14:nvContentPartPr>
                <p14:xfrm>
                  <a:off x="794604" y="5582643"/>
                  <a:ext cx="84600" cy="292680"/>
                </p14:xfrm>
              </p:contentPart>
            </mc:Choice>
            <mc:Fallback xmlns="">
              <p:pic>
                <p:nvPicPr>
                  <p:cNvPr id="82" name="Ink 81">
                    <a:extLst>
                      <a:ext uri="{FF2B5EF4-FFF2-40B4-BE49-F238E27FC236}">
                        <a16:creationId xmlns:a16="http://schemas.microsoft.com/office/drawing/2014/main" id="{2BD73E5C-1BD5-22ED-CA9C-133DB8B3F6F7}"/>
                      </a:ext>
                    </a:extLst>
                  </p:cNvPr>
                  <p:cNvPicPr/>
                  <p:nvPr/>
                </p:nvPicPr>
                <p:blipFill>
                  <a:blip r:embed="rId412"/>
                  <a:stretch>
                    <a:fillRect/>
                  </a:stretch>
                </p:blipFill>
                <p:spPr>
                  <a:xfrm>
                    <a:off x="783354" y="5568096"/>
                    <a:ext cx="106650" cy="321192"/>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83" name="Ink 82">
                    <a:extLst>
                      <a:ext uri="{FF2B5EF4-FFF2-40B4-BE49-F238E27FC236}">
                        <a16:creationId xmlns:a16="http://schemas.microsoft.com/office/drawing/2014/main" id="{056BB1BA-AAAB-74B3-F7C4-A6F9EB0E6519}"/>
                      </a:ext>
                    </a:extLst>
                  </p14:cNvPr>
                  <p14:cNvContentPartPr/>
                  <p14:nvPr/>
                </p14:nvContentPartPr>
                <p14:xfrm>
                  <a:off x="909444" y="5562123"/>
                  <a:ext cx="360" cy="360"/>
                </p14:xfrm>
              </p:contentPart>
            </mc:Choice>
            <mc:Fallback xmlns="">
              <p:pic>
                <p:nvPicPr>
                  <p:cNvPr id="83" name="Ink 82">
                    <a:extLst>
                      <a:ext uri="{FF2B5EF4-FFF2-40B4-BE49-F238E27FC236}">
                        <a16:creationId xmlns:a16="http://schemas.microsoft.com/office/drawing/2014/main" id="{056BB1BA-AAAB-74B3-F7C4-A6F9EB0E6519}"/>
                      </a:ext>
                    </a:extLst>
                  </p:cNvPr>
                  <p:cNvPicPr/>
                  <p:nvPr/>
                </p:nvPicPr>
                <p:blipFill>
                  <a:blip r:embed="rId12"/>
                  <a:stretch>
                    <a:fillRect/>
                  </a:stretch>
                </p:blipFill>
                <p:spPr>
                  <a:xfrm>
                    <a:off x="900804" y="555348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14">
                <p14:nvContentPartPr>
                  <p14:cNvPr id="84" name="Ink 83">
                    <a:extLst>
                      <a:ext uri="{FF2B5EF4-FFF2-40B4-BE49-F238E27FC236}">
                        <a16:creationId xmlns:a16="http://schemas.microsoft.com/office/drawing/2014/main" id="{CE2D9FC3-B868-5F5A-3DEB-093F3B5C6DAF}"/>
                      </a:ext>
                    </a:extLst>
                  </p14:cNvPr>
                  <p14:cNvContentPartPr/>
                  <p14:nvPr/>
                </p14:nvContentPartPr>
                <p14:xfrm>
                  <a:off x="731964" y="5573643"/>
                  <a:ext cx="128880" cy="65880"/>
                </p14:xfrm>
              </p:contentPart>
            </mc:Choice>
            <mc:Fallback xmlns="">
              <p:pic>
                <p:nvPicPr>
                  <p:cNvPr id="84" name="Ink 83">
                    <a:extLst>
                      <a:ext uri="{FF2B5EF4-FFF2-40B4-BE49-F238E27FC236}">
                        <a16:creationId xmlns:a16="http://schemas.microsoft.com/office/drawing/2014/main" id="{CE2D9FC3-B868-5F5A-3DEB-093F3B5C6DAF}"/>
                      </a:ext>
                    </a:extLst>
                  </p:cNvPr>
                  <p:cNvPicPr/>
                  <p:nvPr/>
                </p:nvPicPr>
                <p:blipFill>
                  <a:blip r:embed="rId415"/>
                  <a:stretch>
                    <a:fillRect/>
                  </a:stretch>
                </p:blipFill>
                <p:spPr>
                  <a:xfrm>
                    <a:off x="720738" y="5559196"/>
                    <a:ext cx="150884" cy="94197"/>
                  </a:xfrm>
                  <a:prstGeom prst="rect">
                    <a:avLst/>
                  </a:prstGeom>
                </p:spPr>
              </p:pic>
            </mc:Fallback>
          </mc:AlternateContent>
          <mc:AlternateContent xmlns:mc="http://schemas.openxmlformats.org/markup-compatibility/2006" xmlns:p14="http://schemas.microsoft.com/office/powerpoint/2010/main">
            <mc:Choice Requires="p14">
              <p:contentPart p14:bwMode="auto" r:id="rId416">
                <p14:nvContentPartPr>
                  <p14:cNvPr id="85" name="Ink 84">
                    <a:extLst>
                      <a:ext uri="{FF2B5EF4-FFF2-40B4-BE49-F238E27FC236}">
                        <a16:creationId xmlns:a16="http://schemas.microsoft.com/office/drawing/2014/main" id="{CE9CA535-86C7-353C-0C46-2E4DBFAB7252}"/>
                      </a:ext>
                    </a:extLst>
                  </p14:cNvPr>
                  <p14:cNvContentPartPr/>
                  <p14:nvPr/>
                </p14:nvContentPartPr>
                <p14:xfrm>
                  <a:off x="966684" y="5496963"/>
                  <a:ext cx="136800" cy="346320"/>
                </p14:xfrm>
              </p:contentPart>
            </mc:Choice>
            <mc:Fallback xmlns="">
              <p:pic>
                <p:nvPicPr>
                  <p:cNvPr id="85" name="Ink 84">
                    <a:extLst>
                      <a:ext uri="{FF2B5EF4-FFF2-40B4-BE49-F238E27FC236}">
                        <a16:creationId xmlns:a16="http://schemas.microsoft.com/office/drawing/2014/main" id="{CE9CA535-86C7-353C-0C46-2E4DBFAB7252}"/>
                      </a:ext>
                    </a:extLst>
                  </p:cNvPr>
                  <p:cNvPicPr/>
                  <p:nvPr/>
                </p:nvPicPr>
                <p:blipFill>
                  <a:blip r:embed="rId417"/>
                  <a:stretch>
                    <a:fillRect/>
                  </a:stretch>
                </p:blipFill>
                <p:spPr>
                  <a:xfrm>
                    <a:off x="955471" y="5482412"/>
                    <a:ext cx="158778" cy="374840"/>
                  </a:xfrm>
                  <a:prstGeom prst="rect">
                    <a:avLst/>
                  </a:prstGeom>
                </p:spPr>
              </p:pic>
            </mc:Fallback>
          </mc:AlternateContent>
          <mc:AlternateContent xmlns:mc="http://schemas.openxmlformats.org/markup-compatibility/2006" xmlns:p14="http://schemas.microsoft.com/office/powerpoint/2010/main">
            <mc:Choice Requires="p14">
              <p:contentPart p14:bwMode="auto" r:id="rId418">
                <p14:nvContentPartPr>
                  <p14:cNvPr id="86" name="Ink 85">
                    <a:extLst>
                      <a:ext uri="{FF2B5EF4-FFF2-40B4-BE49-F238E27FC236}">
                        <a16:creationId xmlns:a16="http://schemas.microsoft.com/office/drawing/2014/main" id="{B02E8233-B8E2-15CC-0475-AAC4C184F6A5}"/>
                      </a:ext>
                    </a:extLst>
                  </p14:cNvPr>
                  <p14:cNvContentPartPr/>
                  <p14:nvPr/>
                </p14:nvContentPartPr>
                <p14:xfrm>
                  <a:off x="959844" y="5705763"/>
                  <a:ext cx="117000" cy="48960"/>
                </p14:xfrm>
              </p:contentPart>
            </mc:Choice>
            <mc:Fallback xmlns="">
              <p:pic>
                <p:nvPicPr>
                  <p:cNvPr id="86" name="Ink 85">
                    <a:extLst>
                      <a:ext uri="{FF2B5EF4-FFF2-40B4-BE49-F238E27FC236}">
                        <a16:creationId xmlns:a16="http://schemas.microsoft.com/office/drawing/2014/main" id="{B02E8233-B8E2-15CC-0475-AAC4C184F6A5}"/>
                      </a:ext>
                    </a:extLst>
                  </p:cNvPr>
                  <p:cNvPicPr/>
                  <p:nvPr/>
                </p:nvPicPr>
                <p:blipFill>
                  <a:blip r:embed="rId419"/>
                  <a:stretch>
                    <a:fillRect/>
                  </a:stretch>
                </p:blipFill>
                <p:spPr>
                  <a:xfrm>
                    <a:off x="949044" y="5691363"/>
                    <a:ext cx="139050" cy="77184"/>
                  </a:xfrm>
                  <a:prstGeom prst="rect">
                    <a:avLst/>
                  </a:prstGeom>
                </p:spPr>
              </p:pic>
            </mc:Fallback>
          </mc:AlternateContent>
          <mc:AlternateContent xmlns:mc="http://schemas.openxmlformats.org/markup-compatibility/2006" xmlns:p14="http://schemas.microsoft.com/office/powerpoint/2010/main">
            <mc:Choice Requires="p14">
              <p:contentPart p14:bwMode="auto" r:id="rId420">
                <p14:nvContentPartPr>
                  <p14:cNvPr id="87" name="Ink 86">
                    <a:extLst>
                      <a:ext uri="{FF2B5EF4-FFF2-40B4-BE49-F238E27FC236}">
                        <a16:creationId xmlns:a16="http://schemas.microsoft.com/office/drawing/2014/main" id="{C56C4697-DA6B-26B4-C8C0-17EF8084BEED}"/>
                      </a:ext>
                    </a:extLst>
                  </p14:cNvPr>
                  <p14:cNvContentPartPr/>
                  <p14:nvPr/>
                </p14:nvContentPartPr>
                <p14:xfrm>
                  <a:off x="438204" y="6099963"/>
                  <a:ext cx="251640" cy="314280"/>
                </p14:xfrm>
              </p:contentPart>
            </mc:Choice>
            <mc:Fallback xmlns="">
              <p:pic>
                <p:nvPicPr>
                  <p:cNvPr id="87" name="Ink 86">
                    <a:extLst>
                      <a:ext uri="{FF2B5EF4-FFF2-40B4-BE49-F238E27FC236}">
                        <a16:creationId xmlns:a16="http://schemas.microsoft.com/office/drawing/2014/main" id="{C56C4697-DA6B-26B4-C8C0-17EF8084BEED}"/>
                      </a:ext>
                    </a:extLst>
                  </p:cNvPr>
                  <p:cNvPicPr/>
                  <p:nvPr/>
                </p:nvPicPr>
                <p:blipFill>
                  <a:blip r:embed="rId421"/>
                  <a:stretch>
                    <a:fillRect/>
                  </a:stretch>
                </p:blipFill>
                <p:spPr>
                  <a:xfrm>
                    <a:off x="426990" y="6085413"/>
                    <a:ext cx="273619" cy="342798"/>
                  </a:xfrm>
                  <a:prstGeom prst="rect">
                    <a:avLst/>
                  </a:prstGeom>
                </p:spPr>
              </p:pic>
            </mc:Fallback>
          </mc:AlternateContent>
          <mc:AlternateContent xmlns:mc="http://schemas.openxmlformats.org/markup-compatibility/2006" xmlns:p14="http://schemas.microsoft.com/office/powerpoint/2010/main">
            <mc:Choice Requires="p14">
              <p:contentPart p14:bwMode="auto" r:id="rId422">
                <p14:nvContentPartPr>
                  <p14:cNvPr id="88" name="Ink 87">
                    <a:extLst>
                      <a:ext uri="{FF2B5EF4-FFF2-40B4-BE49-F238E27FC236}">
                        <a16:creationId xmlns:a16="http://schemas.microsoft.com/office/drawing/2014/main" id="{B96174D8-21FD-4FE8-80CF-C5FA06FF1AFA}"/>
                      </a:ext>
                    </a:extLst>
                  </p14:cNvPr>
                  <p14:cNvContentPartPr/>
                  <p14:nvPr/>
                </p14:nvContentPartPr>
                <p14:xfrm>
                  <a:off x="723324" y="6056403"/>
                  <a:ext cx="150480" cy="259920"/>
                </p14:xfrm>
              </p:contentPart>
            </mc:Choice>
            <mc:Fallback xmlns="">
              <p:pic>
                <p:nvPicPr>
                  <p:cNvPr id="88" name="Ink 87">
                    <a:extLst>
                      <a:ext uri="{FF2B5EF4-FFF2-40B4-BE49-F238E27FC236}">
                        <a16:creationId xmlns:a16="http://schemas.microsoft.com/office/drawing/2014/main" id="{B96174D8-21FD-4FE8-80CF-C5FA06FF1AFA}"/>
                      </a:ext>
                    </a:extLst>
                  </p:cNvPr>
                  <p:cNvPicPr/>
                  <p:nvPr/>
                </p:nvPicPr>
                <p:blipFill>
                  <a:blip r:embed="rId423"/>
                  <a:stretch>
                    <a:fillRect/>
                  </a:stretch>
                </p:blipFill>
                <p:spPr>
                  <a:xfrm>
                    <a:off x="712094" y="6042416"/>
                    <a:ext cx="172491" cy="288476"/>
                  </a:xfrm>
                  <a:prstGeom prst="rect">
                    <a:avLst/>
                  </a:prstGeom>
                </p:spPr>
              </p:pic>
            </mc:Fallback>
          </mc:AlternateContent>
          <mc:AlternateContent xmlns:mc="http://schemas.openxmlformats.org/markup-compatibility/2006" xmlns:p14="http://schemas.microsoft.com/office/powerpoint/2010/main">
            <mc:Choice Requires="p14">
              <p:contentPart p14:bwMode="auto" r:id="rId424">
                <p14:nvContentPartPr>
                  <p14:cNvPr id="89" name="Ink 88">
                    <a:extLst>
                      <a:ext uri="{FF2B5EF4-FFF2-40B4-BE49-F238E27FC236}">
                        <a16:creationId xmlns:a16="http://schemas.microsoft.com/office/drawing/2014/main" id="{A92A751C-A637-90C3-FDEF-9B4B06D92070}"/>
                      </a:ext>
                    </a:extLst>
                  </p14:cNvPr>
                  <p14:cNvContentPartPr/>
                  <p14:nvPr/>
                </p14:nvContentPartPr>
                <p14:xfrm>
                  <a:off x="750684" y="6214803"/>
                  <a:ext cx="93240" cy="23760"/>
                </p14:xfrm>
              </p:contentPart>
            </mc:Choice>
            <mc:Fallback xmlns="">
              <p:pic>
                <p:nvPicPr>
                  <p:cNvPr id="89" name="Ink 88">
                    <a:extLst>
                      <a:ext uri="{FF2B5EF4-FFF2-40B4-BE49-F238E27FC236}">
                        <a16:creationId xmlns:a16="http://schemas.microsoft.com/office/drawing/2014/main" id="{A92A751C-A637-90C3-FDEF-9B4B06D92070}"/>
                      </a:ext>
                    </a:extLst>
                  </p:cNvPr>
                  <p:cNvPicPr/>
                  <p:nvPr/>
                </p:nvPicPr>
                <p:blipFill>
                  <a:blip r:embed="rId425"/>
                  <a:stretch>
                    <a:fillRect/>
                  </a:stretch>
                </p:blipFill>
                <p:spPr>
                  <a:xfrm>
                    <a:off x="739477" y="6200895"/>
                    <a:ext cx="115205" cy="52156"/>
                  </a:xfrm>
                  <a:prstGeom prst="rect">
                    <a:avLst/>
                  </a:prstGeom>
                </p:spPr>
              </p:pic>
            </mc:Fallback>
          </mc:AlternateContent>
          <mc:AlternateContent xmlns:mc="http://schemas.openxmlformats.org/markup-compatibility/2006" xmlns:p14="http://schemas.microsoft.com/office/powerpoint/2010/main">
            <mc:Choice Requires="p14">
              <p:contentPart p14:bwMode="auto" r:id="rId426">
                <p14:nvContentPartPr>
                  <p14:cNvPr id="90" name="Ink 89">
                    <a:extLst>
                      <a:ext uri="{FF2B5EF4-FFF2-40B4-BE49-F238E27FC236}">
                        <a16:creationId xmlns:a16="http://schemas.microsoft.com/office/drawing/2014/main" id="{5CA25FC2-1583-BCC0-D7D0-6C95D2C8E263}"/>
                      </a:ext>
                    </a:extLst>
                  </p14:cNvPr>
                  <p14:cNvContentPartPr/>
                  <p14:nvPr/>
                </p14:nvContentPartPr>
                <p14:xfrm>
                  <a:off x="851844" y="6003843"/>
                  <a:ext cx="169920" cy="261000"/>
                </p14:xfrm>
              </p:contentPart>
            </mc:Choice>
            <mc:Fallback xmlns="">
              <p:pic>
                <p:nvPicPr>
                  <p:cNvPr id="90" name="Ink 89">
                    <a:extLst>
                      <a:ext uri="{FF2B5EF4-FFF2-40B4-BE49-F238E27FC236}">
                        <a16:creationId xmlns:a16="http://schemas.microsoft.com/office/drawing/2014/main" id="{5CA25FC2-1583-BCC0-D7D0-6C95D2C8E263}"/>
                      </a:ext>
                    </a:extLst>
                  </p:cNvPr>
                  <p:cNvPicPr/>
                  <p:nvPr/>
                </p:nvPicPr>
                <p:blipFill>
                  <a:blip r:embed="rId427"/>
                  <a:stretch>
                    <a:fillRect/>
                  </a:stretch>
                </p:blipFill>
                <p:spPr>
                  <a:xfrm>
                    <a:off x="841084" y="5989278"/>
                    <a:ext cx="191889" cy="289547"/>
                  </a:xfrm>
                  <a:prstGeom prst="rect">
                    <a:avLst/>
                  </a:prstGeom>
                </p:spPr>
              </p:pic>
            </mc:Fallback>
          </mc:AlternateContent>
          <mc:AlternateContent xmlns:mc="http://schemas.openxmlformats.org/markup-compatibility/2006" xmlns:p14="http://schemas.microsoft.com/office/powerpoint/2010/main">
            <mc:Choice Requires="p14">
              <p:contentPart p14:bwMode="auto" r:id="rId428">
                <p14:nvContentPartPr>
                  <p14:cNvPr id="91" name="Ink 90">
                    <a:extLst>
                      <a:ext uri="{FF2B5EF4-FFF2-40B4-BE49-F238E27FC236}">
                        <a16:creationId xmlns:a16="http://schemas.microsoft.com/office/drawing/2014/main" id="{F92B14AE-8958-DF2F-5B68-4060463CC201}"/>
                      </a:ext>
                    </a:extLst>
                  </p14:cNvPr>
                  <p14:cNvContentPartPr/>
                  <p14:nvPr/>
                </p14:nvContentPartPr>
                <p14:xfrm>
                  <a:off x="1031484" y="5943723"/>
                  <a:ext cx="179640" cy="300600"/>
                </p14:xfrm>
              </p:contentPart>
            </mc:Choice>
            <mc:Fallback xmlns="">
              <p:pic>
                <p:nvPicPr>
                  <p:cNvPr id="91" name="Ink 90">
                    <a:extLst>
                      <a:ext uri="{FF2B5EF4-FFF2-40B4-BE49-F238E27FC236}">
                        <a16:creationId xmlns:a16="http://schemas.microsoft.com/office/drawing/2014/main" id="{F92B14AE-8958-DF2F-5B68-4060463CC201}"/>
                      </a:ext>
                    </a:extLst>
                  </p:cNvPr>
                  <p:cNvPicPr/>
                  <p:nvPr/>
                </p:nvPicPr>
                <p:blipFill>
                  <a:blip r:embed="rId429"/>
                  <a:stretch>
                    <a:fillRect/>
                  </a:stretch>
                </p:blipFill>
                <p:spPr>
                  <a:xfrm>
                    <a:off x="1020256" y="5929159"/>
                    <a:ext cx="201646" cy="329145"/>
                  </a:xfrm>
                  <a:prstGeom prst="rect">
                    <a:avLst/>
                  </a:prstGeom>
                </p:spPr>
              </p:pic>
            </mc:Fallback>
          </mc:AlternateContent>
          <mc:AlternateContent xmlns:mc="http://schemas.openxmlformats.org/markup-compatibility/2006" xmlns:p14="http://schemas.microsoft.com/office/powerpoint/2010/main">
            <mc:Choice Requires="p14">
              <p:contentPart p14:bwMode="auto" r:id="rId430">
                <p14:nvContentPartPr>
                  <p14:cNvPr id="92" name="Ink 91">
                    <a:extLst>
                      <a:ext uri="{FF2B5EF4-FFF2-40B4-BE49-F238E27FC236}">
                        <a16:creationId xmlns:a16="http://schemas.microsoft.com/office/drawing/2014/main" id="{4476763C-8456-B341-CDF2-AA6BAEE4F488}"/>
                      </a:ext>
                    </a:extLst>
                  </p14:cNvPr>
                  <p14:cNvContentPartPr/>
                  <p14:nvPr/>
                </p14:nvContentPartPr>
                <p14:xfrm>
                  <a:off x="1063524" y="6088083"/>
                  <a:ext cx="161280" cy="65520"/>
                </p14:xfrm>
              </p:contentPart>
            </mc:Choice>
            <mc:Fallback xmlns="">
              <p:pic>
                <p:nvPicPr>
                  <p:cNvPr id="92" name="Ink 91">
                    <a:extLst>
                      <a:ext uri="{FF2B5EF4-FFF2-40B4-BE49-F238E27FC236}">
                        <a16:creationId xmlns:a16="http://schemas.microsoft.com/office/drawing/2014/main" id="{4476763C-8456-B341-CDF2-AA6BAEE4F488}"/>
                      </a:ext>
                    </a:extLst>
                  </p:cNvPr>
                  <p:cNvPicPr/>
                  <p:nvPr/>
                </p:nvPicPr>
                <p:blipFill>
                  <a:blip r:embed="rId431"/>
                  <a:stretch>
                    <a:fillRect/>
                  </a:stretch>
                </p:blipFill>
                <p:spPr>
                  <a:xfrm>
                    <a:off x="1052293" y="6073587"/>
                    <a:ext cx="183293" cy="93931"/>
                  </a:xfrm>
                  <a:prstGeom prst="rect">
                    <a:avLst/>
                  </a:prstGeom>
                </p:spPr>
              </p:pic>
            </mc:Fallback>
          </mc:AlternateContent>
          <mc:AlternateContent xmlns:mc="http://schemas.openxmlformats.org/markup-compatibility/2006" xmlns:p14="http://schemas.microsoft.com/office/powerpoint/2010/main">
            <mc:Choice Requires="p14">
              <p:contentPart p14:bwMode="auto" r:id="rId432">
                <p14:nvContentPartPr>
                  <p14:cNvPr id="413" name="Ink 412">
                    <a:extLst>
                      <a:ext uri="{FF2B5EF4-FFF2-40B4-BE49-F238E27FC236}">
                        <a16:creationId xmlns:a16="http://schemas.microsoft.com/office/drawing/2014/main" id="{EF2BCCE4-120C-5280-A321-9A5F240D9FD6}"/>
                      </a:ext>
                    </a:extLst>
                  </p14:cNvPr>
                  <p14:cNvContentPartPr/>
                  <p14:nvPr/>
                </p14:nvContentPartPr>
                <p14:xfrm>
                  <a:off x="806263" y="6249248"/>
                  <a:ext cx="697680" cy="637560"/>
                </p14:xfrm>
              </p:contentPart>
            </mc:Choice>
            <mc:Fallback xmlns="">
              <p:pic>
                <p:nvPicPr>
                  <p:cNvPr id="413" name="Ink 412">
                    <a:extLst>
                      <a:ext uri="{FF2B5EF4-FFF2-40B4-BE49-F238E27FC236}">
                        <a16:creationId xmlns:a16="http://schemas.microsoft.com/office/drawing/2014/main" id="{EF2BCCE4-120C-5280-A321-9A5F240D9FD6}"/>
                      </a:ext>
                    </a:extLst>
                  </p:cNvPr>
                  <p:cNvPicPr/>
                  <p:nvPr/>
                </p:nvPicPr>
                <p:blipFill>
                  <a:blip r:embed="rId433"/>
                  <a:stretch>
                    <a:fillRect/>
                  </a:stretch>
                </p:blipFill>
                <p:spPr>
                  <a:xfrm>
                    <a:off x="795032" y="6234692"/>
                    <a:ext cx="719693" cy="666090"/>
                  </a:xfrm>
                  <a:prstGeom prst="rect">
                    <a:avLst/>
                  </a:prstGeom>
                </p:spPr>
              </p:pic>
            </mc:Fallback>
          </mc:AlternateContent>
        </p:grpSp>
        <p:grpSp>
          <p:nvGrpSpPr>
            <p:cNvPr id="425" name="Group 424">
              <a:extLst>
                <a:ext uri="{FF2B5EF4-FFF2-40B4-BE49-F238E27FC236}">
                  <a16:creationId xmlns:a16="http://schemas.microsoft.com/office/drawing/2014/main" id="{DEB614D3-4389-4785-3F83-1B387BD6739B}"/>
                </a:ext>
              </a:extLst>
            </p:cNvPr>
            <p:cNvGrpSpPr/>
            <p:nvPr/>
          </p:nvGrpSpPr>
          <p:grpSpPr>
            <a:xfrm>
              <a:off x="1592699" y="4934869"/>
              <a:ext cx="918720" cy="459360"/>
              <a:chOff x="1592699" y="4934869"/>
              <a:chExt cx="918720" cy="459360"/>
            </a:xfrm>
          </p:grpSpPr>
          <mc:AlternateContent xmlns:mc="http://schemas.openxmlformats.org/markup-compatibility/2006" xmlns:p14="http://schemas.microsoft.com/office/powerpoint/2010/main">
            <mc:Choice Requires="p14">
              <p:contentPart p14:bwMode="auto" r:id="rId434">
                <p14:nvContentPartPr>
                  <p14:cNvPr id="415" name="Ink 414">
                    <a:extLst>
                      <a:ext uri="{FF2B5EF4-FFF2-40B4-BE49-F238E27FC236}">
                        <a16:creationId xmlns:a16="http://schemas.microsoft.com/office/drawing/2014/main" id="{C093E710-48CD-C0E2-5249-6551AC43F5F6}"/>
                      </a:ext>
                    </a:extLst>
                  </p14:cNvPr>
                  <p14:cNvContentPartPr/>
                  <p14:nvPr/>
                </p14:nvContentPartPr>
                <p14:xfrm>
                  <a:off x="1592699" y="5108749"/>
                  <a:ext cx="151920" cy="285480"/>
                </p14:xfrm>
              </p:contentPart>
            </mc:Choice>
            <mc:Fallback xmlns="">
              <p:pic>
                <p:nvPicPr>
                  <p:cNvPr id="415" name="Ink 414">
                    <a:extLst>
                      <a:ext uri="{FF2B5EF4-FFF2-40B4-BE49-F238E27FC236}">
                        <a16:creationId xmlns:a16="http://schemas.microsoft.com/office/drawing/2014/main" id="{C093E710-48CD-C0E2-5249-6551AC43F5F6}"/>
                      </a:ext>
                    </a:extLst>
                  </p:cNvPr>
                  <p:cNvPicPr/>
                  <p:nvPr/>
                </p:nvPicPr>
                <p:blipFill>
                  <a:blip r:embed="rId435"/>
                  <a:stretch>
                    <a:fillRect/>
                  </a:stretch>
                </p:blipFill>
                <p:spPr>
                  <a:xfrm>
                    <a:off x="1581912" y="5094184"/>
                    <a:ext cx="173944" cy="314028"/>
                  </a:xfrm>
                  <a:prstGeom prst="rect">
                    <a:avLst/>
                  </a:prstGeom>
                </p:spPr>
              </p:pic>
            </mc:Fallback>
          </mc:AlternateContent>
          <mc:AlternateContent xmlns:mc="http://schemas.openxmlformats.org/markup-compatibility/2006" xmlns:p14="http://schemas.microsoft.com/office/powerpoint/2010/main">
            <mc:Choice Requires="p14">
              <p:contentPart p14:bwMode="auto" r:id="rId436">
                <p14:nvContentPartPr>
                  <p14:cNvPr id="416" name="Ink 415">
                    <a:extLst>
                      <a:ext uri="{FF2B5EF4-FFF2-40B4-BE49-F238E27FC236}">
                        <a16:creationId xmlns:a16="http://schemas.microsoft.com/office/drawing/2014/main" id="{11484774-1B97-F097-5374-1D870AF4CA11}"/>
                      </a:ext>
                    </a:extLst>
                  </p14:cNvPr>
                  <p14:cNvContentPartPr/>
                  <p14:nvPr/>
                </p14:nvContentPartPr>
                <p14:xfrm>
                  <a:off x="1833539" y="5028469"/>
                  <a:ext cx="25200" cy="281880"/>
                </p14:xfrm>
              </p:contentPart>
            </mc:Choice>
            <mc:Fallback xmlns="">
              <p:pic>
                <p:nvPicPr>
                  <p:cNvPr id="416" name="Ink 415">
                    <a:extLst>
                      <a:ext uri="{FF2B5EF4-FFF2-40B4-BE49-F238E27FC236}">
                        <a16:creationId xmlns:a16="http://schemas.microsoft.com/office/drawing/2014/main" id="{11484774-1B97-F097-5374-1D870AF4CA11}"/>
                      </a:ext>
                    </a:extLst>
                  </p:cNvPr>
                  <p:cNvPicPr/>
                  <p:nvPr/>
                </p:nvPicPr>
                <p:blipFill>
                  <a:blip r:embed="rId437"/>
                  <a:stretch>
                    <a:fillRect/>
                  </a:stretch>
                </p:blipFill>
                <p:spPr>
                  <a:xfrm>
                    <a:off x="1822928" y="5013909"/>
                    <a:ext cx="46863" cy="310417"/>
                  </a:xfrm>
                  <a:prstGeom prst="rect">
                    <a:avLst/>
                  </a:prstGeom>
                </p:spPr>
              </p:pic>
            </mc:Fallback>
          </mc:AlternateContent>
          <mc:AlternateContent xmlns:mc="http://schemas.openxmlformats.org/markup-compatibility/2006" xmlns:p14="http://schemas.microsoft.com/office/powerpoint/2010/main">
            <mc:Choice Requires="p14">
              <p:contentPart p14:bwMode="auto" r:id="rId438">
                <p14:nvContentPartPr>
                  <p14:cNvPr id="417" name="Ink 416">
                    <a:extLst>
                      <a:ext uri="{FF2B5EF4-FFF2-40B4-BE49-F238E27FC236}">
                        <a16:creationId xmlns:a16="http://schemas.microsoft.com/office/drawing/2014/main" id="{1B9ABD8A-D9C7-1943-D8B1-CBAAC544911F}"/>
                      </a:ext>
                    </a:extLst>
                  </p14:cNvPr>
                  <p14:cNvContentPartPr/>
                  <p14:nvPr/>
                </p14:nvContentPartPr>
                <p14:xfrm>
                  <a:off x="1760459" y="5072389"/>
                  <a:ext cx="98280" cy="112680"/>
                </p14:xfrm>
              </p:contentPart>
            </mc:Choice>
            <mc:Fallback xmlns="">
              <p:pic>
                <p:nvPicPr>
                  <p:cNvPr id="417" name="Ink 416">
                    <a:extLst>
                      <a:ext uri="{FF2B5EF4-FFF2-40B4-BE49-F238E27FC236}">
                        <a16:creationId xmlns:a16="http://schemas.microsoft.com/office/drawing/2014/main" id="{1B9ABD8A-D9C7-1943-D8B1-CBAAC544911F}"/>
                      </a:ext>
                    </a:extLst>
                  </p:cNvPr>
                  <p:cNvPicPr/>
                  <p:nvPr/>
                </p:nvPicPr>
                <p:blipFill>
                  <a:blip r:embed="rId439"/>
                  <a:stretch>
                    <a:fillRect/>
                  </a:stretch>
                </p:blipFill>
                <p:spPr>
                  <a:xfrm>
                    <a:off x="1749689" y="5057868"/>
                    <a:ext cx="120270" cy="141140"/>
                  </a:xfrm>
                  <a:prstGeom prst="rect">
                    <a:avLst/>
                  </a:prstGeom>
                </p:spPr>
              </p:pic>
            </mc:Fallback>
          </mc:AlternateContent>
          <mc:AlternateContent xmlns:mc="http://schemas.openxmlformats.org/markup-compatibility/2006" xmlns:p14="http://schemas.microsoft.com/office/powerpoint/2010/main">
            <mc:Choice Requires="p14">
              <p:contentPart p14:bwMode="auto" r:id="rId440">
                <p14:nvContentPartPr>
                  <p14:cNvPr id="418" name="Ink 417">
                    <a:extLst>
                      <a:ext uri="{FF2B5EF4-FFF2-40B4-BE49-F238E27FC236}">
                        <a16:creationId xmlns:a16="http://schemas.microsoft.com/office/drawing/2014/main" id="{6C287F82-BC25-37BB-4E6B-E2D2F6A50B29}"/>
                      </a:ext>
                    </a:extLst>
                  </p14:cNvPr>
                  <p14:cNvContentPartPr/>
                  <p14:nvPr/>
                </p14:nvContentPartPr>
                <p14:xfrm>
                  <a:off x="1925699" y="5027029"/>
                  <a:ext cx="109800" cy="270720"/>
                </p14:xfrm>
              </p:contentPart>
            </mc:Choice>
            <mc:Fallback xmlns="">
              <p:pic>
                <p:nvPicPr>
                  <p:cNvPr id="418" name="Ink 417">
                    <a:extLst>
                      <a:ext uri="{FF2B5EF4-FFF2-40B4-BE49-F238E27FC236}">
                        <a16:creationId xmlns:a16="http://schemas.microsoft.com/office/drawing/2014/main" id="{6C287F82-BC25-37BB-4E6B-E2D2F6A50B29}"/>
                      </a:ext>
                    </a:extLst>
                  </p:cNvPr>
                  <p:cNvPicPr/>
                  <p:nvPr/>
                </p:nvPicPr>
                <p:blipFill>
                  <a:blip r:embed="rId441"/>
                  <a:stretch>
                    <a:fillRect/>
                  </a:stretch>
                </p:blipFill>
                <p:spPr>
                  <a:xfrm>
                    <a:off x="1914943" y="5012474"/>
                    <a:ext cx="131760" cy="299247"/>
                  </a:xfrm>
                  <a:prstGeom prst="rect">
                    <a:avLst/>
                  </a:prstGeom>
                </p:spPr>
              </p:pic>
            </mc:Fallback>
          </mc:AlternateContent>
          <mc:AlternateContent xmlns:mc="http://schemas.openxmlformats.org/markup-compatibility/2006" xmlns:p14="http://schemas.microsoft.com/office/powerpoint/2010/main">
            <mc:Choice Requires="p14">
              <p:contentPart p14:bwMode="auto" r:id="rId442">
                <p14:nvContentPartPr>
                  <p14:cNvPr id="419" name="Ink 418">
                    <a:extLst>
                      <a:ext uri="{FF2B5EF4-FFF2-40B4-BE49-F238E27FC236}">
                        <a16:creationId xmlns:a16="http://schemas.microsoft.com/office/drawing/2014/main" id="{F0C77688-EF11-98C2-886D-E95EA17C6D2A}"/>
                      </a:ext>
                    </a:extLst>
                  </p14:cNvPr>
                  <p14:cNvContentPartPr/>
                  <p14:nvPr/>
                </p14:nvContentPartPr>
                <p14:xfrm>
                  <a:off x="1929659" y="5118469"/>
                  <a:ext cx="45720" cy="27000"/>
                </p14:xfrm>
              </p:contentPart>
            </mc:Choice>
            <mc:Fallback xmlns="">
              <p:pic>
                <p:nvPicPr>
                  <p:cNvPr id="419" name="Ink 418">
                    <a:extLst>
                      <a:ext uri="{FF2B5EF4-FFF2-40B4-BE49-F238E27FC236}">
                        <a16:creationId xmlns:a16="http://schemas.microsoft.com/office/drawing/2014/main" id="{F0C77688-EF11-98C2-886D-E95EA17C6D2A}"/>
                      </a:ext>
                    </a:extLst>
                  </p:cNvPr>
                  <p:cNvPicPr/>
                  <p:nvPr/>
                </p:nvPicPr>
                <p:blipFill>
                  <a:blip r:embed="rId443"/>
                  <a:stretch>
                    <a:fillRect/>
                  </a:stretch>
                </p:blipFill>
                <p:spPr>
                  <a:xfrm>
                    <a:off x="1918901" y="5104107"/>
                    <a:ext cx="67684" cy="55149"/>
                  </a:xfrm>
                  <a:prstGeom prst="rect">
                    <a:avLst/>
                  </a:prstGeom>
                </p:spPr>
              </p:pic>
            </mc:Fallback>
          </mc:AlternateContent>
          <mc:AlternateContent xmlns:mc="http://schemas.openxmlformats.org/markup-compatibility/2006" xmlns:p14="http://schemas.microsoft.com/office/powerpoint/2010/main">
            <mc:Choice Requires="p14">
              <p:contentPart p14:bwMode="auto" r:id="rId444">
                <p14:nvContentPartPr>
                  <p14:cNvPr id="420" name="Ink 419">
                    <a:extLst>
                      <a:ext uri="{FF2B5EF4-FFF2-40B4-BE49-F238E27FC236}">
                        <a16:creationId xmlns:a16="http://schemas.microsoft.com/office/drawing/2014/main" id="{E0AAB502-923E-6114-CD2C-511A77716236}"/>
                      </a:ext>
                    </a:extLst>
                  </p14:cNvPr>
                  <p14:cNvContentPartPr/>
                  <p14:nvPr/>
                </p14:nvContentPartPr>
                <p14:xfrm>
                  <a:off x="2038019" y="5003629"/>
                  <a:ext cx="360" cy="360"/>
                </p14:xfrm>
              </p:contentPart>
            </mc:Choice>
            <mc:Fallback xmlns="">
              <p:pic>
                <p:nvPicPr>
                  <p:cNvPr id="420" name="Ink 419">
                    <a:extLst>
                      <a:ext uri="{FF2B5EF4-FFF2-40B4-BE49-F238E27FC236}">
                        <a16:creationId xmlns:a16="http://schemas.microsoft.com/office/drawing/2014/main" id="{E0AAB502-923E-6114-CD2C-511A77716236}"/>
                      </a:ext>
                    </a:extLst>
                  </p:cNvPr>
                  <p:cNvPicPr/>
                  <p:nvPr/>
                </p:nvPicPr>
                <p:blipFill>
                  <a:blip r:embed="rId12"/>
                  <a:stretch>
                    <a:fillRect/>
                  </a:stretch>
                </p:blipFill>
                <p:spPr>
                  <a:xfrm>
                    <a:off x="2029019" y="499462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45">
                <p14:nvContentPartPr>
                  <p14:cNvPr id="421" name="Ink 420">
                    <a:extLst>
                      <a:ext uri="{FF2B5EF4-FFF2-40B4-BE49-F238E27FC236}">
                        <a16:creationId xmlns:a16="http://schemas.microsoft.com/office/drawing/2014/main" id="{8CEF8CE1-D1D3-89E4-90E9-22D29FB38B6D}"/>
                      </a:ext>
                    </a:extLst>
                  </p14:cNvPr>
                  <p14:cNvContentPartPr/>
                  <p14:nvPr/>
                </p14:nvContentPartPr>
                <p14:xfrm>
                  <a:off x="2004539" y="4934869"/>
                  <a:ext cx="155160" cy="363240"/>
                </p14:xfrm>
              </p:contentPart>
            </mc:Choice>
            <mc:Fallback xmlns="">
              <p:pic>
                <p:nvPicPr>
                  <p:cNvPr id="421" name="Ink 420">
                    <a:extLst>
                      <a:ext uri="{FF2B5EF4-FFF2-40B4-BE49-F238E27FC236}">
                        <a16:creationId xmlns:a16="http://schemas.microsoft.com/office/drawing/2014/main" id="{8CEF8CE1-D1D3-89E4-90E9-22D29FB38B6D}"/>
                      </a:ext>
                    </a:extLst>
                  </p:cNvPr>
                  <p:cNvPicPr/>
                  <p:nvPr/>
                </p:nvPicPr>
                <p:blipFill>
                  <a:blip r:embed="rId446"/>
                  <a:stretch>
                    <a:fillRect/>
                  </a:stretch>
                </p:blipFill>
                <p:spPr>
                  <a:xfrm>
                    <a:off x="1993776" y="4920316"/>
                    <a:ext cx="177134" cy="391764"/>
                  </a:xfrm>
                  <a:prstGeom prst="rect">
                    <a:avLst/>
                  </a:prstGeom>
                </p:spPr>
              </p:pic>
            </mc:Fallback>
          </mc:AlternateContent>
          <mc:AlternateContent xmlns:mc="http://schemas.openxmlformats.org/markup-compatibility/2006" xmlns:p14="http://schemas.microsoft.com/office/powerpoint/2010/main">
            <mc:Choice Requires="p14">
              <p:contentPart p14:bwMode="auto" r:id="rId447">
                <p14:nvContentPartPr>
                  <p14:cNvPr id="422" name="Ink 421">
                    <a:extLst>
                      <a:ext uri="{FF2B5EF4-FFF2-40B4-BE49-F238E27FC236}">
                        <a16:creationId xmlns:a16="http://schemas.microsoft.com/office/drawing/2014/main" id="{3AF5DFD3-84D4-252F-D33F-864BF06B8461}"/>
                      </a:ext>
                    </a:extLst>
                  </p14:cNvPr>
                  <p14:cNvContentPartPr/>
                  <p14:nvPr/>
                </p14:nvContentPartPr>
                <p14:xfrm>
                  <a:off x="2167259" y="5014789"/>
                  <a:ext cx="162720" cy="193320"/>
                </p14:xfrm>
              </p:contentPart>
            </mc:Choice>
            <mc:Fallback xmlns="">
              <p:pic>
                <p:nvPicPr>
                  <p:cNvPr id="422" name="Ink 421">
                    <a:extLst>
                      <a:ext uri="{FF2B5EF4-FFF2-40B4-BE49-F238E27FC236}">
                        <a16:creationId xmlns:a16="http://schemas.microsoft.com/office/drawing/2014/main" id="{3AF5DFD3-84D4-252F-D33F-864BF06B8461}"/>
                      </a:ext>
                    </a:extLst>
                  </p:cNvPr>
                  <p:cNvPicPr/>
                  <p:nvPr/>
                </p:nvPicPr>
                <p:blipFill>
                  <a:blip r:embed="rId448"/>
                  <a:stretch>
                    <a:fillRect/>
                  </a:stretch>
                </p:blipFill>
                <p:spPr>
                  <a:xfrm>
                    <a:off x="2156021" y="5000232"/>
                    <a:ext cx="184746" cy="221852"/>
                  </a:xfrm>
                  <a:prstGeom prst="rect">
                    <a:avLst/>
                  </a:prstGeom>
                </p:spPr>
              </p:pic>
            </mc:Fallback>
          </mc:AlternateContent>
          <mc:AlternateContent xmlns:mc="http://schemas.openxmlformats.org/markup-compatibility/2006" xmlns:p14="http://schemas.microsoft.com/office/powerpoint/2010/main">
            <mc:Choice Requires="p14">
              <p:contentPart p14:bwMode="auto" r:id="rId449">
                <p14:nvContentPartPr>
                  <p14:cNvPr id="423" name="Ink 422">
                    <a:extLst>
                      <a:ext uri="{FF2B5EF4-FFF2-40B4-BE49-F238E27FC236}">
                        <a16:creationId xmlns:a16="http://schemas.microsoft.com/office/drawing/2014/main" id="{B05DF987-79A5-EAA6-6C27-067246A2C1CA}"/>
                      </a:ext>
                    </a:extLst>
                  </p14:cNvPr>
                  <p14:cNvContentPartPr/>
                  <p14:nvPr/>
                </p14:nvContentPartPr>
                <p14:xfrm>
                  <a:off x="2331419" y="4956469"/>
                  <a:ext cx="360" cy="360"/>
                </p14:xfrm>
              </p:contentPart>
            </mc:Choice>
            <mc:Fallback xmlns="">
              <p:pic>
                <p:nvPicPr>
                  <p:cNvPr id="423" name="Ink 422">
                    <a:extLst>
                      <a:ext uri="{FF2B5EF4-FFF2-40B4-BE49-F238E27FC236}">
                        <a16:creationId xmlns:a16="http://schemas.microsoft.com/office/drawing/2014/main" id="{B05DF987-79A5-EAA6-6C27-067246A2C1CA}"/>
                      </a:ext>
                    </a:extLst>
                  </p:cNvPr>
                  <p:cNvPicPr/>
                  <p:nvPr/>
                </p:nvPicPr>
                <p:blipFill>
                  <a:blip r:embed="rId12"/>
                  <a:stretch>
                    <a:fillRect/>
                  </a:stretch>
                </p:blipFill>
                <p:spPr>
                  <a:xfrm>
                    <a:off x="2322419" y="494746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50">
                <p14:nvContentPartPr>
                  <p14:cNvPr id="424" name="Ink 423">
                    <a:extLst>
                      <a:ext uri="{FF2B5EF4-FFF2-40B4-BE49-F238E27FC236}">
                        <a16:creationId xmlns:a16="http://schemas.microsoft.com/office/drawing/2014/main" id="{EA8FC0F2-8CA9-9E22-9832-C2CF51597A89}"/>
                      </a:ext>
                    </a:extLst>
                  </p14:cNvPr>
                  <p14:cNvContentPartPr/>
                  <p14:nvPr/>
                </p14:nvContentPartPr>
                <p14:xfrm>
                  <a:off x="2328179" y="4940269"/>
                  <a:ext cx="183240" cy="250560"/>
                </p14:xfrm>
              </p:contentPart>
            </mc:Choice>
            <mc:Fallback xmlns="">
              <p:pic>
                <p:nvPicPr>
                  <p:cNvPr id="424" name="Ink 423">
                    <a:extLst>
                      <a:ext uri="{FF2B5EF4-FFF2-40B4-BE49-F238E27FC236}">
                        <a16:creationId xmlns:a16="http://schemas.microsoft.com/office/drawing/2014/main" id="{EA8FC0F2-8CA9-9E22-9832-C2CF51597A89}"/>
                      </a:ext>
                    </a:extLst>
                  </p:cNvPr>
                  <p:cNvPicPr/>
                  <p:nvPr/>
                </p:nvPicPr>
                <p:blipFill>
                  <a:blip r:embed="rId451"/>
                  <a:stretch>
                    <a:fillRect/>
                  </a:stretch>
                </p:blipFill>
                <p:spPr>
                  <a:xfrm>
                    <a:off x="2316951" y="4925702"/>
                    <a:ext cx="205247" cy="279112"/>
                  </a:xfrm>
                  <a:prstGeom prst="rect">
                    <a:avLst/>
                  </a:prstGeom>
                </p:spPr>
              </p:pic>
            </mc:Fallback>
          </mc:AlternateContent>
        </p:grpSp>
        <p:grpSp>
          <p:nvGrpSpPr>
            <p:cNvPr id="434" name="Group 433">
              <a:extLst>
                <a:ext uri="{FF2B5EF4-FFF2-40B4-BE49-F238E27FC236}">
                  <a16:creationId xmlns:a16="http://schemas.microsoft.com/office/drawing/2014/main" id="{742EA6D0-C986-8766-0B49-1940DC9194E5}"/>
                </a:ext>
              </a:extLst>
            </p:cNvPr>
            <p:cNvGrpSpPr/>
            <p:nvPr/>
          </p:nvGrpSpPr>
          <p:grpSpPr>
            <a:xfrm>
              <a:off x="2737539" y="3315607"/>
              <a:ext cx="947880" cy="448560"/>
              <a:chOff x="2737539" y="3315607"/>
              <a:chExt cx="947880" cy="448560"/>
            </a:xfrm>
          </p:grpSpPr>
          <mc:AlternateContent xmlns:mc="http://schemas.openxmlformats.org/markup-compatibility/2006" xmlns:p14="http://schemas.microsoft.com/office/powerpoint/2010/main">
            <mc:Choice Requires="p14">
              <p:contentPart p14:bwMode="auto" r:id="rId452">
                <p14:nvContentPartPr>
                  <p14:cNvPr id="426" name="Ink 425">
                    <a:extLst>
                      <a:ext uri="{FF2B5EF4-FFF2-40B4-BE49-F238E27FC236}">
                        <a16:creationId xmlns:a16="http://schemas.microsoft.com/office/drawing/2014/main" id="{26C01B1E-51DA-33C8-3714-D652B9243019}"/>
                      </a:ext>
                    </a:extLst>
                  </p14:cNvPr>
                  <p14:cNvContentPartPr/>
                  <p14:nvPr/>
                </p14:nvContentPartPr>
                <p14:xfrm>
                  <a:off x="2737539" y="3505687"/>
                  <a:ext cx="238680" cy="231120"/>
                </p14:xfrm>
              </p:contentPart>
            </mc:Choice>
            <mc:Fallback xmlns="">
              <p:pic>
                <p:nvPicPr>
                  <p:cNvPr id="426" name="Ink 425">
                    <a:extLst>
                      <a:ext uri="{FF2B5EF4-FFF2-40B4-BE49-F238E27FC236}">
                        <a16:creationId xmlns:a16="http://schemas.microsoft.com/office/drawing/2014/main" id="{26C01B1E-51DA-33C8-3714-D652B9243019}"/>
                      </a:ext>
                    </a:extLst>
                  </p:cNvPr>
                  <p:cNvPicPr/>
                  <p:nvPr/>
                </p:nvPicPr>
                <p:blipFill>
                  <a:blip r:embed="rId453"/>
                  <a:stretch>
                    <a:fillRect/>
                  </a:stretch>
                </p:blipFill>
                <p:spPr>
                  <a:xfrm>
                    <a:off x="2726302" y="3491133"/>
                    <a:ext cx="260705" cy="259646"/>
                  </a:xfrm>
                  <a:prstGeom prst="rect">
                    <a:avLst/>
                  </a:prstGeom>
                </p:spPr>
              </p:pic>
            </mc:Fallback>
          </mc:AlternateContent>
          <mc:AlternateContent xmlns:mc="http://schemas.openxmlformats.org/markup-compatibility/2006" xmlns:p14="http://schemas.microsoft.com/office/powerpoint/2010/main">
            <mc:Choice Requires="p14">
              <p:contentPart p14:bwMode="auto" r:id="rId454">
                <p14:nvContentPartPr>
                  <p14:cNvPr id="427" name="Ink 426">
                    <a:extLst>
                      <a:ext uri="{FF2B5EF4-FFF2-40B4-BE49-F238E27FC236}">
                        <a16:creationId xmlns:a16="http://schemas.microsoft.com/office/drawing/2014/main" id="{3EC39C71-35AB-558E-1A8D-9B952215578C}"/>
                      </a:ext>
                    </a:extLst>
                  </p14:cNvPr>
                  <p14:cNvContentPartPr/>
                  <p14:nvPr/>
                </p14:nvContentPartPr>
                <p14:xfrm>
                  <a:off x="3037059" y="3494887"/>
                  <a:ext cx="360" cy="360"/>
                </p14:xfrm>
              </p:contentPart>
            </mc:Choice>
            <mc:Fallback xmlns="">
              <p:pic>
                <p:nvPicPr>
                  <p:cNvPr id="427" name="Ink 426">
                    <a:extLst>
                      <a:ext uri="{FF2B5EF4-FFF2-40B4-BE49-F238E27FC236}">
                        <a16:creationId xmlns:a16="http://schemas.microsoft.com/office/drawing/2014/main" id="{3EC39C71-35AB-558E-1A8D-9B952215578C}"/>
                      </a:ext>
                    </a:extLst>
                  </p:cNvPr>
                  <p:cNvPicPr/>
                  <p:nvPr/>
                </p:nvPicPr>
                <p:blipFill>
                  <a:blip r:embed="rId12"/>
                  <a:stretch>
                    <a:fillRect/>
                  </a:stretch>
                </p:blipFill>
                <p:spPr>
                  <a:xfrm>
                    <a:off x="3028059" y="348588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55">
                <p14:nvContentPartPr>
                  <p14:cNvPr id="428" name="Ink 427">
                    <a:extLst>
                      <a:ext uri="{FF2B5EF4-FFF2-40B4-BE49-F238E27FC236}">
                        <a16:creationId xmlns:a16="http://schemas.microsoft.com/office/drawing/2014/main" id="{2F767BED-9B16-888E-ADC3-B491C54FAFA7}"/>
                      </a:ext>
                    </a:extLst>
                  </p14:cNvPr>
                  <p14:cNvContentPartPr/>
                  <p14:nvPr/>
                </p14:nvContentPartPr>
                <p14:xfrm>
                  <a:off x="2998179" y="3492007"/>
                  <a:ext cx="69120" cy="244440"/>
                </p14:xfrm>
              </p:contentPart>
            </mc:Choice>
            <mc:Fallback xmlns="">
              <p:pic>
                <p:nvPicPr>
                  <p:cNvPr id="428" name="Ink 427">
                    <a:extLst>
                      <a:ext uri="{FF2B5EF4-FFF2-40B4-BE49-F238E27FC236}">
                        <a16:creationId xmlns:a16="http://schemas.microsoft.com/office/drawing/2014/main" id="{2F767BED-9B16-888E-ADC3-B491C54FAFA7}"/>
                      </a:ext>
                    </a:extLst>
                  </p:cNvPr>
                  <p:cNvPicPr/>
                  <p:nvPr/>
                </p:nvPicPr>
                <p:blipFill>
                  <a:blip r:embed="rId456"/>
                  <a:stretch>
                    <a:fillRect/>
                  </a:stretch>
                </p:blipFill>
                <p:spPr>
                  <a:xfrm>
                    <a:off x="2987407" y="3477457"/>
                    <a:ext cx="91113" cy="272958"/>
                  </a:xfrm>
                  <a:prstGeom prst="rect">
                    <a:avLst/>
                  </a:prstGeom>
                </p:spPr>
              </p:pic>
            </mc:Fallback>
          </mc:AlternateContent>
          <mc:AlternateContent xmlns:mc="http://schemas.openxmlformats.org/markup-compatibility/2006" xmlns:p14="http://schemas.microsoft.com/office/powerpoint/2010/main">
            <mc:Choice Requires="p14">
              <p:contentPart p14:bwMode="auto" r:id="rId457">
                <p14:nvContentPartPr>
                  <p14:cNvPr id="429" name="Ink 428">
                    <a:extLst>
                      <a:ext uri="{FF2B5EF4-FFF2-40B4-BE49-F238E27FC236}">
                        <a16:creationId xmlns:a16="http://schemas.microsoft.com/office/drawing/2014/main" id="{A1A1220A-8994-0363-F111-ABE0D11F2CD8}"/>
                      </a:ext>
                    </a:extLst>
                  </p14:cNvPr>
                  <p14:cNvContentPartPr/>
                  <p14:nvPr/>
                </p14:nvContentPartPr>
                <p14:xfrm>
                  <a:off x="3014739" y="3439807"/>
                  <a:ext cx="11160" cy="9360"/>
                </p14:xfrm>
              </p:contentPart>
            </mc:Choice>
            <mc:Fallback xmlns="">
              <p:pic>
                <p:nvPicPr>
                  <p:cNvPr id="429" name="Ink 428">
                    <a:extLst>
                      <a:ext uri="{FF2B5EF4-FFF2-40B4-BE49-F238E27FC236}">
                        <a16:creationId xmlns:a16="http://schemas.microsoft.com/office/drawing/2014/main" id="{A1A1220A-8994-0363-F111-ABE0D11F2CD8}"/>
                      </a:ext>
                    </a:extLst>
                  </p:cNvPr>
                  <p:cNvPicPr/>
                  <p:nvPr/>
                </p:nvPicPr>
                <p:blipFill>
                  <a:blip r:embed="rId458"/>
                  <a:stretch>
                    <a:fillRect/>
                  </a:stretch>
                </p:blipFill>
                <p:spPr>
                  <a:xfrm>
                    <a:off x="3003579" y="3425182"/>
                    <a:ext cx="33034" cy="38025"/>
                  </a:xfrm>
                  <a:prstGeom prst="rect">
                    <a:avLst/>
                  </a:prstGeom>
                </p:spPr>
              </p:pic>
            </mc:Fallback>
          </mc:AlternateContent>
          <mc:AlternateContent xmlns:mc="http://schemas.openxmlformats.org/markup-compatibility/2006" xmlns:p14="http://schemas.microsoft.com/office/powerpoint/2010/main">
            <mc:Choice Requires="p14">
              <p:contentPart p14:bwMode="auto" r:id="rId459">
                <p14:nvContentPartPr>
                  <p14:cNvPr id="430" name="Ink 429">
                    <a:extLst>
                      <a:ext uri="{FF2B5EF4-FFF2-40B4-BE49-F238E27FC236}">
                        <a16:creationId xmlns:a16="http://schemas.microsoft.com/office/drawing/2014/main" id="{9792404D-1AC0-327B-B66C-A565AB3AC94D}"/>
                      </a:ext>
                    </a:extLst>
                  </p14:cNvPr>
                  <p14:cNvContentPartPr/>
                  <p14:nvPr/>
                </p14:nvContentPartPr>
                <p14:xfrm>
                  <a:off x="3089979" y="3461047"/>
                  <a:ext cx="150480" cy="118800"/>
                </p14:xfrm>
              </p:contentPart>
            </mc:Choice>
            <mc:Fallback xmlns="">
              <p:pic>
                <p:nvPicPr>
                  <p:cNvPr id="430" name="Ink 429">
                    <a:extLst>
                      <a:ext uri="{FF2B5EF4-FFF2-40B4-BE49-F238E27FC236}">
                        <a16:creationId xmlns:a16="http://schemas.microsoft.com/office/drawing/2014/main" id="{9792404D-1AC0-327B-B66C-A565AB3AC94D}"/>
                      </a:ext>
                    </a:extLst>
                  </p:cNvPr>
                  <p:cNvPicPr/>
                  <p:nvPr/>
                </p:nvPicPr>
                <p:blipFill>
                  <a:blip r:embed="rId460"/>
                  <a:stretch>
                    <a:fillRect/>
                  </a:stretch>
                </p:blipFill>
                <p:spPr>
                  <a:xfrm>
                    <a:off x="3079198" y="3446488"/>
                    <a:ext cx="172491" cy="147335"/>
                  </a:xfrm>
                  <a:prstGeom prst="rect">
                    <a:avLst/>
                  </a:prstGeom>
                </p:spPr>
              </p:pic>
            </mc:Fallback>
          </mc:AlternateContent>
          <mc:AlternateContent xmlns:mc="http://schemas.openxmlformats.org/markup-compatibility/2006" xmlns:p14="http://schemas.microsoft.com/office/powerpoint/2010/main">
            <mc:Choice Requires="p14">
              <p:contentPart p14:bwMode="auto" r:id="rId461">
                <p14:nvContentPartPr>
                  <p14:cNvPr id="431" name="Ink 430">
                    <a:extLst>
                      <a:ext uri="{FF2B5EF4-FFF2-40B4-BE49-F238E27FC236}">
                        <a16:creationId xmlns:a16="http://schemas.microsoft.com/office/drawing/2014/main" id="{AA42C19E-C57A-06EC-278D-A9A65692BF34}"/>
                      </a:ext>
                    </a:extLst>
                  </p14:cNvPr>
                  <p14:cNvContentPartPr/>
                  <p14:nvPr/>
                </p14:nvContentPartPr>
                <p14:xfrm>
                  <a:off x="3248379" y="3425047"/>
                  <a:ext cx="118080" cy="127800"/>
                </p14:xfrm>
              </p:contentPart>
            </mc:Choice>
            <mc:Fallback xmlns="">
              <p:pic>
                <p:nvPicPr>
                  <p:cNvPr id="431" name="Ink 430">
                    <a:extLst>
                      <a:ext uri="{FF2B5EF4-FFF2-40B4-BE49-F238E27FC236}">
                        <a16:creationId xmlns:a16="http://schemas.microsoft.com/office/drawing/2014/main" id="{AA42C19E-C57A-06EC-278D-A9A65692BF34}"/>
                      </a:ext>
                    </a:extLst>
                  </p:cNvPr>
                  <p:cNvPicPr/>
                  <p:nvPr/>
                </p:nvPicPr>
                <p:blipFill>
                  <a:blip r:embed="rId462"/>
                  <a:stretch>
                    <a:fillRect/>
                  </a:stretch>
                </p:blipFill>
                <p:spPr>
                  <a:xfrm>
                    <a:off x="3237155" y="3410524"/>
                    <a:ext cx="140080" cy="156265"/>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432" name="Ink 431">
                    <a:extLst>
                      <a:ext uri="{FF2B5EF4-FFF2-40B4-BE49-F238E27FC236}">
                        <a16:creationId xmlns:a16="http://schemas.microsoft.com/office/drawing/2014/main" id="{5E1133F4-62EE-BD0B-AD7D-C827298B1212}"/>
                      </a:ext>
                    </a:extLst>
                  </p14:cNvPr>
                  <p14:cNvContentPartPr/>
                  <p14:nvPr/>
                </p14:nvContentPartPr>
                <p14:xfrm>
                  <a:off x="3407499" y="3360607"/>
                  <a:ext cx="154080" cy="403560"/>
                </p14:xfrm>
              </p:contentPart>
            </mc:Choice>
            <mc:Fallback xmlns="">
              <p:pic>
                <p:nvPicPr>
                  <p:cNvPr id="432" name="Ink 431">
                    <a:extLst>
                      <a:ext uri="{FF2B5EF4-FFF2-40B4-BE49-F238E27FC236}">
                        <a16:creationId xmlns:a16="http://schemas.microsoft.com/office/drawing/2014/main" id="{5E1133F4-62EE-BD0B-AD7D-C827298B1212}"/>
                      </a:ext>
                    </a:extLst>
                  </p:cNvPr>
                  <p:cNvPicPr/>
                  <p:nvPr/>
                </p:nvPicPr>
                <p:blipFill>
                  <a:blip r:embed="rId464"/>
                  <a:stretch>
                    <a:fillRect/>
                  </a:stretch>
                </p:blipFill>
                <p:spPr>
                  <a:xfrm>
                    <a:off x="3396269" y="3346049"/>
                    <a:ext cx="176091" cy="432095"/>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433" name="Ink 432">
                    <a:extLst>
                      <a:ext uri="{FF2B5EF4-FFF2-40B4-BE49-F238E27FC236}">
                        <a16:creationId xmlns:a16="http://schemas.microsoft.com/office/drawing/2014/main" id="{F29C6656-EE25-F401-099B-723C1D14E224}"/>
                      </a:ext>
                    </a:extLst>
                  </p14:cNvPr>
                  <p14:cNvContentPartPr/>
                  <p14:nvPr/>
                </p14:nvContentPartPr>
                <p14:xfrm>
                  <a:off x="3543219" y="3315607"/>
                  <a:ext cx="142200" cy="160560"/>
                </p14:xfrm>
              </p:contentPart>
            </mc:Choice>
            <mc:Fallback xmlns="">
              <p:pic>
                <p:nvPicPr>
                  <p:cNvPr id="433" name="Ink 432">
                    <a:extLst>
                      <a:ext uri="{FF2B5EF4-FFF2-40B4-BE49-F238E27FC236}">
                        <a16:creationId xmlns:a16="http://schemas.microsoft.com/office/drawing/2014/main" id="{F29C6656-EE25-F401-099B-723C1D14E224}"/>
                      </a:ext>
                    </a:extLst>
                  </p:cNvPr>
                  <p:cNvPicPr/>
                  <p:nvPr/>
                </p:nvPicPr>
                <p:blipFill>
                  <a:blip r:embed="rId466"/>
                  <a:stretch>
                    <a:fillRect/>
                  </a:stretch>
                </p:blipFill>
                <p:spPr>
                  <a:xfrm>
                    <a:off x="3532419" y="3301064"/>
                    <a:ext cx="164250" cy="189065"/>
                  </a:xfrm>
                  <a:prstGeom prst="rect">
                    <a:avLst/>
                  </a:prstGeom>
                </p:spPr>
              </p:pic>
            </mc:Fallback>
          </mc:AlternateContent>
        </p:grpSp>
        <p:grpSp>
          <p:nvGrpSpPr>
            <p:cNvPr id="451" name="Group 450">
              <a:extLst>
                <a:ext uri="{FF2B5EF4-FFF2-40B4-BE49-F238E27FC236}">
                  <a16:creationId xmlns:a16="http://schemas.microsoft.com/office/drawing/2014/main" id="{DAF23288-D83E-A18B-C82D-97A30121B799}"/>
                </a:ext>
              </a:extLst>
            </p:cNvPr>
            <p:cNvGrpSpPr/>
            <p:nvPr/>
          </p:nvGrpSpPr>
          <p:grpSpPr>
            <a:xfrm>
              <a:off x="4896743" y="3935071"/>
              <a:ext cx="1202040" cy="585360"/>
              <a:chOff x="4896743" y="3935071"/>
              <a:chExt cx="1202040" cy="585360"/>
            </a:xfrm>
          </p:grpSpPr>
          <mc:AlternateContent xmlns:mc="http://schemas.openxmlformats.org/markup-compatibility/2006" xmlns:p14="http://schemas.microsoft.com/office/powerpoint/2010/main">
            <mc:Choice Requires="p14">
              <p:contentPart p14:bwMode="auto" r:id="rId467">
                <p14:nvContentPartPr>
                  <p14:cNvPr id="443" name="Ink 442">
                    <a:extLst>
                      <a:ext uri="{FF2B5EF4-FFF2-40B4-BE49-F238E27FC236}">
                        <a16:creationId xmlns:a16="http://schemas.microsoft.com/office/drawing/2014/main" id="{F1F8D179-01E9-2BEB-F45C-A598D98B8FDC}"/>
                      </a:ext>
                    </a:extLst>
                  </p14:cNvPr>
                  <p14:cNvContentPartPr/>
                  <p14:nvPr/>
                </p14:nvContentPartPr>
                <p14:xfrm>
                  <a:off x="4896743" y="4192831"/>
                  <a:ext cx="234720" cy="327600"/>
                </p14:xfrm>
              </p:contentPart>
            </mc:Choice>
            <mc:Fallback xmlns="">
              <p:pic>
                <p:nvPicPr>
                  <p:cNvPr id="443" name="Ink 442">
                    <a:extLst>
                      <a:ext uri="{FF2B5EF4-FFF2-40B4-BE49-F238E27FC236}">
                        <a16:creationId xmlns:a16="http://schemas.microsoft.com/office/drawing/2014/main" id="{F1F8D179-01E9-2BEB-F45C-A598D98B8FDC}"/>
                      </a:ext>
                    </a:extLst>
                  </p:cNvPr>
                  <p:cNvPicPr/>
                  <p:nvPr/>
                </p:nvPicPr>
                <p:blipFill>
                  <a:blip r:embed="rId468"/>
                  <a:stretch>
                    <a:fillRect/>
                  </a:stretch>
                </p:blipFill>
                <p:spPr>
                  <a:xfrm>
                    <a:off x="4885951" y="4178284"/>
                    <a:ext cx="256753" cy="356112"/>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444" name="Ink 443">
                    <a:extLst>
                      <a:ext uri="{FF2B5EF4-FFF2-40B4-BE49-F238E27FC236}">
                        <a16:creationId xmlns:a16="http://schemas.microsoft.com/office/drawing/2014/main" id="{D1B49887-8AE5-1EA0-7099-BD97C3C3FCA2}"/>
                      </a:ext>
                    </a:extLst>
                  </p14:cNvPr>
                  <p14:cNvContentPartPr/>
                  <p14:nvPr/>
                </p14:nvContentPartPr>
                <p14:xfrm>
                  <a:off x="4974143" y="4335391"/>
                  <a:ext cx="147960" cy="159480"/>
                </p14:xfrm>
              </p:contentPart>
            </mc:Choice>
            <mc:Fallback xmlns="">
              <p:pic>
                <p:nvPicPr>
                  <p:cNvPr id="444" name="Ink 443">
                    <a:extLst>
                      <a:ext uri="{FF2B5EF4-FFF2-40B4-BE49-F238E27FC236}">
                        <a16:creationId xmlns:a16="http://schemas.microsoft.com/office/drawing/2014/main" id="{D1B49887-8AE5-1EA0-7099-BD97C3C3FCA2}"/>
                      </a:ext>
                    </a:extLst>
                  </p:cNvPr>
                  <p:cNvPicPr/>
                  <p:nvPr/>
                </p:nvPicPr>
                <p:blipFill>
                  <a:blip r:embed="rId470"/>
                  <a:stretch>
                    <a:fillRect/>
                  </a:stretch>
                </p:blipFill>
                <p:spPr>
                  <a:xfrm>
                    <a:off x="4962900" y="4320840"/>
                    <a:ext cx="169997" cy="18800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446" name="Ink 445">
                    <a:extLst>
                      <a:ext uri="{FF2B5EF4-FFF2-40B4-BE49-F238E27FC236}">
                        <a16:creationId xmlns:a16="http://schemas.microsoft.com/office/drawing/2014/main" id="{1314381B-BF9A-3967-F35B-A5A9FDC533F7}"/>
                      </a:ext>
                    </a:extLst>
                  </p14:cNvPr>
                  <p14:cNvContentPartPr/>
                  <p14:nvPr/>
                </p14:nvContentPartPr>
                <p14:xfrm>
                  <a:off x="5196983" y="4228111"/>
                  <a:ext cx="160200" cy="201600"/>
                </p14:xfrm>
              </p:contentPart>
            </mc:Choice>
            <mc:Fallback xmlns="">
              <p:pic>
                <p:nvPicPr>
                  <p:cNvPr id="446" name="Ink 445">
                    <a:extLst>
                      <a:ext uri="{FF2B5EF4-FFF2-40B4-BE49-F238E27FC236}">
                        <a16:creationId xmlns:a16="http://schemas.microsoft.com/office/drawing/2014/main" id="{1314381B-BF9A-3967-F35B-A5A9FDC533F7}"/>
                      </a:ext>
                    </a:extLst>
                  </p:cNvPr>
                  <p:cNvPicPr/>
                  <p:nvPr/>
                </p:nvPicPr>
                <p:blipFill>
                  <a:blip r:embed="rId472"/>
                  <a:stretch>
                    <a:fillRect/>
                  </a:stretch>
                </p:blipFill>
                <p:spPr>
                  <a:xfrm>
                    <a:off x="5185765" y="4213545"/>
                    <a:ext cx="182188" cy="230150"/>
                  </a:xfrm>
                  <a:prstGeom prst="rect">
                    <a:avLst/>
                  </a:prstGeom>
                </p:spPr>
              </p:pic>
            </mc:Fallback>
          </mc:AlternateContent>
          <mc:AlternateContent xmlns:mc="http://schemas.openxmlformats.org/markup-compatibility/2006" xmlns:p14="http://schemas.microsoft.com/office/powerpoint/2010/main">
            <mc:Choice Requires="p14">
              <p:contentPart p14:bwMode="auto" r:id="rId473">
                <p14:nvContentPartPr>
                  <p14:cNvPr id="447" name="Ink 446">
                    <a:extLst>
                      <a:ext uri="{FF2B5EF4-FFF2-40B4-BE49-F238E27FC236}">
                        <a16:creationId xmlns:a16="http://schemas.microsoft.com/office/drawing/2014/main" id="{BBEBCCB9-242A-DC36-A888-AC3BAB50512B}"/>
                      </a:ext>
                    </a:extLst>
                  </p14:cNvPr>
                  <p14:cNvContentPartPr/>
                  <p14:nvPr/>
                </p14:nvContentPartPr>
                <p14:xfrm>
                  <a:off x="5440703" y="4164391"/>
                  <a:ext cx="205200" cy="194040"/>
                </p14:xfrm>
              </p:contentPart>
            </mc:Choice>
            <mc:Fallback xmlns="">
              <p:pic>
                <p:nvPicPr>
                  <p:cNvPr id="447" name="Ink 446">
                    <a:extLst>
                      <a:ext uri="{FF2B5EF4-FFF2-40B4-BE49-F238E27FC236}">
                        <a16:creationId xmlns:a16="http://schemas.microsoft.com/office/drawing/2014/main" id="{BBEBCCB9-242A-DC36-A888-AC3BAB50512B}"/>
                      </a:ext>
                    </a:extLst>
                  </p:cNvPr>
                  <p:cNvPicPr/>
                  <p:nvPr/>
                </p:nvPicPr>
                <p:blipFill>
                  <a:blip r:embed="rId474"/>
                  <a:stretch>
                    <a:fillRect/>
                  </a:stretch>
                </p:blipFill>
                <p:spPr>
                  <a:xfrm>
                    <a:off x="5429478" y="4149867"/>
                    <a:ext cx="227202" cy="222507"/>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448" name="Ink 447">
                    <a:extLst>
                      <a:ext uri="{FF2B5EF4-FFF2-40B4-BE49-F238E27FC236}">
                        <a16:creationId xmlns:a16="http://schemas.microsoft.com/office/drawing/2014/main" id="{AFECE687-5F5E-9CF6-9F3D-765882337251}"/>
                      </a:ext>
                    </a:extLst>
                  </p14:cNvPr>
                  <p14:cNvContentPartPr/>
                  <p14:nvPr/>
                </p14:nvContentPartPr>
                <p14:xfrm>
                  <a:off x="5731583" y="4075111"/>
                  <a:ext cx="144000" cy="210960"/>
                </p14:xfrm>
              </p:contentPart>
            </mc:Choice>
            <mc:Fallback xmlns="">
              <p:pic>
                <p:nvPicPr>
                  <p:cNvPr id="448" name="Ink 447">
                    <a:extLst>
                      <a:ext uri="{FF2B5EF4-FFF2-40B4-BE49-F238E27FC236}">
                        <a16:creationId xmlns:a16="http://schemas.microsoft.com/office/drawing/2014/main" id="{AFECE687-5F5E-9CF6-9F3D-765882337251}"/>
                      </a:ext>
                    </a:extLst>
                  </p:cNvPr>
                  <p:cNvPicPr/>
                  <p:nvPr/>
                </p:nvPicPr>
                <p:blipFill>
                  <a:blip r:embed="rId476"/>
                  <a:stretch>
                    <a:fillRect/>
                  </a:stretch>
                </p:blipFill>
                <p:spPr>
                  <a:xfrm>
                    <a:off x="5720368" y="4060542"/>
                    <a:ext cx="165981" cy="239515"/>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449" name="Ink 448">
                    <a:extLst>
                      <a:ext uri="{FF2B5EF4-FFF2-40B4-BE49-F238E27FC236}">
                        <a16:creationId xmlns:a16="http://schemas.microsoft.com/office/drawing/2014/main" id="{EF715699-A358-7866-195A-E05C80D4B80A}"/>
                      </a:ext>
                    </a:extLst>
                  </p14:cNvPr>
                  <p14:cNvContentPartPr/>
                  <p14:nvPr/>
                </p14:nvContentPartPr>
                <p14:xfrm>
                  <a:off x="5973863" y="3935071"/>
                  <a:ext cx="124920" cy="299880"/>
                </p14:xfrm>
              </p:contentPart>
            </mc:Choice>
            <mc:Fallback xmlns="">
              <p:pic>
                <p:nvPicPr>
                  <p:cNvPr id="449" name="Ink 448">
                    <a:extLst>
                      <a:ext uri="{FF2B5EF4-FFF2-40B4-BE49-F238E27FC236}">
                        <a16:creationId xmlns:a16="http://schemas.microsoft.com/office/drawing/2014/main" id="{EF715699-A358-7866-195A-E05C80D4B80A}"/>
                      </a:ext>
                    </a:extLst>
                  </p:cNvPr>
                  <p:cNvPicPr/>
                  <p:nvPr/>
                </p:nvPicPr>
                <p:blipFill>
                  <a:blip r:embed="rId478"/>
                  <a:stretch>
                    <a:fillRect/>
                  </a:stretch>
                </p:blipFill>
                <p:spPr>
                  <a:xfrm>
                    <a:off x="5962669" y="3920514"/>
                    <a:ext cx="146859" cy="328412"/>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450" name="Ink 449">
                    <a:extLst>
                      <a:ext uri="{FF2B5EF4-FFF2-40B4-BE49-F238E27FC236}">
                        <a16:creationId xmlns:a16="http://schemas.microsoft.com/office/drawing/2014/main" id="{7437F398-5746-4BDC-C020-1F7002B42E98}"/>
                      </a:ext>
                    </a:extLst>
                  </p14:cNvPr>
                  <p14:cNvContentPartPr/>
                  <p14:nvPr/>
                </p14:nvContentPartPr>
                <p14:xfrm>
                  <a:off x="5879903" y="4043791"/>
                  <a:ext cx="192600" cy="72000"/>
                </p14:xfrm>
              </p:contentPart>
            </mc:Choice>
            <mc:Fallback xmlns="">
              <p:pic>
                <p:nvPicPr>
                  <p:cNvPr id="450" name="Ink 449">
                    <a:extLst>
                      <a:ext uri="{FF2B5EF4-FFF2-40B4-BE49-F238E27FC236}">
                        <a16:creationId xmlns:a16="http://schemas.microsoft.com/office/drawing/2014/main" id="{7437F398-5746-4BDC-C020-1F7002B42E98}"/>
                      </a:ext>
                    </a:extLst>
                  </p:cNvPr>
                  <p:cNvPicPr/>
                  <p:nvPr/>
                </p:nvPicPr>
                <p:blipFill>
                  <a:blip r:embed="rId480"/>
                  <a:stretch>
                    <a:fillRect/>
                  </a:stretch>
                </p:blipFill>
                <p:spPr>
                  <a:xfrm>
                    <a:off x="5869128" y="4029275"/>
                    <a:ext cx="214599" cy="100452"/>
                  </a:xfrm>
                  <a:prstGeom prst="rect">
                    <a:avLst/>
                  </a:prstGeom>
                </p:spPr>
              </p:pic>
            </mc:Fallback>
          </mc:AlternateContent>
        </p:grpSp>
        <p:grpSp>
          <p:nvGrpSpPr>
            <p:cNvPr id="467" name="Group 466">
              <a:extLst>
                <a:ext uri="{FF2B5EF4-FFF2-40B4-BE49-F238E27FC236}">
                  <a16:creationId xmlns:a16="http://schemas.microsoft.com/office/drawing/2014/main" id="{E9BA2CD7-E7A0-95A7-CBDE-627A3301A51E}"/>
                </a:ext>
              </a:extLst>
            </p:cNvPr>
            <p:cNvGrpSpPr/>
            <p:nvPr/>
          </p:nvGrpSpPr>
          <p:grpSpPr>
            <a:xfrm>
              <a:off x="3795579" y="3102487"/>
              <a:ext cx="1816612" cy="722469"/>
              <a:chOff x="3795579" y="3102487"/>
              <a:chExt cx="1816612" cy="722469"/>
            </a:xfrm>
          </p:grpSpPr>
          <mc:AlternateContent xmlns:mc="http://schemas.openxmlformats.org/markup-compatibility/2006" xmlns:p14="http://schemas.microsoft.com/office/powerpoint/2010/main">
            <mc:Choice Requires="p14">
              <p:contentPart p14:bwMode="auto" r:id="rId481">
                <p14:nvContentPartPr>
                  <p14:cNvPr id="435" name="Ink 434">
                    <a:extLst>
                      <a:ext uri="{FF2B5EF4-FFF2-40B4-BE49-F238E27FC236}">
                        <a16:creationId xmlns:a16="http://schemas.microsoft.com/office/drawing/2014/main" id="{34A2CDEF-E509-9067-9ED7-2FDD1B6D9FE1}"/>
                      </a:ext>
                    </a:extLst>
                  </p14:cNvPr>
                  <p14:cNvContentPartPr/>
                  <p14:nvPr/>
                </p14:nvContentPartPr>
                <p14:xfrm>
                  <a:off x="3795579" y="3272047"/>
                  <a:ext cx="96120" cy="189000"/>
                </p14:xfrm>
              </p:contentPart>
            </mc:Choice>
            <mc:Fallback xmlns="">
              <p:pic>
                <p:nvPicPr>
                  <p:cNvPr id="435" name="Ink 434">
                    <a:extLst>
                      <a:ext uri="{FF2B5EF4-FFF2-40B4-BE49-F238E27FC236}">
                        <a16:creationId xmlns:a16="http://schemas.microsoft.com/office/drawing/2014/main" id="{34A2CDEF-E509-9067-9ED7-2FDD1B6D9FE1}"/>
                      </a:ext>
                    </a:extLst>
                  </p:cNvPr>
                  <p:cNvPicPr/>
                  <p:nvPr/>
                </p:nvPicPr>
                <p:blipFill>
                  <a:blip r:embed="rId482"/>
                  <a:stretch>
                    <a:fillRect/>
                  </a:stretch>
                </p:blipFill>
                <p:spPr>
                  <a:xfrm>
                    <a:off x="3784350" y="3257509"/>
                    <a:ext cx="118129" cy="217495"/>
                  </a:xfrm>
                  <a:prstGeom prst="rect">
                    <a:avLst/>
                  </a:prstGeom>
                </p:spPr>
              </p:pic>
            </mc:Fallback>
          </mc:AlternateContent>
          <mc:AlternateContent xmlns:mc="http://schemas.openxmlformats.org/markup-compatibility/2006" xmlns:p14="http://schemas.microsoft.com/office/powerpoint/2010/main">
            <mc:Choice Requires="p14">
              <p:contentPart p14:bwMode="auto" r:id="rId483">
                <p14:nvContentPartPr>
                  <p14:cNvPr id="436" name="Ink 435">
                    <a:extLst>
                      <a:ext uri="{FF2B5EF4-FFF2-40B4-BE49-F238E27FC236}">
                        <a16:creationId xmlns:a16="http://schemas.microsoft.com/office/drawing/2014/main" id="{68D71824-9FD9-FF1A-5684-D98A6A8EF5CD}"/>
                      </a:ext>
                    </a:extLst>
                  </p14:cNvPr>
                  <p14:cNvContentPartPr/>
                  <p14:nvPr/>
                </p14:nvContentPartPr>
                <p14:xfrm>
                  <a:off x="3919059" y="3258367"/>
                  <a:ext cx="83160" cy="143640"/>
                </p14:xfrm>
              </p:contentPart>
            </mc:Choice>
            <mc:Fallback xmlns="">
              <p:pic>
                <p:nvPicPr>
                  <p:cNvPr id="436" name="Ink 435">
                    <a:extLst>
                      <a:ext uri="{FF2B5EF4-FFF2-40B4-BE49-F238E27FC236}">
                        <a16:creationId xmlns:a16="http://schemas.microsoft.com/office/drawing/2014/main" id="{68D71824-9FD9-FF1A-5684-D98A6A8EF5CD}"/>
                      </a:ext>
                    </a:extLst>
                  </p:cNvPr>
                  <p:cNvPicPr/>
                  <p:nvPr/>
                </p:nvPicPr>
                <p:blipFill>
                  <a:blip r:embed="rId484"/>
                  <a:stretch>
                    <a:fillRect/>
                  </a:stretch>
                </p:blipFill>
                <p:spPr>
                  <a:xfrm>
                    <a:off x="3907882" y="3243829"/>
                    <a:ext cx="105068" cy="172135"/>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437" name="Ink 436">
                    <a:extLst>
                      <a:ext uri="{FF2B5EF4-FFF2-40B4-BE49-F238E27FC236}">
                        <a16:creationId xmlns:a16="http://schemas.microsoft.com/office/drawing/2014/main" id="{E22A55C7-B8F8-A520-0BDD-C69CD27A7C29}"/>
                      </a:ext>
                    </a:extLst>
                  </p14:cNvPr>
                  <p14:cNvContentPartPr/>
                  <p14:nvPr/>
                </p14:nvContentPartPr>
                <p14:xfrm>
                  <a:off x="4017339" y="3234247"/>
                  <a:ext cx="96120" cy="146520"/>
                </p14:xfrm>
              </p:contentPart>
            </mc:Choice>
            <mc:Fallback xmlns="">
              <p:pic>
                <p:nvPicPr>
                  <p:cNvPr id="437" name="Ink 436">
                    <a:extLst>
                      <a:ext uri="{FF2B5EF4-FFF2-40B4-BE49-F238E27FC236}">
                        <a16:creationId xmlns:a16="http://schemas.microsoft.com/office/drawing/2014/main" id="{E22A55C7-B8F8-A520-0BDD-C69CD27A7C29}"/>
                      </a:ext>
                    </a:extLst>
                  </p:cNvPr>
                  <p:cNvPicPr/>
                  <p:nvPr/>
                </p:nvPicPr>
                <p:blipFill>
                  <a:blip r:embed="rId486"/>
                  <a:stretch>
                    <a:fillRect/>
                  </a:stretch>
                </p:blipFill>
                <p:spPr>
                  <a:xfrm>
                    <a:off x="4006559" y="3219711"/>
                    <a:ext cx="118129" cy="175010"/>
                  </a:xfrm>
                  <a:prstGeom prst="rect">
                    <a:avLst/>
                  </a:prstGeom>
                </p:spPr>
              </p:pic>
            </mc:Fallback>
          </mc:AlternateContent>
          <mc:AlternateContent xmlns:mc="http://schemas.openxmlformats.org/markup-compatibility/2006" xmlns:p14="http://schemas.microsoft.com/office/powerpoint/2010/main">
            <mc:Choice Requires="p14">
              <p:contentPart p14:bwMode="auto" r:id="rId487">
                <p14:nvContentPartPr>
                  <p14:cNvPr id="439" name="Ink 438">
                    <a:extLst>
                      <a:ext uri="{FF2B5EF4-FFF2-40B4-BE49-F238E27FC236}">
                        <a16:creationId xmlns:a16="http://schemas.microsoft.com/office/drawing/2014/main" id="{07EF5051-2784-A0D5-7D17-D552E8809A71}"/>
                      </a:ext>
                    </a:extLst>
                  </p14:cNvPr>
                  <p14:cNvContentPartPr/>
                  <p14:nvPr/>
                </p14:nvContentPartPr>
                <p14:xfrm>
                  <a:off x="4115979" y="3176647"/>
                  <a:ext cx="81000" cy="186480"/>
                </p14:xfrm>
              </p:contentPart>
            </mc:Choice>
            <mc:Fallback xmlns="">
              <p:pic>
                <p:nvPicPr>
                  <p:cNvPr id="439" name="Ink 438">
                    <a:extLst>
                      <a:ext uri="{FF2B5EF4-FFF2-40B4-BE49-F238E27FC236}">
                        <a16:creationId xmlns:a16="http://schemas.microsoft.com/office/drawing/2014/main" id="{07EF5051-2784-A0D5-7D17-D552E8809A71}"/>
                      </a:ext>
                    </a:extLst>
                  </p:cNvPr>
                  <p:cNvPicPr/>
                  <p:nvPr/>
                </p:nvPicPr>
                <p:blipFill>
                  <a:blip r:embed="rId488"/>
                  <a:stretch>
                    <a:fillRect/>
                  </a:stretch>
                </p:blipFill>
                <p:spPr>
                  <a:xfrm>
                    <a:off x="4104729" y="3162078"/>
                    <a:ext cx="103050" cy="215035"/>
                  </a:xfrm>
                  <a:prstGeom prst="rect">
                    <a:avLst/>
                  </a:prstGeom>
                </p:spPr>
              </p:pic>
            </mc:Fallback>
          </mc:AlternateContent>
          <mc:AlternateContent xmlns:mc="http://schemas.openxmlformats.org/markup-compatibility/2006" xmlns:p14="http://schemas.microsoft.com/office/powerpoint/2010/main">
            <mc:Choice Requires="p14">
              <p:contentPart p14:bwMode="auto" r:id="rId489">
                <p14:nvContentPartPr>
                  <p14:cNvPr id="440" name="Ink 439">
                    <a:extLst>
                      <a:ext uri="{FF2B5EF4-FFF2-40B4-BE49-F238E27FC236}">
                        <a16:creationId xmlns:a16="http://schemas.microsoft.com/office/drawing/2014/main" id="{A3E5BA46-AED1-DB44-81CD-A5ED63F607C8}"/>
                      </a:ext>
                    </a:extLst>
                  </p14:cNvPr>
                  <p14:cNvContentPartPr/>
                  <p14:nvPr/>
                </p14:nvContentPartPr>
                <p14:xfrm>
                  <a:off x="4238739" y="3131647"/>
                  <a:ext cx="97560" cy="173880"/>
                </p14:xfrm>
              </p:contentPart>
            </mc:Choice>
            <mc:Fallback xmlns="">
              <p:pic>
                <p:nvPicPr>
                  <p:cNvPr id="440" name="Ink 439">
                    <a:extLst>
                      <a:ext uri="{FF2B5EF4-FFF2-40B4-BE49-F238E27FC236}">
                        <a16:creationId xmlns:a16="http://schemas.microsoft.com/office/drawing/2014/main" id="{A3E5BA46-AED1-DB44-81CD-A5ED63F607C8}"/>
                      </a:ext>
                    </a:extLst>
                  </p:cNvPr>
                  <p:cNvPicPr/>
                  <p:nvPr/>
                </p:nvPicPr>
                <p:blipFill>
                  <a:blip r:embed="rId490"/>
                  <a:stretch>
                    <a:fillRect/>
                  </a:stretch>
                </p:blipFill>
                <p:spPr>
                  <a:xfrm>
                    <a:off x="4227499" y="3117109"/>
                    <a:ext cx="119590" cy="202375"/>
                  </a:xfrm>
                  <a:prstGeom prst="rect">
                    <a:avLst/>
                  </a:prstGeom>
                </p:spPr>
              </p:pic>
            </mc:Fallback>
          </mc:AlternateContent>
          <mc:AlternateContent xmlns:mc="http://schemas.openxmlformats.org/markup-compatibility/2006" xmlns:p14="http://schemas.microsoft.com/office/powerpoint/2010/main">
            <mc:Choice Requires="p14">
              <p:contentPart p14:bwMode="auto" r:id="rId491">
                <p14:nvContentPartPr>
                  <p14:cNvPr id="441" name="Ink 440">
                    <a:extLst>
                      <a:ext uri="{FF2B5EF4-FFF2-40B4-BE49-F238E27FC236}">
                        <a16:creationId xmlns:a16="http://schemas.microsoft.com/office/drawing/2014/main" id="{659B6FFE-FAA2-7F46-30EB-5F9D387FA90A}"/>
                      </a:ext>
                    </a:extLst>
                  </p14:cNvPr>
                  <p14:cNvContentPartPr/>
                  <p14:nvPr/>
                </p14:nvContentPartPr>
                <p14:xfrm>
                  <a:off x="4378419" y="3102487"/>
                  <a:ext cx="104760" cy="173160"/>
                </p14:xfrm>
              </p:contentPart>
            </mc:Choice>
            <mc:Fallback xmlns="">
              <p:pic>
                <p:nvPicPr>
                  <p:cNvPr id="441" name="Ink 440">
                    <a:extLst>
                      <a:ext uri="{FF2B5EF4-FFF2-40B4-BE49-F238E27FC236}">
                        <a16:creationId xmlns:a16="http://schemas.microsoft.com/office/drawing/2014/main" id="{659B6FFE-FAA2-7F46-30EB-5F9D387FA90A}"/>
                      </a:ext>
                    </a:extLst>
                  </p:cNvPr>
                  <p:cNvPicPr/>
                  <p:nvPr/>
                </p:nvPicPr>
                <p:blipFill>
                  <a:blip r:embed="rId492"/>
                  <a:stretch>
                    <a:fillRect/>
                  </a:stretch>
                </p:blipFill>
                <p:spPr>
                  <a:xfrm>
                    <a:off x="4367179" y="3087960"/>
                    <a:ext cx="126791" cy="201633"/>
                  </a:xfrm>
                  <a:prstGeom prst="rect">
                    <a:avLst/>
                  </a:prstGeom>
                </p:spPr>
              </p:pic>
            </mc:Fallback>
          </mc:AlternateContent>
          <mc:AlternateContent xmlns:mc="http://schemas.openxmlformats.org/markup-compatibility/2006" xmlns:p14="http://schemas.microsoft.com/office/powerpoint/2010/main">
            <mc:Choice Requires="p14">
              <p:contentPart p14:bwMode="auto" r:id="rId493">
                <p14:nvContentPartPr>
                  <p14:cNvPr id="452" name="Ink 451">
                    <a:extLst>
                      <a:ext uri="{FF2B5EF4-FFF2-40B4-BE49-F238E27FC236}">
                        <a16:creationId xmlns:a16="http://schemas.microsoft.com/office/drawing/2014/main" id="{99F7DAFA-4948-F2AB-6DCA-4D7C6F602EAF}"/>
                      </a:ext>
                    </a:extLst>
                  </p14:cNvPr>
                  <p14:cNvContentPartPr/>
                  <p14:nvPr/>
                </p14:nvContentPartPr>
                <p14:xfrm>
                  <a:off x="4427791" y="3660796"/>
                  <a:ext cx="109080" cy="164160"/>
                </p14:xfrm>
              </p:contentPart>
            </mc:Choice>
            <mc:Fallback xmlns="">
              <p:pic>
                <p:nvPicPr>
                  <p:cNvPr id="452" name="Ink 451">
                    <a:extLst>
                      <a:ext uri="{FF2B5EF4-FFF2-40B4-BE49-F238E27FC236}">
                        <a16:creationId xmlns:a16="http://schemas.microsoft.com/office/drawing/2014/main" id="{99F7DAFA-4948-F2AB-6DCA-4D7C6F602EAF}"/>
                      </a:ext>
                    </a:extLst>
                  </p:cNvPr>
                  <p:cNvPicPr/>
                  <p:nvPr/>
                </p:nvPicPr>
                <p:blipFill>
                  <a:blip r:embed="rId494"/>
                  <a:stretch>
                    <a:fillRect/>
                  </a:stretch>
                </p:blipFill>
                <p:spPr>
                  <a:xfrm>
                    <a:off x="4416569" y="3646243"/>
                    <a:ext cx="131076" cy="192684"/>
                  </a:xfrm>
                  <a:prstGeom prst="rect">
                    <a:avLst/>
                  </a:prstGeom>
                </p:spPr>
              </p:pic>
            </mc:Fallback>
          </mc:AlternateContent>
          <mc:AlternateContent xmlns:mc="http://schemas.openxmlformats.org/markup-compatibility/2006" xmlns:p14="http://schemas.microsoft.com/office/powerpoint/2010/main">
            <mc:Choice Requires="p14">
              <p:contentPart p14:bwMode="auto" r:id="rId495">
                <p14:nvContentPartPr>
                  <p14:cNvPr id="453" name="Ink 452">
                    <a:extLst>
                      <a:ext uri="{FF2B5EF4-FFF2-40B4-BE49-F238E27FC236}">
                        <a16:creationId xmlns:a16="http://schemas.microsoft.com/office/drawing/2014/main" id="{4770B8FA-5440-D26D-F20C-BA3B08005791}"/>
                      </a:ext>
                    </a:extLst>
                  </p14:cNvPr>
                  <p14:cNvContentPartPr/>
                  <p14:nvPr/>
                </p14:nvContentPartPr>
                <p14:xfrm>
                  <a:off x="4495111" y="3778156"/>
                  <a:ext cx="101520" cy="36720"/>
                </p14:xfrm>
              </p:contentPart>
            </mc:Choice>
            <mc:Fallback xmlns="">
              <p:pic>
                <p:nvPicPr>
                  <p:cNvPr id="453" name="Ink 452">
                    <a:extLst>
                      <a:ext uri="{FF2B5EF4-FFF2-40B4-BE49-F238E27FC236}">
                        <a16:creationId xmlns:a16="http://schemas.microsoft.com/office/drawing/2014/main" id="{4770B8FA-5440-D26D-F20C-BA3B08005791}"/>
                      </a:ext>
                    </a:extLst>
                  </p:cNvPr>
                  <p:cNvPicPr/>
                  <p:nvPr/>
                </p:nvPicPr>
                <p:blipFill>
                  <a:blip r:embed="rId496"/>
                  <a:stretch>
                    <a:fillRect/>
                  </a:stretch>
                </p:blipFill>
                <p:spPr>
                  <a:xfrm>
                    <a:off x="4484330" y="3763585"/>
                    <a:ext cx="123531" cy="65280"/>
                  </a:xfrm>
                  <a:prstGeom prst="rect">
                    <a:avLst/>
                  </a:prstGeom>
                </p:spPr>
              </p:pic>
            </mc:Fallback>
          </mc:AlternateContent>
          <mc:AlternateContent xmlns:mc="http://schemas.openxmlformats.org/markup-compatibility/2006" xmlns:p14="http://schemas.microsoft.com/office/powerpoint/2010/main">
            <mc:Choice Requires="p14">
              <p:contentPart p14:bwMode="auto" r:id="rId497">
                <p14:nvContentPartPr>
                  <p14:cNvPr id="454" name="Ink 453">
                    <a:extLst>
                      <a:ext uri="{FF2B5EF4-FFF2-40B4-BE49-F238E27FC236}">
                        <a16:creationId xmlns:a16="http://schemas.microsoft.com/office/drawing/2014/main" id="{723C5FA7-A998-3431-1FD3-C145F907605A}"/>
                      </a:ext>
                    </a:extLst>
                  </p14:cNvPr>
                  <p14:cNvContentPartPr/>
                  <p14:nvPr/>
                </p14:nvContentPartPr>
                <p14:xfrm>
                  <a:off x="4476391" y="3729196"/>
                  <a:ext cx="88200" cy="37440"/>
                </p14:xfrm>
              </p:contentPart>
            </mc:Choice>
            <mc:Fallback xmlns="">
              <p:pic>
                <p:nvPicPr>
                  <p:cNvPr id="454" name="Ink 453">
                    <a:extLst>
                      <a:ext uri="{FF2B5EF4-FFF2-40B4-BE49-F238E27FC236}">
                        <a16:creationId xmlns:a16="http://schemas.microsoft.com/office/drawing/2014/main" id="{723C5FA7-A998-3431-1FD3-C145F907605A}"/>
                      </a:ext>
                    </a:extLst>
                  </p:cNvPr>
                  <p:cNvPicPr/>
                  <p:nvPr/>
                </p:nvPicPr>
                <p:blipFill>
                  <a:blip r:embed="rId498"/>
                  <a:stretch>
                    <a:fillRect/>
                  </a:stretch>
                </p:blipFill>
                <p:spPr>
                  <a:xfrm>
                    <a:off x="4465591" y="3714571"/>
                    <a:ext cx="110250" cy="66105"/>
                  </a:xfrm>
                  <a:prstGeom prst="rect">
                    <a:avLst/>
                  </a:prstGeom>
                </p:spPr>
              </p:pic>
            </mc:Fallback>
          </mc:AlternateContent>
          <mc:AlternateContent xmlns:mc="http://schemas.openxmlformats.org/markup-compatibility/2006" xmlns:p14="http://schemas.microsoft.com/office/powerpoint/2010/main">
            <mc:Choice Requires="p14">
              <p:contentPart p14:bwMode="auto" r:id="rId499">
                <p14:nvContentPartPr>
                  <p14:cNvPr id="455" name="Ink 454">
                    <a:extLst>
                      <a:ext uri="{FF2B5EF4-FFF2-40B4-BE49-F238E27FC236}">
                        <a16:creationId xmlns:a16="http://schemas.microsoft.com/office/drawing/2014/main" id="{44EB8035-E74E-A805-FD93-3FA546B32F55}"/>
                      </a:ext>
                    </a:extLst>
                  </p14:cNvPr>
                  <p14:cNvContentPartPr/>
                  <p14:nvPr/>
                </p14:nvContentPartPr>
                <p14:xfrm>
                  <a:off x="4606711" y="3610036"/>
                  <a:ext cx="30960" cy="176760"/>
                </p14:xfrm>
              </p:contentPart>
            </mc:Choice>
            <mc:Fallback xmlns="">
              <p:pic>
                <p:nvPicPr>
                  <p:cNvPr id="455" name="Ink 454">
                    <a:extLst>
                      <a:ext uri="{FF2B5EF4-FFF2-40B4-BE49-F238E27FC236}">
                        <a16:creationId xmlns:a16="http://schemas.microsoft.com/office/drawing/2014/main" id="{44EB8035-E74E-A805-FD93-3FA546B32F55}"/>
                      </a:ext>
                    </a:extLst>
                  </p:cNvPr>
                  <p:cNvPicPr/>
                  <p:nvPr/>
                </p:nvPicPr>
                <p:blipFill>
                  <a:blip r:embed="rId500"/>
                  <a:stretch>
                    <a:fillRect/>
                  </a:stretch>
                </p:blipFill>
                <p:spPr>
                  <a:xfrm>
                    <a:off x="4595942" y="3595500"/>
                    <a:ext cx="52946" cy="205251"/>
                  </a:xfrm>
                  <a:prstGeom prst="rect">
                    <a:avLst/>
                  </a:prstGeom>
                </p:spPr>
              </p:pic>
            </mc:Fallback>
          </mc:AlternateContent>
          <mc:AlternateContent xmlns:mc="http://schemas.openxmlformats.org/markup-compatibility/2006" xmlns:p14="http://schemas.microsoft.com/office/powerpoint/2010/main">
            <mc:Choice Requires="p14">
              <p:contentPart p14:bwMode="auto" r:id="rId501">
                <p14:nvContentPartPr>
                  <p14:cNvPr id="456" name="Ink 455">
                    <a:extLst>
                      <a:ext uri="{FF2B5EF4-FFF2-40B4-BE49-F238E27FC236}">
                        <a16:creationId xmlns:a16="http://schemas.microsoft.com/office/drawing/2014/main" id="{DBF94001-0CD6-93D4-DD29-C2F35D393029}"/>
                      </a:ext>
                    </a:extLst>
                  </p14:cNvPr>
                  <p14:cNvContentPartPr/>
                  <p14:nvPr/>
                </p14:nvContentPartPr>
                <p14:xfrm>
                  <a:off x="4663591" y="3640636"/>
                  <a:ext cx="94680" cy="124200"/>
                </p14:xfrm>
              </p:contentPart>
            </mc:Choice>
            <mc:Fallback xmlns="">
              <p:pic>
                <p:nvPicPr>
                  <p:cNvPr id="456" name="Ink 455">
                    <a:extLst>
                      <a:ext uri="{FF2B5EF4-FFF2-40B4-BE49-F238E27FC236}">
                        <a16:creationId xmlns:a16="http://schemas.microsoft.com/office/drawing/2014/main" id="{DBF94001-0CD6-93D4-DD29-C2F35D393029}"/>
                      </a:ext>
                    </a:extLst>
                  </p:cNvPr>
                  <p:cNvPicPr/>
                  <p:nvPr/>
                </p:nvPicPr>
                <p:blipFill>
                  <a:blip r:embed="rId502"/>
                  <a:stretch>
                    <a:fillRect/>
                  </a:stretch>
                </p:blipFill>
                <p:spPr>
                  <a:xfrm>
                    <a:off x="4652373" y="3626059"/>
                    <a:ext cx="116667" cy="152772"/>
                  </a:xfrm>
                  <a:prstGeom prst="rect">
                    <a:avLst/>
                  </a:prstGeom>
                </p:spPr>
              </p:pic>
            </mc:Fallback>
          </mc:AlternateContent>
          <mc:AlternateContent xmlns:mc="http://schemas.openxmlformats.org/markup-compatibility/2006" xmlns:p14="http://schemas.microsoft.com/office/powerpoint/2010/main">
            <mc:Choice Requires="p14">
              <p:contentPart p14:bwMode="auto" r:id="rId503">
                <p14:nvContentPartPr>
                  <p14:cNvPr id="457" name="Ink 456">
                    <a:extLst>
                      <a:ext uri="{FF2B5EF4-FFF2-40B4-BE49-F238E27FC236}">
                        <a16:creationId xmlns:a16="http://schemas.microsoft.com/office/drawing/2014/main" id="{165BA7A7-D491-89F6-87F2-5C59EF71DC8A}"/>
                      </a:ext>
                    </a:extLst>
                  </p14:cNvPr>
                  <p14:cNvContentPartPr/>
                  <p14:nvPr/>
                </p14:nvContentPartPr>
                <p14:xfrm>
                  <a:off x="4793551" y="3604996"/>
                  <a:ext cx="104760" cy="103320"/>
                </p14:xfrm>
              </p:contentPart>
            </mc:Choice>
            <mc:Fallback xmlns="">
              <p:pic>
                <p:nvPicPr>
                  <p:cNvPr id="457" name="Ink 456">
                    <a:extLst>
                      <a:ext uri="{FF2B5EF4-FFF2-40B4-BE49-F238E27FC236}">
                        <a16:creationId xmlns:a16="http://schemas.microsoft.com/office/drawing/2014/main" id="{165BA7A7-D491-89F6-87F2-5C59EF71DC8A}"/>
                      </a:ext>
                    </a:extLst>
                  </p:cNvPr>
                  <p:cNvPicPr/>
                  <p:nvPr/>
                </p:nvPicPr>
                <p:blipFill>
                  <a:blip r:embed="rId504"/>
                  <a:stretch>
                    <a:fillRect/>
                  </a:stretch>
                </p:blipFill>
                <p:spPr>
                  <a:xfrm>
                    <a:off x="4782806" y="3590485"/>
                    <a:ext cx="126697" cy="131762"/>
                  </a:xfrm>
                  <a:prstGeom prst="rect">
                    <a:avLst/>
                  </a:prstGeom>
                </p:spPr>
              </p:pic>
            </mc:Fallback>
          </mc:AlternateContent>
          <mc:AlternateContent xmlns:mc="http://schemas.openxmlformats.org/markup-compatibility/2006" xmlns:p14="http://schemas.microsoft.com/office/powerpoint/2010/main">
            <mc:Choice Requires="p14">
              <p:contentPart p14:bwMode="auto" r:id="rId505">
                <p14:nvContentPartPr>
                  <p14:cNvPr id="458" name="Ink 457">
                    <a:extLst>
                      <a:ext uri="{FF2B5EF4-FFF2-40B4-BE49-F238E27FC236}">
                        <a16:creationId xmlns:a16="http://schemas.microsoft.com/office/drawing/2014/main" id="{BC057247-A8DF-F973-055F-408585A05BE4}"/>
                      </a:ext>
                    </a:extLst>
                  </p14:cNvPr>
                  <p14:cNvContentPartPr/>
                  <p14:nvPr/>
                </p14:nvContentPartPr>
                <p14:xfrm>
                  <a:off x="4922071" y="3543796"/>
                  <a:ext cx="63360" cy="138240"/>
                </p14:xfrm>
              </p:contentPart>
            </mc:Choice>
            <mc:Fallback xmlns="">
              <p:pic>
                <p:nvPicPr>
                  <p:cNvPr id="458" name="Ink 457">
                    <a:extLst>
                      <a:ext uri="{FF2B5EF4-FFF2-40B4-BE49-F238E27FC236}">
                        <a16:creationId xmlns:a16="http://schemas.microsoft.com/office/drawing/2014/main" id="{BC057247-A8DF-F973-055F-408585A05BE4}"/>
                      </a:ext>
                    </a:extLst>
                  </p:cNvPr>
                  <p:cNvPicPr/>
                  <p:nvPr/>
                </p:nvPicPr>
                <p:blipFill>
                  <a:blip r:embed="rId506"/>
                  <a:stretch>
                    <a:fillRect/>
                  </a:stretch>
                </p:blipFill>
                <p:spPr>
                  <a:xfrm>
                    <a:off x="4910837" y="3529797"/>
                    <a:ext cx="85379" cy="166821"/>
                  </a:xfrm>
                  <a:prstGeom prst="rect">
                    <a:avLst/>
                  </a:prstGeom>
                </p:spPr>
              </p:pic>
            </mc:Fallback>
          </mc:AlternateContent>
          <mc:AlternateContent xmlns:mc="http://schemas.openxmlformats.org/markup-compatibility/2006" xmlns:p14="http://schemas.microsoft.com/office/powerpoint/2010/main">
            <mc:Choice Requires="p14">
              <p:contentPart p14:bwMode="auto" r:id="rId507">
                <p14:nvContentPartPr>
                  <p14:cNvPr id="459" name="Ink 458">
                    <a:extLst>
                      <a:ext uri="{FF2B5EF4-FFF2-40B4-BE49-F238E27FC236}">
                        <a16:creationId xmlns:a16="http://schemas.microsoft.com/office/drawing/2014/main" id="{00321C1B-9BE4-D92E-BE76-6D693D1C0062}"/>
                      </a:ext>
                    </a:extLst>
                  </p14:cNvPr>
                  <p14:cNvContentPartPr/>
                  <p14:nvPr/>
                </p14:nvContentPartPr>
                <p14:xfrm>
                  <a:off x="4901911" y="3585916"/>
                  <a:ext cx="83520" cy="29880"/>
                </p14:xfrm>
              </p:contentPart>
            </mc:Choice>
            <mc:Fallback xmlns="">
              <p:pic>
                <p:nvPicPr>
                  <p:cNvPr id="459" name="Ink 458">
                    <a:extLst>
                      <a:ext uri="{FF2B5EF4-FFF2-40B4-BE49-F238E27FC236}">
                        <a16:creationId xmlns:a16="http://schemas.microsoft.com/office/drawing/2014/main" id="{00321C1B-9BE4-D92E-BE76-6D693D1C0062}"/>
                      </a:ext>
                    </a:extLst>
                  </p:cNvPr>
                  <p:cNvPicPr/>
                  <p:nvPr/>
                </p:nvPicPr>
                <p:blipFill>
                  <a:blip r:embed="rId508"/>
                  <a:stretch>
                    <a:fillRect/>
                  </a:stretch>
                </p:blipFill>
                <p:spPr>
                  <a:xfrm>
                    <a:off x="4890685" y="3572125"/>
                    <a:ext cx="105523" cy="58036"/>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460" name="Ink 459">
                    <a:extLst>
                      <a:ext uri="{FF2B5EF4-FFF2-40B4-BE49-F238E27FC236}">
                        <a16:creationId xmlns:a16="http://schemas.microsoft.com/office/drawing/2014/main" id="{189AD176-4568-CBBE-1430-AD5A66F28E35}"/>
                      </a:ext>
                    </a:extLst>
                  </p14:cNvPr>
                  <p14:cNvContentPartPr/>
                  <p14:nvPr/>
                </p14:nvContentPartPr>
                <p14:xfrm>
                  <a:off x="5030791" y="3520036"/>
                  <a:ext cx="81720" cy="146160"/>
                </p14:xfrm>
              </p:contentPart>
            </mc:Choice>
            <mc:Fallback xmlns="">
              <p:pic>
                <p:nvPicPr>
                  <p:cNvPr id="460" name="Ink 459">
                    <a:extLst>
                      <a:ext uri="{FF2B5EF4-FFF2-40B4-BE49-F238E27FC236}">
                        <a16:creationId xmlns:a16="http://schemas.microsoft.com/office/drawing/2014/main" id="{189AD176-4568-CBBE-1430-AD5A66F28E35}"/>
                      </a:ext>
                    </a:extLst>
                  </p:cNvPr>
                  <p:cNvPicPr/>
                  <p:nvPr/>
                </p:nvPicPr>
                <p:blipFill>
                  <a:blip r:embed="rId510"/>
                  <a:stretch>
                    <a:fillRect/>
                  </a:stretch>
                </p:blipFill>
                <p:spPr>
                  <a:xfrm>
                    <a:off x="5019566" y="3505478"/>
                    <a:ext cx="103722" cy="174693"/>
                  </a:xfrm>
                  <a:prstGeom prst="rect">
                    <a:avLst/>
                  </a:prstGeom>
                </p:spPr>
              </p:pic>
            </mc:Fallback>
          </mc:AlternateContent>
          <mc:AlternateContent xmlns:mc="http://schemas.openxmlformats.org/markup-compatibility/2006" xmlns:p14="http://schemas.microsoft.com/office/powerpoint/2010/main">
            <mc:Choice Requires="p14">
              <p:contentPart p14:bwMode="auto" r:id="rId511">
                <p14:nvContentPartPr>
                  <p14:cNvPr id="461" name="Ink 460">
                    <a:extLst>
                      <a:ext uri="{FF2B5EF4-FFF2-40B4-BE49-F238E27FC236}">
                        <a16:creationId xmlns:a16="http://schemas.microsoft.com/office/drawing/2014/main" id="{D0C1FC4F-7B13-FBBD-504D-5963597AD86F}"/>
                      </a:ext>
                    </a:extLst>
                  </p14:cNvPr>
                  <p14:cNvContentPartPr/>
                  <p14:nvPr/>
                </p14:nvContentPartPr>
                <p14:xfrm>
                  <a:off x="5128351" y="3502756"/>
                  <a:ext cx="76320" cy="120600"/>
                </p14:xfrm>
              </p:contentPart>
            </mc:Choice>
            <mc:Fallback xmlns="">
              <p:pic>
                <p:nvPicPr>
                  <p:cNvPr id="461" name="Ink 460">
                    <a:extLst>
                      <a:ext uri="{FF2B5EF4-FFF2-40B4-BE49-F238E27FC236}">
                        <a16:creationId xmlns:a16="http://schemas.microsoft.com/office/drawing/2014/main" id="{D0C1FC4F-7B13-FBBD-504D-5963597AD86F}"/>
                      </a:ext>
                    </a:extLst>
                  </p:cNvPr>
                  <p:cNvPicPr/>
                  <p:nvPr/>
                </p:nvPicPr>
                <p:blipFill>
                  <a:blip r:embed="rId512"/>
                  <a:stretch>
                    <a:fillRect/>
                  </a:stretch>
                </p:blipFill>
                <p:spPr>
                  <a:xfrm>
                    <a:off x="5117127" y="3488261"/>
                    <a:ext cx="98318" cy="149011"/>
                  </a:xfrm>
                  <a:prstGeom prst="rect">
                    <a:avLst/>
                  </a:prstGeom>
                </p:spPr>
              </p:pic>
            </mc:Fallback>
          </mc:AlternateContent>
          <mc:AlternateContent xmlns:mc="http://schemas.openxmlformats.org/markup-compatibility/2006" xmlns:p14="http://schemas.microsoft.com/office/powerpoint/2010/main">
            <mc:Choice Requires="p14">
              <p:contentPart p14:bwMode="auto" r:id="rId513">
                <p14:nvContentPartPr>
                  <p14:cNvPr id="462" name="Ink 461">
                    <a:extLst>
                      <a:ext uri="{FF2B5EF4-FFF2-40B4-BE49-F238E27FC236}">
                        <a16:creationId xmlns:a16="http://schemas.microsoft.com/office/drawing/2014/main" id="{9946BC33-0144-FCF2-F50F-D7EDE535D9BD}"/>
                      </a:ext>
                    </a:extLst>
                  </p14:cNvPr>
                  <p14:cNvContentPartPr/>
                  <p14:nvPr/>
                </p14:nvContentPartPr>
                <p14:xfrm>
                  <a:off x="5253631" y="3451276"/>
                  <a:ext cx="95040" cy="141840"/>
                </p14:xfrm>
              </p:contentPart>
            </mc:Choice>
            <mc:Fallback xmlns="">
              <p:pic>
                <p:nvPicPr>
                  <p:cNvPr id="462" name="Ink 461">
                    <a:extLst>
                      <a:ext uri="{FF2B5EF4-FFF2-40B4-BE49-F238E27FC236}">
                        <a16:creationId xmlns:a16="http://schemas.microsoft.com/office/drawing/2014/main" id="{9946BC33-0144-FCF2-F50F-D7EDE535D9BD}"/>
                      </a:ext>
                    </a:extLst>
                  </p:cNvPr>
                  <p:cNvPicPr/>
                  <p:nvPr/>
                </p:nvPicPr>
                <p:blipFill>
                  <a:blip r:embed="rId514"/>
                  <a:stretch>
                    <a:fillRect/>
                  </a:stretch>
                </p:blipFill>
                <p:spPr>
                  <a:xfrm>
                    <a:off x="5242370" y="3436743"/>
                    <a:ext cx="117111" cy="170324"/>
                  </a:xfrm>
                  <a:prstGeom prst="rect">
                    <a:avLst/>
                  </a:prstGeom>
                </p:spPr>
              </p:pic>
            </mc:Fallback>
          </mc:AlternateContent>
          <mc:AlternateContent xmlns:mc="http://schemas.openxmlformats.org/markup-compatibility/2006" xmlns:p14="http://schemas.microsoft.com/office/powerpoint/2010/main">
            <mc:Choice Requires="p14">
              <p:contentPart p14:bwMode="auto" r:id="rId515">
                <p14:nvContentPartPr>
                  <p14:cNvPr id="463" name="Ink 462">
                    <a:extLst>
                      <a:ext uri="{FF2B5EF4-FFF2-40B4-BE49-F238E27FC236}">
                        <a16:creationId xmlns:a16="http://schemas.microsoft.com/office/drawing/2014/main" id="{9F586277-2962-B96C-8BDE-600A7113CD87}"/>
                      </a:ext>
                    </a:extLst>
                  </p14:cNvPr>
                  <p14:cNvContentPartPr/>
                  <p14:nvPr/>
                </p14:nvContentPartPr>
                <p14:xfrm>
                  <a:off x="5406271" y="3494836"/>
                  <a:ext cx="19440" cy="28080"/>
                </p14:xfrm>
              </p:contentPart>
            </mc:Choice>
            <mc:Fallback xmlns="">
              <p:pic>
                <p:nvPicPr>
                  <p:cNvPr id="463" name="Ink 462">
                    <a:extLst>
                      <a:ext uri="{FF2B5EF4-FFF2-40B4-BE49-F238E27FC236}">
                        <a16:creationId xmlns:a16="http://schemas.microsoft.com/office/drawing/2014/main" id="{9F586277-2962-B96C-8BDE-600A7113CD87}"/>
                      </a:ext>
                    </a:extLst>
                  </p:cNvPr>
                  <p:cNvPicPr/>
                  <p:nvPr/>
                </p:nvPicPr>
                <p:blipFill>
                  <a:blip r:embed="rId516"/>
                  <a:stretch>
                    <a:fillRect/>
                  </a:stretch>
                </p:blipFill>
                <p:spPr>
                  <a:xfrm>
                    <a:off x="5394969" y="3480509"/>
                    <a:ext cx="41593"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517">
                <p14:nvContentPartPr>
                  <p14:cNvPr id="464" name="Ink 463">
                    <a:extLst>
                      <a:ext uri="{FF2B5EF4-FFF2-40B4-BE49-F238E27FC236}">
                        <a16:creationId xmlns:a16="http://schemas.microsoft.com/office/drawing/2014/main" id="{12510E6A-CF63-47D8-4B52-A6CF4F63D4DE}"/>
                      </a:ext>
                    </a:extLst>
                  </p14:cNvPr>
                  <p14:cNvContentPartPr/>
                  <p14:nvPr/>
                </p14:nvContentPartPr>
                <p14:xfrm>
                  <a:off x="5462071" y="3363436"/>
                  <a:ext cx="54720" cy="164520"/>
                </p14:xfrm>
              </p:contentPart>
            </mc:Choice>
            <mc:Fallback xmlns="">
              <p:pic>
                <p:nvPicPr>
                  <p:cNvPr id="464" name="Ink 463">
                    <a:extLst>
                      <a:ext uri="{FF2B5EF4-FFF2-40B4-BE49-F238E27FC236}">
                        <a16:creationId xmlns:a16="http://schemas.microsoft.com/office/drawing/2014/main" id="{12510E6A-CF63-47D8-4B52-A6CF4F63D4DE}"/>
                      </a:ext>
                    </a:extLst>
                  </p:cNvPr>
                  <p:cNvPicPr/>
                  <p:nvPr/>
                </p:nvPicPr>
                <p:blipFill>
                  <a:blip r:embed="rId518"/>
                  <a:stretch>
                    <a:fillRect/>
                  </a:stretch>
                </p:blipFill>
                <p:spPr>
                  <a:xfrm>
                    <a:off x="5450858" y="3348902"/>
                    <a:ext cx="76698" cy="193006"/>
                  </a:xfrm>
                  <a:prstGeom prst="rect">
                    <a:avLst/>
                  </a:prstGeom>
                </p:spPr>
              </p:pic>
            </mc:Fallback>
          </mc:AlternateContent>
          <mc:AlternateContent xmlns:mc="http://schemas.openxmlformats.org/markup-compatibility/2006" xmlns:p14="http://schemas.microsoft.com/office/powerpoint/2010/main">
            <mc:Choice Requires="p14">
              <p:contentPart p14:bwMode="auto" r:id="rId519">
                <p14:nvContentPartPr>
                  <p14:cNvPr id="465" name="Ink 464">
                    <a:extLst>
                      <a:ext uri="{FF2B5EF4-FFF2-40B4-BE49-F238E27FC236}">
                        <a16:creationId xmlns:a16="http://schemas.microsoft.com/office/drawing/2014/main" id="{8EDF9122-BB9C-6EEF-4914-8866B24C85CA}"/>
                      </a:ext>
                    </a:extLst>
                  </p14:cNvPr>
                  <p14:cNvContentPartPr/>
                  <p14:nvPr/>
                </p14:nvContentPartPr>
                <p14:xfrm>
                  <a:off x="5464951" y="3324916"/>
                  <a:ext cx="21600" cy="11880"/>
                </p14:xfrm>
              </p:contentPart>
            </mc:Choice>
            <mc:Fallback xmlns="">
              <p:pic>
                <p:nvPicPr>
                  <p:cNvPr id="465" name="Ink 464">
                    <a:extLst>
                      <a:ext uri="{FF2B5EF4-FFF2-40B4-BE49-F238E27FC236}">
                        <a16:creationId xmlns:a16="http://schemas.microsoft.com/office/drawing/2014/main" id="{8EDF9122-BB9C-6EEF-4914-8866B24C85CA}"/>
                      </a:ext>
                    </a:extLst>
                  </p:cNvPr>
                  <p:cNvPicPr/>
                  <p:nvPr/>
                </p:nvPicPr>
                <p:blipFill>
                  <a:blip r:embed="rId520"/>
                  <a:stretch>
                    <a:fillRect/>
                  </a:stretch>
                </p:blipFill>
                <p:spPr>
                  <a:xfrm>
                    <a:off x="5453701" y="3310773"/>
                    <a:ext cx="4365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521">
                <p14:nvContentPartPr>
                  <p14:cNvPr id="466" name="Ink 465">
                    <a:extLst>
                      <a:ext uri="{FF2B5EF4-FFF2-40B4-BE49-F238E27FC236}">
                        <a16:creationId xmlns:a16="http://schemas.microsoft.com/office/drawing/2014/main" id="{F06AE4E7-99F6-8514-DD85-8922A300EA4D}"/>
                      </a:ext>
                    </a:extLst>
                  </p14:cNvPr>
                  <p14:cNvContentPartPr/>
                  <p14:nvPr/>
                </p14:nvContentPartPr>
                <p14:xfrm>
                  <a:off x="5535151" y="3359836"/>
                  <a:ext cx="77040" cy="175680"/>
                </p14:xfrm>
              </p:contentPart>
            </mc:Choice>
            <mc:Fallback xmlns="">
              <p:pic>
                <p:nvPicPr>
                  <p:cNvPr id="466" name="Ink 465">
                    <a:extLst>
                      <a:ext uri="{FF2B5EF4-FFF2-40B4-BE49-F238E27FC236}">
                        <a16:creationId xmlns:a16="http://schemas.microsoft.com/office/drawing/2014/main" id="{F06AE4E7-99F6-8514-DD85-8922A300EA4D}"/>
                      </a:ext>
                    </a:extLst>
                  </p:cNvPr>
                  <p:cNvPicPr/>
                  <p:nvPr/>
                </p:nvPicPr>
                <p:blipFill>
                  <a:blip r:embed="rId522"/>
                  <a:stretch>
                    <a:fillRect/>
                  </a:stretch>
                </p:blipFill>
                <p:spPr>
                  <a:xfrm>
                    <a:off x="5523953" y="3345293"/>
                    <a:ext cx="98987" cy="204184"/>
                  </a:xfrm>
                  <a:prstGeom prst="rect">
                    <a:avLst/>
                  </a:prstGeom>
                </p:spPr>
              </p:pic>
            </mc:Fallback>
          </mc:AlternateContent>
        </p:grpSp>
      </p:grpSp>
      <p:sp>
        <p:nvSpPr>
          <p:cNvPr id="111" name="Rectangle 110">
            <a:extLst>
              <a:ext uri="{FF2B5EF4-FFF2-40B4-BE49-F238E27FC236}">
                <a16:creationId xmlns:a16="http://schemas.microsoft.com/office/drawing/2014/main" id="{32C1590E-B074-32C6-509C-1130338B2DBA}"/>
              </a:ext>
            </a:extLst>
          </p:cNvPr>
          <p:cNvSpPr/>
          <p:nvPr/>
        </p:nvSpPr>
        <p:spPr>
          <a:xfrm>
            <a:off x="368905" y="1189607"/>
            <a:ext cx="6884895" cy="62753"/>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0902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512E7E-847F-6F67-762E-8E62FE61F0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270D81-4E46-0078-817E-8F2EA443BBF9}"/>
              </a:ext>
            </a:extLst>
          </p:cNvPr>
          <p:cNvSpPr>
            <a:spLocks noGrp="1"/>
          </p:cNvSpPr>
          <p:nvPr>
            <p:ph type="title"/>
          </p:nvPr>
        </p:nvSpPr>
        <p:spPr>
          <a:xfrm>
            <a:off x="-86054" y="-35512"/>
            <a:ext cx="7742230" cy="2084445"/>
          </a:xfrm>
          <a:solidFill>
            <a:schemeClr val="bg1"/>
          </a:solidFill>
        </p:spPr>
        <p:txBody>
          <a:bodyPr>
            <a:normAutofit/>
          </a:bodyPr>
          <a:lstStyle/>
          <a:p>
            <a:pPr algn="ctr"/>
            <a:r>
              <a:rPr lang="fa-IR" sz="3200" b="1"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rPr>
              <a:t>درخواست کردن اپلیکیشن </a:t>
            </a:r>
            <a:br>
              <a:rPr lang="fa-IR" sz="3200" b="1"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rPr>
            </a:br>
            <a:r>
              <a:rPr lang="en-US" sz="3200" b="1"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rPr>
              <a:t>React</a:t>
            </a:r>
            <a:br>
              <a:rPr lang="en-US" sz="3200" b="1"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rPr>
            </a:br>
            <a:endParaRPr lang="en-US" sz="3200" b="1"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endParaRPr>
          </a:p>
        </p:txBody>
      </p:sp>
      <p:pic>
        <p:nvPicPr>
          <p:cNvPr id="5" name="Picture 4" descr="A screenshot of a computer&#10;&#10;AI-generated content may be incorrect.">
            <a:extLst>
              <a:ext uri="{FF2B5EF4-FFF2-40B4-BE49-F238E27FC236}">
                <a16:creationId xmlns:a16="http://schemas.microsoft.com/office/drawing/2014/main" id="{565BB930-1401-1300-2159-D099F5EF38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864" y="1599459"/>
            <a:ext cx="8506057" cy="4718891"/>
          </a:xfrm>
          <a:prstGeom prst="rect">
            <a:avLst/>
          </a:prstGeom>
          <a:ln>
            <a:noFill/>
          </a:ln>
          <a:effectLst>
            <a:reflection blurRad="6350" stA="52000" endA="300" endPos="35000" dir="5400000" sy="-100000" algn="bl" rotWithShape="0"/>
          </a:effectLst>
          <a:scene3d>
            <a:camera prst="perspectiveContrastingLeftFacing">
              <a:rot lat="300000" lon="19800000" rev="0"/>
            </a:camera>
            <a:lightRig rig="threePt" dir="t">
              <a:rot lat="0" lon="0" rev="2700000"/>
            </a:lightRig>
          </a:scene3d>
          <a:sp3d>
            <a:bevelT w="63500" h="50800"/>
          </a:sp3d>
        </p:spPr>
      </p:pic>
      <p:graphicFrame>
        <p:nvGraphicFramePr>
          <p:cNvPr id="16" name="Diagram 15">
            <a:extLst>
              <a:ext uri="{FF2B5EF4-FFF2-40B4-BE49-F238E27FC236}">
                <a16:creationId xmlns:a16="http://schemas.microsoft.com/office/drawing/2014/main" id="{EA5659E9-809F-480A-A56C-FDE103A21F7A}"/>
              </a:ext>
            </a:extLst>
          </p:cNvPr>
          <p:cNvGraphicFramePr/>
          <p:nvPr>
            <p:extLst>
              <p:ext uri="{D42A27DB-BD31-4B8C-83A1-F6EECF244321}">
                <p14:modId xmlns:p14="http://schemas.microsoft.com/office/powerpoint/2010/main" val="1589301559"/>
              </p:ext>
            </p:extLst>
          </p:nvPr>
        </p:nvGraphicFramePr>
        <p:xfrm>
          <a:off x="0" y="6965576"/>
          <a:ext cx="7559675" cy="37262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09F64695-8356-3FCE-37C6-7923F9EA31AB}"/>
              </a:ext>
            </a:extLst>
          </p:cNvPr>
          <p:cNvSpPr txBox="1"/>
          <p:nvPr/>
        </p:nvSpPr>
        <p:spPr>
          <a:xfrm>
            <a:off x="2264703" y="6164461"/>
            <a:ext cx="3030268" cy="523220"/>
          </a:xfrm>
          <a:prstGeom prst="rect">
            <a:avLst/>
          </a:prstGeom>
          <a:noFill/>
        </p:spPr>
        <p:txBody>
          <a:bodyPr wrap="square" rtlCol="0">
            <a:spAutoFit/>
          </a:bodyPr>
          <a:lstStyle/>
          <a:p>
            <a:pPr algn="r"/>
            <a:r>
              <a:rPr lang="fa-IR" sz="1400" dirty="0">
                <a:solidFill>
                  <a:srgbClr val="FFFF00"/>
                </a:solidFill>
                <a:highlight>
                  <a:srgbClr val="000000"/>
                </a:highlight>
                <a:latin typeface="Segoe UI Semilight" panose="020B0402040204020203" pitchFamily="34" charset="0"/>
                <a:cs typeface="Segoe UI Semilight" panose="020B0402040204020203" pitchFamily="34" charset="0"/>
              </a:rPr>
              <a:t>تصویر: صفحه ای از رابط کاربری اپلیکیشن ویندوزی</a:t>
            </a:r>
            <a:endParaRPr lang="en-US" sz="1400" dirty="0">
              <a:solidFill>
                <a:srgbClr val="FFFF00"/>
              </a:solidFill>
              <a:highlight>
                <a:srgbClr val="000000"/>
              </a:highlight>
              <a:latin typeface="Segoe UI Semilight" panose="020B0402040204020203" pitchFamily="34" charset="0"/>
              <a:cs typeface="Segoe UI Semilight" panose="020B0402040204020203" pitchFamily="34" charset="0"/>
            </a:endParaRPr>
          </a:p>
        </p:txBody>
      </p:sp>
    </p:spTree>
    <p:extLst>
      <p:ext uri="{BB962C8B-B14F-4D97-AF65-F5344CB8AC3E}">
        <p14:creationId xmlns:p14="http://schemas.microsoft.com/office/powerpoint/2010/main" val="1260650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AB162-7AD3-E8CA-1AC5-95A1A74C451E}"/>
              </a:ext>
            </a:extLst>
          </p:cNvPr>
          <p:cNvSpPr>
            <a:spLocks noGrp="1"/>
          </p:cNvSpPr>
          <p:nvPr>
            <p:ph type="title"/>
          </p:nvPr>
        </p:nvSpPr>
        <p:spPr>
          <a:xfrm>
            <a:off x="-99391" y="-178904"/>
            <a:ext cx="7812156" cy="2663687"/>
          </a:xfrm>
        </p:spPr>
        <p:style>
          <a:lnRef idx="2">
            <a:schemeClr val="dk1">
              <a:shade val="15000"/>
            </a:schemeClr>
          </a:lnRef>
          <a:fillRef idx="1">
            <a:schemeClr val="dk1"/>
          </a:fillRef>
          <a:effectRef idx="0">
            <a:schemeClr val="dk1"/>
          </a:effectRef>
          <a:fontRef idx="minor">
            <a:schemeClr val="lt1"/>
          </a:fontRef>
        </p:style>
        <p:txBody>
          <a:bodyPr>
            <a:normAutofit/>
          </a:bodyPr>
          <a:lstStyle/>
          <a:p>
            <a:pPr algn="ctr" rtl="1"/>
            <a:r>
              <a:rPr lang="fa-IR" cap="none"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rPr>
              <a:t>ادمین پنل &lt;جنگو&gt; </a:t>
            </a:r>
            <a:br>
              <a:rPr lang="fa-IR" cap="none"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rPr>
            </a:br>
            <a:r>
              <a:rPr lang="fa-IR" cap="none"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rPr>
              <a:t>ورود اطلاعات به شِمای پایگاه داده</a:t>
            </a:r>
            <a:br>
              <a:rPr lang="fa-IR" cap="none"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rPr>
            </a:br>
            <a:br>
              <a:rPr lang="fa-IR" cap="none"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rPr>
            </a:br>
            <a:endParaRPr lang="en-US" cap="none"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58C33A28-24DA-EB83-5BE7-6D69596D6F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847" y="2017643"/>
            <a:ext cx="8339673" cy="4721087"/>
          </a:xfrm>
          <a:prstGeom prst="rect">
            <a:avLst/>
          </a:prstGeom>
          <a:ln>
            <a:noFill/>
          </a:ln>
          <a:effectLst>
            <a:reflection blurRad="6350" stA="50000" endA="300" endPos="38500" dist="50800" dir="5400000" sy="-100000" algn="bl" rotWithShape="0"/>
          </a:effectLst>
          <a:scene3d>
            <a:camera prst="perspectiveContrastingLeftFacing">
              <a:rot lat="300000" lon="19800000" rev="0"/>
            </a:camera>
            <a:lightRig rig="threePt" dir="t">
              <a:rot lat="0" lon="0" rev="2700000"/>
            </a:lightRig>
          </a:scene3d>
          <a:sp3d>
            <a:bevelT w="63500" h="50800"/>
          </a:sp3d>
        </p:spPr>
      </p:pic>
      <p:graphicFrame>
        <p:nvGraphicFramePr>
          <p:cNvPr id="4" name="Diagram 3">
            <a:extLst>
              <a:ext uri="{FF2B5EF4-FFF2-40B4-BE49-F238E27FC236}">
                <a16:creationId xmlns:a16="http://schemas.microsoft.com/office/drawing/2014/main" id="{FEF0B0E6-C4D1-1C47-F310-512DECC3E7F6}"/>
              </a:ext>
            </a:extLst>
          </p:cNvPr>
          <p:cNvGraphicFramePr/>
          <p:nvPr>
            <p:extLst>
              <p:ext uri="{D42A27DB-BD31-4B8C-83A1-F6EECF244321}">
                <p14:modId xmlns:p14="http://schemas.microsoft.com/office/powerpoint/2010/main" val="4082002503"/>
              </p:ext>
            </p:extLst>
          </p:nvPr>
        </p:nvGraphicFramePr>
        <p:xfrm>
          <a:off x="1" y="7171765"/>
          <a:ext cx="7559674" cy="35200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A256F340-5AFF-09F8-B32F-C33767A4EB73}"/>
              </a:ext>
            </a:extLst>
          </p:cNvPr>
          <p:cNvSpPr txBox="1"/>
          <p:nvPr/>
        </p:nvSpPr>
        <p:spPr>
          <a:xfrm>
            <a:off x="2051437" y="6739971"/>
            <a:ext cx="3030268" cy="307777"/>
          </a:xfrm>
          <a:prstGeom prst="rect">
            <a:avLst/>
          </a:prstGeom>
          <a:noFill/>
        </p:spPr>
        <p:txBody>
          <a:bodyPr wrap="square" rtlCol="0">
            <a:spAutoFit/>
          </a:bodyPr>
          <a:lstStyle/>
          <a:p>
            <a:pPr algn="r"/>
            <a:r>
              <a:rPr lang="fa-IR" sz="1400" dirty="0">
                <a:solidFill>
                  <a:srgbClr val="FFFF00"/>
                </a:solidFill>
                <a:highlight>
                  <a:srgbClr val="000000"/>
                </a:highlight>
                <a:latin typeface="Segoe UI Semilight" panose="020B0402040204020203" pitchFamily="34" charset="0"/>
                <a:cs typeface="Segoe UI Semilight" panose="020B0402040204020203" pitchFamily="34" charset="0"/>
              </a:rPr>
              <a:t>تصویر: ادمین پنل &lt;جنگو&gt;</a:t>
            </a:r>
            <a:endParaRPr lang="en-US" sz="1400" dirty="0">
              <a:solidFill>
                <a:srgbClr val="FFFF00"/>
              </a:solidFill>
              <a:highlight>
                <a:srgbClr val="000000"/>
              </a:highlight>
              <a:latin typeface="Segoe UI Semilight" panose="020B0402040204020203" pitchFamily="34" charset="0"/>
              <a:cs typeface="Segoe UI Semilight" panose="020B0402040204020203" pitchFamily="34" charset="0"/>
            </a:endParaRPr>
          </a:p>
        </p:txBody>
      </p:sp>
    </p:spTree>
    <p:extLst>
      <p:ext uri="{BB962C8B-B14F-4D97-AF65-F5344CB8AC3E}">
        <p14:creationId xmlns:p14="http://schemas.microsoft.com/office/powerpoint/2010/main" val="2150773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B9C4FE-AFD7-D4E5-8231-5D24361D40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C06AF7-AE79-DB98-BE8B-64CDD8D18920}"/>
              </a:ext>
            </a:extLst>
          </p:cNvPr>
          <p:cNvSpPr>
            <a:spLocks noGrp="1"/>
          </p:cNvSpPr>
          <p:nvPr>
            <p:ph type="title"/>
          </p:nvPr>
        </p:nvSpPr>
        <p:spPr>
          <a:xfrm>
            <a:off x="-86054" y="-35512"/>
            <a:ext cx="7742230" cy="2375300"/>
          </a:xfrm>
          <a:solidFill>
            <a:schemeClr val="bg1"/>
          </a:solidFill>
        </p:spPr>
        <p:txBody>
          <a:bodyPr>
            <a:normAutofit/>
          </a:bodyPr>
          <a:lstStyle/>
          <a:p>
            <a:pPr algn="ctr"/>
            <a:r>
              <a:rPr lang="fa-IR" sz="2400" b="1"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rPr>
              <a:t>اطلاعاتی که بین &lt;جنگو&gt; و &lt;ری اکت&gt;, رد و بدل می شود</a:t>
            </a:r>
            <a:br>
              <a:rPr lang="fa-IR" sz="2400" b="1"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rPr>
            </a:br>
            <a:br>
              <a:rPr lang="fa-IR" sz="2400" b="1"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rPr>
            </a:br>
            <a:br>
              <a:rPr lang="fa-IR" sz="2400" b="1"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rPr>
            </a:br>
            <a:endParaRPr lang="en-US" sz="2400" b="1"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endParaRPr>
          </a:p>
        </p:txBody>
      </p:sp>
      <p:graphicFrame>
        <p:nvGraphicFramePr>
          <p:cNvPr id="16" name="Diagram 15">
            <a:extLst>
              <a:ext uri="{FF2B5EF4-FFF2-40B4-BE49-F238E27FC236}">
                <a16:creationId xmlns:a16="http://schemas.microsoft.com/office/drawing/2014/main" id="{0340FA70-8063-060F-71D4-5625C22BB87B}"/>
              </a:ext>
            </a:extLst>
          </p:cNvPr>
          <p:cNvGraphicFramePr/>
          <p:nvPr>
            <p:extLst>
              <p:ext uri="{D42A27DB-BD31-4B8C-83A1-F6EECF244321}">
                <p14:modId xmlns:p14="http://schemas.microsoft.com/office/powerpoint/2010/main" val="4114931774"/>
              </p:ext>
            </p:extLst>
          </p:nvPr>
        </p:nvGraphicFramePr>
        <p:xfrm>
          <a:off x="0" y="7216588"/>
          <a:ext cx="7559675" cy="34752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53F0D3F1-4574-4140-7FBD-817AACD99BB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5698" y="1882588"/>
            <a:ext cx="8489577" cy="5011272"/>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3" name="TextBox 2">
            <a:extLst>
              <a:ext uri="{FF2B5EF4-FFF2-40B4-BE49-F238E27FC236}">
                <a16:creationId xmlns:a16="http://schemas.microsoft.com/office/drawing/2014/main" id="{B80FE9DA-A550-6960-283B-8FCF0D9DE5D1}"/>
              </a:ext>
            </a:extLst>
          </p:cNvPr>
          <p:cNvSpPr txBox="1"/>
          <p:nvPr/>
        </p:nvSpPr>
        <p:spPr>
          <a:xfrm>
            <a:off x="1971924" y="6739971"/>
            <a:ext cx="3030268" cy="307777"/>
          </a:xfrm>
          <a:prstGeom prst="rect">
            <a:avLst/>
          </a:prstGeom>
          <a:noFill/>
        </p:spPr>
        <p:txBody>
          <a:bodyPr wrap="square" rtlCol="0">
            <a:spAutoFit/>
          </a:bodyPr>
          <a:lstStyle/>
          <a:p>
            <a:pPr algn="r"/>
            <a:r>
              <a:rPr lang="fa-IR" sz="1400" dirty="0">
                <a:solidFill>
                  <a:srgbClr val="FFFF00"/>
                </a:solidFill>
                <a:highlight>
                  <a:srgbClr val="000000"/>
                </a:highlight>
                <a:latin typeface="Segoe UI Semilight" panose="020B0402040204020203" pitchFamily="34" charset="0"/>
                <a:cs typeface="Segoe UI Semilight" panose="020B0402040204020203" pitchFamily="34" charset="0"/>
              </a:rPr>
              <a:t>تصویر: فرمت انتقال اطلاعات</a:t>
            </a:r>
            <a:endParaRPr lang="en-US" sz="1400" dirty="0">
              <a:solidFill>
                <a:srgbClr val="FFFF00"/>
              </a:solidFill>
              <a:highlight>
                <a:srgbClr val="000000"/>
              </a:highlight>
              <a:latin typeface="Segoe UI Semilight" panose="020B0402040204020203" pitchFamily="34" charset="0"/>
              <a:cs typeface="Segoe UI Semilight" panose="020B0402040204020203" pitchFamily="34" charset="0"/>
            </a:endParaRPr>
          </a:p>
        </p:txBody>
      </p:sp>
    </p:spTree>
    <p:extLst>
      <p:ext uri="{BB962C8B-B14F-4D97-AF65-F5344CB8AC3E}">
        <p14:creationId xmlns:p14="http://schemas.microsoft.com/office/powerpoint/2010/main" val="2565562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12CAE17-ABA3-CD38-F8EE-F32824C4013E}"/>
              </a:ext>
            </a:extLst>
          </p:cNvPr>
          <p:cNvGrpSpPr/>
          <p:nvPr/>
        </p:nvGrpSpPr>
        <p:grpSpPr>
          <a:xfrm>
            <a:off x="1757783" y="673553"/>
            <a:ext cx="4359543" cy="5068684"/>
            <a:chOff x="2922536" y="3217070"/>
            <a:chExt cx="4762788" cy="3856012"/>
          </a:xfrm>
        </p:grpSpPr>
        <p:sp>
          <p:nvSpPr>
            <p:cNvPr id="285" name="TextBox 284">
              <a:extLst>
                <a:ext uri="{FF2B5EF4-FFF2-40B4-BE49-F238E27FC236}">
                  <a16:creationId xmlns:a16="http://schemas.microsoft.com/office/drawing/2014/main" id="{D5ABC43B-8A7E-24A4-BE40-616C6D72A79D}"/>
                </a:ext>
              </a:extLst>
            </p:cNvPr>
            <p:cNvSpPr txBox="1"/>
            <p:nvPr/>
          </p:nvSpPr>
          <p:spPr>
            <a:xfrm>
              <a:off x="2922536" y="3217070"/>
              <a:ext cx="4762788" cy="290335"/>
            </a:xfrm>
            <a:prstGeom prst="rect">
              <a:avLst/>
            </a:prstGeom>
            <a:noFill/>
          </p:spPr>
          <p:txBody>
            <a:bodyPr wrap="square" rtlCol="0">
              <a:spAutoFit/>
            </a:bodyPr>
            <a:lstStyle/>
            <a:p>
              <a:r>
                <a:rPr lang="en-US" sz="1100" dirty="0">
                  <a:solidFill>
                    <a:schemeClr val="bg1"/>
                  </a:solidFill>
                </a:rPr>
                <a:t>Any other file with the .</a:t>
              </a:r>
              <a:r>
                <a:rPr lang="en-US" sz="1100" dirty="0" err="1">
                  <a:solidFill>
                    <a:schemeClr val="bg1"/>
                  </a:solidFill>
                </a:rPr>
                <a:t>jsx</a:t>
              </a:r>
              <a:r>
                <a:rPr lang="en-US" sz="1100" dirty="0">
                  <a:solidFill>
                    <a:schemeClr val="bg1"/>
                  </a:solidFill>
                </a:rPr>
                <a:t> at it’s end, Is called an &lt;External Component&gt;</a:t>
              </a:r>
              <a:br>
                <a:rPr lang="en-US" sz="1100" dirty="0">
                  <a:solidFill>
                    <a:schemeClr val="bg1"/>
                  </a:solidFill>
                </a:rPr>
              </a:br>
              <a:r>
                <a:rPr lang="en-US" sz="1100" dirty="0">
                  <a:solidFill>
                    <a:schemeClr val="bg1"/>
                  </a:solidFill>
                </a:rPr>
                <a:t>for this project!</a:t>
              </a:r>
            </a:p>
          </p:txBody>
        </p:sp>
        <p:grpSp>
          <p:nvGrpSpPr>
            <p:cNvPr id="3" name="Group 2">
              <a:extLst>
                <a:ext uri="{FF2B5EF4-FFF2-40B4-BE49-F238E27FC236}">
                  <a16:creationId xmlns:a16="http://schemas.microsoft.com/office/drawing/2014/main" id="{BB14F253-144D-F71C-5621-BDA50FE0EE67}"/>
                </a:ext>
              </a:extLst>
            </p:cNvPr>
            <p:cNvGrpSpPr/>
            <p:nvPr/>
          </p:nvGrpSpPr>
          <p:grpSpPr>
            <a:xfrm>
              <a:off x="2927833" y="3437427"/>
              <a:ext cx="4304947" cy="3635655"/>
              <a:chOff x="2927833" y="3437427"/>
              <a:chExt cx="4304947" cy="3635655"/>
            </a:xfrm>
          </p:grpSpPr>
          <p:pic>
            <p:nvPicPr>
              <p:cNvPr id="5" name="Content Placeholder 4">
                <a:extLst>
                  <a:ext uri="{FF2B5EF4-FFF2-40B4-BE49-F238E27FC236}">
                    <a16:creationId xmlns:a16="http://schemas.microsoft.com/office/drawing/2014/main" id="{8B5A3610-0E4B-FAE0-A531-28B22B5A16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7389" y="3618731"/>
                <a:ext cx="1459462" cy="3454351"/>
              </a:xfrm>
              <a:prstGeom prst="rect">
                <a:avLst/>
              </a:prstGeom>
              <a:effectLst>
                <a:reflection blurRad="6350" stA="50000" endA="300" endPos="38500" dist="50800" dir="5400000" sy="-100000" algn="bl" rotWithShape="0"/>
              </a:effectLst>
            </p:spPr>
          </p:pic>
          <mc:AlternateContent xmlns:mc="http://schemas.openxmlformats.org/markup-compatibility/2006" xmlns:p14="http://schemas.microsoft.com/office/powerpoint/2010/main">
            <mc:Choice Requires="p14">
              <p:contentPart p14:bwMode="auto" r:id="rId3">
                <p14:nvContentPartPr>
                  <p14:cNvPr id="38" name="Ink 37">
                    <a:extLst>
                      <a:ext uri="{FF2B5EF4-FFF2-40B4-BE49-F238E27FC236}">
                        <a16:creationId xmlns:a16="http://schemas.microsoft.com/office/drawing/2014/main" id="{474B726B-E310-D80C-065E-2E53D2D926C1}"/>
                      </a:ext>
                    </a:extLst>
                  </p14:cNvPr>
                  <p14:cNvContentPartPr/>
                  <p14:nvPr/>
                </p14:nvContentPartPr>
                <p14:xfrm>
                  <a:off x="3803216" y="5389658"/>
                  <a:ext cx="223" cy="223"/>
                </p14:xfrm>
              </p:contentPart>
            </mc:Choice>
            <mc:Fallback xmlns="">
              <p:pic>
                <p:nvPicPr>
                  <p:cNvPr id="38" name="Ink 37">
                    <a:extLst>
                      <a:ext uri="{FF2B5EF4-FFF2-40B4-BE49-F238E27FC236}">
                        <a16:creationId xmlns:a16="http://schemas.microsoft.com/office/drawing/2014/main" id="{474B726B-E310-D80C-065E-2E53D2D926C1}"/>
                      </a:ext>
                    </a:extLst>
                  </p:cNvPr>
                  <p:cNvPicPr/>
                  <p:nvPr/>
                </p:nvPicPr>
                <p:blipFill>
                  <a:blip r:embed="rId4"/>
                  <a:stretch>
                    <a:fillRect/>
                  </a:stretch>
                </p:blipFill>
                <p:spPr>
                  <a:xfrm>
                    <a:off x="3797641" y="5384083"/>
                    <a:ext cx="11150" cy="1115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6" name="Ink 55">
                    <a:extLst>
                      <a:ext uri="{FF2B5EF4-FFF2-40B4-BE49-F238E27FC236}">
                        <a16:creationId xmlns:a16="http://schemas.microsoft.com/office/drawing/2014/main" id="{54A5FA51-10AE-92E6-034C-D940F408DCC6}"/>
                      </a:ext>
                    </a:extLst>
                  </p14:cNvPr>
                  <p14:cNvContentPartPr/>
                  <p14:nvPr/>
                </p14:nvContentPartPr>
                <p14:xfrm>
                  <a:off x="4682958" y="4340555"/>
                  <a:ext cx="3125" cy="8259"/>
                </p14:xfrm>
              </p:contentPart>
            </mc:Choice>
            <mc:Fallback xmlns="">
              <p:pic>
                <p:nvPicPr>
                  <p:cNvPr id="56" name="Ink 55">
                    <a:extLst>
                      <a:ext uri="{FF2B5EF4-FFF2-40B4-BE49-F238E27FC236}">
                        <a16:creationId xmlns:a16="http://schemas.microsoft.com/office/drawing/2014/main" id="{54A5FA51-10AE-92E6-034C-D940F408DCC6}"/>
                      </a:ext>
                    </a:extLst>
                  </p:cNvPr>
                  <p:cNvPicPr/>
                  <p:nvPr/>
                </p:nvPicPr>
                <p:blipFill>
                  <a:blip r:embed="rId6"/>
                  <a:stretch>
                    <a:fillRect/>
                  </a:stretch>
                </p:blipFill>
                <p:spPr>
                  <a:xfrm>
                    <a:off x="4673192" y="4333672"/>
                    <a:ext cx="22266" cy="21749"/>
                  </a:xfrm>
                  <a:prstGeom prst="rect">
                    <a:avLst/>
                  </a:prstGeom>
                </p:spPr>
              </p:pic>
            </mc:Fallback>
          </mc:AlternateContent>
          <p:cxnSp>
            <p:nvCxnSpPr>
              <p:cNvPr id="60" name="Straight Arrow Connector 59">
                <a:extLst>
                  <a:ext uri="{FF2B5EF4-FFF2-40B4-BE49-F238E27FC236}">
                    <a16:creationId xmlns:a16="http://schemas.microsoft.com/office/drawing/2014/main" id="{CB73CFD0-9AEF-56A3-4143-26484ADF9569}"/>
                  </a:ext>
                </a:extLst>
              </p:cNvPr>
              <p:cNvCxnSpPr/>
              <p:nvPr/>
            </p:nvCxnSpPr>
            <p:spPr>
              <a:xfrm flipH="1" flipV="1">
                <a:off x="4074442" y="4003509"/>
                <a:ext cx="608517" cy="2918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22" name="Group 121">
                <a:extLst>
                  <a:ext uri="{FF2B5EF4-FFF2-40B4-BE49-F238E27FC236}">
                    <a16:creationId xmlns:a16="http://schemas.microsoft.com/office/drawing/2014/main" id="{7C5F8841-D40B-A886-3827-41DC2679AF29}"/>
                  </a:ext>
                </a:extLst>
              </p:cNvPr>
              <p:cNvGrpSpPr/>
              <p:nvPr/>
            </p:nvGrpSpPr>
            <p:grpSpPr>
              <a:xfrm>
                <a:off x="3865767" y="3729032"/>
                <a:ext cx="187281" cy="125226"/>
                <a:chOff x="6234586" y="821358"/>
                <a:chExt cx="302040" cy="201960"/>
              </a:xfrm>
            </p:grpSpPr>
            <mc:AlternateContent xmlns:mc="http://schemas.openxmlformats.org/markup-compatibility/2006" xmlns:p14="http://schemas.microsoft.com/office/powerpoint/2010/main">
              <mc:Choice Requires="p14">
                <p:contentPart p14:bwMode="auto" r:id="rId7">
                  <p14:nvContentPartPr>
                    <p14:cNvPr id="108" name="Ink 107">
                      <a:extLst>
                        <a:ext uri="{FF2B5EF4-FFF2-40B4-BE49-F238E27FC236}">
                          <a16:creationId xmlns:a16="http://schemas.microsoft.com/office/drawing/2014/main" id="{E69303C1-F300-B57E-179E-92AA4958D955}"/>
                        </a:ext>
                      </a:extLst>
                    </p14:cNvPr>
                    <p14:cNvContentPartPr/>
                    <p14:nvPr/>
                  </p14:nvContentPartPr>
                  <p14:xfrm>
                    <a:off x="6533026" y="821358"/>
                    <a:ext cx="3600" cy="107280"/>
                  </p14:xfrm>
                </p:contentPart>
              </mc:Choice>
              <mc:Fallback xmlns="">
                <p:pic>
                  <p:nvPicPr>
                    <p:cNvPr id="108" name="Ink 107">
                      <a:extLst>
                        <a:ext uri="{FF2B5EF4-FFF2-40B4-BE49-F238E27FC236}">
                          <a16:creationId xmlns:a16="http://schemas.microsoft.com/office/drawing/2014/main" id="{E69303C1-F300-B57E-179E-92AA4958D955}"/>
                        </a:ext>
                      </a:extLst>
                    </p:cNvPr>
                    <p:cNvPicPr/>
                    <p:nvPr/>
                  </p:nvPicPr>
                  <p:blipFill>
                    <a:blip r:embed="rId10"/>
                    <a:stretch>
                      <a:fillRect/>
                    </a:stretch>
                  </p:blipFill>
                  <p:spPr>
                    <a:xfrm>
                      <a:off x="6524026" y="812358"/>
                      <a:ext cx="2124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9" name="Ink 108">
                      <a:extLst>
                        <a:ext uri="{FF2B5EF4-FFF2-40B4-BE49-F238E27FC236}">
                          <a16:creationId xmlns:a16="http://schemas.microsoft.com/office/drawing/2014/main" id="{92B792D6-BEE4-2668-BD53-D9F504388697}"/>
                        </a:ext>
                      </a:extLst>
                    </p14:cNvPr>
                    <p14:cNvContentPartPr/>
                    <p14:nvPr/>
                  </p14:nvContentPartPr>
                  <p14:xfrm>
                    <a:off x="6234586" y="879318"/>
                    <a:ext cx="232920" cy="122760"/>
                  </p14:xfrm>
                </p:contentPart>
              </mc:Choice>
              <mc:Fallback xmlns="">
                <p:pic>
                  <p:nvPicPr>
                    <p:cNvPr id="109" name="Ink 108">
                      <a:extLst>
                        <a:ext uri="{FF2B5EF4-FFF2-40B4-BE49-F238E27FC236}">
                          <a16:creationId xmlns:a16="http://schemas.microsoft.com/office/drawing/2014/main" id="{92B792D6-BEE4-2668-BD53-D9F504388697}"/>
                        </a:ext>
                      </a:extLst>
                    </p:cNvPr>
                    <p:cNvPicPr/>
                    <p:nvPr/>
                  </p:nvPicPr>
                  <p:blipFill>
                    <a:blip r:embed="rId12"/>
                    <a:stretch>
                      <a:fillRect/>
                    </a:stretch>
                  </p:blipFill>
                  <p:spPr>
                    <a:xfrm>
                      <a:off x="6225586" y="870318"/>
                      <a:ext cx="25056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0" name="Ink 109">
                      <a:extLst>
                        <a:ext uri="{FF2B5EF4-FFF2-40B4-BE49-F238E27FC236}">
                          <a16:creationId xmlns:a16="http://schemas.microsoft.com/office/drawing/2014/main" id="{2596C184-B640-B577-073D-DF3A807B2C21}"/>
                        </a:ext>
                      </a:extLst>
                    </p14:cNvPr>
                    <p14:cNvContentPartPr/>
                    <p14:nvPr/>
                  </p14:nvContentPartPr>
                  <p14:xfrm>
                    <a:off x="6415666" y="1014678"/>
                    <a:ext cx="47160" cy="8640"/>
                  </p14:xfrm>
                </p:contentPart>
              </mc:Choice>
              <mc:Fallback xmlns="">
                <p:pic>
                  <p:nvPicPr>
                    <p:cNvPr id="110" name="Ink 109">
                      <a:extLst>
                        <a:ext uri="{FF2B5EF4-FFF2-40B4-BE49-F238E27FC236}">
                          <a16:creationId xmlns:a16="http://schemas.microsoft.com/office/drawing/2014/main" id="{2596C184-B640-B577-073D-DF3A807B2C21}"/>
                        </a:ext>
                      </a:extLst>
                    </p:cNvPr>
                    <p:cNvPicPr/>
                    <p:nvPr/>
                  </p:nvPicPr>
                  <p:blipFill>
                    <a:blip r:embed="rId14"/>
                    <a:stretch>
                      <a:fillRect/>
                    </a:stretch>
                  </p:blipFill>
                  <p:spPr>
                    <a:xfrm>
                      <a:off x="6407026" y="1005678"/>
                      <a:ext cx="6480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1" name="Ink 110">
                      <a:extLst>
                        <a:ext uri="{FF2B5EF4-FFF2-40B4-BE49-F238E27FC236}">
                          <a16:creationId xmlns:a16="http://schemas.microsoft.com/office/drawing/2014/main" id="{1DB12EA3-8EFA-1033-4A6E-5B60D22F2982}"/>
                        </a:ext>
                      </a:extLst>
                    </p14:cNvPr>
                    <p14:cNvContentPartPr/>
                    <p14:nvPr/>
                  </p14:nvContentPartPr>
                  <p14:xfrm>
                    <a:off x="6332506" y="927918"/>
                    <a:ext cx="360" cy="6840"/>
                  </p14:xfrm>
                </p:contentPart>
              </mc:Choice>
              <mc:Fallback xmlns="">
                <p:pic>
                  <p:nvPicPr>
                    <p:cNvPr id="111" name="Ink 110">
                      <a:extLst>
                        <a:ext uri="{FF2B5EF4-FFF2-40B4-BE49-F238E27FC236}">
                          <a16:creationId xmlns:a16="http://schemas.microsoft.com/office/drawing/2014/main" id="{1DB12EA3-8EFA-1033-4A6E-5B60D22F2982}"/>
                        </a:ext>
                      </a:extLst>
                    </p:cNvPr>
                    <p:cNvPicPr/>
                    <p:nvPr/>
                  </p:nvPicPr>
                  <p:blipFill>
                    <a:blip r:embed="rId16"/>
                    <a:stretch>
                      <a:fillRect/>
                    </a:stretch>
                  </p:blipFill>
                  <p:spPr>
                    <a:xfrm>
                      <a:off x="6323866" y="919278"/>
                      <a:ext cx="18000" cy="24480"/>
                    </a:xfrm>
                    <a:prstGeom prst="rect">
                      <a:avLst/>
                    </a:prstGeom>
                  </p:spPr>
                </p:pic>
              </mc:Fallback>
            </mc:AlternateContent>
          </p:grpSp>
          <p:grpSp>
            <p:nvGrpSpPr>
              <p:cNvPr id="121" name="Group 120">
                <a:extLst>
                  <a:ext uri="{FF2B5EF4-FFF2-40B4-BE49-F238E27FC236}">
                    <a16:creationId xmlns:a16="http://schemas.microsoft.com/office/drawing/2014/main" id="{E77AB0DC-E5C8-D418-0489-EFDE78C11640}"/>
                  </a:ext>
                </a:extLst>
              </p:cNvPr>
              <p:cNvGrpSpPr/>
              <p:nvPr/>
            </p:nvGrpSpPr>
            <p:grpSpPr>
              <a:xfrm>
                <a:off x="3521787" y="3702469"/>
                <a:ext cx="264291" cy="195540"/>
                <a:chOff x="5679826" y="778518"/>
                <a:chExt cx="426240" cy="315360"/>
              </a:xfrm>
            </p:grpSpPr>
            <mc:AlternateContent xmlns:mc="http://schemas.openxmlformats.org/markup-compatibility/2006" xmlns:p14="http://schemas.microsoft.com/office/powerpoint/2010/main">
              <mc:Choice Requires="p14">
                <p:contentPart p14:bwMode="auto" r:id="rId17">
                  <p14:nvContentPartPr>
                    <p14:cNvPr id="112" name="Ink 111">
                      <a:extLst>
                        <a:ext uri="{FF2B5EF4-FFF2-40B4-BE49-F238E27FC236}">
                          <a16:creationId xmlns:a16="http://schemas.microsoft.com/office/drawing/2014/main" id="{27220751-CB2D-E531-9D27-E2E923CAB514}"/>
                        </a:ext>
                      </a:extLst>
                    </p14:cNvPr>
                    <p14:cNvContentPartPr/>
                    <p14:nvPr/>
                  </p14:nvContentPartPr>
                  <p14:xfrm>
                    <a:off x="6006706" y="812718"/>
                    <a:ext cx="99360" cy="156960"/>
                  </p14:xfrm>
                </p:contentPart>
              </mc:Choice>
              <mc:Fallback xmlns="">
                <p:pic>
                  <p:nvPicPr>
                    <p:cNvPr id="112" name="Ink 111">
                      <a:extLst>
                        <a:ext uri="{FF2B5EF4-FFF2-40B4-BE49-F238E27FC236}">
                          <a16:creationId xmlns:a16="http://schemas.microsoft.com/office/drawing/2014/main" id="{27220751-CB2D-E531-9D27-E2E923CAB514}"/>
                        </a:ext>
                      </a:extLst>
                    </p:cNvPr>
                    <p:cNvPicPr/>
                    <p:nvPr/>
                  </p:nvPicPr>
                  <p:blipFill>
                    <a:blip r:embed="rId18"/>
                    <a:stretch>
                      <a:fillRect/>
                    </a:stretch>
                  </p:blipFill>
                  <p:spPr>
                    <a:xfrm>
                      <a:off x="5998066" y="803718"/>
                      <a:ext cx="1170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13" name="Ink 112">
                      <a:extLst>
                        <a:ext uri="{FF2B5EF4-FFF2-40B4-BE49-F238E27FC236}">
                          <a16:creationId xmlns:a16="http://schemas.microsoft.com/office/drawing/2014/main" id="{6E271BAD-2544-54AA-22D3-B40DA4309EC7}"/>
                        </a:ext>
                      </a:extLst>
                    </p14:cNvPr>
                    <p14:cNvContentPartPr/>
                    <p14:nvPr/>
                  </p14:nvContentPartPr>
                  <p14:xfrm>
                    <a:off x="6073666" y="840078"/>
                    <a:ext cx="7560" cy="17280"/>
                  </p14:xfrm>
                </p:contentPart>
              </mc:Choice>
              <mc:Fallback xmlns="">
                <p:pic>
                  <p:nvPicPr>
                    <p:cNvPr id="113" name="Ink 112">
                      <a:extLst>
                        <a:ext uri="{FF2B5EF4-FFF2-40B4-BE49-F238E27FC236}">
                          <a16:creationId xmlns:a16="http://schemas.microsoft.com/office/drawing/2014/main" id="{6E271BAD-2544-54AA-22D3-B40DA4309EC7}"/>
                        </a:ext>
                      </a:extLst>
                    </p:cNvPr>
                    <p:cNvPicPr/>
                    <p:nvPr/>
                  </p:nvPicPr>
                  <p:blipFill>
                    <a:blip r:embed="rId20"/>
                    <a:stretch>
                      <a:fillRect/>
                    </a:stretch>
                  </p:blipFill>
                  <p:spPr>
                    <a:xfrm>
                      <a:off x="6064666" y="831438"/>
                      <a:ext cx="2520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14" name="Ink 113">
                      <a:extLst>
                        <a:ext uri="{FF2B5EF4-FFF2-40B4-BE49-F238E27FC236}">
                          <a16:creationId xmlns:a16="http://schemas.microsoft.com/office/drawing/2014/main" id="{15857B84-7EE3-972C-5658-717DD63ECBF3}"/>
                        </a:ext>
                      </a:extLst>
                    </p14:cNvPr>
                    <p14:cNvContentPartPr/>
                    <p14:nvPr/>
                  </p14:nvContentPartPr>
                  <p14:xfrm>
                    <a:off x="5746786" y="778518"/>
                    <a:ext cx="208440" cy="311760"/>
                  </p14:xfrm>
                </p:contentPart>
              </mc:Choice>
              <mc:Fallback xmlns="">
                <p:pic>
                  <p:nvPicPr>
                    <p:cNvPr id="114" name="Ink 113">
                      <a:extLst>
                        <a:ext uri="{FF2B5EF4-FFF2-40B4-BE49-F238E27FC236}">
                          <a16:creationId xmlns:a16="http://schemas.microsoft.com/office/drawing/2014/main" id="{15857B84-7EE3-972C-5658-717DD63ECBF3}"/>
                        </a:ext>
                      </a:extLst>
                    </p:cNvPr>
                    <p:cNvPicPr/>
                    <p:nvPr/>
                  </p:nvPicPr>
                  <p:blipFill>
                    <a:blip r:embed="rId22"/>
                    <a:stretch>
                      <a:fillRect/>
                    </a:stretch>
                  </p:blipFill>
                  <p:spPr>
                    <a:xfrm>
                      <a:off x="5738146" y="769878"/>
                      <a:ext cx="226080" cy="3294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15" name="Ink 114">
                      <a:extLst>
                        <a:ext uri="{FF2B5EF4-FFF2-40B4-BE49-F238E27FC236}">
                          <a16:creationId xmlns:a16="http://schemas.microsoft.com/office/drawing/2014/main" id="{30426986-B317-8705-7D14-125DAF60B927}"/>
                        </a:ext>
                      </a:extLst>
                    </p14:cNvPr>
                    <p14:cNvContentPartPr/>
                    <p14:nvPr/>
                  </p14:nvContentPartPr>
                  <p14:xfrm>
                    <a:off x="5940826" y="1084518"/>
                    <a:ext cx="68040" cy="9360"/>
                  </p14:xfrm>
                </p:contentPart>
              </mc:Choice>
              <mc:Fallback xmlns="">
                <p:pic>
                  <p:nvPicPr>
                    <p:cNvPr id="115" name="Ink 114">
                      <a:extLst>
                        <a:ext uri="{FF2B5EF4-FFF2-40B4-BE49-F238E27FC236}">
                          <a16:creationId xmlns:a16="http://schemas.microsoft.com/office/drawing/2014/main" id="{30426986-B317-8705-7D14-125DAF60B927}"/>
                        </a:ext>
                      </a:extLst>
                    </p:cNvPr>
                    <p:cNvPicPr/>
                    <p:nvPr/>
                  </p:nvPicPr>
                  <p:blipFill>
                    <a:blip r:embed="rId24"/>
                    <a:stretch>
                      <a:fillRect/>
                    </a:stretch>
                  </p:blipFill>
                  <p:spPr>
                    <a:xfrm>
                      <a:off x="5931826" y="1075518"/>
                      <a:ext cx="8568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16" name="Ink 115">
                      <a:extLst>
                        <a:ext uri="{FF2B5EF4-FFF2-40B4-BE49-F238E27FC236}">
                          <a16:creationId xmlns:a16="http://schemas.microsoft.com/office/drawing/2014/main" id="{CD5DA3E3-78DE-EA3C-4A83-EB9029F680E0}"/>
                        </a:ext>
                      </a:extLst>
                    </p14:cNvPr>
                    <p14:cNvContentPartPr/>
                    <p14:nvPr/>
                  </p14:nvContentPartPr>
                  <p14:xfrm>
                    <a:off x="5679826" y="893718"/>
                    <a:ext cx="56880" cy="67680"/>
                  </p14:xfrm>
                </p:contentPart>
              </mc:Choice>
              <mc:Fallback xmlns="">
                <p:pic>
                  <p:nvPicPr>
                    <p:cNvPr id="116" name="Ink 115">
                      <a:extLst>
                        <a:ext uri="{FF2B5EF4-FFF2-40B4-BE49-F238E27FC236}">
                          <a16:creationId xmlns:a16="http://schemas.microsoft.com/office/drawing/2014/main" id="{CD5DA3E3-78DE-EA3C-4A83-EB9029F680E0}"/>
                        </a:ext>
                      </a:extLst>
                    </p:cNvPr>
                    <p:cNvPicPr/>
                    <p:nvPr/>
                  </p:nvPicPr>
                  <p:blipFill>
                    <a:blip r:embed="rId26"/>
                    <a:stretch>
                      <a:fillRect/>
                    </a:stretch>
                  </p:blipFill>
                  <p:spPr>
                    <a:xfrm>
                      <a:off x="5671186" y="884718"/>
                      <a:ext cx="74520" cy="85320"/>
                    </a:xfrm>
                    <a:prstGeom prst="rect">
                      <a:avLst/>
                    </a:prstGeom>
                  </p:spPr>
                </p:pic>
              </mc:Fallback>
            </mc:AlternateContent>
          </p:grpSp>
          <p:grpSp>
            <p:nvGrpSpPr>
              <p:cNvPr id="120" name="Group 119">
                <a:extLst>
                  <a:ext uri="{FF2B5EF4-FFF2-40B4-BE49-F238E27FC236}">
                    <a16:creationId xmlns:a16="http://schemas.microsoft.com/office/drawing/2014/main" id="{EA9F419B-5963-18DD-F89B-0B25A71F9F7E}"/>
                  </a:ext>
                </a:extLst>
              </p:cNvPr>
              <p:cNvGrpSpPr/>
              <p:nvPr/>
            </p:nvGrpSpPr>
            <p:grpSpPr>
              <a:xfrm>
                <a:off x="3276471" y="3699344"/>
                <a:ext cx="166298" cy="167637"/>
                <a:chOff x="5284186" y="773478"/>
                <a:chExt cx="268200" cy="270360"/>
              </a:xfrm>
            </p:grpSpPr>
            <mc:AlternateContent xmlns:mc="http://schemas.openxmlformats.org/markup-compatibility/2006" xmlns:p14="http://schemas.microsoft.com/office/powerpoint/2010/main">
              <mc:Choice Requires="p14">
                <p:contentPart p14:bwMode="auto" r:id="rId27">
                  <p14:nvContentPartPr>
                    <p14:cNvPr id="117" name="Ink 116">
                      <a:extLst>
                        <a:ext uri="{FF2B5EF4-FFF2-40B4-BE49-F238E27FC236}">
                          <a16:creationId xmlns:a16="http://schemas.microsoft.com/office/drawing/2014/main" id="{94435680-2FB6-5DF3-2531-18F3DD5FE0E0}"/>
                        </a:ext>
                      </a:extLst>
                    </p14:cNvPr>
                    <p14:cNvContentPartPr/>
                    <p14:nvPr/>
                  </p14:nvContentPartPr>
                  <p14:xfrm>
                    <a:off x="5394346" y="858798"/>
                    <a:ext cx="158040" cy="96120"/>
                  </p14:xfrm>
                </p:contentPart>
              </mc:Choice>
              <mc:Fallback xmlns="">
                <p:pic>
                  <p:nvPicPr>
                    <p:cNvPr id="117" name="Ink 116">
                      <a:extLst>
                        <a:ext uri="{FF2B5EF4-FFF2-40B4-BE49-F238E27FC236}">
                          <a16:creationId xmlns:a16="http://schemas.microsoft.com/office/drawing/2014/main" id="{94435680-2FB6-5DF3-2531-18F3DD5FE0E0}"/>
                        </a:ext>
                      </a:extLst>
                    </p:cNvPr>
                    <p:cNvPicPr/>
                    <p:nvPr/>
                  </p:nvPicPr>
                  <p:blipFill>
                    <a:blip r:embed="rId28"/>
                    <a:stretch>
                      <a:fillRect/>
                    </a:stretch>
                  </p:blipFill>
                  <p:spPr>
                    <a:xfrm>
                      <a:off x="5385346" y="850158"/>
                      <a:ext cx="17568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18" name="Ink 117">
                      <a:extLst>
                        <a:ext uri="{FF2B5EF4-FFF2-40B4-BE49-F238E27FC236}">
                          <a16:creationId xmlns:a16="http://schemas.microsoft.com/office/drawing/2014/main" id="{934DA6C7-A42A-E069-8036-E0CD6030A24B}"/>
                        </a:ext>
                      </a:extLst>
                    </p14:cNvPr>
                    <p14:cNvContentPartPr/>
                    <p14:nvPr/>
                  </p14:nvContentPartPr>
                  <p14:xfrm>
                    <a:off x="5495506" y="812718"/>
                    <a:ext cx="47520" cy="19800"/>
                  </p14:xfrm>
                </p:contentPart>
              </mc:Choice>
              <mc:Fallback xmlns="">
                <p:pic>
                  <p:nvPicPr>
                    <p:cNvPr id="118" name="Ink 117">
                      <a:extLst>
                        <a:ext uri="{FF2B5EF4-FFF2-40B4-BE49-F238E27FC236}">
                          <a16:creationId xmlns:a16="http://schemas.microsoft.com/office/drawing/2014/main" id="{934DA6C7-A42A-E069-8036-E0CD6030A24B}"/>
                        </a:ext>
                      </a:extLst>
                    </p:cNvPr>
                    <p:cNvPicPr/>
                    <p:nvPr/>
                  </p:nvPicPr>
                  <p:blipFill>
                    <a:blip r:embed="rId30"/>
                    <a:stretch>
                      <a:fillRect/>
                    </a:stretch>
                  </p:blipFill>
                  <p:spPr>
                    <a:xfrm>
                      <a:off x="5486866" y="804078"/>
                      <a:ext cx="6516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19" name="Ink 118">
                      <a:extLst>
                        <a:ext uri="{FF2B5EF4-FFF2-40B4-BE49-F238E27FC236}">
                          <a16:creationId xmlns:a16="http://schemas.microsoft.com/office/drawing/2014/main" id="{42CEE7B4-0086-73F9-AF88-4585EE4306E7}"/>
                        </a:ext>
                      </a:extLst>
                    </p14:cNvPr>
                    <p14:cNvContentPartPr/>
                    <p14:nvPr/>
                  </p14:nvContentPartPr>
                  <p14:xfrm>
                    <a:off x="5284186" y="773478"/>
                    <a:ext cx="104040" cy="270360"/>
                  </p14:xfrm>
                </p:contentPart>
              </mc:Choice>
              <mc:Fallback xmlns="">
                <p:pic>
                  <p:nvPicPr>
                    <p:cNvPr id="119" name="Ink 118">
                      <a:extLst>
                        <a:ext uri="{FF2B5EF4-FFF2-40B4-BE49-F238E27FC236}">
                          <a16:creationId xmlns:a16="http://schemas.microsoft.com/office/drawing/2014/main" id="{42CEE7B4-0086-73F9-AF88-4585EE4306E7}"/>
                        </a:ext>
                      </a:extLst>
                    </p:cNvPr>
                    <p:cNvPicPr/>
                    <p:nvPr/>
                  </p:nvPicPr>
                  <p:blipFill>
                    <a:blip r:embed="rId32"/>
                    <a:stretch>
                      <a:fillRect/>
                    </a:stretch>
                  </p:blipFill>
                  <p:spPr>
                    <a:xfrm>
                      <a:off x="5275186" y="764478"/>
                      <a:ext cx="121680" cy="288000"/>
                    </a:xfrm>
                    <a:prstGeom prst="rect">
                      <a:avLst/>
                    </a:prstGeom>
                  </p:spPr>
                </p:pic>
              </mc:Fallback>
            </mc:AlternateContent>
          </p:grpSp>
          <p:grpSp>
            <p:nvGrpSpPr>
              <p:cNvPr id="128" name="Group 127">
                <a:extLst>
                  <a:ext uri="{FF2B5EF4-FFF2-40B4-BE49-F238E27FC236}">
                    <a16:creationId xmlns:a16="http://schemas.microsoft.com/office/drawing/2014/main" id="{7EE0BE94-5905-F042-082B-5C53168FA5B0}"/>
                  </a:ext>
                </a:extLst>
              </p:cNvPr>
              <p:cNvGrpSpPr/>
              <p:nvPr/>
            </p:nvGrpSpPr>
            <p:grpSpPr>
              <a:xfrm>
                <a:off x="2939856" y="3722559"/>
                <a:ext cx="261166" cy="123217"/>
                <a:chOff x="4741306" y="810918"/>
                <a:chExt cx="421200" cy="198720"/>
              </a:xfrm>
            </p:grpSpPr>
            <mc:AlternateContent xmlns:mc="http://schemas.openxmlformats.org/markup-compatibility/2006" xmlns:p14="http://schemas.microsoft.com/office/powerpoint/2010/main">
              <mc:Choice Requires="p14">
                <p:contentPart p14:bwMode="auto" r:id="rId33">
                  <p14:nvContentPartPr>
                    <p14:cNvPr id="123" name="Ink 122">
                      <a:extLst>
                        <a:ext uri="{FF2B5EF4-FFF2-40B4-BE49-F238E27FC236}">
                          <a16:creationId xmlns:a16="http://schemas.microsoft.com/office/drawing/2014/main" id="{FD07BC13-73B3-B8EC-B20E-A115847198EC}"/>
                        </a:ext>
                      </a:extLst>
                    </p14:cNvPr>
                    <p14:cNvContentPartPr/>
                    <p14:nvPr/>
                  </p14:nvContentPartPr>
                  <p14:xfrm>
                    <a:off x="5046226" y="911358"/>
                    <a:ext cx="116280" cy="83520"/>
                  </p14:xfrm>
                </p:contentPart>
              </mc:Choice>
              <mc:Fallback xmlns="">
                <p:pic>
                  <p:nvPicPr>
                    <p:cNvPr id="123" name="Ink 122">
                      <a:extLst>
                        <a:ext uri="{FF2B5EF4-FFF2-40B4-BE49-F238E27FC236}">
                          <a16:creationId xmlns:a16="http://schemas.microsoft.com/office/drawing/2014/main" id="{FD07BC13-73B3-B8EC-B20E-A115847198EC}"/>
                        </a:ext>
                      </a:extLst>
                    </p:cNvPr>
                    <p:cNvPicPr/>
                    <p:nvPr/>
                  </p:nvPicPr>
                  <p:blipFill>
                    <a:blip r:embed="rId34"/>
                    <a:stretch>
                      <a:fillRect/>
                    </a:stretch>
                  </p:blipFill>
                  <p:spPr>
                    <a:xfrm>
                      <a:off x="5037586" y="902718"/>
                      <a:ext cx="13392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24" name="Ink 123">
                      <a:extLst>
                        <a:ext uri="{FF2B5EF4-FFF2-40B4-BE49-F238E27FC236}">
                          <a16:creationId xmlns:a16="http://schemas.microsoft.com/office/drawing/2014/main" id="{D7F6D788-BD17-9BF9-BE20-5F34AF559B37}"/>
                        </a:ext>
                      </a:extLst>
                    </p14:cNvPr>
                    <p14:cNvContentPartPr/>
                    <p14:nvPr/>
                  </p14:nvContentPartPr>
                  <p14:xfrm>
                    <a:off x="5109586" y="1009278"/>
                    <a:ext cx="6840" cy="360"/>
                  </p14:xfrm>
                </p:contentPart>
              </mc:Choice>
              <mc:Fallback xmlns="">
                <p:pic>
                  <p:nvPicPr>
                    <p:cNvPr id="124" name="Ink 123">
                      <a:extLst>
                        <a:ext uri="{FF2B5EF4-FFF2-40B4-BE49-F238E27FC236}">
                          <a16:creationId xmlns:a16="http://schemas.microsoft.com/office/drawing/2014/main" id="{D7F6D788-BD17-9BF9-BE20-5F34AF559B37}"/>
                        </a:ext>
                      </a:extLst>
                    </p:cNvPr>
                    <p:cNvPicPr/>
                    <p:nvPr/>
                  </p:nvPicPr>
                  <p:blipFill>
                    <a:blip r:embed="rId36"/>
                    <a:stretch>
                      <a:fillRect/>
                    </a:stretch>
                  </p:blipFill>
                  <p:spPr>
                    <a:xfrm>
                      <a:off x="5100946" y="1000278"/>
                      <a:ext cx="244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25" name="Ink 124">
                      <a:extLst>
                        <a:ext uri="{FF2B5EF4-FFF2-40B4-BE49-F238E27FC236}">
                          <a16:creationId xmlns:a16="http://schemas.microsoft.com/office/drawing/2014/main" id="{17DBA1D6-3F3A-97C5-48FB-86D5B010862C}"/>
                        </a:ext>
                      </a:extLst>
                    </p14:cNvPr>
                    <p14:cNvContentPartPr/>
                    <p14:nvPr/>
                  </p14:nvContentPartPr>
                  <p14:xfrm>
                    <a:off x="4926706" y="810918"/>
                    <a:ext cx="72360" cy="132480"/>
                  </p14:xfrm>
                </p:contentPart>
              </mc:Choice>
              <mc:Fallback xmlns="">
                <p:pic>
                  <p:nvPicPr>
                    <p:cNvPr id="125" name="Ink 124">
                      <a:extLst>
                        <a:ext uri="{FF2B5EF4-FFF2-40B4-BE49-F238E27FC236}">
                          <a16:creationId xmlns:a16="http://schemas.microsoft.com/office/drawing/2014/main" id="{17DBA1D6-3F3A-97C5-48FB-86D5B010862C}"/>
                        </a:ext>
                      </a:extLst>
                    </p:cNvPr>
                    <p:cNvPicPr/>
                    <p:nvPr/>
                  </p:nvPicPr>
                  <p:blipFill>
                    <a:blip r:embed="rId38"/>
                    <a:stretch>
                      <a:fillRect/>
                    </a:stretch>
                  </p:blipFill>
                  <p:spPr>
                    <a:xfrm>
                      <a:off x="4918066" y="802278"/>
                      <a:ext cx="9000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26" name="Ink 125">
                      <a:extLst>
                        <a:ext uri="{FF2B5EF4-FFF2-40B4-BE49-F238E27FC236}">
                          <a16:creationId xmlns:a16="http://schemas.microsoft.com/office/drawing/2014/main" id="{62DF2BC9-2089-3991-B0BA-225E89530D07}"/>
                        </a:ext>
                      </a:extLst>
                    </p14:cNvPr>
                    <p14:cNvContentPartPr/>
                    <p14:nvPr/>
                  </p14:nvContentPartPr>
                  <p14:xfrm>
                    <a:off x="5017426" y="821358"/>
                    <a:ext cx="360" cy="4320"/>
                  </p14:xfrm>
                </p:contentPart>
              </mc:Choice>
              <mc:Fallback xmlns="">
                <p:pic>
                  <p:nvPicPr>
                    <p:cNvPr id="126" name="Ink 125">
                      <a:extLst>
                        <a:ext uri="{FF2B5EF4-FFF2-40B4-BE49-F238E27FC236}">
                          <a16:creationId xmlns:a16="http://schemas.microsoft.com/office/drawing/2014/main" id="{62DF2BC9-2089-3991-B0BA-225E89530D07}"/>
                        </a:ext>
                      </a:extLst>
                    </p:cNvPr>
                    <p:cNvPicPr/>
                    <p:nvPr/>
                  </p:nvPicPr>
                  <p:blipFill>
                    <a:blip r:embed="rId40"/>
                    <a:stretch>
                      <a:fillRect/>
                    </a:stretch>
                  </p:blipFill>
                  <p:spPr>
                    <a:xfrm>
                      <a:off x="5008426" y="812358"/>
                      <a:ext cx="180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27" name="Ink 126">
                      <a:extLst>
                        <a:ext uri="{FF2B5EF4-FFF2-40B4-BE49-F238E27FC236}">
                          <a16:creationId xmlns:a16="http://schemas.microsoft.com/office/drawing/2014/main" id="{F599E8AE-7D23-F143-7EB3-01EA878517F6}"/>
                        </a:ext>
                      </a:extLst>
                    </p14:cNvPr>
                    <p14:cNvContentPartPr/>
                    <p14:nvPr/>
                  </p14:nvContentPartPr>
                  <p14:xfrm>
                    <a:off x="4741306" y="834678"/>
                    <a:ext cx="169920" cy="131760"/>
                  </p14:xfrm>
                </p:contentPart>
              </mc:Choice>
              <mc:Fallback xmlns="">
                <p:pic>
                  <p:nvPicPr>
                    <p:cNvPr id="127" name="Ink 126">
                      <a:extLst>
                        <a:ext uri="{FF2B5EF4-FFF2-40B4-BE49-F238E27FC236}">
                          <a16:creationId xmlns:a16="http://schemas.microsoft.com/office/drawing/2014/main" id="{F599E8AE-7D23-F143-7EB3-01EA878517F6}"/>
                        </a:ext>
                      </a:extLst>
                    </p:cNvPr>
                    <p:cNvPicPr/>
                    <p:nvPr/>
                  </p:nvPicPr>
                  <p:blipFill>
                    <a:blip r:embed="rId42"/>
                    <a:stretch>
                      <a:fillRect/>
                    </a:stretch>
                  </p:blipFill>
                  <p:spPr>
                    <a:xfrm>
                      <a:off x="4732666" y="825678"/>
                      <a:ext cx="187560" cy="149400"/>
                    </a:xfrm>
                    <a:prstGeom prst="rect">
                      <a:avLst/>
                    </a:prstGeom>
                  </p:spPr>
                </p:pic>
              </mc:Fallback>
            </mc:AlternateContent>
          </p:grpSp>
          <p:grpSp>
            <p:nvGrpSpPr>
              <p:cNvPr id="157" name="Group 156">
                <a:extLst>
                  <a:ext uri="{FF2B5EF4-FFF2-40B4-BE49-F238E27FC236}">
                    <a16:creationId xmlns:a16="http://schemas.microsoft.com/office/drawing/2014/main" id="{F11DE88A-022C-7886-DCFA-A97BF48395F7}"/>
                  </a:ext>
                </a:extLst>
              </p:cNvPr>
              <p:cNvGrpSpPr/>
              <p:nvPr/>
            </p:nvGrpSpPr>
            <p:grpSpPr>
              <a:xfrm>
                <a:off x="2932490" y="3959171"/>
                <a:ext cx="1173015" cy="410053"/>
                <a:chOff x="4729426" y="1192518"/>
                <a:chExt cx="1891800" cy="661320"/>
              </a:xfrm>
            </p:grpSpPr>
            <mc:AlternateContent xmlns:mc="http://schemas.openxmlformats.org/markup-compatibility/2006" xmlns:p14="http://schemas.microsoft.com/office/powerpoint/2010/main">
              <mc:Choice Requires="p14">
                <p:contentPart p14:bwMode="auto" r:id="rId43">
                  <p14:nvContentPartPr>
                    <p14:cNvPr id="129" name="Ink 128">
                      <a:extLst>
                        <a:ext uri="{FF2B5EF4-FFF2-40B4-BE49-F238E27FC236}">
                          <a16:creationId xmlns:a16="http://schemas.microsoft.com/office/drawing/2014/main" id="{EFF9B1B1-7BE5-0494-742C-F4FBC7A7D86D}"/>
                        </a:ext>
                      </a:extLst>
                    </p14:cNvPr>
                    <p14:cNvContentPartPr/>
                    <p14:nvPr/>
                  </p14:nvContentPartPr>
                  <p14:xfrm>
                    <a:off x="6326386" y="1265958"/>
                    <a:ext cx="131760" cy="105120"/>
                  </p14:xfrm>
                </p:contentPart>
              </mc:Choice>
              <mc:Fallback xmlns="">
                <p:pic>
                  <p:nvPicPr>
                    <p:cNvPr id="129" name="Ink 128">
                      <a:extLst>
                        <a:ext uri="{FF2B5EF4-FFF2-40B4-BE49-F238E27FC236}">
                          <a16:creationId xmlns:a16="http://schemas.microsoft.com/office/drawing/2014/main" id="{EFF9B1B1-7BE5-0494-742C-F4FBC7A7D86D}"/>
                        </a:ext>
                      </a:extLst>
                    </p:cNvPr>
                    <p:cNvPicPr/>
                    <p:nvPr/>
                  </p:nvPicPr>
                  <p:blipFill>
                    <a:blip r:embed="rId44"/>
                    <a:stretch>
                      <a:fillRect/>
                    </a:stretch>
                  </p:blipFill>
                  <p:spPr>
                    <a:xfrm>
                      <a:off x="6317746" y="1256958"/>
                      <a:ext cx="14940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30" name="Ink 129">
                      <a:extLst>
                        <a:ext uri="{FF2B5EF4-FFF2-40B4-BE49-F238E27FC236}">
                          <a16:creationId xmlns:a16="http://schemas.microsoft.com/office/drawing/2014/main" id="{D029A0AD-545C-A5D1-7D6E-66A24CE0D85C}"/>
                        </a:ext>
                      </a:extLst>
                    </p14:cNvPr>
                    <p14:cNvContentPartPr/>
                    <p14:nvPr/>
                  </p14:nvContentPartPr>
                  <p14:xfrm>
                    <a:off x="6425026" y="1192518"/>
                    <a:ext cx="7200" cy="77400"/>
                  </p14:xfrm>
                </p:contentPart>
              </mc:Choice>
              <mc:Fallback xmlns="">
                <p:pic>
                  <p:nvPicPr>
                    <p:cNvPr id="130" name="Ink 129">
                      <a:extLst>
                        <a:ext uri="{FF2B5EF4-FFF2-40B4-BE49-F238E27FC236}">
                          <a16:creationId xmlns:a16="http://schemas.microsoft.com/office/drawing/2014/main" id="{D029A0AD-545C-A5D1-7D6E-66A24CE0D85C}"/>
                        </a:ext>
                      </a:extLst>
                    </p:cNvPr>
                    <p:cNvPicPr/>
                    <p:nvPr/>
                  </p:nvPicPr>
                  <p:blipFill>
                    <a:blip r:embed="rId46"/>
                    <a:stretch>
                      <a:fillRect/>
                    </a:stretch>
                  </p:blipFill>
                  <p:spPr>
                    <a:xfrm>
                      <a:off x="6416026" y="1183518"/>
                      <a:ext cx="2484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31" name="Ink 130">
                      <a:extLst>
                        <a:ext uri="{FF2B5EF4-FFF2-40B4-BE49-F238E27FC236}">
                          <a16:creationId xmlns:a16="http://schemas.microsoft.com/office/drawing/2014/main" id="{CD3F899B-2275-B50C-7301-EA3F33BE7B5D}"/>
                        </a:ext>
                      </a:extLst>
                    </p14:cNvPr>
                    <p14:cNvContentPartPr/>
                    <p14:nvPr/>
                  </p14:nvContentPartPr>
                  <p14:xfrm>
                    <a:off x="6049546" y="1268838"/>
                    <a:ext cx="245880" cy="97920"/>
                  </p14:xfrm>
                </p:contentPart>
              </mc:Choice>
              <mc:Fallback xmlns="">
                <p:pic>
                  <p:nvPicPr>
                    <p:cNvPr id="131" name="Ink 130">
                      <a:extLst>
                        <a:ext uri="{FF2B5EF4-FFF2-40B4-BE49-F238E27FC236}">
                          <a16:creationId xmlns:a16="http://schemas.microsoft.com/office/drawing/2014/main" id="{CD3F899B-2275-B50C-7301-EA3F33BE7B5D}"/>
                        </a:ext>
                      </a:extLst>
                    </p:cNvPr>
                    <p:cNvPicPr/>
                    <p:nvPr/>
                  </p:nvPicPr>
                  <p:blipFill>
                    <a:blip r:embed="rId48"/>
                    <a:stretch>
                      <a:fillRect/>
                    </a:stretch>
                  </p:blipFill>
                  <p:spPr>
                    <a:xfrm>
                      <a:off x="6040906" y="1260198"/>
                      <a:ext cx="26352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32" name="Ink 131">
                      <a:extLst>
                        <a:ext uri="{FF2B5EF4-FFF2-40B4-BE49-F238E27FC236}">
                          <a16:creationId xmlns:a16="http://schemas.microsoft.com/office/drawing/2014/main" id="{9B40371E-A384-909F-89A1-DB9B801ED1AB}"/>
                        </a:ext>
                      </a:extLst>
                    </p14:cNvPr>
                    <p14:cNvContentPartPr/>
                    <p14:nvPr/>
                  </p14:nvContentPartPr>
                  <p14:xfrm>
                    <a:off x="6251146" y="1208718"/>
                    <a:ext cx="2160" cy="8280"/>
                  </p14:xfrm>
                </p:contentPart>
              </mc:Choice>
              <mc:Fallback xmlns="">
                <p:pic>
                  <p:nvPicPr>
                    <p:cNvPr id="132" name="Ink 131">
                      <a:extLst>
                        <a:ext uri="{FF2B5EF4-FFF2-40B4-BE49-F238E27FC236}">
                          <a16:creationId xmlns:a16="http://schemas.microsoft.com/office/drawing/2014/main" id="{9B40371E-A384-909F-89A1-DB9B801ED1AB}"/>
                        </a:ext>
                      </a:extLst>
                    </p:cNvPr>
                    <p:cNvPicPr/>
                    <p:nvPr/>
                  </p:nvPicPr>
                  <p:blipFill>
                    <a:blip r:embed="rId50"/>
                    <a:stretch>
                      <a:fillRect/>
                    </a:stretch>
                  </p:blipFill>
                  <p:spPr>
                    <a:xfrm>
                      <a:off x="6242146" y="1199718"/>
                      <a:ext cx="198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33" name="Ink 132">
                      <a:extLst>
                        <a:ext uri="{FF2B5EF4-FFF2-40B4-BE49-F238E27FC236}">
                          <a16:creationId xmlns:a16="http://schemas.microsoft.com/office/drawing/2014/main" id="{BDF868B2-639E-85AA-FA54-D7831D0B92B3}"/>
                        </a:ext>
                      </a:extLst>
                    </p14:cNvPr>
                    <p14:cNvContentPartPr/>
                    <p14:nvPr/>
                  </p14:nvContentPartPr>
                  <p14:xfrm>
                    <a:off x="5792506" y="1236438"/>
                    <a:ext cx="102240" cy="136080"/>
                  </p14:xfrm>
                </p:contentPart>
              </mc:Choice>
              <mc:Fallback xmlns="">
                <p:pic>
                  <p:nvPicPr>
                    <p:cNvPr id="133" name="Ink 132">
                      <a:extLst>
                        <a:ext uri="{FF2B5EF4-FFF2-40B4-BE49-F238E27FC236}">
                          <a16:creationId xmlns:a16="http://schemas.microsoft.com/office/drawing/2014/main" id="{BDF868B2-639E-85AA-FA54-D7831D0B92B3}"/>
                        </a:ext>
                      </a:extLst>
                    </p:cNvPr>
                    <p:cNvPicPr/>
                    <p:nvPr/>
                  </p:nvPicPr>
                  <p:blipFill>
                    <a:blip r:embed="rId52"/>
                    <a:stretch>
                      <a:fillRect/>
                    </a:stretch>
                  </p:blipFill>
                  <p:spPr>
                    <a:xfrm>
                      <a:off x="5783506" y="1227798"/>
                      <a:ext cx="11988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34" name="Ink 133">
                      <a:extLst>
                        <a:ext uri="{FF2B5EF4-FFF2-40B4-BE49-F238E27FC236}">
                          <a16:creationId xmlns:a16="http://schemas.microsoft.com/office/drawing/2014/main" id="{F2760970-7766-EC7C-90F0-D88DC80AE52F}"/>
                        </a:ext>
                      </a:extLst>
                    </p14:cNvPr>
                    <p14:cNvContentPartPr/>
                    <p14:nvPr/>
                  </p14:nvContentPartPr>
                  <p14:xfrm>
                    <a:off x="5855866" y="1196838"/>
                    <a:ext cx="104760" cy="103680"/>
                  </p14:xfrm>
                </p:contentPart>
              </mc:Choice>
              <mc:Fallback xmlns="">
                <p:pic>
                  <p:nvPicPr>
                    <p:cNvPr id="134" name="Ink 133">
                      <a:extLst>
                        <a:ext uri="{FF2B5EF4-FFF2-40B4-BE49-F238E27FC236}">
                          <a16:creationId xmlns:a16="http://schemas.microsoft.com/office/drawing/2014/main" id="{F2760970-7766-EC7C-90F0-D88DC80AE52F}"/>
                        </a:ext>
                      </a:extLst>
                    </p:cNvPr>
                    <p:cNvPicPr/>
                    <p:nvPr/>
                  </p:nvPicPr>
                  <p:blipFill>
                    <a:blip r:embed="rId54"/>
                    <a:stretch>
                      <a:fillRect/>
                    </a:stretch>
                  </p:blipFill>
                  <p:spPr>
                    <a:xfrm>
                      <a:off x="5847226" y="1188198"/>
                      <a:ext cx="12240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35" name="Ink 134">
                      <a:extLst>
                        <a:ext uri="{FF2B5EF4-FFF2-40B4-BE49-F238E27FC236}">
                          <a16:creationId xmlns:a16="http://schemas.microsoft.com/office/drawing/2014/main" id="{A6498C66-B8F6-E308-3F98-C7BF53818A50}"/>
                        </a:ext>
                      </a:extLst>
                    </p14:cNvPr>
                    <p14:cNvContentPartPr/>
                    <p14:nvPr/>
                  </p14:nvContentPartPr>
                  <p14:xfrm>
                    <a:off x="5711146" y="1311678"/>
                    <a:ext cx="17640" cy="61560"/>
                  </p14:xfrm>
                </p:contentPart>
              </mc:Choice>
              <mc:Fallback xmlns="">
                <p:pic>
                  <p:nvPicPr>
                    <p:cNvPr id="135" name="Ink 134">
                      <a:extLst>
                        <a:ext uri="{FF2B5EF4-FFF2-40B4-BE49-F238E27FC236}">
                          <a16:creationId xmlns:a16="http://schemas.microsoft.com/office/drawing/2014/main" id="{A6498C66-B8F6-E308-3F98-C7BF53818A50}"/>
                        </a:ext>
                      </a:extLst>
                    </p:cNvPr>
                    <p:cNvPicPr/>
                    <p:nvPr/>
                  </p:nvPicPr>
                  <p:blipFill>
                    <a:blip r:embed="rId56"/>
                    <a:stretch>
                      <a:fillRect/>
                    </a:stretch>
                  </p:blipFill>
                  <p:spPr>
                    <a:xfrm>
                      <a:off x="5702506" y="1302678"/>
                      <a:ext cx="3528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36" name="Ink 135">
                      <a:extLst>
                        <a:ext uri="{FF2B5EF4-FFF2-40B4-BE49-F238E27FC236}">
                          <a16:creationId xmlns:a16="http://schemas.microsoft.com/office/drawing/2014/main" id="{BDA2B5A4-3EE3-81A6-C1D8-A6A00D77D7E2}"/>
                        </a:ext>
                      </a:extLst>
                    </p14:cNvPr>
                    <p14:cNvContentPartPr/>
                    <p14:nvPr/>
                  </p14:nvContentPartPr>
                  <p14:xfrm>
                    <a:off x="5558866" y="1257678"/>
                    <a:ext cx="138240" cy="119880"/>
                  </p14:xfrm>
                </p:contentPart>
              </mc:Choice>
              <mc:Fallback xmlns="">
                <p:pic>
                  <p:nvPicPr>
                    <p:cNvPr id="136" name="Ink 135">
                      <a:extLst>
                        <a:ext uri="{FF2B5EF4-FFF2-40B4-BE49-F238E27FC236}">
                          <a16:creationId xmlns:a16="http://schemas.microsoft.com/office/drawing/2014/main" id="{BDA2B5A4-3EE3-81A6-C1D8-A6A00D77D7E2}"/>
                        </a:ext>
                      </a:extLst>
                    </p:cNvPr>
                    <p:cNvPicPr/>
                    <p:nvPr/>
                  </p:nvPicPr>
                  <p:blipFill>
                    <a:blip r:embed="rId58"/>
                    <a:stretch>
                      <a:fillRect/>
                    </a:stretch>
                  </p:blipFill>
                  <p:spPr>
                    <a:xfrm>
                      <a:off x="5550226" y="1249038"/>
                      <a:ext cx="15588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37" name="Ink 136">
                      <a:extLst>
                        <a:ext uri="{FF2B5EF4-FFF2-40B4-BE49-F238E27FC236}">
                          <a16:creationId xmlns:a16="http://schemas.microsoft.com/office/drawing/2014/main" id="{5CA6D1D1-C7F3-4232-4175-5DD5D8FBA03F}"/>
                        </a:ext>
                      </a:extLst>
                    </p14:cNvPr>
                    <p14:cNvContentPartPr/>
                    <p14:nvPr/>
                  </p14:nvContentPartPr>
                  <p14:xfrm>
                    <a:off x="5626906" y="1436958"/>
                    <a:ext cx="360" cy="12240"/>
                  </p14:xfrm>
                </p:contentPart>
              </mc:Choice>
              <mc:Fallback xmlns="">
                <p:pic>
                  <p:nvPicPr>
                    <p:cNvPr id="137" name="Ink 136">
                      <a:extLst>
                        <a:ext uri="{FF2B5EF4-FFF2-40B4-BE49-F238E27FC236}">
                          <a16:creationId xmlns:a16="http://schemas.microsoft.com/office/drawing/2014/main" id="{5CA6D1D1-C7F3-4232-4175-5DD5D8FBA03F}"/>
                        </a:ext>
                      </a:extLst>
                    </p:cNvPr>
                    <p:cNvPicPr/>
                    <p:nvPr/>
                  </p:nvPicPr>
                  <p:blipFill>
                    <a:blip r:embed="rId60"/>
                    <a:stretch>
                      <a:fillRect/>
                    </a:stretch>
                  </p:blipFill>
                  <p:spPr>
                    <a:xfrm>
                      <a:off x="5617906" y="1427958"/>
                      <a:ext cx="180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38" name="Ink 137">
                      <a:extLst>
                        <a:ext uri="{FF2B5EF4-FFF2-40B4-BE49-F238E27FC236}">
                          <a16:creationId xmlns:a16="http://schemas.microsoft.com/office/drawing/2014/main" id="{0357F8AF-FF1D-D362-0F6C-33AC1D980944}"/>
                        </a:ext>
                      </a:extLst>
                    </p14:cNvPr>
                    <p14:cNvContentPartPr/>
                    <p14:nvPr/>
                  </p14:nvContentPartPr>
                  <p14:xfrm>
                    <a:off x="5356186" y="1271358"/>
                    <a:ext cx="37440" cy="92160"/>
                  </p14:xfrm>
                </p:contentPart>
              </mc:Choice>
              <mc:Fallback xmlns="">
                <p:pic>
                  <p:nvPicPr>
                    <p:cNvPr id="138" name="Ink 137">
                      <a:extLst>
                        <a:ext uri="{FF2B5EF4-FFF2-40B4-BE49-F238E27FC236}">
                          <a16:creationId xmlns:a16="http://schemas.microsoft.com/office/drawing/2014/main" id="{0357F8AF-FF1D-D362-0F6C-33AC1D980944}"/>
                        </a:ext>
                      </a:extLst>
                    </p:cNvPr>
                    <p:cNvPicPr/>
                    <p:nvPr/>
                  </p:nvPicPr>
                  <p:blipFill>
                    <a:blip r:embed="rId62"/>
                    <a:stretch>
                      <a:fillRect/>
                    </a:stretch>
                  </p:blipFill>
                  <p:spPr>
                    <a:xfrm>
                      <a:off x="5347546" y="1262718"/>
                      <a:ext cx="5508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39" name="Ink 138">
                      <a:extLst>
                        <a:ext uri="{FF2B5EF4-FFF2-40B4-BE49-F238E27FC236}">
                          <a16:creationId xmlns:a16="http://schemas.microsoft.com/office/drawing/2014/main" id="{069C8551-1D14-7069-2EA7-D7C992688908}"/>
                        </a:ext>
                      </a:extLst>
                    </p14:cNvPr>
                    <p14:cNvContentPartPr/>
                    <p14:nvPr/>
                  </p14:nvContentPartPr>
                  <p14:xfrm>
                    <a:off x="5311546" y="1200438"/>
                    <a:ext cx="12240" cy="148320"/>
                  </p14:xfrm>
                </p:contentPart>
              </mc:Choice>
              <mc:Fallback xmlns="">
                <p:pic>
                  <p:nvPicPr>
                    <p:cNvPr id="139" name="Ink 138">
                      <a:extLst>
                        <a:ext uri="{FF2B5EF4-FFF2-40B4-BE49-F238E27FC236}">
                          <a16:creationId xmlns:a16="http://schemas.microsoft.com/office/drawing/2014/main" id="{069C8551-1D14-7069-2EA7-D7C992688908}"/>
                        </a:ext>
                      </a:extLst>
                    </p:cNvPr>
                    <p:cNvPicPr/>
                    <p:nvPr/>
                  </p:nvPicPr>
                  <p:blipFill>
                    <a:blip r:embed="rId64"/>
                    <a:stretch>
                      <a:fillRect/>
                    </a:stretch>
                  </p:blipFill>
                  <p:spPr>
                    <a:xfrm>
                      <a:off x="5302546" y="1191438"/>
                      <a:ext cx="2988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40" name="Ink 139">
                      <a:extLst>
                        <a:ext uri="{FF2B5EF4-FFF2-40B4-BE49-F238E27FC236}">
                          <a16:creationId xmlns:a16="http://schemas.microsoft.com/office/drawing/2014/main" id="{4AE0DEB1-F0CF-4672-579F-F696670AD888}"/>
                        </a:ext>
                      </a:extLst>
                    </p14:cNvPr>
                    <p14:cNvContentPartPr/>
                    <p14:nvPr/>
                  </p14:nvContentPartPr>
                  <p14:xfrm>
                    <a:off x="4729426" y="1241118"/>
                    <a:ext cx="435600" cy="161640"/>
                  </p14:xfrm>
                </p:contentPart>
              </mc:Choice>
              <mc:Fallback xmlns="">
                <p:pic>
                  <p:nvPicPr>
                    <p:cNvPr id="140" name="Ink 139">
                      <a:extLst>
                        <a:ext uri="{FF2B5EF4-FFF2-40B4-BE49-F238E27FC236}">
                          <a16:creationId xmlns:a16="http://schemas.microsoft.com/office/drawing/2014/main" id="{4AE0DEB1-F0CF-4672-579F-F696670AD888}"/>
                        </a:ext>
                      </a:extLst>
                    </p:cNvPr>
                    <p:cNvPicPr/>
                    <p:nvPr/>
                  </p:nvPicPr>
                  <p:blipFill>
                    <a:blip r:embed="rId66"/>
                    <a:stretch>
                      <a:fillRect/>
                    </a:stretch>
                  </p:blipFill>
                  <p:spPr>
                    <a:xfrm>
                      <a:off x="4720786" y="1232478"/>
                      <a:ext cx="45324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41" name="Ink 140">
                      <a:extLst>
                        <a:ext uri="{FF2B5EF4-FFF2-40B4-BE49-F238E27FC236}">
                          <a16:creationId xmlns:a16="http://schemas.microsoft.com/office/drawing/2014/main" id="{623B281F-0CA1-9042-2484-DE69B0325C73}"/>
                        </a:ext>
                      </a:extLst>
                    </p14:cNvPr>
                    <p14:cNvContentPartPr/>
                    <p14:nvPr/>
                  </p14:nvContentPartPr>
                  <p14:xfrm>
                    <a:off x="4981426" y="1458558"/>
                    <a:ext cx="27360" cy="360"/>
                  </p14:xfrm>
                </p:contentPart>
              </mc:Choice>
              <mc:Fallback xmlns="">
                <p:pic>
                  <p:nvPicPr>
                    <p:cNvPr id="141" name="Ink 140">
                      <a:extLst>
                        <a:ext uri="{FF2B5EF4-FFF2-40B4-BE49-F238E27FC236}">
                          <a16:creationId xmlns:a16="http://schemas.microsoft.com/office/drawing/2014/main" id="{623B281F-0CA1-9042-2484-DE69B0325C73}"/>
                        </a:ext>
                      </a:extLst>
                    </p:cNvPr>
                    <p:cNvPicPr/>
                    <p:nvPr/>
                  </p:nvPicPr>
                  <p:blipFill>
                    <a:blip r:embed="rId68"/>
                    <a:stretch>
                      <a:fillRect/>
                    </a:stretch>
                  </p:blipFill>
                  <p:spPr>
                    <a:xfrm>
                      <a:off x="4972426" y="1449558"/>
                      <a:ext cx="45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42" name="Ink 141">
                      <a:extLst>
                        <a:ext uri="{FF2B5EF4-FFF2-40B4-BE49-F238E27FC236}">
                          <a16:creationId xmlns:a16="http://schemas.microsoft.com/office/drawing/2014/main" id="{072676D4-77AA-AF58-90C0-4D0892489DAF}"/>
                        </a:ext>
                      </a:extLst>
                    </p14:cNvPr>
                    <p14:cNvContentPartPr/>
                    <p14:nvPr/>
                  </p14:nvContentPartPr>
                  <p14:xfrm>
                    <a:off x="4860106" y="1495278"/>
                    <a:ext cx="85320" cy="11520"/>
                  </p14:xfrm>
                </p:contentPart>
              </mc:Choice>
              <mc:Fallback xmlns="">
                <p:pic>
                  <p:nvPicPr>
                    <p:cNvPr id="142" name="Ink 141">
                      <a:extLst>
                        <a:ext uri="{FF2B5EF4-FFF2-40B4-BE49-F238E27FC236}">
                          <a16:creationId xmlns:a16="http://schemas.microsoft.com/office/drawing/2014/main" id="{072676D4-77AA-AF58-90C0-4D0892489DAF}"/>
                        </a:ext>
                      </a:extLst>
                    </p:cNvPr>
                    <p:cNvPicPr/>
                    <p:nvPr/>
                  </p:nvPicPr>
                  <p:blipFill>
                    <a:blip r:embed="rId70"/>
                    <a:stretch>
                      <a:fillRect/>
                    </a:stretch>
                  </p:blipFill>
                  <p:spPr>
                    <a:xfrm>
                      <a:off x="4851466" y="1486278"/>
                      <a:ext cx="10296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43" name="Ink 142">
                      <a:extLst>
                        <a:ext uri="{FF2B5EF4-FFF2-40B4-BE49-F238E27FC236}">
                          <a16:creationId xmlns:a16="http://schemas.microsoft.com/office/drawing/2014/main" id="{F07526C9-FD94-B8C6-3B2F-A749C4055451}"/>
                        </a:ext>
                      </a:extLst>
                    </p14:cNvPr>
                    <p14:cNvContentPartPr/>
                    <p14:nvPr/>
                  </p14:nvContentPartPr>
                  <p14:xfrm>
                    <a:off x="4811146" y="1310238"/>
                    <a:ext cx="2880" cy="15120"/>
                  </p14:xfrm>
                </p:contentPart>
              </mc:Choice>
              <mc:Fallback xmlns="">
                <p:pic>
                  <p:nvPicPr>
                    <p:cNvPr id="143" name="Ink 142">
                      <a:extLst>
                        <a:ext uri="{FF2B5EF4-FFF2-40B4-BE49-F238E27FC236}">
                          <a16:creationId xmlns:a16="http://schemas.microsoft.com/office/drawing/2014/main" id="{F07526C9-FD94-B8C6-3B2F-A749C4055451}"/>
                        </a:ext>
                      </a:extLst>
                    </p:cNvPr>
                    <p:cNvPicPr/>
                    <p:nvPr/>
                  </p:nvPicPr>
                  <p:blipFill>
                    <a:blip r:embed="rId72"/>
                    <a:stretch>
                      <a:fillRect/>
                    </a:stretch>
                  </p:blipFill>
                  <p:spPr>
                    <a:xfrm>
                      <a:off x="4802506" y="1301598"/>
                      <a:ext cx="2052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44" name="Ink 143">
                      <a:extLst>
                        <a:ext uri="{FF2B5EF4-FFF2-40B4-BE49-F238E27FC236}">
                          <a16:creationId xmlns:a16="http://schemas.microsoft.com/office/drawing/2014/main" id="{3C2FE958-4CC9-E82B-CFE5-8C4D03C0D107}"/>
                        </a:ext>
                      </a:extLst>
                    </p14:cNvPr>
                    <p14:cNvContentPartPr/>
                    <p14:nvPr/>
                  </p14:nvContentPartPr>
                  <p14:xfrm>
                    <a:off x="5131186" y="1200078"/>
                    <a:ext cx="61560" cy="8280"/>
                  </p14:xfrm>
                </p:contentPart>
              </mc:Choice>
              <mc:Fallback xmlns="">
                <p:pic>
                  <p:nvPicPr>
                    <p:cNvPr id="144" name="Ink 143">
                      <a:extLst>
                        <a:ext uri="{FF2B5EF4-FFF2-40B4-BE49-F238E27FC236}">
                          <a16:creationId xmlns:a16="http://schemas.microsoft.com/office/drawing/2014/main" id="{3C2FE958-4CC9-E82B-CFE5-8C4D03C0D107}"/>
                        </a:ext>
                      </a:extLst>
                    </p:cNvPr>
                    <p:cNvPicPr/>
                    <p:nvPr/>
                  </p:nvPicPr>
                  <p:blipFill>
                    <a:blip r:embed="rId74"/>
                    <a:stretch>
                      <a:fillRect/>
                    </a:stretch>
                  </p:blipFill>
                  <p:spPr>
                    <a:xfrm>
                      <a:off x="5122186" y="1191078"/>
                      <a:ext cx="7920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47" name="Ink 146">
                      <a:extLst>
                        <a:ext uri="{FF2B5EF4-FFF2-40B4-BE49-F238E27FC236}">
                          <a16:creationId xmlns:a16="http://schemas.microsoft.com/office/drawing/2014/main" id="{4B8165CB-659B-6F6A-9399-B198872A3280}"/>
                        </a:ext>
                      </a:extLst>
                    </p14:cNvPr>
                    <p14:cNvContentPartPr/>
                    <p14:nvPr/>
                  </p14:nvContentPartPr>
                  <p14:xfrm>
                    <a:off x="6034786" y="1556478"/>
                    <a:ext cx="456120" cy="222120"/>
                  </p14:xfrm>
                </p:contentPart>
              </mc:Choice>
              <mc:Fallback xmlns="">
                <p:pic>
                  <p:nvPicPr>
                    <p:cNvPr id="147" name="Ink 146">
                      <a:extLst>
                        <a:ext uri="{FF2B5EF4-FFF2-40B4-BE49-F238E27FC236}">
                          <a16:creationId xmlns:a16="http://schemas.microsoft.com/office/drawing/2014/main" id="{4B8165CB-659B-6F6A-9399-B198872A3280}"/>
                        </a:ext>
                      </a:extLst>
                    </p:cNvPr>
                    <p:cNvPicPr/>
                    <p:nvPr/>
                  </p:nvPicPr>
                  <p:blipFill>
                    <a:blip r:embed="rId76"/>
                    <a:stretch>
                      <a:fillRect/>
                    </a:stretch>
                  </p:blipFill>
                  <p:spPr>
                    <a:xfrm>
                      <a:off x="6026146" y="1547478"/>
                      <a:ext cx="47376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48" name="Ink 147">
                      <a:extLst>
                        <a:ext uri="{FF2B5EF4-FFF2-40B4-BE49-F238E27FC236}">
                          <a16:creationId xmlns:a16="http://schemas.microsoft.com/office/drawing/2014/main" id="{DA97EE9F-4D00-6135-44C8-7420D062742E}"/>
                        </a:ext>
                      </a:extLst>
                    </p14:cNvPr>
                    <p14:cNvContentPartPr/>
                    <p14:nvPr/>
                  </p14:nvContentPartPr>
                  <p14:xfrm>
                    <a:off x="6219826" y="1835838"/>
                    <a:ext cx="33480" cy="18000"/>
                  </p14:xfrm>
                </p:contentPart>
              </mc:Choice>
              <mc:Fallback xmlns="">
                <p:pic>
                  <p:nvPicPr>
                    <p:cNvPr id="148" name="Ink 147">
                      <a:extLst>
                        <a:ext uri="{FF2B5EF4-FFF2-40B4-BE49-F238E27FC236}">
                          <a16:creationId xmlns:a16="http://schemas.microsoft.com/office/drawing/2014/main" id="{DA97EE9F-4D00-6135-44C8-7420D062742E}"/>
                        </a:ext>
                      </a:extLst>
                    </p:cNvPr>
                    <p:cNvPicPr/>
                    <p:nvPr/>
                  </p:nvPicPr>
                  <p:blipFill>
                    <a:blip r:embed="rId78"/>
                    <a:stretch>
                      <a:fillRect/>
                    </a:stretch>
                  </p:blipFill>
                  <p:spPr>
                    <a:xfrm>
                      <a:off x="6210826" y="1826838"/>
                      <a:ext cx="5112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49" name="Ink 148">
                      <a:extLst>
                        <a:ext uri="{FF2B5EF4-FFF2-40B4-BE49-F238E27FC236}">
                          <a16:creationId xmlns:a16="http://schemas.microsoft.com/office/drawing/2014/main" id="{E9FE3E25-4E7D-ECA5-3194-18EA00AFF5B6}"/>
                        </a:ext>
                      </a:extLst>
                    </p14:cNvPr>
                    <p14:cNvContentPartPr/>
                    <p14:nvPr/>
                  </p14:nvContentPartPr>
                  <p14:xfrm>
                    <a:off x="6212986" y="1593918"/>
                    <a:ext cx="3960" cy="19440"/>
                  </p14:xfrm>
                </p:contentPart>
              </mc:Choice>
              <mc:Fallback xmlns="">
                <p:pic>
                  <p:nvPicPr>
                    <p:cNvPr id="149" name="Ink 148">
                      <a:extLst>
                        <a:ext uri="{FF2B5EF4-FFF2-40B4-BE49-F238E27FC236}">
                          <a16:creationId xmlns:a16="http://schemas.microsoft.com/office/drawing/2014/main" id="{E9FE3E25-4E7D-ECA5-3194-18EA00AFF5B6}"/>
                        </a:ext>
                      </a:extLst>
                    </p:cNvPr>
                    <p:cNvPicPr/>
                    <p:nvPr/>
                  </p:nvPicPr>
                  <p:blipFill>
                    <a:blip r:embed="rId80"/>
                    <a:stretch>
                      <a:fillRect/>
                    </a:stretch>
                  </p:blipFill>
                  <p:spPr>
                    <a:xfrm>
                      <a:off x="6204346" y="1584918"/>
                      <a:ext cx="216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50" name="Ink 149">
                      <a:extLst>
                        <a:ext uri="{FF2B5EF4-FFF2-40B4-BE49-F238E27FC236}">
                          <a16:creationId xmlns:a16="http://schemas.microsoft.com/office/drawing/2014/main" id="{48DFE091-8E82-FA78-D85B-6C46DF77908E}"/>
                        </a:ext>
                      </a:extLst>
                    </p14:cNvPr>
                    <p14:cNvContentPartPr/>
                    <p14:nvPr/>
                  </p14:nvContentPartPr>
                  <p14:xfrm>
                    <a:off x="6518986" y="1617678"/>
                    <a:ext cx="52200" cy="10800"/>
                  </p14:xfrm>
                </p:contentPart>
              </mc:Choice>
              <mc:Fallback xmlns="">
                <p:pic>
                  <p:nvPicPr>
                    <p:cNvPr id="150" name="Ink 149">
                      <a:extLst>
                        <a:ext uri="{FF2B5EF4-FFF2-40B4-BE49-F238E27FC236}">
                          <a16:creationId xmlns:a16="http://schemas.microsoft.com/office/drawing/2014/main" id="{48DFE091-8E82-FA78-D85B-6C46DF77908E}"/>
                        </a:ext>
                      </a:extLst>
                    </p:cNvPr>
                    <p:cNvPicPr/>
                    <p:nvPr/>
                  </p:nvPicPr>
                  <p:blipFill>
                    <a:blip r:embed="rId82"/>
                    <a:stretch>
                      <a:fillRect/>
                    </a:stretch>
                  </p:blipFill>
                  <p:spPr>
                    <a:xfrm>
                      <a:off x="6509986" y="1609038"/>
                      <a:ext cx="6984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51" name="Ink 150">
                      <a:extLst>
                        <a:ext uri="{FF2B5EF4-FFF2-40B4-BE49-F238E27FC236}">
                          <a16:creationId xmlns:a16="http://schemas.microsoft.com/office/drawing/2014/main" id="{935D41C6-4DD1-E180-BA6E-83D6008503A6}"/>
                        </a:ext>
                      </a:extLst>
                    </p14:cNvPr>
                    <p14:cNvContentPartPr/>
                    <p14:nvPr/>
                  </p14:nvContentPartPr>
                  <p14:xfrm>
                    <a:off x="6412066" y="1444518"/>
                    <a:ext cx="209160" cy="100800"/>
                  </p14:xfrm>
                </p:contentPart>
              </mc:Choice>
              <mc:Fallback xmlns="">
                <p:pic>
                  <p:nvPicPr>
                    <p:cNvPr id="151" name="Ink 150">
                      <a:extLst>
                        <a:ext uri="{FF2B5EF4-FFF2-40B4-BE49-F238E27FC236}">
                          <a16:creationId xmlns:a16="http://schemas.microsoft.com/office/drawing/2014/main" id="{935D41C6-4DD1-E180-BA6E-83D6008503A6}"/>
                        </a:ext>
                      </a:extLst>
                    </p:cNvPr>
                    <p:cNvPicPr/>
                    <p:nvPr/>
                  </p:nvPicPr>
                  <p:blipFill>
                    <a:blip r:embed="rId84"/>
                    <a:stretch>
                      <a:fillRect/>
                    </a:stretch>
                  </p:blipFill>
                  <p:spPr>
                    <a:xfrm>
                      <a:off x="6403066" y="1435518"/>
                      <a:ext cx="22680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52" name="Ink 151">
                      <a:extLst>
                        <a:ext uri="{FF2B5EF4-FFF2-40B4-BE49-F238E27FC236}">
                          <a16:creationId xmlns:a16="http://schemas.microsoft.com/office/drawing/2014/main" id="{B73B2650-35D3-00AE-697F-71F8F07F2E7E}"/>
                        </a:ext>
                      </a:extLst>
                    </p14:cNvPr>
                    <p14:cNvContentPartPr/>
                    <p14:nvPr/>
                  </p14:nvContentPartPr>
                  <p14:xfrm>
                    <a:off x="5671906" y="1647558"/>
                    <a:ext cx="243720" cy="155160"/>
                  </p14:xfrm>
                </p:contentPart>
              </mc:Choice>
              <mc:Fallback xmlns="">
                <p:pic>
                  <p:nvPicPr>
                    <p:cNvPr id="152" name="Ink 151">
                      <a:extLst>
                        <a:ext uri="{FF2B5EF4-FFF2-40B4-BE49-F238E27FC236}">
                          <a16:creationId xmlns:a16="http://schemas.microsoft.com/office/drawing/2014/main" id="{B73B2650-35D3-00AE-697F-71F8F07F2E7E}"/>
                        </a:ext>
                      </a:extLst>
                    </p:cNvPr>
                    <p:cNvPicPr/>
                    <p:nvPr/>
                  </p:nvPicPr>
                  <p:blipFill>
                    <a:blip r:embed="rId86"/>
                    <a:stretch>
                      <a:fillRect/>
                    </a:stretch>
                  </p:blipFill>
                  <p:spPr>
                    <a:xfrm>
                      <a:off x="5662906" y="1638558"/>
                      <a:ext cx="26136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53" name="Ink 152">
                      <a:extLst>
                        <a:ext uri="{FF2B5EF4-FFF2-40B4-BE49-F238E27FC236}">
                          <a16:creationId xmlns:a16="http://schemas.microsoft.com/office/drawing/2014/main" id="{645E33DA-777D-DCD3-095C-F0E57EE2547F}"/>
                        </a:ext>
                      </a:extLst>
                    </p14:cNvPr>
                    <p14:cNvContentPartPr/>
                    <p14:nvPr/>
                  </p14:nvContentPartPr>
                  <p14:xfrm>
                    <a:off x="5386786" y="1636038"/>
                    <a:ext cx="186480" cy="157680"/>
                  </p14:xfrm>
                </p:contentPart>
              </mc:Choice>
              <mc:Fallback xmlns="">
                <p:pic>
                  <p:nvPicPr>
                    <p:cNvPr id="153" name="Ink 152">
                      <a:extLst>
                        <a:ext uri="{FF2B5EF4-FFF2-40B4-BE49-F238E27FC236}">
                          <a16:creationId xmlns:a16="http://schemas.microsoft.com/office/drawing/2014/main" id="{645E33DA-777D-DCD3-095C-F0E57EE2547F}"/>
                        </a:ext>
                      </a:extLst>
                    </p:cNvPr>
                    <p:cNvPicPr/>
                    <p:nvPr/>
                  </p:nvPicPr>
                  <p:blipFill>
                    <a:blip r:embed="rId88"/>
                    <a:stretch>
                      <a:fillRect/>
                    </a:stretch>
                  </p:blipFill>
                  <p:spPr>
                    <a:xfrm>
                      <a:off x="5378146" y="1627038"/>
                      <a:ext cx="20412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54" name="Ink 153">
                      <a:extLst>
                        <a:ext uri="{FF2B5EF4-FFF2-40B4-BE49-F238E27FC236}">
                          <a16:creationId xmlns:a16="http://schemas.microsoft.com/office/drawing/2014/main" id="{E17CCC53-3CF2-B54B-C56F-DFD38AD9C34B}"/>
                        </a:ext>
                      </a:extLst>
                    </p14:cNvPr>
                    <p14:cNvContentPartPr/>
                    <p14:nvPr/>
                  </p14:nvContentPartPr>
                  <p14:xfrm>
                    <a:off x="5462746" y="1653318"/>
                    <a:ext cx="19080" cy="6120"/>
                  </p14:xfrm>
                </p:contentPart>
              </mc:Choice>
              <mc:Fallback xmlns="">
                <p:pic>
                  <p:nvPicPr>
                    <p:cNvPr id="154" name="Ink 153">
                      <a:extLst>
                        <a:ext uri="{FF2B5EF4-FFF2-40B4-BE49-F238E27FC236}">
                          <a16:creationId xmlns:a16="http://schemas.microsoft.com/office/drawing/2014/main" id="{E17CCC53-3CF2-B54B-C56F-DFD38AD9C34B}"/>
                        </a:ext>
                      </a:extLst>
                    </p:cNvPr>
                    <p:cNvPicPr/>
                    <p:nvPr/>
                  </p:nvPicPr>
                  <p:blipFill>
                    <a:blip r:embed="rId90"/>
                    <a:stretch>
                      <a:fillRect/>
                    </a:stretch>
                  </p:blipFill>
                  <p:spPr>
                    <a:xfrm>
                      <a:off x="5453746" y="1644678"/>
                      <a:ext cx="3672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55" name="Ink 154">
                      <a:extLst>
                        <a:ext uri="{FF2B5EF4-FFF2-40B4-BE49-F238E27FC236}">
                          <a16:creationId xmlns:a16="http://schemas.microsoft.com/office/drawing/2014/main" id="{76FFFA5D-32CC-AA2A-C8CC-48E9BB8B0023}"/>
                        </a:ext>
                      </a:extLst>
                    </p14:cNvPr>
                    <p14:cNvContentPartPr/>
                    <p14:nvPr/>
                  </p14:nvContentPartPr>
                  <p14:xfrm>
                    <a:off x="5550586" y="1554318"/>
                    <a:ext cx="293760" cy="95400"/>
                  </p14:xfrm>
                </p:contentPart>
              </mc:Choice>
              <mc:Fallback xmlns="">
                <p:pic>
                  <p:nvPicPr>
                    <p:cNvPr id="155" name="Ink 154">
                      <a:extLst>
                        <a:ext uri="{FF2B5EF4-FFF2-40B4-BE49-F238E27FC236}">
                          <a16:creationId xmlns:a16="http://schemas.microsoft.com/office/drawing/2014/main" id="{76FFFA5D-32CC-AA2A-C8CC-48E9BB8B0023}"/>
                        </a:ext>
                      </a:extLst>
                    </p:cNvPr>
                    <p:cNvPicPr/>
                    <p:nvPr/>
                  </p:nvPicPr>
                  <p:blipFill>
                    <a:blip r:embed="rId92"/>
                    <a:stretch>
                      <a:fillRect/>
                    </a:stretch>
                  </p:blipFill>
                  <p:spPr>
                    <a:xfrm>
                      <a:off x="5541946" y="1545678"/>
                      <a:ext cx="31140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56" name="Ink 155">
                      <a:extLst>
                        <a:ext uri="{FF2B5EF4-FFF2-40B4-BE49-F238E27FC236}">
                          <a16:creationId xmlns:a16="http://schemas.microsoft.com/office/drawing/2014/main" id="{CD18A7AC-929C-BF4C-591A-965314FE6868}"/>
                        </a:ext>
                      </a:extLst>
                    </p14:cNvPr>
                    <p14:cNvContentPartPr/>
                    <p14:nvPr/>
                  </p14:nvContentPartPr>
                  <p14:xfrm>
                    <a:off x="5269786" y="1747998"/>
                    <a:ext cx="69480" cy="34920"/>
                  </p14:xfrm>
                </p:contentPart>
              </mc:Choice>
              <mc:Fallback xmlns="">
                <p:pic>
                  <p:nvPicPr>
                    <p:cNvPr id="156" name="Ink 155">
                      <a:extLst>
                        <a:ext uri="{FF2B5EF4-FFF2-40B4-BE49-F238E27FC236}">
                          <a16:creationId xmlns:a16="http://schemas.microsoft.com/office/drawing/2014/main" id="{CD18A7AC-929C-BF4C-591A-965314FE6868}"/>
                        </a:ext>
                      </a:extLst>
                    </p:cNvPr>
                    <p:cNvPicPr/>
                    <p:nvPr/>
                  </p:nvPicPr>
                  <p:blipFill>
                    <a:blip r:embed="rId94"/>
                    <a:stretch>
                      <a:fillRect/>
                    </a:stretch>
                  </p:blipFill>
                  <p:spPr>
                    <a:xfrm>
                      <a:off x="5260786" y="1739358"/>
                      <a:ext cx="87120" cy="52560"/>
                    </a:xfrm>
                    <a:prstGeom prst="rect">
                      <a:avLst/>
                    </a:prstGeom>
                  </p:spPr>
                </p:pic>
              </mc:Fallback>
            </mc:AlternateContent>
          </p:grpSp>
          <p:grpSp>
            <p:nvGrpSpPr>
              <p:cNvPr id="182" name="Group 181">
                <a:extLst>
                  <a:ext uri="{FF2B5EF4-FFF2-40B4-BE49-F238E27FC236}">
                    <a16:creationId xmlns:a16="http://schemas.microsoft.com/office/drawing/2014/main" id="{83920CCD-4D7C-A541-D08E-831D530E75B4}"/>
                  </a:ext>
                </a:extLst>
              </p:cNvPr>
              <p:cNvGrpSpPr/>
              <p:nvPr/>
            </p:nvGrpSpPr>
            <p:grpSpPr>
              <a:xfrm>
                <a:off x="2927833" y="4481647"/>
                <a:ext cx="1134844" cy="173887"/>
                <a:chOff x="4721915" y="2035151"/>
                <a:chExt cx="1830240" cy="280440"/>
              </a:xfrm>
            </p:grpSpPr>
            <mc:AlternateContent xmlns:mc="http://schemas.openxmlformats.org/markup-compatibility/2006" xmlns:p14="http://schemas.microsoft.com/office/powerpoint/2010/main">
              <mc:Choice Requires="p14">
                <p:contentPart p14:bwMode="auto" r:id="rId95">
                  <p14:nvContentPartPr>
                    <p14:cNvPr id="165" name="Ink 164">
                      <a:extLst>
                        <a:ext uri="{FF2B5EF4-FFF2-40B4-BE49-F238E27FC236}">
                          <a16:creationId xmlns:a16="http://schemas.microsoft.com/office/drawing/2014/main" id="{CC75BEDC-9962-E2DC-C1F2-CD70866E825F}"/>
                        </a:ext>
                      </a:extLst>
                    </p14:cNvPr>
                    <p14:cNvContentPartPr/>
                    <p14:nvPr/>
                  </p14:nvContentPartPr>
                  <p14:xfrm>
                    <a:off x="6425795" y="2091311"/>
                    <a:ext cx="109080" cy="94320"/>
                  </p14:xfrm>
                </p:contentPart>
              </mc:Choice>
              <mc:Fallback xmlns="">
                <p:pic>
                  <p:nvPicPr>
                    <p:cNvPr id="165" name="Ink 164">
                      <a:extLst>
                        <a:ext uri="{FF2B5EF4-FFF2-40B4-BE49-F238E27FC236}">
                          <a16:creationId xmlns:a16="http://schemas.microsoft.com/office/drawing/2014/main" id="{CC75BEDC-9962-E2DC-C1F2-CD70866E825F}"/>
                        </a:ext>
                      </a:extLst>
                    </p:cNvPr>
                    <p:cNvPicPr/>
                    <p:nvPr/>
                  </p:nvPicPr>
                  <p:blipFill>
                    <a:blip r:embed="rId96"/>
                    <a:stretch>
                      <a:fillRect/>
                    </a:stretch>
                  </p:blipFill>
                  <p:spPr>
                    <a:xfrm>
                      <a:off x="6417155" y="2082311"/>
                      <a:ext cx="12672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66" name="Ink 165">
                      <a:extLst>
                        <a:ext uri="{FF2B5EF4-FFF2-40B4-BE49-F238E27FC236}">
                          <a16:creationId xmlns:a16="http://schemas.microsoft.com/office/drawing/2014/main" id="{22888405-1B56-DAE4-F6B7-F1C5D31A67B5}"/>
                        </a:ext>
                      </a:extLst>
                    </p14:cNvPr>
                    <p14:cNvContentPartPr/>
                    <p14:nvPr/>
                  </p14:nvContentPartPr>
                  <p14:xfrm>
                    <a:off x="6500315" y="2038391"/>
                    <a:ext cx="51840" cy="14040"/>
                  </p14:xfrm>
                </p:contentPart>
              </mc:Choice>
              <mc:Fallback xmlns="">
                <p:pic>
                  <p:nvPicPr>
                    <p:cNvPr id="166" name="Ink 165">
                      <a:extLst>
                        <a:ext uri="{FF2B5EF4-FFF2-40B4-BE49-F238E27FC236}">
                          <a16:creationId xmlns:a16="http://schemas.microsoft.com/office/drawing/2014/main" id="{22888405-1B56-DAE4-F6B7-F1C5D31A67B5}"/>
                        </a:ext>
                      </a:extLst>
                    </p:cNvPr>
                    <p:cNvPicPr/>
                    <p:nvPr/>
                  </p:nvPicPr>
                  <p:blipFill>
                    <a:blip r:embed="rId98"/>
                    <a:stretch>
                      <a:fillRect/>
                    </a:stretch>
                  </p:blipFill>
                  <p:spPr>
                    <a:xfrm>
                      <a:off x="6491315" y="2029391"/>
                      <a:ext cx="6948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67" name="Ink 166">
                      <a:extLst>
                        <a:ext uri="{FF2B5EF4-FFF2-40B4-BE49-F238E27FC236}">
                          <a16:creationId xmlns:a16="http://schemas.microsoft.com/office/drawing/2014/main" id="{F8C03FDA-FDEA-80CD-86BA-8FFB2963E71F}"/>
                        </a:ext>
                      </a:extLst>
                    </p14:cNvPr>
                    <p14:cNvContentPartPr/>
                    <p14:nvPr/>
                  </p14:nvContentPartPr>
                  <p14:xfrm>
                    <a:off x="6214475" y="2097791"/>
                    <a:ext cx="176400" cy="138600"/>
                  </p14:xfrm>
                </p:contentPart>
              </mc:Choice>
              <mc:Fallback xmlns="">
                <p:pic>
                  <p:nvPicPr>
                    <p:cNvPr id="167" name="Ink 166">
                      <a:extLst>
                        <a:ext uri="{FF2B5EF4-FFF2-40B4-BE49-F238E27FC236}">
                          <a16:creationId xmlns:a16="http://schemas.microsoft.com/office/drawing/2014/main" id="{F8C03FDA-FDEA-80CD-86BA-8FFB2963E71F}"/>
                        </a:ext>
                      </a:extLst>
                    </p:cNvPr>
                    <p:cNvPicPr/>
                    <p:nvPr/>
                  </p:nvPicPr>
                  <p:blipFill>
                    <a:blip r:embed="rId100"/>
                    <a:stretch>
                      <a:fillRect/>
                    </a:stretch>
                  </p:blipFill>
                  <p:spPr>
                    <a:xfrm>
                      <a:off x="6205475" y="2088791"/>
                      <a:ext cx="19404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68" name="Ink 167">
                      <a:extLst>
                        <a:ext uri="{FF2B5EF4-FFF2-40B4-BE49-F238E27FC236}">
                          <a16:creationId xmlns:a16="http://schemas.microsoft.com/office/drawing/2014/main" id="{5EEF234F-F2FD-C09D-E320-F11BAC7B2668}"/>
                        </a:ext>
                      </a:extLst>
                    </p14:cNvPr>
                    <p14:cNvContentPartPr/>
                    <p14:nvPr/>
                  </p14:nvContentPartPr>
                  <p14:xfrm>
                    <a:off x="5932955" y="2047751"/>
                    <a:ext cx="181080" cy="136800"/>
                  </p14:xfrm>
                </p:contentPart>
              </mc:Choice>
              <mc:Fallback xmlns="">
                <p:pic>
                  <p:nvPicPr>
                    <p:cNvPr id="168" name="Ink 167">
                      <a:extLst>
                        <a:ext uri="{FF2B5EF4-FFF2-40B4-BE49-F238E27FC236}">
                          <a16:creationId xmlns:a16="http://schemas.microsoft.com/office/drawing/2014/main" id="{5EEF234F-F2FD-C09D-E320-F11BAC7B2668}"/>
                        </a:ext>
                      </a:extLst>
                    </p:cNvPr>
                    <p:cNvPicPr/>
                    <p:nvPr/>
                  </p:nvPicPr>
                  <p:blipFill>
                    <a:blip r:embed="rId102"/>
                    <a:stretch>
                      <a:fillRect/>
                    </a:stretch>
                  </p:blipFill>
                  <p:spPr>
                    <a:xfrm>
                      <a:off x="5924315" y="2038751"/>
                      <a:ext cx="1987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69" name="Ink 168">
                      <a:extLst>
                        <a:ext uri="{FF2B5EF4-FFF2-40B4-BE49-F238E27FC236}">
                          <a16:creationId xmlns:a16="http://schemas.microsoft.com/office/drawing/2014/main" id="{20A1A997-91E9-A562-C22F-5DBE08B69B27}"/>
                        </a:ext>
                      </a:extLst>
                    </p14:cNvPr>
                    <p14:cNvContentPartPr/>
                    <p14:nvPr/>
                  </p14:nvContentPartPr>
                  <p14:xfrm>
                    <a:off x="5769515" y="2121191"/>
                    <a:ext cx="126720" cy="106560"/>
                  </p14:xfrm>
                </p:contentPart>
              </mc:Choice>
              <mc:Fallback xmlns="">
                <p:pic>
                  <p:nvPicPr>
                    <p:cNvPr id="169" name="Ink 168">
                      <a:extLst>
                        <a:ext uri="{FF2B5EF4-FFF2-40B4-BE49-F238E27FC236}">
                          <a16:creationId xmlns:a16="http://schemas.microsoft.com/office/drawing/2014/main" id="{20A1A997-91E9-A562-C22F-5DBE08B69B27}"/>
                        </a:ext>
                      </a:extLst>
                    </p:cNvPr>
                    <p:cNvPicPr/>
                    <p:nvPr/>
                  </p:nvPicPr>
                  <p:blipFill>
                    <a:blip r:embed="rId104"/>
                    <a:stretch>
                      <a:fillRect/>
                    </a:stretch>
                  </p:blipFill>
                  <p:spPr>
                    <a:xfrm>
                      <a:off x="5760875" y="2112191"/>
                      <a:ext cx="14436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70" name="Ink 169">
                      <a:extLst>
                        <a:ext uri="{FF2B5EF4-FFF2-40B4-BE49-F238E27FC236}">
                          <a16:creationId xmlns:a16="http://schemas.microsoft.com/office/drawing/2014/main" id="{96ADDDF9-A903-2DD2-2002-F6C606D721F3}"/>
                        </a:ext>
                      </a:extLst>
                    </p14:cNvPr>
                    <p14:cNvContentPartPr/>
                    <p14:nvPr/>
                  </p14:nvContentPartPr>
                  <p14:xfrm>
                    <a:off x="5802995" y="2239271"/>
                    <a:ext cx="69840" cy="5040"/>
                  </p14:xfrm>
                </p:contentPart>
              </mc:Choice>
              <mc:Fallback xmlns="">
                <p:pic>
                  <p:nvPicPr>
                    <p:cNvPr id="170" name="Ink 169">
                      <a:extLst>
                        <a:ext uri="{FF2B5EF4-FFF2-40B4-BE49-F238E27FC236}">
                          <a16:creationId xmlns:a16="http://schemas.microsoft.com/office/drawing/2014/main" id="{96ADDDF9-A903-2DD2-2002-F6C606D721F3}"/>
                        </a:ext>
                      </a:extLst>
                    </p:cNvPr>
                    <p:cNvPicPr/>
                    <p:nvPr/>
                  </p:nvPicPr>
                  <p:blipFill>
                    <a:blip r:embed="rId106"/>
                    <a:stretch>
                      <a:fillRect/>
                    </a:stretch>
                  </p:blipFill>
                  <p:spPr>
                    <a:xfrm>
                      <a:off x="5794355" y="2230631"/>
                      <a:ext cx="8748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72" name="Ink 171">
                      <a:extLst>
                        <a:ext uri="{FF2B5EF4-FFF2-40B4-BE49-F238E27FC236}">
                          <a16:creationId xmlns:a16="http://schemas.microsoft.com/office/drawing/2014/main" id="{4673846E-99EA-30B2-0F86-8C51E0DA38B0}"/>
                        </a:ext>
                      </a:extLst>
                    </p14:cNvPr>
                    <p14:cNvContentPartPr/>
                    <p14:nvPr/>
                  </p14:nvContentPartPr>
                  <p14:xfrm>
                    <a:off x="5533715" y="2070791"/>
                    <a:ext cx="62640" cy="144720"/>
                  </p14:xfrm>
                </p:contentPart>
              </mc:Choice>
              <mc:Fallback xmlns="">
                <p:pic>
                  <p:nvPicPr>
                    <p:cNvPr id="172" name="Ink 171">
                      <a:extLst>
                        <a:ext uri="{FF2B5EF4-FFF2-40B4-BE49-F238E27FC236}">
                          <a16:creationId xmlns:a16="http://schemas.microsoft.com/office/drawing/2014/main" id="{4673846E-99EA-30B2-0F86-8C51E0DA38B0}"/>
                        </a:ext>
                      </a:extLst>
                    </p:cNvPr>
                    <p:cNvPicPr/>
                    <p:nvPr/>
                  </p:nvPicPr>
                  <p:blipFill>
                    <a:blip r:embed="rId108"/>
                    <a:stretch>
                      <a:fillRect/>
                    </a:stretch>
                  </p:blipFill>
                  <p:spPr>
                    <a:xfrm>
                      <a:off x="5525075" y="2062151"/>
                      <a:ext cx="8028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73" name="Ink 172">
                      <a:extLst>
                        <a:ext uri="{FF2B5EF4-FFF2-40B4-BE49-F238E27FC236}">
                          <a16:creationId xmlns:a16="http://schemas.microsoft.com/office/drawing/2014/main" id="{04A8DE88-EADE-D103-AA3F-B896AFBA3085}"/>
                        </a:ext>
                      </a:extLst>
                    </p14:cNvPr>
                    <p14:cNvContentPartPr/>
                    <p14:nvPr/>
                  </p14:nvContentPartPr>
                  <p14:xfrm>
                    <a:off x="5581235" y="2035151"/>
                    <a:ext cx="97200" cy="107280"/>
                  </p14:xfrm>
                </p:contentPart>
              </mc:Choice>
              <mc:Fallback xmlns="">
                <p:pic>
                  <p:nvPicPr>
                    <p:cNvPr id="173" name="Ink 172">
                      <a:extLst>
                        <a:ext uri="{FF2B5EF4-FFF2-40B4-BE49-F238E27FC236}">
                          <a16:creationId xmlns:a16="http://schemas.microsoft.com/office/drawing/2014/main" id="{04A8DE88-EADE-D103-AA3F-B896AFBA3085}"/>
                        </a:ext>
                      </a:extLst>
                    </p:cNvPr>
                    <p:cNvPicPr/>
                    <p:nvPr/>
                  </p:nvPicPr>
                  <p:blipFill>
                    <a:blip r:embed="rId110"/>
                    <a:stretch>
                      <a:fillRect/>
                    </a:stretch>
                  </p:blipFill>
                  <p:spPr>
                    <a:xfrm>
                      <a:off x="5572595" y="2026151"/>
                      <a:ext cx="11484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74" name="Ink 173">
                      <a:extLst>
                        <a:ext uri="{FF2B5EF4-FFF2-40B4-BE49-F238E27FC236}">
                          <a16:creationId xmlns:a16="http://schemas.microsoft.com/office/drawing/2014/main" id="{9391364D-B5E6-7FDD-247E-02D0FBDD399A}"/>
                        </a:ext>
                      </a:extLst>
                    </p14:cNvPr>
                    <p14:cNvContentPartPr/>
                    <p14:nvPr/>
                  </p14:nvContentPartPr>
                  <p14:xfrm>
                    <a:off x="5257595" y="2156831"/>
                    <a:ext cx="227160" cy="86400"/>
                  </p14:xfrm>
                </p:contentPart>
              </mc:Choice>
              <mc:Fallback xmlns="">
                <p:pic>
                  <p:nvPicPr>
                    <p:cNvPr id="174" name="Ink 173">
                      <a:extLst>
                        <a:ext uri="{FF2B5EF4-FFF2-40B4-BE49-F238E27FC236}">
                          <a16:creationId xmlns:a16="http://schemas.microsoft.com/office/drawing/2014/main" id="{9391364D-B5E6-7FDD-247E-02D0FBDD399A}"/>
                        </a:ext>
                      </a:extLst>
                    </p:cNvPr>
                    <p:cNvPicPr/>
                    <p:nvPr/>
                  </p:nvPicPr>
                  <p:blipFill>
                    <a:blip r:embed="rId112"/>
                    <a:stretch>
                      <a:fillRect/>
                    </a:stretch>
                  </p:blipFill>
                  <p:spPr>
                    <a:xfrm>
                      <a:off x="5248595" y="2148191"/>
                      <a:ext cx="24480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75" name="Ink 174">
                      <a:extLst>
                        <a:ext uri="{FF2B5EF4-FFF2-40B4-BE49-F238E27FC236}">
                          <a16:creationId xmlns:a16="http://schemas.microsoft.com/office/drawing/2014/main" id="{ADCC1077-14EB-687C-BB17-B0AB7A083CC0}"/>
                        </a:ext>
                      </a:extLst>
                    </p14:cNvPr>
                    <p14:cNvContentPartPr/>
                    <p14:nvPr/>
                  </p14:nvContentPartPr>
                  <p14:xfrm>
                    <a:off x="5337155" y="2278511"/>
                    <a:ext cx="45720" cy="37080"/>
                  </p14:xfrm>
                </p:contentPart>
              </mc:Choice>
              <mc:Fallback xmlns="">
                <p:pic>
                  <p:nvPicPr>
                    <p:cNvPr id="175" name="Ink 174">
                      <a:extLst>
                        <a:ext uri="{FF2B5EF4-FFF2-40B4-BE49-F238E27FC236}">
                          <a16:creationId xmlns:a16="http://schemas.microsoft.com/office/drawing/2014/main" id="{ADCC1077-14EB-687C-BB17-B0AB7A083CC0}"/>
                        </a:ext>
                      </a:extLst>
                    </p:cNvPr>
                    <p:cNvPicPr/>
                    <p:nvPr/>
                  </p:nvPicPr>
                  <p:blipFill>
                    <a:blip r:embed="rId114"/>
                    <a:stretch>
                      <a:fillRect/>
                    </a:stretch>
                  </p:blipFill>
                  <p:spPr>
                    <a:xfrm>
                      <a:off x="5328515" y="2269871"/>
                      <a:ext cx="6336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76" name="Ink 175">
                      <a:extLst>
                        <a:ext uri="{FF2B5EF4-FFF2-40B4-BE49-F238E27FC236}">
                          <a16:creationId xmlns:a16="http://schemas.microsoft.com/office/drawing/2014/main" id="{7E982622-D83A-9F34-75CA-3C2A65DA14FE}"/>
                        </a:ext>
                      </a:extLst>
                    </p14:cNvPr>
                    <p14:cNvContentPartPr/>
                    <p14:nvPr/>
                  </p14:nvContentPartPr>
                  <p14:xfrm>
                    <a:off x="4952315" y="2138471"/>
                    <a:ext cx="264960" cy="98280"/>
                  </p14:xfrm>
                </p:contentPart>
              </mc:Choice>
              <mc:Fallback xmlns="">
                <p:pic>
                  <p:nvPicPr>
                    <p:cNvPr id="176" name="Ink 175">
                      <a:extLst>
                        <a:ext uri="{FF2B5EF4-FFF2-40B4-BE49-F238E27FC236}">
                          <a16:creationId xmlns:a16="http://schemas.microsoft.com/office/drawing/2014/main" id="{7E982622-D83A-9F34-75CA-3C2A65DA14FE}"/>
                        </a:ext>
                      </a:extLst>
                    </p:cNvPr>
                    <p:cNvPicPr/>
                    <p:nvPr/>
                  </p:nvPicPr>
                  <p:blipFill>
                    <a:blip r:embed="rId116"/>
                    <a:stretch>
                      <a:fillRect/>
                    </a:stretch>
                  </p:blipFill>
                  <p:spPr>
                    <a:xfrm>
                      <a:off x="4943315" y="2129471"/>
                      <a:ext cx="28260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77" name="Ink 176">
                      <a:extLst>
                        <a:ext uri="{FF2B5EF4-FFF2-40B4-BE49-F238E27FC236}">
                          <a16:creationId xmlns:a16="http://schemas.microsoft.com/office/drawing/2014/main" id="{DB9B4E8E-9ECD-FDF4-70E1-562B0188B257}"/>
                        </a:ext>
                      </a:extLst>
                    </p14:cNvPr>
                    <p14:cNvContentPartPr/>
                    <p14:nvPr/>
                  </p14:nvContentPartPr>
                  <p14:xfrm>
                    <a:off x="5244635" y="2070431"/>
                    <a:ext cx="9720" cy="15120"/>
                  </p14:xfrm>
                </p:contentPart>
              </mc:Choice>
              <mc:Fallback xmlns="">
                <p:pic>
                  <p:nvPicPr>
                    <p:cNvPr id="177" name="Ink 176">
                      <a:extLst>
                        <a:ext uri="{FF2B5EF4-FFF2-40B4-BE49-F238E27FC236}">
                          <a16:creationId xmlns:a16="http://schemas.microsoft.com/office/drawing/2014/main" id="{DB9B4E8E-9ECD-FDF4-70E1-562B0188B257}"/>
                        </a:ext>
                      </a:extLst>
                    </p:cNvPr>
                    <p:cNvPicPr/>
                    <p:nvPr/>
                  </p:nvPicPr>
                  <p:blipFill>
                    <a:blip r:embed="rId118"/>
                    <a:stretch>
                      <a:fillRect/>
                    </a:stretch>
                  </p:blipFill>
                  <p:spPr>
                    <a:xfrm>
                      <a:off x="5235635" y="2061791"/>
                      <a:ext cx="273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178" name="Ink 177">
                      <a:extLst>
                        <a:ext uri="{FF2B5EF4-FFF2-40B4-BE49-F238E27FC236}">
                          <a16:creationId xmlns:a16="http://schemas.microsoft.com/office/drawing/2014/main" id="{5C374F23-CD69-1AC8-B18E-2CA669667D2A}"/>
                        </a:ext>
                      </a:extLst>
                    </p14:cNvPr>
                    <p14:cNvContentPartPr/>
                    <p14:nvPr/>
                  </p14:nvContentPartPr>
                  <p14:xfrm>
                    <a:off x="5167595" y="2083751"/>
                    <a:ext cx="6480" cy="360"/>
                  </p14:xfrm>
                </p:contentPart>
              </mc:Choice>
              <mc:Fallback xmlns="">
                <p:pic>
                  <p:nvPicPr>
                    <p:cNvPr id="178" name="Ink 177">
                      <a:extLst>
                        <a:ext uri="{FF2B5EF4-FFF2-40B4-BE49-F238E27FC236}">
                          <a16:creationId xmlns:a16="http://schemas.microsoft.com/office/drawing/2014/main" id="{5C374F23-CD69-1AC8-B18E-2CA669667D2A}"/>
                        </a:ext>
                      </a:extLst>
                    </p:cNvPr>
                    <p:cNvPicPr/>
                    <p:nvPr/>
                  </p:nvPicPr>
                  <p:blipFill>
                    <a:blip r:embed="rId120"/>
                    <a:stretch>
                      <a:fillRect/>
                    </a:stretch>
                  </p:blipFill>
                  <p:spPr>
                    <a:xfrm>
                      <a:off x="5158595" y="2075111"/>
                      <a:ext cx="241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179" name="Ink 178">
                      <a:extLst>
                        <a:ext uri="{FF2B5EF4-FFF2-40B4-BE49-F238E27FC236}">
                          <a16:creationId xmlns:a16="http://schemas.microsoft.com/office/drawing/2014/main" id="{65C1717C-F1D4-0871-CD92-FA3DBA555270}"/>
                        </a:ext>
                      </a:extLst>
                    </p14:cNvPr>
                    <p14:cNvContentPartPr/>
                    <p14:nvPr/>
                  </p14:nvContentPartPr>
                  <p14:xfrm>
                    <a:off x="5034035" y="2095271"/>
                    <a:ext cx="38880" cy="4320"/>
                  </p14:xfrm>
                </p:contentPart>
              </mc:Choice>
              <mc:Fallback xmlns="">
                <p:pic>
                  <p:nvPicPr>
                    <p:cNvPr id="179" name="Ink 178">
                      <a:extLst>
                        <a:ext uri="{FF2B5EF4-FFF2-40B4-BE49-F238E27FC236}">
                          <a16:creationId xmlns:a16="http://schemas.microsoft.com/office/drawing/2014/main" id="{65C1717C-F1D4-0871-CD92-FA3DBA555270}"/>
                        </a:ext>
                      </a:extLst>
                    </p:cNvPr>
                    <p:cNvPicPr/>
                    <p:nvPr/>
                  </p:nvPicPr>
                  <p:blipFill>
                    <a:blip r:embed="rId122"/>
                    <a:stretch>
                      <a:fillRect/>
                    </a:stretch>
                  </p:blipFill>
                  <p:spPr>
                    <a:xfrm>
                      <a:off x="5025035" y="2086631"/>
                      <a:ext cx="5652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180" name="Ink 179">
                      <a:extLst>
                        <a:ext uri="{FF2B5EF4-FFF2-40B4-BE49-F238E27FC236}">
                          <a16:creationId xmlns:a16="http://schemas.microsoft.com/office/drawing/2014/main" id="{BF144D96-A2F2-8927-6255-EF81F6E755EC}"/>
                        </a:ext>
                      </a:extLst>
                    </p14:cNvPr>
                    <p14:cNvContentPartPr/>
                    <p14:nvPr/>
                  </p14:nvContentPartPr>
                  <p14:xfrm>
                    <a:off x="4922075" y="2182031"/>
                    <a:ext cx="47880" cy="39240"/>
                  </p14:xfrm>
                </p:contentPart>
              </mc:Choice>
              <mc:Fallback xmlns="">
                <p:pic>
                  <p:nvPicPr>
                    <p:cNvPr id="180" name="Ink 179">
                      <a:extLst>
                        <a:ext uri="{FF2B5EF4-FFF2-40B4-BE49-F238E27FC236}">
                          <a16:creationId xmlns:a16="http://schemas.microsoft.com/office/drawing/2014/main" id="{BF144D96-A2F2-8927-6255-EF81F6E755EC}"/>
                        </a:ext>
                      </a:extLst>
                    </p:cNvPr>
                    <p:cNvPicPr/>
                    <p:nvPr/>
                  </p:nvPicPr>
                  <p:blipFill>
                    <a:blip r:embed="rId124"/>
                    <a:stretch>
                      <a:fillRect/>
                    </a:stretch>
                  </p:blipFill>
                  <p:spPr>
                    <a:xfrm>
                      <a:off x="4913075" y="2173031"/>
                      <a:ext cx="6552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181" name="Ink 180">
                      <a:extLst>
                        <a:ext uri="{FF2B5EF4-FFF2-40B4-BE49-F238E27FC236}">
                          <a16:creationId xmlns:a16="http://schemas.microsoft.com/office/drawing/2014/main" id="{A94E6D2F-B891-5331-E427-57CE0A84217E}"/>
                        </a:ext>
                      </a:extLst>
                    </p14:cNvPr>
                    <p14:cNvContentPartPr/>
                    <p14:nvPr/>
                  </p14:nvContentPartPr>
                  <p14:xfrm>
                    <a:off x="4721915" y="2080151"/>
                    <a:ext cx="152280" cy="190080"/>
                  </p14:xfrm>
                </p:contentPart>
              </mc:Choice>
              <mc:Fallback xmlns="">
                <p:pic>
                  <p:nvPicPr>
                    <p:cNvPr id="181" name="Ink 180">
                      <a:extLst>
                        <a:ext uri="{FF2B5EF4-FFF2-40B4-BE49-F238E27FC236}">
                          <a16:creationId xmlns:a16="http://schemas.microsoft.com/office/drawing/2014/main" id="{A94E6D2F-B891-5331-E427-57CE0A84217E}"/>
                        </a:ext>
                      </a:extLst>
                    </p:cNvPr>
                    <p:cNvPicPr/>
                    <p:nvPr/>
                  </p:nvPicPr>
                  <p:blipFill>
                    <a:blip r:embed="rId126"/>
                    <a:stretch>
                      <a:fillRect/>
                    </a:stretch>
                  </p:blipFill>
                  <p:spPr>
                    <a:xfrm>
                      <a:off x="4713275" y="2071151"/>
                      <a:ext cx="169920" cy="207720"/>
                    </a:xfrm>
                    <a:prstGeom prst="rect">
                      <a:avLst/>
                    </a:prstGeom>
                  </p:spPr>
                </p:pic>
              </mc:Fallback>
            </mc:AlternateContent>
          </p:grpSp>
          <p:grpSp>
            <p:nvGrpSpPr>
              <p:cNvPr id="197" name="Group 196">
                <a:extLst>
                  <a:ext uri="{FF2B5EF4-FFF2-40B4-BE49-F238E27FC236}">
                    <a16:creationId xmlns:a16="http://schemas.microsoft.com/office/drawing/2014/main" id="{5A5C06DA-F7EA-9540-96D4-6959695B0876}"/>
                  </a:ext>
                </a:extLst>
              </p:cNvPr>
              <p:cNvGrpSpPr/>
              <p:nvPr/>
            </p:nvGrpSpPr>
            <p:grpSpPr>
              <a:xfrm>
                <a:off x="3071140" y="4701517"/>
                <a:ext cx="981939" cy="232371"/>
                <a:chOff x="4953035" y="2389751"/>
                <a:chExt cx="1583640" cy="374760"/>
              </a:xfrm>
            </p:grpSpPr>
            <mc:AlternateContent xmlns:mc="http://schemas.openxmlformats.org/markup-compatibility/2006" xmlns:p14="http://schemas.microsoft.com/office/powerpoint/2010/main">
              <mc:Choice Requires="p14">
                <p:contentPart p14:bwMode="auto" r:id="rId127">
                  <p14:nvContentPartPr>
                    <p14:cNvPr id="183" name="Ink 182">
                      <a:extLst>
                        <a:ext uri="{FF2B5EF4-FFF2-40B4-BE49-F238E27FC236}">
                          <a16:creationId xmlns:a16="http://schemas.microsoft.com/office/drawing/2014/main" id="{06EA3269-4349-5C1D-7137-8D0FBC3D9FC5}"/>
                        </a:ext>
                      </a:extLst>
                    </p14:cNvPr>
                    <p14:cNvContentPartPr/>
                    <p14:nvPr/>
                  </p14:nvContentPartPr>
                  <p14:xfrm>
                    <a:off x="6434435" y="2441231"/>
                    <a:ext cx="102240" cy="98280"/>
                  </p14:xfrm>
                </p:contentPart>
              </mc:Choice>
              <mc:Fallback xmlns="">
                <p:pic>
                  <p:nvPicPr>
                    <p:cNvPr id="183" name="Ink 182">
                      <a:extLst>
                        <a:ext uri="{FF2B5EF4-FFF2-40B4-BE49-F238E27FC236}">
                          <a16:creationId xmlns:a16="http://schemas.microsoft.com/office/drawing/2014/main" id="{06EA3269-4349-5C1D-7137-8D0FBC3D9FC5}"/>
                        </a:ext>
                      </a:extLst>
                    </p:cNvPr>
                    <p:cNvPicPr/>
                    <p:nvPr/>
                  </p:nvPicPr>
                  <p:blipFill>
                    <a:blip r:embed="rId128"/>
                    <a:stretch>
                      <a:fillRect/>
                    </a:stretch>
                  </p:blipFill>
                  <p:spPr>
                    <a:xfrm>
                      <a:off x="6425795" y="2432231"/>
                      <a:ext cx="11988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184" name="Ink 183">
                      <a:extLst>
                        <a:ext uri="{FF2B5EF4-FFF2-40B4-BE49-F238E27FC236}">
                          <a16:creationId xmlns:a16="http://schemas.microsoft.com/office/drawing/2014/main" id="{EC03EF88-A75C-E82D-FACA-8FC3EBCD66D8}"/>
                        </a:ext>
                      </a:extLst>
                    </p14:cNvPr>
                    <p14:cNvContentPartPr/>
                    <p14:nvPr/>
                  </p14:nvContentPartPr>
                  <p14:xfrm>
                    <a:off x="6492395" y="2585951"/>
                    <a:ext cx="5760" cy="14400"/>
                  </p14:xfrm>
                </p:contentPart>
              </mc:Choice>
              <mc:Fallback xmlns="">
                <p:pic>
                  <p:nvPicPr>
                    <p:cNvPr id="184" name="Ink 183">
                      <a:extLst>
                        <a:ext uri="{FF2B5EF4-FFF2-40B4-BE49-F238E27FC236}">
                          <a16:creationId xmlns:a16="http://schemas.microsoft.com/office/drawing/2014/main" id="{EC03EF88-A75C-E82D-FACA-8FC3EBCD66D8}"/>
                        </a:ext>
                      </a:extLst>
                    </p:cNvPr>
                    <p:cNvPicPr/>
                    <p:nvPr/>
                  </p:nvPicPr>
                  <p:blipFill>
                    <a:blip r:embed="rId130"/>
                    <a:stretch>
                      <a:fillRect/>
                    </a:stretch>
                  </p:blipFill>
                  <p:spPr>
                    <a:xfrm>
                      <a:off x="6483755" y="2577311"/>
                      <a:ext cx="234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185" name="Ink 184">
                      <a:extLst>
                        <a:ext uri="{FF2B5EF4-FFF2-40B4-BE49-F238E27FC236}">
                          <a16:creationId xmlns:a16="http://schemas.microsoft.com/office/drawing/2014/main" id="{E95FA2DD-CE32-A65A-8BE8-45499C28A828}"/>
                        </a:ext>
                      </a:extLst>
                    </p14:cNvPr>
                    <p14:cNvContentPartPr/>
                    <p14:nvPr/>
                  </p14:nvContentPartPr>
                  <p14:xfrm>
                    <a:off x="6238955" y="2476871"/>
                    <a:ext cx="58320" cy="86400"/>
                  </p14:xfrm>
                </p:contentPart>
              </mc:Choice>
              <mc:Fallback xmlns="">
                <p:pic>
                  <p:nvPicPr>
                    <p:cNvPr id="185" name="Ink 184">
                      <a:extLst>
                        <a:ext uri="{FF2B5EF4-FFF2-40B4-BE49-F238E27FC236}">
                          <a16:creationId xmlns:a16="http://schemas.microsoft.com/office/drawing/2014/main" id="{E95FA2DD-CE32-A65A-8BE8-45499C28A828}"/>
                        </a:ext>
                      </a:extLst>
                    </p:cNvPr>
                    <p:cNvPicPr/>
                    <p:nvPr/>
                  </p:nvPicPr>
                  <p:blipFill>
                    <a:blip r:embed="rId132"/>
                    <a:stretch>
                      <a:fillRect/>
                    </a:stretch>
                  </p:blipFill>
                  <p:spPr>
                    <a:xfrm>
                      <a:off x="6229955" y="2467871"/>
                      <a:ext cx="7596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186" name="Ink 185">
                      <a:extLst>
                        <a:ext uri="{FF2B5EF4-FFF2-40B4-BE49-F238E27FC236}">
                          <a16:creationId xmlns:a16="http://schemas.microsoft.com/office/drawing/2014/main" id="{EEC9CB13-B512-F658-E0F8-51DEA8B7D106}"/>
                        </a:ext>
                      </a:extLst>
                    </p14:cNvPr>
                    <p14:cNvContentPartPr/>
                    <p14:nvPr/>
                  </p14:nvContentPartPr>
                  <p14:xfrm>
                    <a:off x="6178475" y="2415311"/>
                    <a:ext cx="8280" cy="139680"/>
                  </p14:xfrm>
                </p:contentPart>
              </mc:Choice>
              <mc:Fallback xmlns="">
                <p:pic>
                  <p:nvPicPr>
                    <p:cNvPr id="186" name="Ink 185">
                      <a:extLst>
                        <a:ext uri="{FF2B5EF4-FFF2-40B4-BE49-F238E27FC236}">
                          <a16:creationId xmlns:a16="http://schemas.microsoft.com/office/drawing/2014/main" id="{EEC9CB13-B512-F658-E0F8-51DEA8B7D106}"/>
                        </a:ext>
                      </a:extLst>
                    </p:cNvPr>
                    <p:cNvPicPr/>
                    <p:nvPr/>
                  </p:nvPicPr>
                  <p:blipFill>
                    <a:blip r:embed="rId134"/>
                    <a:stretch>
                      <a:fillRect/>
                    </a:stretch>
                  </p:blipFill>
                  <p:spPr>
                    <a:xfrm>
                      <a:off x="6169475" y="2406311"/>
                      <a:ext cx="2592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87" name="Ink 186">
                      <a:extLst>
                        <a:ext uri="{FF2B5EF4-FFF2-40B4-BE49-F238E27FC236}">
                          <a16:creationId xmlns:a16="http://schemas.microsoft.com/office/drawing/2014/main" id="{19417656-021A-EE57-A698-0829C9E39DB7}"/>
                        </a:ext>
                      </a:extLst>
                    </p14:cNvPr>
                    <p14:cNvContentPartPr/>
                    <p14:nvPr/>
                  </p14:nvContentPartPr>
                  <p14:xfrm>
                    <a:off x="5838275" y="2389751"/>
                    <a:ext cx="291240" cy="336600"/>
                  </p14:xfrm>
                </p:contentPart>
              </mc:Choice>
              <mc:Fallback xmlns="">
                <p:pic>
                  <p:nvPicPr>
                    <p:cNvPr id="187" name="Ink 186">
                      <a:extLst>
                        <a:ext uri="{FF2B5EF4-FFF2-40B4-BE49-F238E27FC236}">
                          <a16:creationId xmlns:a16="http://schemas.microsoft.com/office/drawing/2014/main" id="{19417656-021A-EE57-A698-0829C9E39DB7}"/>
                        </a:ext>
                      </a:extLst>
                    </p:cNvPr>
                    <p:cNvPicPr/>
                    <p:nvPr/>
                  </p:nvPicPr>
                  <p:blipFill>
                    <a:blip r:embed="rId136"/>
                    <a:stretch>
                      <a:fillRect/>
                    </a:stretch>
                  </p:blipFill>
                  <p:spPr>
                    <a:xfrm>
                      <a:off x="5829275" y="2381111"/>
                      <a:ext cx="308880" cy="35424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88" name="Ink 187">
                      <a:extLst>
                        <a:ext uri="{FF2B5EF4-FFF2-40B4-BE49-F238E27FC236}">
                          <a16:creationId xmlns:a16="http://schemas.microsoft.com/office/drawing/2014/main" id="{C4F815F4-E89C-16B9-05AA-2D91E598DEF6}"/>
                        </a:ext>
                      </a:extLst>
                    </p14:cNvPr>
                    <p14:cNvContentPartPr/>
                    <p14:nvPr/>
                  </p14:nvContentPartPr>
                  <p14:xfrm>
                    <a:off x="6076955" y="2435471"/>
                    <a:ext cx="7560" cy="14400"/>
                  </p14:xfrm>
                </p:contentPart>
              </mc:Choice>
              <mc:Fallback xmlns="">
                <p:pic>
                  <p:nvPicPr>
                    <p:cNvPr id="188" name="Ink 187">
                      <a:extLst>
                        <a:ext uri="{FF2B5EF4-FFF2-40B4-BE49-F238E27FC236}">
                          <a16:creationId xmlns:a16="http://schemas.microsoft.com/office/drawing/2014/main" id="{C4F815F4-E89C-16B9-05AA-2D91E598DEF6}"/>
                        </a:ext>
                      </a:extLst>
                    </p:cNvPr>
                    <p:cNvPicPr/>
                    <p:nvPr/>
                  </p:nvPicPr>
                  <p:blipFill>
                    <a:blip r:embed="rId138"/>
                    <a:stretch>
                      <a:fillRect/>
                    </a:stretch>
                  </p:blipFill>
                  <p:spPr>
                    <a:xfrm>
                      <a:off x="6068315" y="2426831"/>
                      <a:ext cx="252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89" name="Ink 188">
                      <a:extLst>
                        <a:ext uri="{FF2B5EF4-FFF2-40B4-BE49-F238E27FC236}">
                          <a16:creationId xmlns:a16="http://schemas.microsoft.com/office/drawing/2014/main" id="{E55225BA-85EE-B6E2-EBB8-AFA271F4F2A1}"/>
                        </a:ext>
                      </a:extLst>
                    </p14:cNvPr>
                    <p14:cNvContentPartPr/>
                    <p14:nvPr/>
                  </p14:nvContentPartPr>
                  <p14:xfrm>
                    <a:off x="5729915" y="2428271"/>
                    <a:ext cx="5040" cy="187920"/>
                  </p14:xfrm>
                </p:contentPart>
              </mc:Choice>
              <mc:Fallback xmlns="">
                <p:pic>
                  <p:nvPicPr>
                    <p:cNvPr id="189" name="Ink 188">
                      <a:extLst>
                        <a:ext uri="{FF2B5EF4-FFF2-40B4-BE49-F238E27FC236}">
                          <a16:creationId xmlns:a16="http://schemas.microsoft.com/office/drawing/2014/main" id="{E55225BA-85EE-B6E2-EBB8-AFA271F4F2A1}"/>
                        </a:ext>
                      </a:extLst>
                    </p:cNvPr>
                    <p:cNvPicPr/>
                    <p:nvPr/>
                  </p:nvPicPr>
                  <p:blipFill>
                    <a:blip r:embed="rId140"/>
                    <a:stretch>
                      <a:fillRect/>
                    </a:stretch>
                  </p:blipFill>
                  <p:spPr>
                    <a:xfrm>
                      <a:off x="5720915" y="2419631"/>
                      <a:ext cx="2268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90" name="Ink 189">
                      <a:extLst>
                        <a:ext uri="{FF2B5EF4-FFF2-40B4-BE49-F238E27FC236}">
                          <a16:creationId xmlns:a16="http://schemas.microsoft.com/office/drawing/2014/main" id="{46A6C95A-5ECE-BB0E-A61E-C0E9D7308F1A}"/>
                        </a:ext>
                      </a:extLst>
                    </p14:cNvPr>
                    <p14:cNvContentPartPr/>
                    <p14:nvPr/>
                  </p14:nvContentPartPr>
                  <p14:xfrm>
                    <a:off x="5423915" y="2524391"/>
                    <a:ext cx="236520" cy="114840"/>
                  </p14:xfrm>
                </p:contentPart>
              </mc:Choice>
              <mc:Fallback xmlns="">
                <p:pic>
                  <p:nvPicPr>
                    <p:cNvPr id="190" name="Ink 189">
                      <a:extLst>
                        <a:ext uri="{FF2B5EF4-FFF2-40B4-BE49-F238E27FC236}">
                          <a16:creationId xmlns:a16="http://schemas.microsoft.com/office/drawing/2014/main" id="{46A6C95A-5ECE-BB0E-A61E-C0E9D7308F1A}"/>
                        </a:ext>
                      </a:extLst>
                    </p:cNvPr>
                    <p:cNvPicPr/>
                    <p:nvPr/>
                  </p:nvPicPr>
                  <p:blipFill>
                    <a:blip r:embed="rId142"/>
                    <a:stretch>
                      <a:fillRect/>
                    </a:stretch>
                  </p:blipFill>
                  <p:spPr>
                    <a:xfrm>
                      <a:off x="5415275" y="2515751"/>
                      <a:ext cx="25416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91" name="Ink 190">
                      <a:extLst>
                        <a:ext uri="{FF2B5EF4-FFF2-40B4-BE49-F238E27FC236}">
                          <a16:creationId xmlns:a16="http://schemas.microsoft.com/office/drawing/2014/main" id="{0578443D-52E2-E4DD-FB0B-367853E253CE}"/>
                        </a:ext>
                      </a:extLst>
                    </p14:cNvPr>
                    <p14:cNvContentPartPr/>
                    <p14:nvPr/>
                  </p14:nvContentPartPr>
                  <p14:xfrm>
                    <a:off x="5576915" y="2675951"/>
                    <a:ext cx="74880" cy="14040"/>
                  </p14:xfrm>
                </p:contentPart>
              </mc:Choice>
              <mc:Fallback xmlns="">
                <p:pic>
                  <p:nvPicPr>
                    <p:cNvPr id="191" name="Ink 190">
                      <a:extLst>
                        <a:ext uri="{FF2B5EF4-FFF2-40B4-BE49-F238E27FC236}">
                          <a16:creationId xmlns:a16="http://schemas.microsoft.com/office/drawing/2014/main" id="{0578443D-52E2-E4DD-FB0B-367853E253CE}"/>
                        </a:ext>
                      </a:extLst>
                    </p:cNvPr>
                    <p:cNvPicPr/>
                    <p:nvPr/>
                  </p:nvPicPr>
                  <p:blipFill>
                    <a:blip r:embed="rId144"/>
                    <a:stretch>
                      <a:fillRect/>
                    </a:stretch>
                  </p:blipFill>
                  <p:spPr>
                    <a:xfrm>
                      <a:off x="5567915" y="2666951"/>
                      <a:ext cx="9252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92" name="Ink 191">
                      <a:extLst>
                        <a:ext uri="{FF2B5EF4-FFF2-40B4-BE49-F238E27FC236}">
                          <a16:creationId xmlns:a16="http://schemas.microsoft.com/office/drawing/2014/main" id="{FB8FCE23-48BC-8E5C-01FB-14EC7FFBEB67}"/>
                        </a:ext>
                      </a:extLst>
                    </p14:cNvPr>
                    <p14:cNvContentPartPr/>
                    <p14:nvPr/>
                  </p14:nvContentPartPr>
                  <p14:xfrm>
                    <a:off x="5507435" y="2461391"/>
                    <a:ext cx="7920" cy="15120"/>
                  </p14:xfrm>
                </p:contentPart>
              </mc:Choice>
              <mc:Fallback xmlns="">
                <p:pic>
                  <p:nvPicPr>
                    <p:cNvPr id="192" name="Ink 191">
                      <a:extLst>
                        <a:ext uri="{FF2B5EF4-FFF2-40B4-BE49-F238E27FC236}">
                          <a16:creationId xmlns:a16="http://schemas.microsoft.com/office/drawing/2014/main" id="{FB8FCE23-48BC-8E5C-01FB-14EC7FFBEB67}"/>
                        </a:ext>
                      </a:extLst>
                    </p:cNvPr>
                    <p:cNvPicPr/>
                    <p:nvPr/>
                  </p:nvPicPr>
                  <p:blipFill>
                    <a:blip r:embed="rId146"/>
                    <a:stretch>
                      <a:fillRect/>
                    </a:stretch>
                  </p:blipFill>
                  <p:spPr>
                    <a:xfrm>
                      <a:off x="5498435" y="2452751"/>
                      <a:ext cx="255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93" name="Ink 192">
                      <a:extLst>
                        <a:ext uri="{FF2B5EF4-FFF2-40B4-BE49-F238E27FC236}">
                          <a16:creationId xmlns:a16="http://schemas.microsoft.com/office/drawing/2014/main" id="{BDF21743-3DB9-15B7-A035-41536909CEA4}"/>
                        </a:ext>
                      </a:extLst>
                    </p14:cNvPr>
                    <p14:cNvContentPartPr/>
                    <p14:nvPr/>
                  </p14:nvContentPartPr>
                  <p14:xfrm>
                    <a:off x="5237795" y="2443391"/>
                    <a:ext cx="115560" cy="176040"/>
                  </p14:xfrm>
                </p:contentPart>
              </mc:Choice>
              <mc:Fallback xmlns="">
                <p:pic>
                  <p:nvPicPr>
                    <p:cNvPr id="193" name="Ink 192">
                      <a:extLst>
                        <a:ext uri="{FF2B5EF4-FFF2-40B4-BE49-F238E27FC236}">
                          <a16:creationId xmlns:a16="http://schemas.microsoft.com/office/drawing/2014/main" id="{BDF21743-3DB9-15B7-A035-41536909CEA4}"/>
                        </a:ext>
                      </a:extLst>
                    </p:cNvPr>
                    <p:cNvPicPr/>
                    <p:nvPr/>
                  </p:nvPicPr>
                  <p:blipFill>
                    <a:blip r:embed="rId148"/>
                    <a:stretch>
                      <a:fillRect/>
                    </a:stretch>
                  </p:blipFill>
                  <p:spPr>
                    <a:xfrm>
                      <a:off x="5228795" y="2434391"/>
                      <a:ext cx="13320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94" name="Ink 193">
                      <a:extLst>
                        <a:ext uri="{FF2B5EF4-FFF2-40B4-BE49-F238E27FC236}">
                          <a16:creationId xmlns:a16="http://schemas.microsoft.com/office/drawing/2014/main" id="{CC117F96-F1C3-7C2E-99D0-1D2AE60CA75E}"/>
                        </a:ext>
                      </a:extLst>
                    </p14:cNvPr>
                    <p14:cNvContentPartPr/>
                    <p14:nvPr/>
                  </p14:nvContentPartPr>
                  <p14:xfrm>
                    <a:off x="5318795" y="2476871"/>
                    <a:ext cx="360" cy="5400"/>
                  </p14:xfrm>
                </p:contentPart>
              </mc:Choice>
              <mc:Fallback xmlns="">
                <p:pic>
                  <p:nvPicPr>
                    <p:cNvPr id="194" name="Ink 193">
                      <a:extLst>
                        <a:ext uri="{FF2B5EF4-FFF2-40B4-BE49-F238E27FC236}">
                          <a16:creationId xmlns:a16="http://schemas.microsoft.com/office/drawing/2014/main" id="{CC117F96-F1C3-7C2E-99D0-1D2AE60CA75E}"/>
                        </a:ext>
                      </a:extLst>
                    </p:cNvPr>
                    <p:cNvPicPr/>
                    <p:nvPr/>
                  </p:nvPicPr>
                  <p:blipFill>
                    <a:blip r:embed="rId120"/>
                    <a:stretch>
                      <a:fillRect/>
                    </a:stretch>
                  </p:blipFill>
                  <p:spPr>
                    <a:xfrm>
                      <a:off x="5309795" y="2467871"/>
                      <a:ext cx="1800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95" name="Ink 194">
                      <a:extLst>
                        <a:ext uri="{FF2B5EF4-FFF2-40B4-BE49-F238E27FC236}">
                          <a16:creationId xmlns:a16="http://schemas.microsoft.com/office/drawing/2014/main" id="{18F1A53C-7F49-4F06-3861-A092A4E7E626}"/>
                        </a:ext>
                      </a:extLst>
                    </p14:cNvPr>
                    <p14:cNvContentPartPr/>
                    <p14:nvPr/>
                  </p14:nvContentPartPr>
                  <p14:xfrm>
                    <a:off x="4953035" y="2443751"/>
                    <a:ext cx="213480" cy="304560"/>
                  </p14:xfrm>
                </p:contentPart>
              </mc:Choice>
              <mc:Fallback xmlns="">
                <p:pic>
                  <p:nvPicPr>
                    <p:cNvPr id="195" name="Ink 194">
                      <a:extLst>
                        <a:ext uri="{FF2B5EF4-FFF2-40B4-BE49-F238E27FC236}">
                          <a16:creationId xmlns:a16="http://schemas.microsoft.com/office/drawing/2014/main" id="{18F1A53C-7F49-4F06-3861-A092A4E7E626}"/>
                        </a:ext>
                      </a:extLst>
                    </p:cNvPr>
                    <p:cNvPicPr/>
                    <p:nvPr/>
                  </p:nvPicPr>
                  <p:blipFill>
                    <a:blip r:embed="rId151"/>
                    <a:stretch>
                      <a:fillRect/>
                    </a:stretch>
                  </p:blipFill>
                  <p:spPr>
                    <a:xfrm>
                      <a:off x="4944395" y="2434751"/>
                      <a:ext cx="23112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96" name="Ink 195">
                      <a:extLst>
                        <a:ext uri="{FF2B5EF4-FFF2-40B4-BE49-F238E27FC236}">
                          <a16:creationId xmlns:a16="http://schemas.microsoft.com/office/drawing/2014/main" id="{69FF3A04-BFD4-8064-0C3E-7E151A3B6ECF}"/>
                        </a:ext>
                      </a:extLst>
                    </p14:cNvPr>
                    <p14:cNvContentPartPr/>
                    <p14:nvPr/>
                  </p14:nvContentPartPr>
                  <p14:xfrm>
                    <a:off x="5136275" y="2739311"/>
                    <a:ext cx="102240" cy="25200"/>
                  </p14:xfrm>
                </p:contentPart>
              </mc:Choice>
              <mc:Fallback xmlns="">
                <p:pic>
                  <p:nvPicPr>
                    <p:cNvPr id="196" name="Ink 195">
                      <a:extLst>
                        <a:ext uri="{FF2B5EF4-FFF2-40B4-BE49-F238E27FC236}">
                          <a16:creationId xmlns:a16="http://schemas.microsoft.com/office/drawing/2014/main" id="{69FF3A04-BFD4-8064-0C3E-7E151A3B6ECF}"/>
                        </a:ext>
                      </a:extLst>
                    </p:cNvPr>
                    <p:cNvPicPr/>
                    <p:nvPr/>
                  </p:nvPicPr>
                  <p:blipFill>
                    <a:blip r:embed="rId153"/>
                    <a:stretch>
                      <a:fillRect/>
                    </a:stretch>
                  </p:blipFill>
                  <p:spPr>
                    <a:xfrm>
                      <a:off x="5127275" y="2730311"/>
                      <a:ext cx="119880" cy="42840"/>
                    </a:xfrm>
                    <a:prstGeom prst="rect">
                      <a:avLst/>
                    </a:prstGeom>
                  </p:spPr>
                </p:pic>
              </mc:Fallback>
            </mc:AlternateContent>
          </p:grpSp>
          <p:grpSp>
            <p:nvGrpSpPr>
              <p:cNvPr id="216" name="Group 215">
                <a:extLst>
                  <a:ext uri="{FF2B5EF4-FFF2-40B4-BE49-F238E27FC236}">
                    <a16:creationId xmlns:a16="http://schemas.microsoft.com/office/drawing/2014/main" id="{DA98C4F1-2D94-98B4-9D1F-361AA2418FFB}"/>
                  </a:ext>
                </a:extLst>
              </p:cNvPr>
              <p:cNvGrpSpPr/>
              <p:nvPr/>
            </p:nvGrpSpPr>
            <p:grpSpPr>
              <a:xfrm>
                <a:off x="2991227" y="4981211"/>
                <a:ext cx="1079263" cy="209156"/>
                <a:chOff x="4824155" y="2840831"/>
                <a:chExt cx="1740600" cy="337320"/>
              </a:xfrm>
            </p:grpSpPr>
            <mc:AlternateContent xmlns:mc="http://schemas.openxmlformats.org/markup-compatibility/2006" xmlns:p14="http://schemas.microsoft.com/office/powerpoint/2010/main">
              <mc:Choice Requires="p14">
                <p:contentPart p14:bwMode="auto" r:id="rId154">
                  <p14:nvContentPartPr>
                    <p14:cNvPr id="198" name="Ink 197">
                      <a:extLst>
                        <a:ext uri="{FF2B5EF4-FFF2-40B4-BE49-F238E27FC236}">
                          <a16:creationId xmlns:a16="http://schemas.microsoft.com/office/drawing/2014/main" id="{D8A357BD-E2A9-CE07-E011-CBD64F8D8637}"/>
                        </a:ext>
                      </a:extLst>
                    </p14:cNvPr>
                    <p14:cNvContentPartPr/>
                    <p14:nvPr/>
                  </p14:nvContentPartPr>
                  <p14:xfrm>
                    <a:off x="6545315" y="2881151"/>
                    <a:ext cx="19440" cy="105840"/>
                  </p14:xfrm>
                </p:contentPart>
              </mc:Choice>
              <mc:Fallback xmlns="">
                <p:pic>
                  <p:nvPicPr>
                    <p:cNvPr id="198" name="Ink 197">
                      <a:extLst>
                        <a:ext uri="{FF2B5EF4-FFF2-40B4-BE49-F238E27FC236}">
                          <a16:creationId xmlns:a16="http://schemas.microsoft.com/office/drawing/2014/main" id="{D8A357BD-E2A9-CE07-E011-CBD64F8D8637}"/>
                        </a:ext>
                      </a:extLst>
                    </p:cNvPr>
                    <p:cNvPicPr/>
                    <p:nvPr/>
                  </p:nvPicPr>
                  <p:blipFill>
                    <a:blip r:embed="rId155"/>
                    <a:stretch>
                      <a:fillRect/>
                    </a:stretch>
                  </p:blipFill>
                  <p:spPr>
                    <a:xfrm>
                      <a:off x="6536675" y="2872151"/>
                      <a:ext cx="3708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99" name="Ink 198">
                      <a:extLst>
                        <a:ext uri="{FF2B5EF4-FFF2-40B4-BE49-F238E27FC236}">
                          <a16:creationId xmlns:a16="http://schemas.microsoft.com/office/drawing/2014/main" id="{10DE626C-FE76-8C8D-EA9E-275D0CE95978}"/>
                        </a:ext>
                      </a:extLst>
                    </p14:cNvPr>
                    <p14:cNvContentPartPr/>
                    <p14:nvPr/>
                  </p14:nvContentPartPr>
                  <p14:xfrm>
                    <a:off x="6218435" y="2936231"/>
                    <a:ext cx="260640" cy="130680"/>
                  </p14:xfrm>
                </p:contentPart>
              </mc:Choice>
              <mc:Fallback xmlns="">
                <p:pic>
                  <p:nvPicPr>
                    <p:cNvPr id="199" name="Ink 198">
                      <a:extLst>
                        <a:ext uri="{FF2B5EF4-FFF2-40B4-BE49-F238E27FC236}">
                          <a16:creationId xmlns:a16="http://schemas.microsoft.com/office/drawing/2014/main" id="{10DE626C-FE76-8C8D-EA9E-275D0CE95978}"/>
                        </a:ext>
                      </a:extLst>
                    </p:cNvPr>
                    <p:cNvPicPr/>
                    <p:nvPr/>
                  </p:nvPicPr>
                  <p:blipFill>
                    <a:blip r:embed="rId157"/>
                    <a:stretch>
                      <a:fillRect/>
                    </a:stretch>
                  </p:blipFill>
                  <p:spPr>
                    <a:xfrm>
                      <a:off x="6209795" y="2927231"/>
                      <a:ext cx="27828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200" name="Ink 199">
                      <a:extLst>
                        <a:ext uri="{FF2B5EF4-FFF2-40B4-BE49-F238E27FC236}">
                          <a16:creationId xmlns:a16="http://schemas.microsoft.com/office/drawing/2014/main" id="{6CB59176-811F-2E1E-7DAF-F1E6F4ADDF8B}"/>
                        </a:ext>
                      </a:extLst>
                    </p14:cNvPr>
                    <p14:cNvContentPartPr/>
                    <p14:nvPr/>
                  </p14:nvContentPartPr>
                  <p14:xfrm>
                    <a:off x="6444155" y="3118391"/>
                    <a:ext cx="61560" cy="6480"/>
                  </p14:xfrm>
                </p:contentPart>
              </mc:Choice>
              <mc:Fallback xmlns="">
                <p:pic>
                  <p:nvPicPr>
                    <p:cNvPr id="200" name="Ink 199">
                      <a:extLst>
                        <a:ext uri="{FF2B5EF4-FFF2-40B4-BE49-F238E27FC236}">
                          <a16:creationId xmlns:a16="http://schemas.microsoft.com/office/drawing/2014/main" id="{6CB59176-811F-2E1E-7DAF-F1E6F4ADDF8B}"/>
                        </a:ext>
                      </a:extLst>
                    </p:cNvPr>
                    <p:cNvPicPr/>
                    <p:nvPr/>
                  </p:nvPicPr>
                  <p:blipFill>
                    <a:blip r:embed="rId159"/>
                    <a:stretch>
                      <a:fillRect/>
                    </a:stretch>
                  </p:blipFill>
                  <p:spPr>
                    <a:xfrm>
                      <a:off x="6435155" y="3109751"/>
                      <a:ext cx="7920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202" name="Ink 201">
                      <a:extLst>
                        <a:ext uri="{FF2B5EF4-FFF2-40B4-BE49-F238E27FC236}">
                          <a16:creationId xmlns:a16="http://schemas.microsoft.com/office/drawing/2014/main" id="{AEBFA8C6-7476-791E-0F7B-C6F569DC1BC7}"/>
                        </a:ext>
                      </a:extLst>
                    </p14:cNvPr>
                    <p14:cNvContentPartPr/>
                    <p14:nvPr/>
                  </p14:nvContentPartPr>
                  <p14:xfrm>
                    <a:off x="6293315" y="3111191"/>
                    <a:ext cx="63720" cy="66960"/>
                  </p14:xfrm>
                </p:contentPart>
              </mc:Choice>
              <mc:Fallback xmlns="">
                <p:pic>
                  <p:nvPicPr>
                    <p:cNvPr id="202" name="Ink 201">
                      <a:extLst>
                        <a:ext uri="{FF2B5EF4-FFF2-40B4-BE49-F238E27FC236}">
                          <a16:creationId xmlns:a16="http://schemas.microsoft.com/office/drawing/2014/main" id="{AEBFA8C6-7476-791E-0F7B-C6F569DC1BC7}"/>
                        </a:ext>
                      </a:extLst>
                    </p:cNvPr>
                    <p:cNvPicPr/>
                    <p:nvPr/>
                  </p:nvPicPr>
                  <p:blipFill>
                    <a:blip r:embed="rId161"/>
                    <a:stretch>
                      <a:fillRect/>
                    </a:stretch>
                  </p:blipFill>
                  <p:spPr>
                    <a:xfrm>
                      <a:off x="6284675" y="3102551"/>
                      <a:ext cx="8136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204" name="Ink 203">
                      <a:extLst>
                        <a:ext uri="{FF2B5EF4-FFF2-40B4-BE49-F238E27FC236}">
                          <a16:creationId xmlns:a16="http://schemas.microsoft.com/office/drawing/2014/main" id="{43041584-2DFB-1DFE-FBBB-F14D54C82DD8}"/>
                        </a:ext>
                      </a:extLst>
                    </p14:cNvPr>
                    <p14:cNvContentPartPr/>
                    <p14:nvPr/>
                  </p14:nvContentPartPr>
                  <p14:xfrm>
                    <a:off x="6153995" y="2964311"/>
                    <a:ext cx="31680" cy="105840"/>
                  </p14:xfrm>
                </p:contentPart>
              </mc:Choice>
              <mc:Fallback xmlns="">
                <p:pic>
                  <p:nvPicPr>
                    <p:cNvPr id="204" name="Ink 203">
                      <a:extLst>
                        <a:ext uri="{FF2B5EF4-FFF2-40B4-BE49-F238E27FC236}">
                          <a16:creationId xmlns:a16="http://schemas.microsoft.com/office/drawing/2014/main" id="{43041584-2DFB-1DFE-FBBB-F14D54C82DD8}"/>
                        </a:ext>
                      </a:extLst>
                    </p:cNvPr>
                    <p:cNvPicPr/>
                    <p:nvPr/>
                  </p:nvPicPr>
                  <p:blipFill>
                    <a:blip r:embed="rId163"/>
                    <a:stretch>
                      <a:fillRect/>
                    </a:stretch>
                  </p:blipFill>
                  <p:spPr>
                    <a:xfrm>
                      <a:off x="6145355" y="2955311"/>
                      <a:ext cx="4932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205" name="Ink 204">
                      <a:extLst>
                        <a:ext uri="{FF2B5EF4-FFF2-40B4-BE49-F238E27FC236}">
                          <a16:creationId xmlns:a16="http://schemas.microsoft.com/office/drawing/2014/main" id="{B0586D7C-2672-C25A-9769-B9CCD0DC8F13}"/>
                        </a:ext>
                      </a:extLst>
                    </p14:cNvPr>
                    <p14:cNvContentPartPr/>
                    <p14:nvPr/>
                  </p14:nvContentPartPr>
                  <p14:xfrm>
                    <a:off x="5781395" y="2954231"/>
                    <a:ext cx="338400" cy="76680"/>
                  </p14:xfrm>
                </p:contentPart>
              </mc:Choice>
              <mc:Fallback xmlns="">
                <p:pic>
                  <p:nvPicPr>
                    <p:cNvPr id="205" name="Ink 204">
                      <a:extLst>
                        <a:ext uri="{FF2B5EF4-FFF2-40B4-BE49-F238E27FC236}">
                          <a16:creationId xmlns:a16="http://schemas.microsoft.com/office/drawing/2014/main" id="{B0586D7C-2672-C25A-9769-B9CCD0DC8F13}"/>
                        </a:ext>
                      </a:extLst>
                    </p:cNvPr>
                    <p:cNvPicPr/>
                    <p:nvPr/>
                  </p:nvPicPr>
                  <p:blipFill>
                    <a:blip r:embed="rId165"/>
                    <a:stretch>
                      <a:fillRect/>
                    </a:stretch>
                  </p:blipFill>
                  <p:spPr>
                    <a:xfrm>
                      <a:off x="5772395" y="2945591"/>
                      <a:ext cx="35604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206" name="Ink 205">
                      <a:extLst>
                        <a:ext uri="{FF2B5EF4-FFF2-40B4-BE49-F238E27FC236}">
                          <a16:creationId xmlns:a16="http://schemas.microsoft.com/office/drawing/2014/main" id="{09CC3DBB-0A15-ABD8-C69E-CE8911C7AAF3}"/>
                        </a:ext>
                      </a:extLst>
                    </p14:cNvPr>
                    <p14:cNvContentPartPr/>
                    <p14:nvPr/>
                  </p14:nvContentPartPr>
                  <p14:xfrm>
                    <a:off x="5910635" y="2936231"/>
                    <a:ext cx="63000" cy="9000"/>
                  </p14:xfrm>
                </p:contentPart>
              </mc:Choice>
              <mc:Fallback xmlns="">
                <p:pic>
                  <p:nvPicPr>
                    <p:cNvPr id="206" name="Ink 205">
                      <a:extLst>
                        <a:ext uri="{FF2B5EF4-FFF2-40B4-BE49-F238E27FC236}">
                          <a16:creationId xmlns:a16="http://schemas.microsoft.com/office/drawing/2014/main" id="{09CC3DBB-0A15-ABD8-C69E-CE8911C7AAF3}"/>
                        </a:ext>
                      </a:extLst>
                    </p:cNvPr>
                    <p:cNvPicPr/>
                    <p:nvPr/>
                  </p:nvPicPr>
                  <p:blipFill>
                    <a:blip r:embed="rId167"/>
                    <a:stretch>
                      <a:fillRect/>
                    </a:stretch>
                  </p:blipFill>
                  <p:spPr>
                    <a:xfrm>
                      <a:off x="5901995" y="2927231"/>
                      <a:ext cx="8064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207" name="Ink 206">
                      <a:extLst>
                        <a:ext uri="{FF2B5EF4-FFF2-40B4-BE49-F238E27FC236}">
                          <a16:creationId xmlns:a16="http://schemas.microsoft.com/office/drawing/2014/main" id="{891B164E-155E-899A-2FFB-C99EB147A792}"/>
                        </a:ext>
                      </a:extLst>
                    </p14:cNvPr>
                    <p14:cNvContentPartPr/>
                    <p14:nvPr/>
                  </p14:nvContentPartPr>
                  <p14:xfrm>
                    <a:off x="5454875" y="2947391"/>
                    <a:ext cx="244800" cy="124560"/>
                  </p14:xfrm>
                </p:contentPart>
              </mc:Choice>
              <mc:Fallback xmlns="">
                <p:pic>
                  <p:nvPicPr>
                    <p:cNvPr id="207" name="Ink 206">
                      <a:extLst>
                        <a:ext uri="{FF2B5EF4-FFF2-40B4-BE49-F238E27FC236}">
                          <a16:creationId xmlns:a16="http://schemas.microsoft.com/office/drawing/2014/main" id="{891B164E-155E-899A-2FFB-C99EB147A792}"/>
                        </a:ext>
                      </a:extLst>
                    </p:cNvPr>
                    <p:cNvPicPr/>
                    <p:nvPr/>
                  </p:nvPicPr>
                  <p:blipFill>
                    <a:blip r:embed="rId169"/>
                    <a:stretch>
                      <a:fillRect/>
                    </a:stretch>
                  </p:blipFill>
                  <p:spPr>
                    <a:xfrm>
                      <a:off x="5445875" y="2938391"/>
                      <a:ext cx="2624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208" name="Ink 207">
                      <a:extLst>
                        <a:ext uri="{FF2B5EF4-FFF2-40B4-BE49-F238E27FC236}">
                          <a16:creationId xmlns:a16="http://schemas.microsoft.com/office/drawing/2014/main" id="{F4726EAC-D442-58E3-8727-0861F12AC2A8}"/>
                        </a:ext>
                      </a:extLst>
                    </p14:cNvPr>
                    <p14:cNvContentPartPr/>
                    <p14:nvPr/>
                  </p14:nvContentPartPr>
                  <p14:xfrm>
                    <a:off x="5126555" y="2947031"/>
                    <a:ext cx="269280" cy="142920"/>
                  </p14:xfrm>
                </p:contentPart>
              </mc:Choice>
              <mc:Fallback xmlns="">
                <p:pic>
                  <p:nvPicPr>
                    <p:cNvPr id="208" name="Ink 207">
                      <a:extLst>
                        <a:ext uri="{FF2B5EF4-FFF2-40B4-BE49-F238E27FC236}">
                          <a16:creationId xmlns:a16="http://schemas.microsoft.com/office/drawing/2014/main" id="{F4726EAC-D442-58E3-8727-0861F12AC2A8}"/>
                        </a:ext>
                      </a:extLst>
                    </p:cNvPr>
                    <p:cNvPicPr/>
                    <p:nvPr/>
                  </p:nvPicPr>
                  <p:blipFill>
                    <a:blip r:embed="rId171"/>
                    <a:stretch>
                      <a:fillRect/>
                    </a:stretch>
                  </p:blipFill>
                  <p:spPr>
                    <a:xfrm>
                      <a:off x="5117915" y="2938031"/>
                      <a:ext cx="28692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209" name="Ink 208">
                      <a:extLst>
                        <a:ext uri="{FF2B5EF4-FFF2-40B4-BE49-F238E27FC236}">
                          <a16:creationId xmlns:a16="http://schemas.microsoft.com/office/drawing/2014/main" id="{A5351A76-3349-14E2-0B06-ABE6C8A9EBF8}"/>
                        </a:ext>
                      </a:extLst>
                    </p14:cNvPr>
                    <p14:cNvContentPartPr/>
                    <p14:nvPr/>
                  </p14:nvContentPartPr>
                  <p14:xfrm>
                    <a:off x="4937195" y="2974391"/>
                    <a:ext cx="135000" cy="99720"/>
                  </p14:xfrm>
                </p:contentPart>
              </mc:Choice>
              <mc:Fallback xmlns="">
                <p:pic>
                  <p:nvPicPr>
                    <p:cNvPr id="209" name="Ink 208">
                      <a:extLst>
                        <a:ext uri="{FF2B5EF4-FFF2-40B4-BE49-F238E27FC236}">
                          <a16:creationId xmlns:a16="http://schemas.microsoft.com/office/drawing/2014/main" id="{A5351A76-3349-14E2-0B06-ABE6C8A9EBF8}"/>
                        </a:ext>
                      </a:extLst>
                    </p:cNvPr>
                    <p:cNvPicPr/>
                    <p:nvPr/>
                  </p:nvPicPr>
                  <p:blipFill>
                    <a:blip r:embed="rId173"/>
                    <a:stretch>
                      <a:fillRect/>
                    </a:stretch>
                  </p:blipFill>
                  <p:spPr>
                    <a:xfrm>
                      <a:off x="4928195" y="2965751"/>
                      <a:ext cx="15264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210" name="Ink 209">
                      <a:extLst>
                        <a:ext uri="{FF2B5EF4-FFF2-40B4-BE49-F238E27FC236}">
                          <a16:creationId xmlns:a16="http://schemas.microsoft.com/office/drawing/2014/main" id="{D7CDC211-08F7-4CDB-49DE-C1C0062F6CDD}"/>
                        </a:ext>
                      </a:extLst>
                    </p14:cNvPr>
                    <p14:cNvContentPartPr/>
                    <p14:nvPr/>
                  </p14:nvContentPartPr>
                  <p14:xfrm>
                    <a:off x="5047715" y="2907791"/>
                    <a:ext cx="360" cy="360"/>
                  </p14:xfrm>
                </p:contentPart>
              </mc:Choice>
              <mc:Fallback xmlns="">
                <p:pic>
                  <p:nvPicPr>
                    <p:cNvPr id="210" name="Ink 209">
                      <a:extLst>
                        <a:ext uri="{FF2B5EF4-FFF2-40B4-BE49-F238E27FC236}">
                          <a16:creationId xmlns:a16="http://schemas.microsoft.com/office/drawing/2014/main" id="{D7CDC211-08F7-4CDB-49DE-C1C0062F6CDD}"/>
                        </a:ext>
                      </a:extLst>
                    </p:cNvPr>
                    <p:cNvPicPr/>
                    <p:nvPr/>
                  </p:nvPicPr>
                  <p:blipFill>
                    <a:blip r:embed="rId175"/>
                    <a:stretch>
                      <a:fillRect/>
                    </a:stretch>
                  </p:blipFill>
                  <p:spPr>
                    <a:xfrm>
                      <a:off x="5038715" y="289915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211" name="Ink 210">
                      <a:extLst>
                        <a:ext uri="{FF2B5EF4-FFF2-40B4-BE49-F238E27FC236}">
                          <a16:creationId xmlns:a16="http://schemas.microsoft.com/office/drawing/2014/main" id="{032AC9EC-C80C-0B64-A051-379932E18722}"/>
                        </a:ext>
                      </a:extLst>
                    </p14:cNvPr>
                    <p14:cNvContentPartPr/>
                    <p14:nvPr/>
                  </p14:nvContentPartPr>
                  <p14:xfrm>
                    <a:off x="5256515" y="2840831"/>
                    <a:ext cx="60120" cy="65160"/>
                  </p14:xfrm>
                </p:contentPart>
              </mc:Choice>
              <mc:Fallback xmlns="">
                <p:pic>
                  <p:nvPicPr>
                    <p:cNvPr id="211" name="Ink 210">
                      <a:extLst>
                        <a:ext uri="{FF2B5EF4-FFF2-40B4-BE49-F238E27FC236}">
                          <a16:creationId xmlns:a16="http://schemas.microsoft.com/office/drawing/2014/main" id="{032AC9EC-C80C-0B64-A051-379932E18722}"/>
                        </a:ext>
                      </a:extLst>
                    </p:cNvPr>
                    <p:cNvPicPr/>
                    <p:nvPr/>
                  </p:nvPicPr>
                  <p:blipFill>
                    <a:blip r:embed="rId177"/>
                    <a:stretch>
                      <a:fillRect/>
                    </a:stretch>
                  </p:blipFill>
                  <p:spPr>
                    <a:xfrm>
                      <a:off x="5247875" y="2832191"/>
                      <a:ext cx="7776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212" name="Ink 211">
                      <a:extLst>
                        <a:ext uri="{FF2B5EF4-FFF2-40B4-BE49-F238E27FC236}">
                          <a16:creationId xmlns:a16="http://schemas.microsoft.com/office/drawing/2014/main" id="{D60153DA-EBB8-810F-A181-BFB23AC1BA00}"/>
                        </a:ext>
                      </a:extLst>
                    </p14:cNvPr>
                    <p14:cNvContentPartPr/>
                    <p14:nvPr/>
                  </p14:nvContentPartPr>
                  <p14:xfrm>
                    <a:off x="4835675" y="3036671"/>
                    <a:ext cx="360" cy="360"/>
                  </p14:xfrm>
                </p:contentPart>
              </mc:Choice>
              <mc:Fallback xmlns="">
                <p:pic>
                  <p:nvPicPr>
                    <p:cNvPr id="212" name="Ink 211">
                      <a:extLst>
                        <a:ext uri="{FF2B5EF4-FFF2-40B4-BE49-F238E27FC236}">
                          <a16:creationId xmlns:a16="http://schemas.microsoft.com/office/drawing/2014/main" id="{D60153DA-EBB8-810F-A181-BFB23AC1BA00}"/>
                        </a:ext>
                      </a:extLst>
                    </p:cNvPr>
                    <p:cNvPicPr/>
                    <p:nvPr/>
                  </p:nvPicPr>
                  <p:blipFill>
                    <a:blip r:embed="rId175"/>
                    <a:stretch>
                      <a:fillRect/>
                    </a:stretch>
                  </p:blipFill>
                  <p:spPr>
                    <a:xfrm>
                      <a:off x="4827035" y="302767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214" name="Ink 213">
                      <a:extLst>
                        <a:ext uri="{FF2B5EF4-FFF2-40B4-BE49-F238E27FC236}">
                          <a16:creationId xmlns:a16="http://schemas.microsoft.com/office/drawing/2014/main" id="{51750435-B731-BF6D-D322-94E754BB76E3}"/>
                        </a:ext>
                      </a:extLst>
                    </p14:cNvPr>
                    <p14:cNvContentPartPr/>
                    <p14:nvPr/>
                  </p14:nvContentPartPr>
                  <p14:xfrm>
                    <a:off x="4824155" y="3033071"/>
                    <a:ext cx="28080" cy="42840"/>
                  </p14:xfrm>
                </p:contentPart>
              </mc:Choice>
              <mc:Fallback xmlns="">
                <p:pic>
                  <p:nvPicPr>
                    <p:cNvPr id="214" name="Ink 213">
                      <a:extLst>
                        <a:ext uri="{FF2B5EF4-FFF2-40B4-BE49-F238E27FC236}">
                          <a16:creationId xmlns:a16="http://schemas.microsoft.com/office/drawing/2014/main" id="{51750435-B731-BF6D-D322-94E754BB76E3}"/>
                        </a:ext>
                      </a:extLst>
                    </p:cNvPr>
                    <p:cNvPicPr/>
                    <p:nvPr/>
                  </p:nvPicPr>
                  <p:blipFill>
                    <a:blip r:embed="rId180"/>
                    <a:stretch>
                      <a:fillRect/>
                    </a:stretch>
                  </p:blipFill>
                  <p:spPr>
                    <a:xfrm>
                      <a:off x="4815515" y="3024071"/>
                      <a:ext cx="4572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215" name="Ink 214">
                      <a:extLst>
                        <a:ext uri="{FF2B5EF4-FFF2-40B4-BE49-F238E27FC236}">
                          <a16:creationId xmlns:a16="http://schemas.microsoft.com/office/drawing/2014/main" id="{8D5039EE-615C-6C72-30C2-622F010E34C5}"/>
                        </a:ext>
                      </a:extLst>
                    </p14:cNvPr>
                    <p14:cNvContentPartPr/>
                    <p14:nvPr/>
                  </p14:nvContentPartPr>
                  <p14:xfrm>
                    <a:off x="5033675" y="2900591"/>
                    <a:ext cx="20160" cy="26280"/>
                  </p14:xfrm>
                </p:contentPart>
              </mc:Choice>
              <mc:Fallback xmlns="">
                <p:pic>
                  <p:nvPicPr>
                    <p:cNvPr id="215" name="Ink 214">
                      <a:extLst>
                        <a:ext uri="{FF2B5EF4-FFF2-40B4-BE49-F238E27FC236}">
                          <a16:creationId xmlns:a16="http://schemas.microsoft.com/office/drawing/2014/main" id="{8D5039EE-615C-6C72-30C2-622F010E34C5}"/>
                        </a:ext>
                      </a:extLst>
                    </p:cNvPr>
                    <p:cNvPicPr/>
                    <p:nvPr/>
                  </p:nvPicPr>
                  <p:blipFill>
                    <a:blip r:embed="rId182"/>
                    <a:stretch>
                      <a:fillRect/>
                    </a:stretch>
                  </p:blipFill>
                  <p:spPr>
                    <a:xfrm>
                      <a:off x="5025035" y="2891951"/>
                      <a:ext cx="37800" cy="43920"/>
                    </a:xfrm>
                    <a:prstGeom prst="rect">
                      <a:avLst/>
                    </a:prstGeom>
                  </p:spPr>
                </p:pic>
              </mc:Fallback>
            </mc:AlternateContent>
          </p:grpSp>
          <p:grpSp>
            <p:nvGrpSpPr>
              <p:cNvPr id="224" name="Group 223">
                <a:extLst>
                  <a:ext uri="{FF2B5EF4-FFF2-40B4-BE49-F238E27FC236}">
                    <a16:creationId xmlns:a16="http://schemas.microsoft.com/office/drawing/2014/main" id="{31FFFBC5-1818-21F2-9411-6E8D8E97E7C5}"/>
                  </a:ext>
                </a:extLst>
              </p:cNvPr>
              <p:cNvGrpSpPr/>
              <p:nvPr/>
            </p:nvGrpSpPr>
            <p:grpSpPr>
              <a:xfrm>
                <a:off x="3556193" y="5287913"/>
                <a:ext cx="504028" cy="179691"/>
                <a:chOff x="5735315" y="3335471"/>
                <a:chExt cx="812880" cy="289800"/>
              </a:xfrm>
            </p:grpSpPr>
            <mc:AlternateContent xmlns:mc="http://schemas.openxmlformats.org/markup-compatibility/2006" xmlns:p14="http://schemas.microsoft.com/office/powerpoint/2010/main">
              <mc:Choice Requires="p14">
                <p:contentPart p14:bwMode="auto" r:id="rId183">
                  <p14:nvContentPartPr>
                    <p14:cNvPr id="217" name="Ink 216">
                      <a:extLst>
                        <a:ext uri="{FF2B5EF4-FFF2-40B4-BE49-F238E27FC236}">
                          <a16:creationId xmlns:a16="http://schemas.microsoft.com/office/drawing/2014/main" id="{2D3A9A2F-A2C8-5D07-84B5-7C71F3F942E4}"/>
                        </a:ext>
                      </a:extLst>
                    </p14:cNvPr>
                    <p14:cNvContentPartPr/>
                    <p14:nvPr/>
                  </p14:nvContentPartPr>
                  <p14:xfrm>
                    <a:off x="6313835" y="3402071"/>
                    <a:ext cx="234360" cy="157680"/>
                  </p14:xfrm>
                </p:contentPart>
              </mc:Choice>
              <mc:Fallback xmlns="">
                <p:pic>
                  <p:nvPicPr>
                    <p:cNvPr id="217" name="Ink 216">
                      <a:extLst>
                        <a:ext uri="{FF2B5EF4-FFF2-40B4-BE49-F238E27FC236}">
                          <a16:creationId xmlns:a16="http://schemas.microsoft.com/office/drawing/2014/main" id="{2D3A9A2F-A2C8-5D07-84B5-7C71F3F942E4}"/>
                        </a:ext>
                      </a:extLst>
                    </p:cNvPr>
                    <p:cNvPicPr/>
                    <p:nvPr/>
                  </p:nvPicPr>
                  <p:blipFill>
                    <a:blip r:embed="rId184"/>
                    <a:stretch>
                      <a:fillRect/>
                    </a:stretch>
                  </p:blipFill>
                  <p:spPr>
                    <a:xfrm>
                      <a:off x="6304835" y="3393071"/>
                      <a:ext cx="25200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218" name="Ink 217">
                      <a:extLst>
                        <a:ext uri="{FF2B5EF4-FFF2-40B4-BE49-F238E27FC236}">
                          <a16:creationId xmlns:a16="http://schemas.microsoft.com/office/drawing/2014/main" id="{C7653DA4-660B-1F88-75CE-2BFCC7B70342}"/>
                        </a:ext>
                      </a:extLst>
                    </p14:cNvPr>
                    <p14:cNvContentPartPr/>
                    <p14:nvPr/>
                  </p14:nvContentPartPr>
                  <p14:xfrm>
                    <a:off x="6440555" y="3335471"/>
                    <a:ext cx="12240" cy="17640"/>
                  </p14:xfrm>
                </p:contentPart>
              </mc:Choice>
              <mc:Fallback xmlns="">
                <p:pic>
                  <p:nvPicPr>
                    <p:cNvPr id="218" name="Ink 217">
                      <a:extLst>
                        <a:ext uri="{FF2B5EF4-FFF2-40B4-BE49-F238E27FC236}">
                          <a16:creationId xmlns:a16="http://schemas.microsoft.com/office/drawing/2014/main" id="{C7653DA4-660B-1F88-75CE-2BFCC7B70342}"/>
                        </a:ext>
                      </a:extLst>
                    </p:cNvPr>
                    <p:cNvPicPr/>
                    <p:nvPr/>
                  </p:nvPicPr>
                  <p:blipFill>
                    <a:blip r:embed="rId186"/>
                    <a:stretch>
                      <a:fillRect/>
                    </a:stretch>
                  </p:blipFill>
                  <p:spPr>
                    <a:xfrm>
                      <a:off x="6431915" y="3326471"/>
                      <a:ext cx="2988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219" name="Ink 218">
                      <a:extLst>
                        <a:ext uri="{FF2B5EF4-FFF2-40B4-BE49-F238E27FC236}">
                          <a16:creationId xmlns:a16="http://schemas.microsoft.com/office/drawing/2014/main" id="{89EAE226-A088-BC4E-A3AC-2A896070BA94}"/>
                        </a:ext>
                      </a:extLst>
                    </p14:cNvPr>
                    <p14:cNvContentPartPr/>
                    <p14:nvPr/>
                  </p14:nvContentPartPr>
                  <p14:xfrm>
                    <a:off x="6231035" y="3430871"/>
                    <a:ext cx="48600" cy="91080"/>
                  </p14:xfrm>
                </p:contentPart>
              </mc:Choice>
              <mc:Fallback xmlns="">
                <p:pic>
                  <p:nvPicPr>
                    <p:cNvPr id="219" name="Ink 218">
                      <a:extLst>
                        <a:ext uri="{FF2B5EF4-FFF2-40B4-BE49-F238E27FC236}">
                          <a16:creationId xmlns:a16="http://schemas.microsoft.com/office/drawing/2014/main" id="{89EAE226-A088-BC4E-A3AC-2A896070BA94}"/>
                        </a:ext>
                      </a:extLst>
                    </p:cNvPr>
                    <p:cNvPicPr/>
                    <p:nvPr/>
                  </p:nvPicPr>
                  <p:blipFill>
                    <a:blip r:embed="rId188"/>
                    <a:stretch>
                      <a:fillRect/>
                    </a:stretch>
                  </p:blipFill>
                  <p:spPr>
                    <a:xfrm>
                      <a:off x="6222035" y="3422231"/>
                      <a:ext cx="6624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220" name="Ink 219">
                      <a:extLst>
                        <a:ext uri="{FF2B5EF4-FFF2-40B4-BE49-F238E27FC236}">
                          <a16:creationId xmlns:a16="http://schemas.microsoft.com/office/drawing/2014/main" id="{CCDB336B-509E-0392-7958-50FEA6087F75}"/>
                        </a:ext>
                      </a:extLst>
                    </p14:cNvPr>
                    <p14:cNvContentPartPr/>
                    <p14:nvPr/>
                  </p14:nvContentPartPr>
                  <p14:xfrm>
                    <a:off x="6116195" y="3380111"/>
                    <a:ext cx="9000" cy="146520"/>
                  </p14:xfrm>
                </p:contentPart>
              </mc:Choice>
              <mc:Fallback xmlns="">
                <p:pic>
                  <p:nvPicPr>
                    <p:cNvPr id="220" name="Ink 219">
                      <a:extLst>
                        <a:ext uri="{FF2B5EF4-FFF2-40B4-BE49-F238E27FC236}">
                          <a16:creationId xmlns:a16="http://schemas.microsoft.com/office/drawing/2014/main" id="{CCDB336B-509E-0392-7958-50FEA6087F75}"/>
                        </a:ext>
                      </a:extLst>
                    </p:cNvPr>
                    <p:cNvPicPr/>
                    <p:nvPr/>
                  </p:nvPicPr>
                  <p:blipFill>
                    <a:blip r:embed="rId190"/>
                    <a:stretch>
                      <a:fillRect/>
                    </a:stretch>
                  </p:blipFill>
                  <p:spPr>
                    <a:xfrm>
                      <a:off x="6107555" y="3371111"/>
                      <a:ext cx="2664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221" name="Ink 220">
                      <a:extLst>
                        <a:ext uri="{FF2B5EF4-FFF2-40B4-BE49-F238E27FC236}">
                          <a16:creationId xmlns:a16="http://schemas.microsoft.com/office/drawing/2014/main" id="{9C5F6115-5715-3F9A-BD4C-9AE9FC8E50B9}"/>
                        </a:ext>
                      </a:extLst>
                    </p14:cNvPr>
                    <p14:cNvContentPartPr/>
                    <p14:nvPr/>
                  </p14:nvContentPartPr>
                  <p14:xfrm>
                    <a:off x="5735315" y="3463991"/>
                    <a:ext cx="326880" cy="149400"/>
                  </p14:xfrm>
                </p:contentPart>
              </mc:Choice>
              <mc:Fallback xmlns="">
                <p:pic>
                  <p:nvPicPr>
                    <p:cNvPr id="221" name="Ink 220">
                      <a:extLst>
                        <a:ext uri="{FF2B5EF4-FFF2-40B4-BE49-F238E27FC236}">
                          <a16:creationId xmlns:a16="http://schemas.microsoft.com/office/drawing/2014/main" id="{9C5F6115-5715-3F9A-BD4C-9AE9FC8E50B9}"/>
                        </a:ext>
                      </a:extLst>
                    </p:cNvPr>
                    <p:cNvPicPr/>
                    <p:nvPr/>
                  </p:nvPicPr>
                  <p:blipFill>
                    <a:blip r:embed="rId192"/>
                    <a:stretch>
                      <a:fillRect/>
                    </a:stretch>
                  </p:blipFill>
                  <p:spPr>
                    <a:xfrm>
                      <a:off x="5726315" y="3455351"/>
                      <a:ext cx="34452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222" name="Ink 221">
                      <a:extLst>
                        <a:ext uri="{FF2B5EF4-FFF2-40B4-BE49-F238E27FC236}">
                          <a16:creationId xmlns:a16="http://schemas.microsoft.com/office/drawing/2014/main" id="{54F98658-C345-4777-CF23-B51C041967D5}"/>
                        </a:ext>
                      </a:extLst>
                    </p14:cNvPr>
                    <p14:cNvContentPartPr/>
                    <p14:nvPr/>
                  </p14:nvContentPartPr>
                  <p14:xfrm>
                    <a:off x="6039515" y="3616271"/>
                    <a:ext cx="39600" cy="9000"/>
                  </p14:xfrm>
                </p:contentPart>
              </mc:Choice>
              <mc:Fallback xmlns="">
                <p:pic>
                  <p:nvPicPr>
                    <p:cNvPr id="222" name="Ink 221">
                      <a:extLst>
                        <a:ext uri="{FF2B5EF4-FFF2-40B4-BE49-F238E27FC236}">
                          <a16:creationId xmlns:a16="http://schemas.microsoft.com/office/drawing/2014/main" id="{54F98658-C345-4777-CF23-B51C041967D5}"/>
                        </a:ext>
                      </a:extLst>
                    </p:cNvPr>
                    <p:cNvPicPr/>
                    <p:nvPr/>
                  </p:nvPicPr>
                  <p:blipFill>
                    <a:blip r:embed="rId194"/>
                    <a:stretch>
                      <a:fillRect/>
                    </a:stretch>
                  </p:blipFill>
                  <p:spPr>
                    <a:xfrm>
                      <a:off x="6030515" y="3607631"/>
                      <a:ext cx="5724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223" name="Ink 222">
                      <a:extLst>
                        <a:ext uri="{FF2B5EF4-FFF2-40B4-BE49-F238E27FC236}">
                          <a16:creationId xmlns:a16="http://schemas.microsoft.com/office/drawing/2014/main" id="{91BCDAFF-899D-98DC-F9AC-20CCC6620069}"/>
                        </a:ext>
                      </a:extLst>
                    </p14:cNvPr>
                    <p14:cNvContentPartPr/>
                    <p14:nvPr/>
                  </p14:nvContentPartPr>
                  <p14:xfrm>
                    <a:off x="5906675" y="3500711"/>
                    <a:ext cx="1080" cy="9000"/>
                  </p14:xfrm>
                </p:contentPart>
              </mc:Choice>
              <mc:Fallback xmlns="">
                <p:pic>
                  <p:nvPicPr>
                    <p:cNvPr id="223" name="Ink 222">
                      <a:extLst>
                        <a:ext uri="{FF2B5EF4-FFF2-40B4-BE49-F238E27FC236}">
                          <a16:creationId xmlns:a16="http://schemas.microsoft.com/office/drawing/2014/main" id="{91BCDAFF-899D-98DC-F9AC-20CCC6620069}"/>
                        </a:ext>
                      </a:extLst>
                    </p:cNvPr>
                    <p:cNvPicPr/>
                    <p:nvPr/>
                  </p:nvPicPr>
                  <p:blipFill>
                    <a:blip r:embed="rId196"/>
                    <a:stretch>
                      <a:fillRect/>
                    </a:stretch>
                  </p:blipFill>
                  <p:spPr>
                    <a:xfrm>
                      <a:off x="5897675" y="3492071"/>
                      <a:ext cx="18720" cy="26640"/>
                    </a:xfrm>
                    <a:prstGeom prst="rect">
                      <a:avLst/>
                    </a:prstGeom>
                  </p:spPr>
                </p:pic>
              </mc:Fallback>
            </mc:AlternateContent>
          </p:grpSp>
          <p:grpSp>
            <p:nvGrpSpPr>
              <p:cNvPr id="231" name="Group 230">
                <a:extLst>
                  <a:ext uri="{FF2B5EF4-FFF2-40B4-BE49-F238E27FC236}">
                    <a16:creationId xmlns:a16="http://schemas.microsoft.com/office/drawing/2014/main" id="{26ED0964-D930-3C40-803D-A816BA491ABB}"/>
                  </a:ext>
                </a:extLst>
              </p:cNvPr>
              <p:cNvGrpSpPr/>
              <p:nvPr/>
            </p:nvGrpSpPr>
            <p:grpSpPr>
              <a:xfrm>
                <a:off x="3078505" y="5291262"/>
                <a:ext cx="404026" cy="223442"/>
                <a:chOff x="4964915" y="3340871"/>
                <a:chExt cx="651600" cy="360360"/>
              </a:xfrm>
            </p:grpSpPr>
            <mc:AlternateContent xmlns:mc="http://schemas.openxmlformats.org/markup-compatibility/2006" xmlns:p14="http://schemas.microsoft.com/office/powerpoint/2010/main">
              <mc:Choice Requires="p14">
                <p:contentPart p14:bwMode="auto" r:id="rId197">
                  <p14:nvContentPartPr>
                    <p14:cNvPr id="225" name="Ink 224">
                      <a:extLst>
                        <a:ext uri="{FF2B5EF4-FFF2-40B4-BE49-F238E27FC236}">
                          <a16:creationId xmlns:a16="http://schemas.microsoft.com/office/drawing/2014/main" id="{5D352813-CA8D-BE84-8FB8-7670E4591452}"/>
                        </a:ext>
                      </a:extLst>
                    </p14:cNvPr>
                    <p14:cNvContentPartPr/>
                    <p14:nvPr/>
                  </p14:nvContentPartPr>
                  <p14:xfrm>
                    <a:off x="5531195" y="3344471"/>
                    <a:ext cx="85320" cy="192240"/>
                  </p14:xfrm>
                </p:contentPart>
              </mc:Choice>
              <mc:Fallback xmlns="">
                <p:pic>
                  <p:nvPicPr>
                    <p:cNvPr id="225" name="Ink 224">
                      <a:extLst>
                        <a:ext uri="{FF2B5EF4-FFF2-40B4-BE49-F238E27FC236}">
                          <a16:creationId xmlns:a16="http://schemas.microsoft.com/office/drawing/2014/main" id="{5D352813-CA8D-BE84-8FB8-7670E4591452}"/>
                        </a:ext>
                      </a:extLst>
                    </p:cNvPr>
                    <p:cNvPicPr/>
                    <p:nvPr/>
                  </p:nvPicPr>
                  <p:blipFill>
                    <a:blip r:embed="rId198"/>
                    <a:stretch>
                      <a:fillRect/>
                    </a:stretch>
                  </p:blipFill>
                  <p:spPr>
                    <a:xfrm>
                      <a:off x="5522195" y="3335831"/>
                      <a:ext cx="10296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226" name="Ink 225">
                      <a:extLst>
                        <a:ext uri="{FF2B5EF4-FFF2-40B4-BE49-F238E27FC236}">
                          <a16:creationId xmlns:a16="http://schemas.microsoft.com/office/drawing/2014/main" id="{A8A29BFE-DE3E-E838-B03C-0DEAFB1BE3BB}"/>
                        </a:ext>
                      </a:extLst>
                    </p14:cNvPr>
                    <p14:cNvContentPartPr/>
                    <p14:nvPr/>
                  </p14:nvContentPartPr>
                  <p14:xfrm>
                    <a:off x="5610395" y="3340871"/>
                    <a:ext cx="5040" cy="14400"/>
                  </p14:xfrm>
                </p:contentPart>
              </mc:Choice>
              <mc:Fallback xmlns="">
                <p:pic>
                  <p:nvPicPr>
                    <p:cNvPr id="226" name="Ink 225">
                      <a:extLst>
                        <a:ext uri="{FF2B5EF4-FFF2-40B4-BE49-F238E27FC236}">
                          <a16:creationId xmlns:a16="http://schemas.microsoft.com/office/drawing/2014/main" id="{A8A29BFE-DE3E-E838-B03C-0DEAFB1BE3BB}"/>
                        </a:ext>
                      </a:extLst>
                    </p:cNvPr>
                    <p:cNvPicPr/>
                    <p:nvPr/>
                  </p:nvPicPr>
                  <p:blipFill>
                    <a:blip r:embed="rId200"/>
                    <a:stretch>
                      <a:fillRect/>
                    </a:stretch>
                  </p:blipFill>
                  <p:spPr>
                    <a:xfrm>
                      <a:off x="5601395" y="3331871"/>
                      <a:ext cx="2268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227" name="Ink 226">
                      <a:extLst>
                        <a:ext uri="{FF2B5EF4-FFF2-40B4-BE49-F238E27FC236}">
                          <a16:creationId xmlns:a16="http://schemas.microsoft.com/office/drawing/2014/main" id="{3292E7D0-51C7-AD41-EEE0-BD5578A50B4B}"/>
                        </a:ext>
                      </a:extLst>
                    </p14:cNvPr>
                    <p14:cNvContentPartPr/>
                    <p14:nvPr/>
                  </p14:nvContentPartPr>
                  <p14:xfrm>
                    <a:off x="5249675" y="3348431"/>
                    <a:ext cx="223200" cy="352800"/>
                  </p14:xfrm>
                </p:contentPart>
              </mc:Choice>
              <mc:Fallback xmlns="">
                <p:pic>
                  <p:nvPicPr>
                    <p:cNvPr id="227" name="Ink 226">
                      <a:extLst>
                        <a:ext uri="{FF2B5EF4-FFF2-40B4-BE49-F238E27FC236}">
                          <a16:creationId xmlns:a16="http://schemas.microsoft.com/office/drawing/2014/main" id="{3292E7D0-51C7-AD41-EEE0-BD5578A50B4B}"/>
                        </a:ext>
                      </a:extLst>
                    </p:cNvPr>
                    <p:cNvPicPr/>
                    <p:nvPr/>
                  </p:nvPicPr>
                  <p:blipFill>
                    <a:blip r:embed="rId202"/>
                    <a:stretch>
                      <a:fillRect/>
                    </a:stretch>
                  </p:blipFill>
                  <p:spPr>
                    <a:xfrm>
                      <a:off x="5240675" y="3339791"/>
                      <a:ext cx="240840" cy="37044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228" name="Ink 227">
                      <a:extLst>
                        <a:ext uri="{FF2B5EF4-FFF2-40B4-BE49-F238E27FC236}">
                          <a16:creationId xmlns:a16="http://schemas.microsoft.com/office/drawing/2014/main" id="{35F69DFF-B129-6E78-E26E-534475F836D9}"/>
                        </a:ext>
                      </a:extLst>
                    </p14:cNvPr>
                    <p14:cNvContentPartPr/>
                    <p14:nvPr/>
                  </p14:nvContentPartPr>
                  <p14:xfrm>
                    <a:off x="5456315" y="3685751"/>
                    <a:ext cx="59760" cy="9000"/>
                  </p14:xfrm>
                </p:contentPart>
              </mc:Choice>
              <mc:Fallback xmlns="">
                <p:pic>
                  <p:nvPicPr>
                    <p:cNvPr id="228" name="Ink 227">
                      <a:extLst>
                        <a:ext uri="{FF2B5EF4-FFF2-40B4-BE49-F238E27FC236}">
                          <a16:creationId xmlns:a16="http://schemas.microsoft.com/office/drawing/2014/main" id="{35F69DFF-B129-6E78-E26E-534475F836D9}"/>
                        </a:ext>
                      </a:extLst>
                    </p:cNvPr>
                    <p:cNvPicPr/>
                    <p:nvPr/>
                  </p:nvPicPr>
                  <p:blipFill>
                    <a:blip r:embed="rId204"/>
                    <a:stretch>
                      <a:fillRect/>
                    </a:stretch>
                  </p:blipFill>
                  <p:spPr>
                    <a:xfrm>
                      <a:off x="5447675" y="3677111"/>
                      <a:ext cx="7740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229" name="Ink 228">
                      <a:extLst>
                        <a:ext uri="{FF2B5EF4-FFF2-40B4-BE49-F238E27FC236}">
                          <a16:creationId xmlns:a16="http://schemas.microsoft.com/office/drawing/2014/main" id="{071DF2EE-2C47-4881-4F06-D4B8BD95BC6F}"/>
                        </a:ext>
                      </a:extLst>
                    </p14:cNvPr>
                    <p14:cNvContentPartPr/>
                    <p14:nvPr/>
                  </p14:nvContentPartPr>
                  <p14:xfrm>
                    <a:off x="4964915" y="3394511"/>
                    <a:ext cx="147960" cy="161280"/>
                  </p14:xfrm>
                </p:contentPart>
              </mc:Choice>
              <mc:Fallback xmlns="">
                <p:pic>
                  <p:nvPicPr>
                    <p:cNvPr id="229" name="Ink 228">
                      <a:extLst>
                        <a:ext uri="{FF2B5EF4-FFF2-40B4-BE49-F238E27FC236}">
                          <a16:creationId xmlns:a16="http://schemas.microsoft.com/office/drawing/2014/main" id="{071DF2EE-2C47-4881-4F06-D4B8BD95BC6F}"/>
                        </a:ext>
                      </a:extLst>
                    </p:cNvPr>
                    <p:cNvPicPr/>
                    <p:nvPr/>
                  </p:nvPicPr>
                  <p:blipFill>
                    <a:blip r:embed="rId206"/>
                    <a:stretch>
                      <a:fillRect/>
                    </a:stretch>
                  </p:blipFill>
                  <p:spPr>
                    <a:xfrm>
                      <a:off x="4955915" y="3385511"/>
                      <a:ext cx="16560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230" name="Ink 229">
                      <a:extLst>
                        <a:ext uri="{FF2B5EF4-FFF2-40B4-BE49-F238E27FC236}">
                          <a16:creationId xmlns:a16="http://schemas.microsoft.com/office/drawing/2014/main" id="{BBC2CDFF-5B70-37CC-4A4D-ECDCCF30822A}"/>
                        </a:ext>
                      </a:extLst>
                    </p14:cNvPr>
                    <p14:cNvContentPartPr/>
                    <p14:nvPr/>
                  </p14:nvContentPartPr>
                  <p14:xfrm>
                    <a:off x="5069675" y="3651551"/>
                    <a:ext cx="10800" cy="10440"/>
                  </p14:xfrm>
                </p:contentPart>
              </mc:Choice>
              <mc:Fallback xmlns="">
                <p:pic>
                  <p:nvPicPr>
                    <p:cNvPr id="230" name="Ink 229">
                      <a:extLst>
                        <a:ext uri="{FF2B5EF4-FFF2-40B4-BE49-F238E27FC236}">
                          <a16:creationId xmlns:a16="http://schemas.microsoft.com/office/drawing/2014/main" id="{BBC2CDFF-5B70-37CC-4A4D-ECDCCF30822A}"/>
                        </a:ext>
                      </a:extLst>
                    </p:cNvPr>
                    <p:cNvPicPr/>
                    <p:nvPr/>
                  </p:nvPicPr>
                  <p:blipFill>
                    <a:blip r:embed="rId208"/>
                    <a:stretch>
                      <a:fillRect/>
                    </a:stretch>
                  </p:blipFill>
                  <p:spPr>
                    <a:xfrm>
                      <a:off x="5060675" y="3642911"/>
                      <a:ext cx="28440" cy="28080"/>
                    </a:xfrm>
                    <a:prstGeom prst="rect">
                      <a:avLst/>
                    </a:prstGeom>
                  </p:spPr>
                </p:pic>
              </mc:Fallback>
            </mc:AlternateContent>
          </p:grpSp>
          <p:grpSp>
            <p:nvGrpSpPr>
              <p:cNvPr id="252" name="Group 251">
                <a:extLst>
                  <a:ext uri="{FF2B5EF4-FFF2-40B4-BE49-F238E27FC236}">
                    <a16:creationId xmlns:a16="http://schemas.microsoft.com/office/drawing/2014/main" id="{83A6ECC0-6032-4461-56E8-89EBBC455C40}"/>
                  </a:ext>
                </a:extLst>
              </p:cNvPr>
              <p:cNvGrpSpPr/>
              <p:nvPr/>
            </p:nvGrpSpPr>
            <p:grpSpPr>
              <a:xfrm>
                <a:off x="3038549" y="5632786"/>
                <a:ext cx="530814" cy="173218"/>
                <a:chOff x="4900475" y="3891671"/>
                <a:chExt cx="856080" cy="279360"/>
              </a:xfrm>
            </p:grpSpPr>
            <mc:AlternateContent xmlns:mc="http://schemas.openxmlformats.org/markup-compatibility/2006" xmlns:p14="http://schemas.microsoft.com/office/powerpoint/2010/main">
              <mc:Choice Requires="p14">
                <p:contentPart p14:bwMode="auto" r:id="rId209">
                  <p14:nvContentPartPr>
                    <p14:cNvPr id="244" name="Ink 243">
                      <a:extLst>
                        <a:ext uri="{FF2B5EF4-FFF2-40B4-BE49-F238E27FC236}">
                          <a16:creationId xmlns:a16="http://schemas.microsoft.com/office/drawing/2014/main" id="{7117952C-3522-D118-D8BA-D958DA573B5A}"/>
                        </a:ext>
                      </a:extLst>
                    </p14:cNvPr>
                    <p14:cNvContentPartPr/>
                    <p14:nvPr/>
                  </p14:nvContentPartPr>
                  <p14:xfrm>
                    <a:off x="5754395" y="3891671"/>
                    <a:ext cx="2160" cy="110160"/>
                  </p14:xfrm>
                </p:contentPart>
              </mc:Choice>
              <mc:Fallback xmlns="">
                <p:pic>
                  <p:nvPicPr>
                    <p:cNvPr id="244" name="Ink 243">
                      <a:extLst>
                        <a:ext uri="{FF2B5EF4-FFF2-40B4-BE49-F238E27FC236}">
                          <a16:creationId xmlns:a16="http://schemas.microsoft.com/office/drawing/2014/main" id="{7117952C-3522-D118-D8BA-D958DA573B5A}"/>
                        </a:ext>
                      </a:extLst>
                    </p:cNvPr>
                    <p:cNvPicPr/>
                    <p:nvPr/>
                  </p:nvPicPr>
                  <p:blipFill>
                    <a:blip r:embed="rId210"/>
                    <a:stretch>
                      <a:fillRect/>
                    </a:stretch>
                  </p:blipFill>
                  <p:spPr>
                    <a:xfrm>
                      <a:off x="5745395" y="3883031"/>
                      <a:ext cx="198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245" name="Ink 244">
                      <a:extLst>
                        <a:ext uri="{FF2B5EF4-FFF2-40B4-BE49-F238E27FC236}">
                          <a16:creationId xmlns:a16="http://schemas.microsoft.com/office/drawing/2014/main" id="{B1AE1AD7-AD49-C493-F588-418B32FDAA81}"/>
                        </a:ext>
                      </a:extLst>
                    </p14:cNvPr>
                    <p14:cNvContentPartPr/>
                    <p14:nvPr/>
                  </p14:nvContentPartPr>
                  <p14:xfrm>
                    <a:off x="5381435" y="3938111"/>
                    <a:ext cx="313920" cy="135000"/>
                  </p14:xfrm>
                </p:contentPart>
              </mc:Choice>
              <mc:Fallback xmlns="">
                <p:pic>
                  <p:nvPicPr>
                    <p:cNvPr id="245" name="Ink 244">
                      <a:extLst>
                        <a:ext uri="{FF2B5EF4-FFF2-40B4-BE49-F238E27FC236}">
                          <a16:creationId xmlns:a16="http://schemas.microsoft.com/office/drawing/2014/main" id="{B1AE1AD7-AD49-C493-F588-418B32FDAA81}"/>
                        </a:ext>
                      </a:extLst>
                    </p:cNvPr>
                    <p:cNvPicPr/>
                    <p:nvPr/>
                  </p:nvPicPr>
                  <p:blipFill>
                    <a:blip r:embed="rId212"/>
                    <a:stretch>
                      <a:fillRect/>
                    </a:stretch>
                  </p:blipFill>
                  <p:spPr>
                    <a:xfrm>
                      <a:off x="5372795" y="3929471"/>
                      <a:ext cx="33156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246" name="Ink 245">
                      <a:extLst>
                        <a:ext uri="{FF2B5EF4-FFF2-40B4-BE49-F238E27FC236}">
                          <a16:creationId xmlns:a16="http://schemas.microsoft.com/office/drawing/2014/main" id="{BD32542D-9F39-9D84-DFB2-3F3978C265E2}"/>
                        </a:ext>
                      </a:extLst>
                    </p14:cNvPr>
                    <p14:cNvContentPartPr/>
                    <p14:nvPr/>
                  </p14:nvContentPartPr>
                  <p14:xfrm>
                    <a:off x="5601755" y="4093991"/>
                    <a:ext cx="36720" cy="33480"/>
                  </p14:xfrm>
                </p:contentPart>
              </mc:Choice>
              <mc:Fallback xmlns="">
                <p:pic>
                  <p:nvPicPr>
                    <p:cNvPr id="246" name="Ink 245">
                      <a:extLst>
                        <a:ext uri="{FF2B5EF4-FFF2-40B4-BE49-F238E27FC236}">
                          <a16:creationId xmlns:a16="http://schemas.microsoft.com/office/drawing/2014/main" id="{BD32542D-9F39-9D84-DFB2-3F3978C265E2}"/>
                        </a:ext>
                      </a:extLst>
                    </p:cNvPr>
                    <p:cNvPicPr/>
                    <p:nvPr/>
                  </p:nvPicPr>
                  <p:blipFill>
                    <a:blip r:embed="rId214"/>
                    <a:stretch>
                      <a:fillRect/>
                    </a:stretch>
                  </p:blipFill>
                  <p:spPr>
                    <a:xfrm>
                      <a:off x="5592755" y="4085351"/>
                      <a:ext cx="5436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247" name="Ink 246">
                      <a:extLst>
                        <a:ext uri="{FF2B5EF4-FFF2-40B4-BE49-F238E27FC236}">
                          <a16:creationId xmlns:a16="http://schemas.microsoft.com/office/drawing/2014/main" id="{8F066316-C0EA-F8C0-3D73-93164D946C45}"/>
                        </a:ext>
                      </a:extLst>
                    </p14:cNvPr>
                    <p14:cNvContentPartPr/>
                    <p14:nvPr/>
                  </p14:nvContentPartPr>
                  <p14:xfrm>
                    <a:off x="5586275" y="4104071"/>
                    <a:ext cx="87120" cy="21960"/>
                  </p14:xfrm>
                </p:contentPart>
              </mc:Choice>
              <mc:Fallback xmlns="">
                <p:pic>
                  <p:nvPicPr>
                    <p:cNvPr id="247" name="Ink 246">
                      <a:extLst>
                        <a:ext uri="{FF2B5EF4-FFF2-40B4-BE49-F238E27FC236}">
                          <a16:creationId xmlns:a16="http://schemas.microsoft.com/office/drawing/2014/main" id="{8F066316-C0EA-F8C0-3D73-93164D946C45}"/>
                        </a:ext>
                      </a:extLst>
                    </p:cNvPr>
                    <p:cNvPicPr/>
                    <p:nvPr/>
                  </p:nvPicPr>
                  <p:blipFill>
                    <a:blip r:embed="rId216"/>
                    <a:stretch>
                      <a:fillRect/>
                    </a:stretch>
                  </p:blipFill>
                  <p:spPr>
                    <a:xfrm>
                      <a:off x="5577275" y="4095071"/>
                      <a:ext cx="10476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248" name="Ink 247">
                      <a:extLst>
                        <a:ext uri="{FF2B5EF4-FFF2-40B4-BE49-F238E27FC236}">
                          <a16:creationId xmlns:a16="http://schemas.microsoft.com/office/drawing/2014/main" id="{E6854C4A-BE99-91DE-C0A3-9D5DA795CCEC}"/>
                        </a:ext>
                      </a:extLst>
                    </p14:cNvPr>
                    <p14:cNvContentPartPr/>
                    <p14:nvPr/>
                  </p14:nvContentPartPr>
                  <p14:xfrm>
                    <a:off x="5431475" y="4106951"/>
                    <a:ext cx="83160" cy="64080"/>
                  </p14:xfrm>
                </p:contentPart>
              </mc:Choice>
              <mc:Fallback xmlns="">
                <p:pic>
                  <p:nvPicPr>
                    <p:cNvPr id="248" name="Ink 247">
                      <a:extLst>
                        <a:ext uri="{FF2B5EF4-FFF2-40B4-BE49-F238E27FC236}">
                          <a16:creationId xmlns:a16="http://schemas.microsoft.com/office/drawing/2014/main" id="{E6854C4A-BE99-91DE-C0A3-9D5DA795CCEC}"/>
                        </a:ext>
                      </a:extLst>
                    </p:cNvPr>
                    <p:cNvPicPr/>
                    <p:nvPr/>
                  </p:nvPicPr>
                  <p:blipFill>
                    <a:blip r:embed="rId218"/>
                    <a:stretch>
                      <a:fillRect/>
                    </a:stretch>
                  </p:blipFill>
                  <p:spPr>
                    <a:xfrm>
                      <a:off x="5422835" y="4098311"/>
                      <a:ext cx="10080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249" name="Ink 248">
                      <a:extLst>
                        <a:ext uri="{FF2B5EF4-FFF2-40B4-BE49-F238E27FC236}">
                          <a16:creationId xmlns:a16="http://schemas.microsoft.com/office/drawing/2014/main" id="{F3EEF0ED-98E0-4AE5-45D0-66E4C51AB277}"/>
                        </a:ext>
                      </a:extLst>
                    </p14:cNvPr>
                    <p14:cNvContentPartPr/>
                    <p14:nvPr/>
                  </p14:nvContentPartPr>
                  <p14:xfrm>
                    <a:off x="5303675" y="3977351"/>
                    <a:ext cx="14760" cy="93600"/>
                  </p14:xfrm>
                </p:contentPart>
              </mc:Choice>
              <mc:Fallback xmlns="">
                <p:pic>
                  <p:nvPicPr>
                    <p:cNvPr id="249" name="Ink 248">
                      <a:extLst>
                        <a:ext uri="{FF2B5EF4-FFF2-40B4-BE49-F238E27FC236}">
                          <a16:creationId xmlns:a16="http://schemas.microsoft.com/office/drawing/2014/main" id="{F3EEF0ED-98E0-4AE5-45D0-66E4C51AB277}"/>
                        </a:ext>
                      </a:extLst>
                    </p:cNvPr>
                    <p:cNvPicPr/>
                    <p:nvPr/>
                  </p:nvPicPr>
                  <p:blipFill>
                    <a:blip r:embed="rId220"/>
                    <a:stretch>
                      <a:fillRect/>
                    </a:stretch>
                  </p:blipFill>
                  <p:spPr>
                    <a:xfrm>
                      <a:off x="5295035" y="3968711"/>
                      <a:ext cx="3240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250" name="Ink 249">
                      <a:extLst>
                        <a:ext uri="{FF2B5EF4-FFF2-40B4-BE49-F238E27FC236}">
                          <a16:creationId xmlns:a16="http://schemas.microsoft.com/office/drawing/2014/main" id="{F495BF42-9550-D581-7F25-0BA41051E984}"/>
                        </a:ext>
                      </a:extLst>
                    </p14:cNvPr>
                    <p14:cNvContentPartPr/>
                    <p14:nvPr/>
                  </p14:nvContentPartPr>
                  <p14:xfrm>
                    <a:off x="4900475" y="3920111"/>
                    <a:ext cx="367200" cy="96480"/>
                  </p14:xfrm>
                </p:contentPart>
              </mc:Choice>
              <mc:Fallback xmlns="">
                <p:pic>
                  <p:nvPicPr>
                    <p:cNvPr id="250" name="Ink 249">
                      <a:extLst>
                        <a:ext uri="{FF2B5EF4-FFF2-40B4-BE49-F238E27FC236}">
                          <a16:creationId xmlns:a16="http://schemas.microsoft.com/office/drawing/2014/main" id="{F495BF42-9550-D581-7F25-0BA41051E984}"/>
                        </a:ext>
                      </a:extLst>
                    </p:cNvPr>
                    <p:cNvPicPr/>
                    <p:nvPr/>
                  </p:nvPicPr>
                  <p:blipFill>
                    <a:blip r:embed="rId222"/>
                    <a:stretch>
                      <a:fillRect/>
                    </a:stretch>
                  </p:blipFill>
                  <p:spPr>
                    <a:xfrm>
                      <a:off x="4891475" y="3911111"/>
                      <a:ext cx="3848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251" name="Ink 250">
                      <a:extLst>
                        <a:ext uri="{FF2B5EF4-FFF2-40B4-BE49-F238E27FC236}">
                          <a16:creationId xmlns:a16="http://schemas.microsoft.com/office/drawing/2014/main" id="{C83E1C6A-6A59-B2D3-B070-635F9F46C9C3}"/>
                        </a:ext>
                      </a:extLst>
                    </p14:cNvPr>
                    <p14:cNvContentPartPr/>
                    <p14:nvPr/>
                  </p14:nvContentPartPr>
                  <p14:xfrm>
                    <a:off x="5083355" y="3934151"/>
                    <a:ext cx="45720" cy="6120"/>
                  </p14:xfrm>
                </p:contentPart>
              </mc:Choice>
              <mc:Fallback xmlns="">
                <p:pic>
                  <p:nvPicPr>
                    <p:cNvPr id="251" name="Ink 250">
                      <a:extLst>
                        <a:ext uri="{FF2B5EF4-FFF2-40B4-BE49-F238E27FC236}">
                          <a16:creationId xmlns:a16="http://schemas.microsoft.com/office/drawing/2014/main" id="{C83E1C6A-6A59-B2D3-B070-635F9F46C9C3}"/>
                        </a:ext>
                      </a:extLst>
                    </p:cNvPr>
                    <p:cNvPicPr/>
                    <p:nvPr/>
                  </p:nvPicPr>
                  <p:blipFill>
                    <a:blip r:embed="rId224"/>
                    <a:stretch>
                      <a:fillRect/>
                    </a:stretch>
                  </p:blipFill>
                  <p:spPr>
                    <a:xfrm>
                      <a:off x="5074355" y="3925151"/>
                      <a:ext cx="63360" cy="23760"/>
                    </a:xfrm>
                    <a:prstGeom prst="rect">
                      <a:avLst/>
                    </a:prstGeom>
                  </p:spPr>
                </p:pic>
              </mc:Fallback>
            </mc:AlternateContent>
          </p:grpSp>
          <p:grpSp>
            <p:nvGrpSpPr>
              <p:cNvPr id="257" name="Group 256">
                <a:extLst>
                  <a:ext uri="{FF2B5EF4-FFF2-40B4-BE49-F238E27FC236}">
                    <a16:creationId xmlns:a16="http://schemas.microsoft.com/office/drawing/2014/main" id="{95AD96BA-AA46-9BA1-3D50-18AF41E56758}"/>
                  </a:ext>
                </a:extLst>
              </p:cNvPr>
              <p:cNvGrpSpPr/>
              <p:nvPr/>
            </p:nvGrpSpPr>
            <p:grpSpPr>
              <a:xfrm>
                <a:off x="3767582" y="5845513"/>
                <a:ext cx="334382" cy="145539"/>
                <a:chOff x="6076235" y="4234751"/>
                <a:chExt cx="539280" cy="234720"/>
              </a:xfrm>
            </p:grpSpPr>
            <mc:AlternateContent xmlns:mc="http://schemas.openxmlformats.org/markup-compatibility/2006" xmlns:p14="http://schemas.microsoft.com/office/powerpoint/2010/main">
              <mc:Choice Requires="p14">
                <p:contentPart p14:bwMode="auto" r:id="rId225">
                  <p14:nvContentPartPr>
                    <p14:cNvPr id="253" name="Ink 252">
                      <a:extLst>
                        <a:ext uri="{FF2B5EF4-FFF2-40B4-BE49-F238E27FC236}">
                          <a16:creationId xmlns:a16="http://schemas.microsoft.com/office/drawing/2014/main" id="{60AAF749-57AF-E007-3CA1-01C25EEF3A09}"/>
                        </a:ext>
                      </a:extLst>
                    </p14:cNvPr>
                    <p14:cNvContentPartPr/>
                    <p14:nvPr/>
                  </p14:nvContentPartPr>
                  <p14:xfrm>
                    <a:off x="6421475" y="4312151"/>
                    <a:ext cx="194040" cy="157320"/>
                  </p14:xfrm>
                </p:contentPart>
              </mc:Choice>
              <mc:Fallback xmlns="">
                <p:pic>
                  <p:nvPicPr>
                    <p:cNvPr id="253" name="Ink 252">
                      <a:extLst>
                        <a:ext uri="{FF2B5EF4-FFF2-40B4-BE49-F238E27FC236}">
                          <a16:creationId xmlns:a16="http://schemas.microsoft.com/office/drawing/2014/main" id="{60AAF749-57AF-E007-3CA1-01C25EEF3A09}"/>
                        </a:ext>
                      </a:extLst>
                    </p:cNvPr>
                    <p:cNvPicPr/>
                    <p:nvPr/>
                  </p:nvPicPr>
                  <p:blipFill>
                    <a:blip r:embed="rId226"/>
                    <a:stretch>
                      <a:fillRect/>
                    </a:stretch>
                  </p:blipFill>
                  <p:spPr>
                    <a:xfrm>
                      <a:off x="6412475" y="4303151"/>
                      <a:ext cx="21168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254" name="Ink 253">
                      <a:extLst>
                        <a:ext uri="{FF2B5EF4-FFF2-40B4-BE49-F238E27FC236}">
                          <a16:creationId xmlns:a16="http://schemas.microsoft.com/office/drawing/2014/main" id="{4273E259-7614-8777-239E-2A4D39BECF18}"/>
                        </a:ext>
                      </a:extLst>
                    </p14:cNvPr>
                    <p14:cNvContentPartPr/>
                    <p14:nvPr/>
                  </p14:nvContentPartPr>
                  <p14:xfrm>
                    <a:off x="6165515" y="4319711"/>
                    <a:ext cx="215640" cy="145440"/>
                  </p14:xfrm>
                </p:contentPart>
              </mc:Choice>
              <mc:Fallback xmlns="">
                <p:pic>
                  <p:nvPicPr>
                    <p:cNvPr id="254" name="Ink 253">
                      <a:extLst>
                        <a:ext uri="{FF2B5EF4-FFF2-40B4-BE49-F238E27FC236}">
                          <a16:creationId xmlns:a16="http://schemas.microsoft.com/office/drawing/2014/main" id="{4273E259-7614-8777-239E-2A4D39BECF18}"/>
                        </a:ext>
                      </a:extLst>
                    </p:cNvPr>
                    <p:cNvPicPr/>
                    <p:nvPr/>
                  </p:nvPicPr>
                  <p:blipFill>
                    <a:blip r:embed="rId228"/>
                    <a:stretch>
                      <a:fillRect/>
                    </a:stretch>
                  </p:blipFill>
                  <p:spPr>
                    <a:xfrm>
                      <a:off x="6156875" y="4310711"/>
                      <a:ext cx="23328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255" name="Ink 254">
                      <a:extLst>
                        <a:ext uri="{FF2B5EF4-FFF2-40B4-BE49-F238E27FC236}">
                          <a16:creationId xmlns:a16="http://schemas.microsoft.com/office/drawing/2014/main" id="{AEFC8F8B-7F9E-D764-A7C1-419C0F623631}"/>
                        </a:ext>
                      </a:extLst>
                    </p14:cNvPr>
                    <p14:cNvContentPartPr/>
                    <p14:nvPr/>
                  </p14:nvContentPartPr>
                  <p14:xfrm>
                    <a:off x="6076235" y="4344911"/>
                    <a:ext cx="47880" cy="95040"/>
                  </p14:xfrm>
                </p:contentPart>
              </mc:Choice>
              <mc:Fallback xmlns="">
                <p:pic>
                  <p:nvPicPr>
                    <p:cNvPr id="255" name="Ink 254">
                      <a:extLst>
                        <a:ext uri="{FF2B5EF4-FFF2-40B4-BE49-F238E27FC236}">
                          <a16:creationId xmlns:a16="http://schemas.microsoft.com/office/drawing/2014/main" id="{AEFC8F8B-7F9E-D764-A7C1-419C0F623631}"/>
                        </a:ext>
                      </a:extLst>
                    </p:cNvPr>
                    <p:cNvPicPr/>
                    <p:nvPr/>
                  </p:nvPicPr>
                  <p:blipFill>
                    <a:blip r:embed="rId230"/>
                    <a:stretch>
                      <a:fillRect/>
                    </a:stretch>
                  </p:blipFill>
                  <p:spPr>
                    <a:xfrm>
                      <a:off x="6067235" y="4335911"/>
                      <a:ext cx="655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256" name="Ink 255">
                      <a:extLst>
                        <a:ext uri="{FF2B5EF4-FFF2-40B4-BE49-F238E27FC236}">
                          <a16:creationId xmlns:a16="http://schemas.microsoft.com/office/drawing/2014/main" id="{0C240AE6-C96F-C5B1-D3A2-3A8945B05F2E}"/>
                        </a:ext>
                      </a:extLst>
                    </p14:cNvPr>
                    <p14:cNvContentPartPr/>
                    <p14:nvPr/>
                  </p14:nvContentPartPr>
                  <p14:xfrm>
                    <a:off x="6235355" y="4234751"/>
                    <a:ext cx="73440" cy="60120"/>
                  </p14:xfrm>
                </p:contentPart>
              </mc:Choice>
              <mc:Fallback xmlns="">
                <p:pic>
                  <p:nvPicPr>
                    <p:cNvPr id="256" name="Ink 255">
                      <a:extLst>
                        <a:ext uri="{FF2B5EF4-FFF2-40B4-BE49-F238E27FC236}">
                          <a16:creationId xmlns:a16="http://schemas.microsoft.com/office/drawing/2014/main" id="{0C240AE6-C96F-C5B1-D3A2-3A8945B05F2E}"/>
                        </a:ext>
                      </a:extLst>
                    </p:cNvPr>
                    <p:cNvPicPr/>
                    <p:nvPr/>
                  </p:nvPicPr>
                  <p:blipFill>
                    <a:blip r:embed="rId232"/>
                    <a:stretch>
                      <a:fillRect/>
                    </a:stretch>
                  </p:blipFill>
                  <p:spPr>
                    <a:xfrm>
                      <a:off x="6226715" y="4226111"/>
                      <a:ext cx="91080" cy="77760"/>
                    </a:xfrm>
                    <a:prstGeom prst="rect">
                      <a:avLst/>
                    </a:prstGeom>
                  </p:spPr>
                </p:pic>
              </mc:Fallback>
            </mc:AlternateContent>
          </p:grpSp>
          <p:cxnSp>
            <p:nvCxnSpPr>
              <p:cNvPr id="260" name="Straight Arrow Connector 259">
                <a:extLst>
                  <a:ext uri="{FF2B5EF4-FFF2-40B4-BE49-F238E27FC236}">
                    <a16:creationId xmlns:a16="http://schemas.microsoft.com/office/drawing/2014/main" id="{6332D3C3-7152-D6E3-C731-240DDC864D5C}"/>
                  </a:ext>
                </a:extLst>
              </p:cNvPr>
              <p:cNvCxnSpPr>
                <a:cxnSpLocks/>
              </p:cNvCxnSpPr>
              <p:nvPr/>
            </p:nvCxnSpPr>
            <p:spPr>
              <a:xfrm flipV="1">
                <a:off x="4213977" y="4841922"/>
                <a:ext cx="421882" cy="817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66" name="Group 265">
                <a:extLst>
                  <a:ext uri="{FF2B5EF4-FFF2-40B4-BE49-F238E27FC236}">
                    <a16:creationId xmlns:a16="http://schemas.microsoft.com/office/drawing/2014/main" id="{2E21F298-B5D0-066B-8D8C-02759FDB2F29}"/>
                  </a:ext>
                </a:extLst>
              </p:cNvPr>
              <p:cNvGrpSpPr/>
              <p:nvPr/>
            </p:nvGrpSpPr>
            <p:grpSpPr>
              <a:xfrm>
                <a:off x="3715795" y="5576758"/>
                <a:ext cx="528805" cy="195540"/>
                <a:chOff x="5992715" y="3801311"/>
                <a:chExt cx="852840" cy="315360"/>
              </a:xfrm>
            </p:grpSpPr>
            <mc:AlternateContent xmlns:mc="http://schemas.openxmlformats.org/markup-compatibility/2006" xmlns:p14="http://schemas.microsoft.com/office/powerpoint/2010/main">
              <mc:Choice Requires="p14">
                <p:contentPart p14:bwMode="auto" r:id="rId233">
                  <p14:nvContentPartPr>
                    <p14:cNvPr id="232" name="Ink 231">
                      <a:extLst>
                        <a:ext uri="{FF2B5EF4-FFF2-40B4-BE49-F238E27FC236}">
                          <a16:creationId xmlns:a16="http://schemas.microsoft.com/office/drawing/2014/main" id="{13602417-136B-1CF8-9197-C4D9DFE7CAA9}"/>
                        </a:ext>
                      </a:extLst>
                    </p14:cNvPr>
                    <p14:cNvContentPartPr/>
                    <p14:nvPr/>
                  </p14:nvContentPartPr>
                  <p14:xfrm>
                    <a:off x="5992715" y="3925871"/>
                    <a:ext cx="5040" cy="104760"/>
                  </p14:xfrm>
                </p:contentPart>
              </mc:Choice>
              <mc:Fallback xmlns="">
                <p:pic>
                  <p:nvPicPr>
                    <p:cNvPr id="232" name="Ink 231">
                      <a:extLst>
                        <a:ext uri="{FF2B5EF4-FFF2-40B4-BE49-F238E27FC236}">
                          <a16:creationId xmlns:a16="http://schemas.microsoft.com/office/drawing/2014/main" id="{13602417-136B-1CF8-9197-C4D9DFE7CAA9}"/>
                        </a:ext>
                      </a:extLst>
                    </p:cNvPr>
                    <p:cNvPicPr/>
                    <p:nvPr/>
                  </p:nvPicPr>
                  <p:blipFill>
                    <a:blip r:embed="rId234"/>
                    <a:stretch>
                      <a:fillRect/>
                    </a:stretch>
                  </p:blipFill>
                  <p:spPr>
                    <a:xfrm>
                      <a:off x="5984075" y="3916871"/>
                      <a:ext cx="2268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233" name="Ink 232">
                      <a:extLst>
                        <a:ext uri="{FF2B5EF4-FFF2-40B4-BE49-F238E27FC236}">
                          <a16:creationId xmlns:a16="http://schemas.microsoft.com/office/drawing/2014/main" id="{77E1588E-FFB4-CE80-7325-B427266768D4}"/>
                        </a:ext>
                      </a:extLst>
                    </p14:cNvPr>
                    <p14:cNvContentPartPr/>
                    <p14:nvPr/>
                  </p14:nvContentPartPr>
                  <p14:xfrm>
                    <a:off x="5994875" y="3872231"/>
                    <a:ext cx="360" cy="360"/>
                  </p14:xfrm>
                </p:contentPart>
              </mc:Choice>
              <mc:Fallback xmlns="">
                <p:pic>
                  <p:nvPicPr>
                    <p:cNvPr id="233" name="Ink 232">
                      <a:extLst>
                        <a:ext uri="{FF2B5EF4-FFF2-40B4-BE49-F238E27FC236}">
                          <a16:creationId xmlns:a16="http://schemas.microsoft.com/office/drawing/2014/main" id="{77E1588E-FFB4-CE80-7325-B427266768D4}"/>
                        </a:ext>
                      </a:extLst>
                    </p:cNvPr>
                    <p:cNvPicPr/>
                    <p:nvPr/>
                  </p:nvPicPr>
                  <p:blipFill>
                    <a:blip r:embed="rId175"/>
                    <a:stretch>
                      <a:fillRect/>
                    </a:stretch>
                  </p:blipFill>
                  <p:spPr>
                    <a:xfrm>
                      <a:off x="5985875" y="386359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234" name="Ink 233">
                      <a:extLst>
                        <a:ext uri="{FF2B5EF4-FFF2-40B4-BE49-F238E27FC236}">
                          <a16:creationId xmlns:a16="http://schemas.microsoft.com/office/drawing/2014/main" id="{B85F44E0-E842-7AD5-4410-DF84321A81FA}"/>
                        </a:ext>
                      </a:extLst>
                    </p14:cNvPr>
                    <p14:cNvContentPartPr/>
                    <p14:nvPr/>
                  </p14:nvContentPartPr>
                  <p14:xfrm>
                    <a:off x="6056795" y="3927671"/>
                    <a:ext cx="59400" cy="115920"/>
                  </p14:xfrm>
                </p:contentPart>
              </mc:Choice>
              <mc:Fallback xmlns="">
                <p:pic>
                  <p:nvPicPr>
                    <p:cNvPr id="234" name="Ink 233">
                      <a:extLst>
                        <a:ext uri="{FF2B5EF4-FFF2-40B4-BE49-F238E27FC236}">
                          <a16:creationId xmlns:a16="http://schemas.microsoft.com/office/drawing/2014/main" id="{B85F44E0-E842-7AD5-4410-DF84321A81FA}"/>
                        </a:ext>
                      </a:extLst>
                    </p:cNvPr>
                    <p:cNvPicPr/>
                    <p:nvPr/>
                  </p:nvPicPr>
                  <p:blipFill>
                    <a:blip r:embed="rId237"/>
                    <a:stretch>
                      <a:fillRect/>
                    </a:stretch>
                  </p:blipFill>
                  <p:spPr>
                    <a:xfrm>
                      <a:off x="6047795" y="3919031"/>
                      <a:ext cx="7704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235" name="Ink 234">
                      <a:extLst>
                        <a:ext uri="{FF2B5EF4-FFF2-40B4-BE49-F238E27FC236}">
                          <a16:creationId xmlns:a16="http://schemas.microsoft.com/office/drawing/2014/main" id="{99AE5C4B-6776-11E3-9514-E4B8E299EB2E}"/>
                        </a:ext>
                      </a:extLst>
                    </p14:cNvPr>
                    <p14:cNvContentPartPr/>
                    <p14:nvPr/>
                  </p14:nvContentPartPr>
                  <p14:xfrm>
                    <a:off x="6143195" y="3850991"/>
                    <a:ext cx="79560" cy="165600"/>
                  </p14:xfrm>
                </p:contentPart>
              </mc:Choice>
              <mc:Fallback xmlns="">
                <p:pic>
                  <p:nvPicPr>
                    <p:cNvPr id="235" name="Ink 234">
                      <a:extLst>
                        <a:ext uri="{FF2B5EF4-FFF2-40B4-BE49-F238E27FC236}">
                          <a16:creationId xmlns:a16="http://schemas.microsoft.com/office/drawing/2014/main" id="{99AE5C4B-6776-11E3-9514-E4B8E299EB2E}"/>
                        </a:ext>
                      </a:extLst>
                    </p:cNvPr>
                    <p:cNvPicPr/>
                    <p:nvPr/>
                  </p:nvPicPr>
                  <p:blipFill>
                    <a:blip r:embed="rId239"/>
                    <a:stretch>
                      <a:fillRect/>
                    </a:stretch>
                  </p:blipFill>
                  <p:spPr>
                    <a:xfrm>
                      <a:off x="6134195" y="3841991"/>
                      <a:ext cx="9720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236" name="Ink 235">
                      <a:extLst>
                        <a:ext uri="{FF2B5EF4-FFF2-40B4-BE49-F238E27FC236}">
                          <a16:creationId xmlns:a16="http://schemas.microsoft.com/office/drawing/2014/main" id="{CC559A3F-972E-BEEB-1138-3A39D2A7AB62}"/>
                        </a:ext>
                      </a:extLst>
                    </p14:cNvPr>
                    <p14:cNvContentPartPr/>
                    <p14:nvPr/>
                  </p14:nvContentPartPr>
                  <p14:xfrm>
                    <a:off x="6282515" y="3902111"/>
                    <a:ext cx="78120" cy="106560"/>
                  </p14:xfrm>
                </p:contentPart>
              </mc:Choice>
              <mc:Fallback xmlns="">
                <p:pic>
                  <p:nvPicPr>
                    <p:cNvPr id="236" name="Ink 235">
                      <a:extLst>
                        <a:ext uri="{FF2B5EF4-FFF2-40B4-BE49-F238E27FC236}">
                          <a16:creationId xmlns:a16="http://schemas.microsoft.com/office/drawing/2014/main" id="{CC559A3F-972E-BEEB-1138-3A39D2A7AB62}"/>
                        </a:ext>
                      </a:extLst>
                    </p:cNvPr>
                    <p:cNvPicPr/>
                    <p:nvPr/>
                  </p:nvPicPr>
                  <p:blipFill>
                    <a:blip r:embed="rId241"/>
                    <a:stretch>
                      <a:fillRect/>
                    </a:stretch>
                  </p:blipFill>
                  <p:spPr>
                    <a:xfrm>
                      <a:off x="6273875" y="3893471"/>
                      <a:ext cx="9576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237" name="Ink 236">
                      <a:extLst>
                        <a:ext uri="{FF2B5EF4-FFF2-40B4-BE49-F238E27FC236}">
                          <a16:creationId xmlns:a16="http://schemas.microsoft.com/office/drawing/2014/main" id="{29AF40C2-BCBB-39FA-7F55-FAE818D96E04}"/>
                        </a:ext>
                      </a:extLst>
                    </p14:cNvPr>
                    <p14:cNvContentPartPr/>
                    <p14:nvPr/>
                  </p14:nvContentPartPr>
                  <p14:xfrm>
                    <a:off x="6406355" y="3872951"/>
                    <a:ext cx="64080" cy="124560"/>
                  </p14:xfrm>
                </p:contentPart>
              </mc:Choice>
              <mc:Fallback xmlns="">
                <p:pic>
                  <p:nvPicPr>
                    <p:cNvPr id="237" name="Ink 236">
                      <a:extLst>
                        <a:ext uri="{FF2B5EF4-FFF2-40B4-BE49-F238E27FC236}">
                          <a16:creationId xmlns:a16="http://schemas.microsoft.com/office/drawing/2014/main" id="{29AF40C2-BCBB-39FA-7F55-FAE818D96E04}"/>
                        </a:ext>
                      </a:extLst>
                    </p:cNvPr>
                    <p:cNvPicPr/>
                    <p:nvPr/>
                  </p:nvPicPr>
                  <p:blipFill>
                    <a:blip r:embed="rId243"/>
                    <a:stretch>
                      <a:fillRect/>
                    </a:stretch>
                  </p:blipFill>
                  <p:spPr>
                    <a:xfrm>
                      <a:off x="6397715" y="3863951"/>
                      <a:ext cx="8172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238" name="Ink 237">
                      <a:extLst>
                        <a:ext uri="{FF2B5EF4-FFF2-40B4-BE49-F238E27FC236}">
                          <a16:creationId xmlns:a16="http://schemas.microsoft.com/office/drawing/2014/main" id="{9277D147-0730-CD0C-BB34-DFD5726C9AB1}"/>
                        </a:ext>
                      </a:extLst>
                    </p14:cNvPr>
                    <p14:cNvContentPartPr/>
                    <p14:nvPr/>
                  </p14:nvContentPartPr>
                  <p14:xfrm>
                    <a:off x="6403115" y="3907871"/>
                    <a:ext cx="43560" cy="59760"/>
                  </p14:xfrm>
                </p:contentPart>
              </mc:Choice>
              <mc:Fallback xmlns="">
                <p:pic>
                  <p:nvPicPr>
                    <p:cNvPr id="238" name="Ink 237">
                      <a:extLst>
                        <a:ext uri="{FF2B5EF4-FFF2-40B4-BE49-F238E27FC236}">
                          <a16:creationId xmlns:a16="http://schemas.microsoft.com/office/drawing/2014/main" id="{9277D147-0730-CD0C-BB34-DFD5726C9AB1}"/>
                        </a:ext>
                      </a:extLst>
                    </p:cNvPr>
                    <p:cNvPicPr/>
                    <p:nvPr/>
                  </p:nvPicPr>
                  <p:blipFill>
                    <a:blip r:embed="rId245"/>
                    <a:stretch>
                      <a:fillRect/>
                    </a:stretch>
                  </p:blipFill>
                  <p:spPr>
                    <a:xfrm>
                      <a:off x="6394115" y="3899231"/>
                      <a:ext cx="6120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239" name="Ink 238">
                      <a:extLst>
                        <a:ext uri="{FF2B5EF4-FFF2-40B4-BE49-F238E27FC236}">
                          <a16:creationId xmlns:a16="http://schemas.microsoft.com/office/drawing/2014/main" id="{DF3A82AB-5578-E9B0-009F-F78BCA4EA7DA}"/>
                        </a:ext>
                      </a:extLst>
                    </p14:cNvPr>
                    <p14:cNvContentPartPr/>
                    <p14:nvPr/>
                  </p14:nvContentPartPr>
                  <p14:xfrm>
                    <a:off x="6515075" y="3985991"/>
                    <a:ext cx="1440" cy="13320"/>
                  </p14:xfrm>
                </p:contentPart>
              </mc:Choice>
              <mc:Fallback xmlns="">
                <p:pic>
                  <p:nvPicPr>
                    <p:cNvPr id="239" name="Ink 238">
                      <a:extLst>
                        <a:ext uri="{FF2B5EF4-FFF2-40B4-BE49-F238E27FC236}">
                          <a16:creationId xmlns:a16="http://schemas.microsoft.com/office/drawing/2014/main" id="{DF3A82AB-5578-E9B0-009F-F78BCA4EA7DA}"/>
                        </a:ext>
                      </a:extLst>
                    </p:cNvPr>
                    <p:cNvPicPr/>
                    <p:nvPr/>
                  </p:nvPicPr>
                  <p:blipFill>
                    <a:blip r:embed="rId247"/>
                    <a:stretch>
                      <a:fillRect/>
                    </a:stretch>
                  </p:blipFill>
                  <p:spPr>
                    <a:xfrm>
                      <a:off x="6506435" y="3977351"/>
                      <a:ext cx="1908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240" name="Ink 239">
                      <a:extLst>
                        <a:ext uri="{FF2B5EF4-FFF2-40B4-BE49-F238E27FC236}">
                          <a16:creationId xmlns:a16="http://schemas.microsoft.com/office/drawing/2014/main" id="{D050CFD8-3D42-8F1C-B539-B8A9FBFA8DD5}"/>
                        </a:ext>
                      </a:extLst>
                    </p14:cNvPr>
                    <p14:cNvContentPartPr/>
                    <p14:nvPr/>
                  </p14:nvContentPartPr>
                  <p14:xfrm>
                    <a:off x="6540995" y="3882311"/>
                    <a:ext cx="45720" cy="167760"/>
                  </p14:xfrm>
                </p:contentPart>
              </mc:Choice>
              <mc:Fallback xmlns="">
                <p:pic>
                  <p:nvPicPr>
                    <p:cNvPr id="240" name="Ink 239">
                      <a:extLst>
                        <a:ext uri="{FF2B5EF4-FFF2-40B4-BE49-F238E27FC236}">
                          <a16:creationId xmlns:a16="http://schemas.microsoft.com/office/drawing/2014/main" id="{D050CFD8-3D42-8F1C-B539-B8A9FBFA8DD5}"/>
                        </a:ext>
                      </a:extLst>
                    </p:cNvPr>
                    <p:cNvPicPr/>
                    <p:nvPr/>
                  </p:nvPicPr>
                  <p:blipFill>
                    <a:blip r:embed="rId249"/>
                    <a:stretch>
                      <a:fillRect/>
                    </a:stretch>
                  </p:blipFill>
                  <p:spPr>
                    <a:xfrm>
                      <a:off x="6531995" y="3873671"/>
                      <a:ext cx="6336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241" name="Ink 240">
                      <a:extLst>
                        <a:ext uri="{FF2B5EF4-FFF2-40B4-BE49-F238E27FC236}">
                          <a16:creationId xmlns:a16="http://schemas.microsoft.com/office/drawing/2014/main" id="{CA9899C9-0215-3FBB-804A-4A61E2BA5D78}"/>
                        </a:ext>
                      </a:extLst>
                    </p14:cNvPr>
                    <p14:cNvContentPartPr/>
                    <p14:nvPr/>
                  </p14:nvContentPartPr>
                  <p14:xfrm>
                    <a:off x="6570155" y="3801311"/>
                    <a:ext cx="3240" cy="8280"/>
                  </p14:xfrm>
                </p:contentPart>
              </mc:Choice>
              <mc:Fallback xmlns="">
                <p:pic>
                  <p:nvPicPr>
                    <p:cNvPr id="241" name="Ink 240">
                      <a:extLst>
                        <a:ext uri="{FF2B5EF4-FFF2-40B4-BE49-F238E27FC236}">
                          <a16:creationId xmlns:a16="http://schemas.microsoft.com/office/drawing/2014/main" id="{CA9899C9-0215-3FBB-804A-4A61E2BA5D78}"/>
                        </a:ext>
                      </a:extLst>
                    </p:cNvPr>
                    <p:cNvPicPr/>
                    <p:nvPr/>
                  </p:nvPicPr>
                  <p:blipFill>
                    <a:blip r:embed="rId251"/>
                    <a:stretch>
                      <a:fillRect/>
                    </a:stretch>
                  </p:blipFill>
                  <p:spPr>
                    <a:xfrm>
                      <a:off x="6561515" y="3792311"/>
                      <a:ext cx="2088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242" name="Ink 241">
                      <a:extLst>
                        <a:ext uri="{FF2B5EF4-FFF2-40B4-BE49-F238E27FC236}">
                          <a16:creationId xmlns:a16="http://schemas.microsoft.com/office/drawing/2014/main" id="{E75901D9-554D-503E-BAE6-926FF70A399A}"/>
                        </a:ext>
                      </a:extLst>
                    </p14:cNvPr>
                    <p14:cNvContentPartPr/>
                    <p14:nvPr/>
                  </p14:nvContentPartPr>
                  <p14:xfrm>
                    <a:off x="6624155" y="3871511"/>
                    <a:ext cx="83880" cy="141120"/>
                  </p14:xfrm>
                </p:contentPart>
              </mc:Choice>
              <mc:Fallback xmlns="">
                <p:pic>
                  <p:nvPicPr>
                    <p:cNvPr id="242" name="Ink 241">
                      <a:extLst>
                        <a:ext uri="{FF2B5EF4-FFF2-40B4-BE49-F238E27FC236}">
                          <a16:creationId xmlns:a16="http://schemas.microsoft.com/office/drawing/2014/main" id="{E75901D9-554D-503E-BAE6-926FF70A399A}"/>
                        </a:ext>
                      </a:extLst>
                    </p:cNvPr>
                    <p:cNvPicPr/>
                    <p:nvPr/>
                  </p:nvPicPr>
                  <p:blipFill>
                    <a:blip r:embed="rId253"/>
                    <a:stretch>
                      <a:fillRect/>
                    </a:stretch>
                  </p:blipFill>
                  <p:spPr>
                    <a:xfrm>
                      <a:off x="6615155" y="3862511"/>
                      <a:ext cx="1015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263" name="Ink 262">
                      <a:extLst>
                        <a:ext uri="{FF2B5EF4-FFF2-40B4-BE49-F238E27FC236}">
                          <a16:creationId xmlns:a16="http://schemas.microsoft.com/office/drawing/2014/main" id="{27CB0D3D-A896-3A81-13DF-4DAF8BA2882B}"/>
                        </a:ext>
                      </a:extLst>
                    </p14:cNvPr>
                    <p14:cNvContentPartPr/>
                    <p14:nvPr/>
                  </p14:nvContentPartPr>
                  <p14:xfrm>
                    <a:off x="6845195" y="4116311"/>
                    <a:ext cx="360" cy="360"/>
                  </p14:xfrm>
                </p:contentPart>
              </mc:Choice>
              <mc:Fallback xmlns="">
                <p:pic>
                  <p:nvPicPr>
                    <p:cNvPr id="263" name="Ink 262">
                      <a:extLst>
                        <a:ext uri="{FF2B5EF4-FFF2-40B4-BE49-F238E27FC236}">
                          <a16:creationId xmlns:a16="http://schemas.microsoft.com/office/drawing/2014/main" id="{27CB0D3D-A896-3A81-13DF-4DAF8BA2882B}"/>
                        </a:ext>
                      </a:extLst>
                    </p:cNvPr>
                    <p:cNvPicPr/>
                    <p:nvPr/>
                  </p:nvPicPr>
                  <p:blipFill>
                    <a:blip r:embed="rId175"/>
                    <a:stretch>
                      <a:fillRect/>
                    </a:stretch>
                  </p:blipFill>
                  <p:spPr>
                    <a:xfrm>
                      <a:off x="6836555" y="410767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264" name="Ink 263">
                      <a:extLst>
                        <a:ext uri="{FF2B5EF4-FFF2-40B4-BE49-F238E27FC236}">
                          <a16:creationId xmlns:a16="http://schemas.microsoft.com/office/drawing/2014/main" id="{EFA561CE-7CB2-D67D-0298-D076EDADD974}"/>
                        </a:ext>
                      </a:extLst>
                    </p14:cNvPr>
                    <p14:cNvContentPartPr/>
                    <p14:nvPr/>
                  </p14:nvContentPartPr>
                  <p14:xfrm>
                    <a:off x="6713435" y="3884471"/>
                    <a:ext cx="46440" cy="125640"/>
                  </p14:xfrm>
                </p:contentPart>
              </mc:Choice>
              <mc:Fallback xmlns="">
                <p:pic>
                  <p:nvPicPr>
                    <p:cNvPr id="264" name="Ink 263">
                      <a:extLst>
                        <a:ext uri="{FF2B5EF4-FFF2-40B4-BE49-F238E27FC236}">
                          <a16:creationId xmlns:a16="http://schemas.microsoft.com/office/drawing/2014/main" id="{EFA561CE-7CB2-D67D-0298-D076EDADD974}"/>
                        </a:ext>
                      </a:extLst>
                    </p:cNvPr>
                    <p:cNvPicPr/>
                    <p:nvPr/>
                  </p:nvPicPr>
                  <p:blipFill>
                    <a:blip r:embed="rId256"/>
                    <a:stretch>
                      <a:fillRect/>
                    </a:stretch>
                  </p:blipFill>
                  <p:spPr>
                    <a:xfrm>
                      <a:off x="6704435" y="3875831"/>
                      <a:ext cx="6408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265" name="Ink 264">
                      <a:extLst>
                        <a:ext uri="{FF2B5EF4-FFF2-40B4-BE49-F238E27FC236}">
                          <a16:creationId xmlns:a16="http://schemas.microsoft.com/office/drawing/2014/main" id="{A4953B60-FDD1-3689-3E26-5F75E4402385}"/>
                        </a:ext>
                      </a:extLst>
                    </p14:cNvPr>
                    <p14:cNvContentPartPr/>
                    <p14:nvPr/>
                  </p14:nvContentPartPr>
                  <p14:xfrm>
                    <a:off x="6709835" y="3922631"/>
                    <a:ext cx="64080" cy="75600"/>
                  </p14:xfrm>
                </p:contentPart>
              </mc:Choice>
              <mc:Fallback xmlns="">
                <p:pic>
                  <p:nvPicPr>
                    <p:cNvPr id="265" name="Ink 264">
                      <a:extLst>
                        <a:ext uri="{FF2B5EF4-FFF2-40B4-BE49-F238E27FC236}">
                          <a16:creationId xmlns:a16="http://schemas.microsoft.com/office/drawing/2014/main" id="{A4953B60-FDD1-3689-3E26-5F75E4402385}"/>
                        </a:ext>
                      </a:extLst>
                    </p:cNvPr>
                    <p:cNvPicPr/>
                    <p:nvPr/>
                  </p:nvPicPr>
                  <p:blipFill>
                    <a:blip r:embed="rId258"/>
                    <a:stretch>
                      <a:fillRect/>
                    </a:stretch>
                  </p:blipFill>
                  <p:spPr>
                    <a:xfrm>
                      <a:off x="6700835" y="3913991"/>
                      <a:ext cx="81720" cy="93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9">
                <p14:nvContentPartPr>
                  <p14:cNvPr id="275" name="Ink 274">
                    <a:extLst>
                      <a:ext uri="{FF2B5EF4-FFF2-40B4-BE49-F238E27FC236}">
                        <a16:creationId xmlns:a16="http://schemas.microsoft.com/office/drawing/2014/main" id="{796AA40E-BD43-41EC-7EE0-2945FF7B4E4C}"/>
                      </a:ext>
                    </a:extLst>
                  </p14:cNvPr>
                  <p14:cNvContentPartPr/>
                  <p14:nvPr/>
                </p14:nvContentPartPr>
                <p14:xfrm>
                  <a:off x="7232557" y="3735646"/>
                  <a:ext cx="223" cy="223"/>
                </p14:xfrm>
              </p:contentPart>
            </mc:Choice>
            <mc:Fallback xmlns="">
              <p:pic>
                <p:nvPicPr>
                  <p:cNvPr id="275" name="Ink 274">
                    <a:extLst>
                      <a:ext uri="{FF2B5EF4-FFF2-40B4-BE49-F238E27FC236}">
                        <a16:creationId xmlns:a16="http://schemas.microsoft.com/office/drawing/2014/main" id="{796AA40E-BD43-41EC-7EE0-2945FF7B4E4C}"/>
                      </a:ext>
                    </a:extLst>
                  </p:cNvPr>
                  <p:cNvPicPr/>
                  <p:nvPr/>
                </p:nvPicPr>
                <p:blipFill>
                  <a:blip r:embed="rId4"/>
                  <a:stretch>
                    <a:fillRect/>
                  </a:stretch>
                </p:blipFill>
                <p:spPr>
                  <a:xfrm>
                    <a:off x="7226982" y="3730071"/>
                    <a:ext cx="11150" cy="1115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286" name="Ink 285">
                    <a:extLst>
                      <a:ext uri="{FF2B5EF4-FFF2-40B4-BE49-F238E27FC236}">
                        <a16:creationId xmlns:a16="http://schemas.microsoft.com/office/drawing/2014/main" id="{5EA65CAB-CD9D-7C30-81B8-FC671DA46442}"/>
                      </a:ext>
                    </a:extLst>
                  </p14:cNvPr>
                  <p14:cNvContentPartPr/>
                  <p14:nvPr/>
                </p14:nvContentPartPr>
                <p14:xfrm>
                  <a:off x="6285509" y="3437427"/>
                  <a:ext cx="180138" cy="411169"/>
                </p14:xfrm>
              </p:contentPart>
            </mc:Choice>
            <mc:Fallback xmlns="">
              <p:pic>
                <p:nvPicPr>
                  <p:cNvPr id="286" name="Ink 285">
                    <a:extLst>
                      <a:ext uri="{FF2B5EF4-FFF2-40B4-BE49-F238E27FC236}">
                        <a16:creationId xmlns:a16="http://schemas.microsoft.com/office/drawing/2014/main" id="{5EA65CAB-CD9D-7C30-81B8-FC671DA46442}"/>
                      </a:ext>
                    </a:extLst>
                  </p:cNvPr>
                  <p:cNvPicPr/>
                  <p:nvPr/>
                </p:nvPicPr>
                <p:blipFill>
                  <a:blip r:embed="rId261"/>
                  <a:stretch>
                    <a:fillRect/>
                  </a:stretch>
                </p:blipFill>
                <p:spPr>
                  <a:xfrm>
                    <a:off x="6275676" y="3430583"/>
                    <a:ext cx="199410" cy="424583"/>
                  </a:xfrm>
                  <a:prstGeom prst="rect">
                    <a:avLst/>
                  </a:prstGeom>
                </p:spPr>
              </p:pic>
            </mc:Fallback>
          </mc:AlternateContent>
          <p:grpSp>
            <p:nvGrpSpPr>
              <p:cNvPr id="291" name="Group 290">
                <a:extLst>
                  <a:ext uri="{FF2B5EF4-FFF2-40B4-BE49-F238E27FC236}">
                    <a16:creationId xmlns:a16="http://schemas.microsoft.com/office/drawing/2014/main" id="{F90DC416-8BF5-AF26-309C-ED8B7EF57C54}"/>
                  </a:ext>
                </a:extLst>
              </p:cNvPr>
              <p:cNvGrpSpPr/>
              <p:nvPr/>
            </p:nvGrpSpPr>
            <p:grpSpPr>
              <a:xfrm>
                <a:off x="6223454" y="3981635"/>
                <a:ext cx="390633" cy="277014"/>
                <a:chOff x="10036987" y="1228747"/>
                <a:chExt cx="630000" cy="446760"/>
              </a:xfrm>
            </p:grpSpPr>
            <mc:AlternateContent xmlns:mc="http://schemas.openxmlformats.org/markup-compatibility/2006" xmlns:p14="http://schemas.microsoft.com/office/powerpoint/2010/main">
              <mc:Choice Requires="p14">
                <p:contentPart p14:bwMode="auto" r:id="rId262">
                  <p14:nvContentPartPr>
                    <p14:cNvPr id="287" name="Ink 286">
                      <a:extLst>
                        <a:ext uri="{FF2B5EF4-FFF2-40B4-BE49-F238E27FC236}">
                          <a16:creationId xmlns:a16="http://schemas.microsoft.com/office/drawing/2014/main" id="{6ABA53D0-36C2-547D-7293-748A8FC870CF}"/>
                        </a:ext>
                      </a:extLst>
                    </p14:cNvPr>
                    <p14:cNvContentPartPr/>
                    <p14:nvPr/>
                  </p14:nvContentPartPr>
                  <p14:xfrm>
                    <a:off x="10234627" y="1228747"/>
                    <a:ext cx="432360" cy="423720"/>
                  </p14:xfrm>
                </p:contentPart>
              </mc:Choice>
              <mc:Fallback xmlns="">
                <p:pic>
                  <p:nvPicPr>
                    <p:cNvPr id="287" name="Ink 286">
                      <a:extLst>
                        <a:ext uri="{FF2B5EF4-FFF2-40B4-BE49-F238E27FC236}">
                          <a16:creationId xmlns:a16="http://schemas.microsoft.com/office/drawing/2014/main" id="{6ABA53D0-36C2-547D-7293-748A8FC870CF}"/>
                        </a:ext>
                      </a:extLst>
                    </p:cNvPr>
                    <p:cNvPicPr/>
                    <p:nvPr/>
                  </p:nvPicPr>
                  <p:blipFill>
                    <a:blip r:embed="rId263"/>
                    <a:stretch>
                      <a:fillRect/>
                    </a:stretch>
                  </p:blipFill>
                  <p:spPr>
                    <a:xfrm>
                      <a:off x="10225987" y="1220107"/>
                      <a:ext cx="450000" cy="44136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288" name="Ink 287">
                      <a:extLst>
                        <a:ext uri="{FF2B5EF4-FFF2-40B4-BE49-F238E27FC236}">
                          <a16:creationId xmlns:a16="http://schemas.microsoft.com/office/drawing/2014/main" id="{88F897F7-2D8D-7C43-C592-EEE8CB427814}"/>
                        </a:ext>
                      </a:extLst>
                    </p14:cNvPr>
                    <p14:cNvContentPartPr/>
                    <p14:nvPr/>
                  </p14:nvContentPartPr>
                  <p14:xfrm>
                    <a:off x="10073347" y="1261147"/>
                    <a:ext cx="10800" cy="280800"/>
                  </p14:xfrm>
                </p:contentPart>
              </mc:Choice>
              <mc:Fallback xmlns="">
                <p:pic>
                  <p:nvPicPr>
                    <p:cNvPr id="288" name="Ink 287">
                      <a:extLst>
                        <a:ext uri="{FF2B5EF4-FFF2-40B4-BE49-F238E27FC236}">
                          <a16:creationId xmlns:a16="http://schemas.microsoft.com/office/drawing/2014/main" id="{88F897F7-2D8D-7C43-C592-EEE8CB427814}"/>
                        </a:ext>
                      </a:extLst>
                    </p:cNvPr>
                    <p:cNvPicPr/>
                    <p:nvPr/>
                  </p:nvPicPr>
                  <p:blipFill>
                    <a:blip r:embed="rId265"/>
                    <a:stretch>
                      <a:fillRect/>
                    </a:stretch>
                  </p:blipFill>
                  <p:spPr>
                    <a:xfrm>
                      <a:off x="10064347" y="1252507"/>
                      <a:ext cx="2844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289" name="Ink 288">
                      <a:extLst>
                        <a:ext uri="{FF2B5EF4-FFF2-40B4-BE49-F238E27FC236}">
                          <a16:creationId xmlns:a16="http://schemas.microsoft.com/office/drawing/2014/main" id="{6BF4FE73-0AB1-C4E2-4DF7-471B6750ADED}"/>
                        </a:ext>
                      </a:extLst>
                    </p14:cNvPr>
                    <p14:cNvContentPartPr/>
                    <p14:nvPr/>
                  </p14:nvContentPartPr>
                  <p14:xfrm>
                    <a:off x="10036987" y="1620787"/>
                    <a:ext cx="34920" cy="54720"/>
                  </p14:xfrm>
                </p:contentPart>
              </mc:Choice>
              <mc:Fallback xmlns="">
                <p:pic>
                  <p:nvPicPr>
                    <p:cNvPr id="289" name="Ink 288">
                      <a:extLst>
                        <a:ext uri="{FF2B5EF4-FFF2-40B4-BE49-F238E27FC236}">
                          <a16:creationId xmlns:a16="http://schemas.microsoft.com/office/drawing/2014/main" id="{6BF4FE73-0AB1-C4E2-4DF7-471B6750ADED}"/>
                        </a:ext>
                      </a:extLst>
                    </p:cNvPr>
                    <p:cNvPicPr/>
                    <p:nvPr/>
                  </p:nvPicPr>
                  <p:blipFill>
                    <a:blip r:embed="rId267"/>
                    <a:stretch>
                      <a:fillRect/>
                    </a:stretch>
                  </p:blipFill>
                  <p:spPr>
                    <a:xfrm>
                      <a:off x="10027987" y="1612147"/>
                      <a:ext cx="52560" cy="72360"/>
                    </a:xfrm>
                    <a:prstGeom prst="rect">
                      <a:avLst/>
                    </a:prstGeom>
                  </p:spPr>
                </p:pic>
              </mc:Fallback>
            </mc:AlternateContent>
          </p:grpSp>
        </p:grpSp>
      </p:grpSp>
      <p:sp>
        <p:nvSpPr>
          <p:cNvPr id="49" name="TextBox 48">
            <a:extLst>
              <a:ext uri="{FF2B5EF4-FFF2-40B4-BE49-F238E27FC236}">
                <a16:creationId xmlns:a16="http://schemas.microsoft.com/office/drawing/2014/main" id="{536E2735-45D4-589C-61FE-B0AA62B03250}"/>
              </a:ext>
            </a:extLst>
          </p:cNvPr>
          <p:cNvSpPr txBox="1"/>
          <p:nvPr/>
        </p:nvSpPr>
        <p:spPr>
          <a:xfrm>
            <a:off x="1757783" y="9842861"/>
            <a:ext cx="3251693" cy="369332"/>
          </a:xfrm>
          <a:prstGeom prst="rect">
            <a:avLst/>
          </a:prstGeom>
          <a:noFill/>
        </p:spPr>
        <p:txBody>
          <a:bodyPr wrap="square" rtlCol="0">
            <a:spAutoFit/>
          </a:bodyPr>
          <a:lstStyle/>
          <a:p>
            <a:pPr algn="r"/>
            <a:r>
              <a:rPr lang="fa-IR" dirty="0">
                <a:solidFill>
                  <a:srgbClr val="FFFF00"/>
                </a:solidFill>
                <a:latin typeface="Segoe UI Semilight" panose="020B0402040204020203" pitchFamily="34" charset="0"/>
                <a:cs typeface="Segoe UI Semilight" panose="020B0402040204020203" pitchFamily="34" charset="0"/>
              </a:rPr>
              <a:t>توضیحات برخی فایل ها </a:t>
            </a:r>
            <a:endParaRPr lang="en-US" dirty="0">
              <a:solidFill>
                <a:srgbClr val="FFFF00"/>
              </a:solidFill>
              <a:latin typeface="Segoe UI Semilight" panose="020B0402040204020203" pitchFamily="34" charset="0"/>
              <a:cs typeface="Segoe UI Semilight" panose="020B0402040204020203" pitchFamily="34" charset="0"/>
            </a:endParaRPr>
          </a:p>
        </p:txBody>
      </p:sp>
      <p:sp>
        <p:nvSpPr>
          <p:cNvPr id="81" name="TextBox 80">
            <a:extLst>
              <a:ext uri="{FF2B5EF4-FFF2-40B4-BE49-F238E27FC236}">
                <a16:creationId xmlns:a16="http://schemas.microsoft.com/office/drawing/2014/main" id="{31754613-B7BB-ECA5-3779-C931600671AD}"/>
              </a:ext>
            </a:extLst>
          </p:cNvPr>
          <p:cNvSpPr txBox="1"/>
          <p:nvPr/>
        </p:nvSpPr>
        <p:spPr>
          <a:xfrm>
            <a:off x="461347" y="7066415"/>
            <a:ext cx="6399749" cy="2031325"/>
          </a:xfrm>
          <a:prstGeom prst="rect">
            <a:avLst/>
          </a:prstGeom>
          <a:noFill/>
        </p:spPr>
        <p:txBody>
          <a:bodyPr wrap="square" rtlCol="0">
            <a:spAutoFit/>
          </a:bodyPr>
          <a:lstStyle/>
          <a:p>
            <a:pPr algn="r"/>
            <a:r>
              <a:rPr lang="fa-IR" dirty="0">
                <a:solidFill>
                  <a:schemeClr val="bg1"/>
                </a:solidFill>
                <a:latin typeface="Segoe UI Semilight" panose="020B0402040204020203" pitchFamily="34" charset="0"/>
                <a:cs typeface="Segoe UI Semilight" panose="020B0402040204020203" pitchFamily="34" charset="0"/>
              </a:rPr>
              <a:t>هر گاه &lt;</a:t>
            </a:r>
            <a:r>
              <a:rPr lang="fa-IR" dirty="0">
                <a:solidFill>
                  <a:schemeClr val="bg1"/>
                </a:solidFill>
                <a:highlight>
                  <a:srgbClr val="000080"/>
                </a:highlight>
                <a:latin typeface="Segoe UI Semilight" panose="020B0402040204020203" pitchFamily="34" charset="0"/>
                <a:cs typeface="Segoe UI Semilight" panose="020B0402040204020203" pitchFamily="34" charset="0"/>
              </a:rPr>
              <a:t>فایل های منبع</a:t>
            </a:r>
            <a:r>
              <a:rPr lang="fa-IR" dirty="0">
                <a:solidFill>
                  <a:schemeClr val="bg1"/>
                </a:solidFill>
                <a:latin typeface="Segoe UI Semilight" panose="020B0402040204020203" pitchFamily="34" charset="0"/>
                <a:cs typeface="Segoe UI Semilight" panose="020B0402040204020203" pitchFamily="34" charset="0"/>
              </a:rPr>
              <a:t>&gt; اپلیکیشن خود را باز کنیم, چنین &lt;</a:t>
            </a:r>
            <a:r>
              <a:rPr lang="fa-IR" dirty="0">
                <a:solidFill>
                  <a:schemeClr val="bg1"/>
                </a:solidFill>
                <a:highlight>
                  <a:srgbClr val="000080"/>
                </a:highlight>
                <a:latin typeface="Segoe UI Semilight" panose="020B0402040204020203" pitchFamily="34" charset="0"/>
                <a:cs typeface="Segoe UI Semilight" panose="020B0402040204020203" pitchFamily="34" charset="0"/>
              </a:rPr>
              <a:t>دیرکتوری</a:t>
            </a:r>
            <a:r>
              <a:rPr lang="fa-IR" dirty="0">
                <a:solidFill>
                  <a:schemeClr val="bg1"/>
                </a:solidFill>
                <a:latin typeface="Segoe UI Semilight" panose="020B0402040204020203" pitchFamily="34" charset="0"/>
                <a:cs typeface="Segoe UI Semilight" panose="020B0402040204020203" pitchFamily="34" charset="0"/>
              </a:rPr>
              <a:t>&gt; ای خواهیم دید.</a:t>
            </a:r>
          </a:p>
          <a:p>
            <a:pPr algn="r"/>
            <a:r>
              <a:rPr lang="fa-IR" dirty="0">
                <a:solidFill>
                  <a:schemeClr val="bg1"/>
                </a:solidFill>
                <a:latin typeface="Segoe UI Semilight" panose="020B0402040204020203" pitchFamily="34" charset="0"/>
                <a:cs typeface="Segoe UI Semilight" panose="020B0402040204020203" pitchFamily="34" charset="0"/>
              </a:rPr>
              <a:t>فایل </a:t>
            </a:r>
            <a:br>
              <a:rPr lang="fa-IR" dirty="0">
                <a:solidFill>
                  <a:schemeClr val="bg1"/>
                </a:solidFill>
                <a:latin typeface="Segoe UI Semilight" panose="020B0402040204020203" pitchFamily="34" charset="0"/>
                <a:cs typeface="Segoe UI Semilight" panose="020B0402040204020203" pitchFamily="34" charset="0"/>
              </a:rPr>
            </a:br>
            <a:r>
              <a:rPr lang="en-US" dirty="0" err="1">
                <a:solidFill>
                  <a:schemeClr val="bg1"/>
                </a:solidFill>
                <a:highlight>
                  <a:srgbClr val="800000"/>
                </a:highlight>
                <a:latin typeface="Segoe UI Semilight" panose="020B0402040204020203" pitchFamily="34" charset="0"/>
                <a:cs typeface="Segoe UI Semilight" panose="020B0402040204020203" pitchFamily="34" charset="0"/>
              </a:rPr>
              <a:t>APP.jsx</a:t>
            </a:r>
            <a:endParaRPr lang="en-US" dirty="0">
              <a:solidFill>
                <a:schemeClr val="bg1"/>
              </a:solidFill>
              <a:highlight>
                <a:srgbClr val="800000"/>
              </a:highlight>
              <a:latin typeface="Segoe UI Semilight" panose="020B0402040204020203" pitchFamily="34" charset="0"/>
              <a:cs typeface="Segoe UI Semilight" panose="020B0402040204020203" pitchFamily="34" charset="0"/>
            </a:endParaRPr>
          </a:p>
          <a:p>
            <a:pPr algn="r"/>
            <a:r>
              <a:rPr lang="fa-IR" dirty="0">
                <a:solidFill>
                  <a:schemeClr val="bg1"/>
                </a:solidFill>
                <a:latin typeface="Segoe UI Semilight" panose="020B0402040204020203" pitchFamily="34" charset="0"/>
                <a:cs typeface="Segoe UI Semilight" panose="020B0402040204020203" pitchFamily="34" charset="0"/>
              </a:rPr>
              <a:t>فایل اصلی این نرم افزار است که تمامی کامپوننت ها روی آن سوار یا </a:t>
            </a:r>
          </a:p>
          <a:p>
            <a:pPr algn="r"/>
            <a:r>
              <a:rPr lang="en-US" dirty="0">
                <a:solidFill>
                  <a:schemeClr val="bg1"/>
                </a:solidFill>
                <a:latin typeface="Segoe UI Semilight" panose="020B0402040204020203" pitchFamily="34" charset="0"/>
                <a:cs typeface="Segoe UI Semilight" panose="020B0402040204020203" pitchFamily="34" charset="0"/>
              </a:rPr>
              <a:t>Mount </a:t>
            </a:r>
            <a:br>
              <a:rPr lang="fa-IR" dirty="0">
                <a:solidFill>
                  <a:schemeClr val="bg1"/>
                </a:solidFill>
                <a:latin typeface="Segoe UI Semilight" panose="020B0402040204020203" pitchFamily="34" charset="0"/>
                <a:cs typeface="Segoe UI Semilight" panose="020B0402040204020203" pitchFamily="34" charset="0"/>
              </a:rPr>
            </a:br>
            <a:r>
              <a:rPr lang="fa-IR" dirty="0">
                <a:solidFill>
                  <a:schemeClr val="bg1"/>
                </a:solidFill>
                <a:latin typeface="Segoe UI Semilight" panose="020B0402040204020203" pitchFamily="34" charset="0"/>
                <a:cs typeface="Segoe UI Semilight" panose="020B0402040204020203" pitchFamily="34" charset="0"/>
              </a:rPr>
              <a:t>می شوند.</a:t>
            </a:r>
            <a:endParaRPr lang="en-US" dirty="0">
              <a:solidFill>
                <a:schemeClr val="bg1"/>
              </a:solidFill>
              <a:latin typeface="Segoe UI Semilight" panose="020B0402040204020203" pitchFamily="34" charset="0"/>
              <a:cs typeface="Segoe UI Semilight" panose="020B0402040204020203" pitchFamily="34" charset="0"/>
            </a:endParaRPr>
          </a:p>
        </p:txBody>
      </p:sp>
      <p:sp>
        <p:nvSpPr>
          <p:cNvPr id="6" name="TextBox 5">
            <a:extLst>
              <a:ext uri="{FF2B5EF4-FFF2-40B4-BE49-F238E27FC236}">
                <a16:creationId xmlns:a16="http://schemas.microsoft.com/office/drawing/2014/main" id="{2C3548E3-7A53-2EF8-DE6E-BC6A051D1D75}"/>
              </a:ext>
            </a:extLst>
          </p:cNvPr>
          <p:cNvSpPr txBox="1"/>
          <p:nvPr/>
        </p:nvSpPr>
        <p:spPr>
          <a:xfrm>
            <a:off x="969391" y="5707984"/>
            <a:ext cx="4040085" cy="307777"/>
          </a:xfrm>
          <a:prstGeom prst="rect">
            <a:avLst/>
          </a:prstGeom>
          <a:noFill/>
        </p:spPr>
        <p:txBody>
          <a:bodyPr wrap="square" rtlCol="0">
            <a:spAutoFit/>
          </a:bodyPr>
          <a:lstStyle/>
          <a:p>
            <a:pPr algn="r"/>
            <a:r>
              <a:rPr lang="fa-IR" sz="1400" dirty="0">
                <a:solidFill>
                  <a:srgbClr val="FFFF00"/>
                </a:solidFill>
                <a:highlight>
                  <a:srgbClr val="000000"/>
                </a:highlight>
                <a:latin typeface="Segoe UI Semilight" panose="020B0402040204020203" pitchFamily="34" charset="0"/>
                <a:cs typeface="Segoe UI Semilight" panose="020B0402040204020203" pitchFamily="34" charset="0"/>
              </a:rPr>
              <a:t>تصویر:  دیرکتوری منبع اپلیکیشن</a:t>
            </a:r>
            <a:endParaRPr lang="en-US" sz="1400" dirty="0">
              <a:solidFill>
                <a:srgbClr val="FFFF00"/>
              </a:solidFill>
              <a:highlight>
                <a:srgbClr val="000000"/>
              </a:highlight>
              <a:latin typeface="Segoe UI Semilight" panose="020B0402040204020203" pitchFamily="34" charset="0"/>
              <a:cs typeface="Segoe UI Semilight" panose="020B0402040204020203" pitchFamily="34" charset="0"/>
            </a:endParaRPr>
          </a:p>
        </p:txBody>
      </p:sp>
    </p:spTree>
    <p:extLst>
      <p:ext uri="{BB962C8B-B14F-4D97-AF65-F5344CB8AC3E}">
        <p14:creationId xmlns:p14="http://schemas.microsoft.com/office/powerpoint/2010/main" val="2429608855"/>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D560F-2905-D6B5-BAF8-393607A5582B}"/>
              </a:ext>
            </a:extLst>
          </p:cNvPr>
          <p:cNvSpPr>
            <a:spLocks noGrp="1"/>
          </p:cNvSpPr>
          <p:nvPr>
            <p:ph type="title"/>
          </p:nvPr>
        </p:nvSpPr>
        <p:spPr>
          <a:xfrm>
            <a:off x="1184554" y="161017"/>
            <a:ext cx="5190563" cy="671967"/>
          </a:xfrm>
          <a:noFill/>
          <a:ln w="19050">
            <a:noFill/>
            <a:prstDash val="dash"/>
          </a:ln>
        </p:spPr>
        <p:txBody>
          <a:bodyPr vert="horz" lIns="56698" tIns="28349" rIns="56698" bIns="28349" rtlCol="0" anchor="b">
            <a:noAutofit/>
          </a:bodyPr>
          <a:lstStyle/>
          <a:p>
            <a:pPr algn="ctr"/>
            <a:r>
              <a:rPr lang="fa-IR" sz="2000"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rPr>
              <a:t>فایل نهایی(پی دی اف) چگونه تولید می شود؟</a:t>
            </a:r>
            <a:endParaRPr lang="en-US" sz="2000"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endParaRPr>
          </a:p>
        </p:txBody>
      </p:sp>
      <p:sp>
        <p:nvSpPr>
          <p:cNvPr id="12" name="TextBox 11">
            <a:extLst>
              <a:ext uri="{FF2B5EF4-FFF2-40B4-BE49-F238E27FC236}">
                <a16:creationId xmlns:a16="http://schemas.microsoft.com/office/drawing/2014/main" id="{B41758B0-D321-B68D-6781-1C3E2005D7F2}"/>
              </a:ext>
            </a:extLst>
          </p:cNvPr>
          <p:cNvSpPr txBox="1"/>
          <p:nvPr/>
        </p:nvSpPr>
        <p:spPr>
          <a:xfrm>
            <a:off x="1612567" y="1311349"/>
            <a:ext cx="4334539" cy="7108741"/>
          </a:xfrm>
          <a:prstGeom prst="rect">
            <a:avLst/>
          </a:prstGeom>
          <a:noFill/>
        </p:spPr>
        <p:txBody>
          <a:bodyPr wrap="square">
            <a:spAutoFit/>
          </a:bodyPr>
          <a:lstStyle/>
          <a:p>
            <a:pPr>
              <a:lnSpc>
                <a:spcPts val="1425"/>
              </a:lnSpc>
              <a:buNone/>
            </a:pPr>
            <a:br>
              <a:rPr lang="en-US" b="0" dirty="0">
                <a:solidFill>
                  <a:srgbClr val="CCCCCC"/>
                </a:solidFill>
                <a:effectLst/>
                <a:latin typeface="Consolas" panose="020B0609020204030204" pitchFamily="49" charset="0"/>
              </a:rPr>
            </a:b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React</a:t>
            </a:r>
            <a:r>
              <a:rPr lang="en-US" b="0" dirty="0">
                <a:solidFill>
                  <a:srgbClr val="CCCCCC"/>
                </a:solidFill>
                <a:effectLst/>
                <a:latin typeface="Consolas" panose="020B0609020204030204" pitchFamily="49" charset="0"/>
              </a:rPr>
              <a:t>, { </a:t>
            </a:r>
            <a:r>
              <a:rPr lang="en-US" b="0" dirty="0">
                <a:solidFill>
                  <a:srgbClr val="9CDCFE"/>
                </a:solidFill>
                <a:effectLst/>
                <a:latin typeface="Consolas" panose="020B0609020204030204" pitchFamily="49" charset="0"/>
              </a:rPr>
              <a:t>Component</a:t>
            </a:r>
            <a:r>
              <a:rPr lang="en-US" b="0" dirty="0">
                <a:solidFill>
                  <a:srgbClr val="CCCCCC"/>
                </a:solidFill>
                <a:effectLst/>
                <a:latin typeface="Consolas" panose="020B0609020204030204" pitchFamily="49" charset="0"/>
              </a:rPr>
              <a:t> }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586C0"/>
                </a:solidFill>
                <a:effectLst/>
                <a:latin typeface="Consolas" panose="020B0609020204030204" pitchFamily="49" charset="0"/>
              </a:rPr>
              <a:t>import</a:t>
            </a:r>
            <a:r>
              <a:rPr lang="en-US" b="0" dirty="0">
                <a:solidFill>
                  <a:srgbClr val="CCCCCC"/>
                </a:solidFill>
                <a:effectLst/>
                <a:latin typeface="Consolas" panose="020B0609020204030204" pitchFamily="49" charset="0"/>
              </a:rPr>
              <a:t> { </a:t>
            </a:r>
            <a:r>
              <a:rPr lang="en-US" b="0" dirty="0">
                <a:solidFill>
                  <a:srgbClr val="9CDCFE"/>
                </a:solidFill>
                <a:effectLst/>
                <a:latin typeface="Consolas" panose="020B0609020204030204" pitchFamily="49" charset="0"/>
              </a:rPr>
              <a:t>connect</a:t>
            </a:r>
            <a:r>
              <a:rPr lang="en-US" b="0" dirty="0">
                <a:solidFill>
                  <a:srgbClr val="CCCCCC"/>
                </a:solidFill>
                <a:effectLst/>
                <a:latin typeface="Consolas" panose="020B0609020204030204" pitchFamily="49" charset="0"/>
              </a:rPr>
              <a:t> } </a:t>
            </a:r>
            <a:r>
              <a:rPr lang="en-US" b="0" dirty="0">
                <a:solidFill>
                  <a:srgbClr val="C586C0"/>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'react-redux'</a:t>
            </a:r>
            <a:endParaRPr lang="en-US" b="0" dirty="0">
              <a:solidFill>
                <a:srgbClr val="CCCCCC"/>
              </a:solidFill>
              <a:effectLst/>
              <a:latin typeface="Consolas" panose="020B0609020204030204" pitchFamily="49" charset="0"/>
            </a:endParaRPr>
          </a:p>
          <a:p>
            <a:pPr>
              <a:lnSpc>
                <a:spcPts val="1425"/>
              </a:lnSpc>
              <a:buNone/>
            </a:pPr>
            <a:br>
              <a:rPr lang="en-US" b="0" dirty="0">
                <a:solidFill>
                  <a:srgbClr val="CCCCCC"/>
                </a:solidFill>
                <a:effectLst/>
                <a:latin typeface="Consolas" panose="020B0609020204030204" pitchFamily="49" charset="0"/>
              </a:rPr>
            </a:br>
            <a:r>
              <a:rPr lang="en-US" b="0" dirty="0">
                <a:solidFill>
                  <a:srgbClr val="C586C0"/>
                </a:solidFill>
                <a:effectLst/>
                <a:latin typeface="Consolas" panose="020B0609020204030204" pitchFamily="49" charset="0"/>
              </a:rPr>
              <a:t>export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class</a:t>
            </a:r>
            <a:r>
              <a:rPr lang="en-US" b="0" dirty="0">
                <a:solidFill>
                  <a:srgbClr val="CCCCCC"/>
                </a:solidFill>
                <a:effectLst/>
                <a:latin typeface="Consolas" panose="020B0609020204030204" pitchFamily="49" charset="0"/>
              </a:rPr>
              <a:t> </a:t>
            </a:r>
            <a:r>
              <a:rPr lang="en-US" b="0" dirty="0" err="1">
                <a:solidFill>
                  <a:srgbClr val="4EC9B0"/>
                </a:solidFill>
                <a:effectLst/>
                <a:latin typeface="Consolas" panose="020B0609020204030204" pitchFamily="49" charset="0"/>
              </a:rPr>
              <a:t>CtSelection</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extends</a:t>
            </a:r>
            <a:endParaRPr lang="fa-IR" b="0" dirty="0">
              <a:solidFill>
                <a:srgbClr val="569CD6"/>
              </a:solidFill>
              <a:effectLst/>
              <a:latin typeface="Consolas" panose="020B0609020204030204" pitchFamily="49" charset="0"/>
            </a:endParaRPr>
          </a:p>
          <a:p>
            <a:pPr>
              <a:lnSpc>
                <a:spcPts val="1425"/>
              </a:lnSpc>
              <a:buNone/>
            </a:pPr>
            <a:endParaRPr lang="fa-IR" dirty="0">
              <a:solidFill>
                <a:srgbClr val="569CD6"/>
              </a:solidFill>
              <a:latin typeface="Consolas" panose="020B0609020204030204" pitchFamily="49" charset="0"/>
            </a:endParaRPr>
          </a:p>
          <a:p>
            <a:pPr>
              <a:lnSpc>
                <a:spcPts val="1425"/>
              </a:lnSpc>
              <a:buNone/>
            </a:pPr>
            <a:endParaRPr lang="fa-IR" b="0" dirty="0">
              <a:solidFill>
                <a:srgbClr val="569CD6"/>
              </a:solidFill>
              <a:effectLst/>
              <a:latin typeface="Consolas" panose="020B0609020204030204" pitchFamily="49" charset="0"/>
            </a:endParaRPr>
          </a:p>
          <a:p>
            <a:pPr>
              <a:lnSpc>
                <a:spcPts val="1425"/>
              </a:lnSpc>
              <a:buNone/>
            </a:pPr>
            <a:endParaRPr lang="fa-IR" dirty="0">
              <a:solidFill>
                <a:srgbClr val="569CD6"/>
              </a:solidFill>
              <a:latin typeface="Consolas" panose="020B0609020204030204" pitchFamily="49" charset="0"/>
            </a:endParaRPr>
          </a:p>
          <a:p>
            <a:pPr>
              <a:lnSpc>
                <a:spcPts val="1425"/>
              </a:lnSpc>
              <a:buNone/>
            </a:pPr>
            <a:endParaRPr lang="fa-IR" dirty="0">
              <a:solidFill>
                <a:srgbClr val="569CD6"/>
              </a:solidFill>
              <a:latin typeface="Consolas" panose="020B0609020204030204" pitchFamily="49" charset="0"/>
            </a:endParaRPr>
          </a:p>
          <a:p>
            <a:pPr>
              <a:lnSpc>
                <a:spcPts val="1425"/>
              </a:lnSpc>
              <a:buNone/>
            </a:pPr>
            <a:endParaRPr lang="fa-IR" dirty="0">
              <a:solidFill>
                <a:srgbClr val="569CD6"/>
              </a:solidFill>
              <a:latin typeface="Consolas" panose="020B0609020204030204" pitchFamily="49" charset="0"/>
            </a:endParaRPr>
          </a:p>
          <a:p>
            <a:pPr>
              <a:lnSpc>
                <a:spcPts val="1425"/>
              </a:lnSpc>
              <a:buNone/>
            </a:pPr>
            <a:endParaRPr lang="fa-IR" b="0" dirty="0">
              <a:solidFill>
                <a:srgbClr val="569CD6"/>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r>
              <a:rPr lang="en-US" b="0" dirty="0">
                <a:solidFill>
                  <a:srgbClr val="4EC9B0"/>
                </a:solidFill>
                <a:effectLst/>
                <a:latin typeface="Consolas" panose="020B0609020204030204" pitchFamily="49" charset="0"/>
              </a:rPr>
              <a:t>Component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render</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fa-IR" b="0" dirty="0">
              <a:solidFill>
                <a:srgbClr val="808080"/>
              </a:solidFill>
              <a:effectLst/>
              <a:latin typeface="Consolas" panose="020B0609020204030204" pitchFamily="49" charset="0"/>
            </a:endParaRPr>
          </a:p>
          <a:p>
            <a:pPr>
              <a:lnSpc>
                <a:spcPts val="1425"/>
              </a:lnSpc>
              <a:buNone/>
            </a:pPr>
            <a:r>
              <a:rPr lang="fa-IR" dirty="0">
                <a:solidFill>
                  <a:srgbClr val="808080"/>
                </a:solidFill>
                <a:latin typeface="Consolas" panose="020B0609020204030204" pitchFamily="49" charset="0"/>
              </a:rPr>
              <a:t>.	</a:t>
            </a:r>
          </a:p>
          <a:p>
            <a:pPr>
              <a:lnSpc>
                <a:spcPts val="1425"/>
              </a:lnSpc>
              <a:buNone/>
            </a:pPr>
            <a:r>
              <a:rPr lang="fa-IR" dirty="0">
                <a:solidFill>
                  <a:srgbClr val="808080"/>
                </a:solidFill>
                <a:latin typeface="Consolas" panose="020B0609020204030204" pitchFamily="49" charset="0"/>
              </a:rPr>
              <a:t>.</a:t>
            </a:r>
          </a:p>
          <a:p>
            <a:pPr>
              <a:lnSpc>
                <a:spcPts val="1425"/>
              </a:lnSpc>
              <a:buNone/>
            </a:pPr>
            <a:r>
              <a:rPr lang="fa-IR" dirty="0">
                <a:solidFill>
                  <a:srgbClr val="808080"/>
                </a:solidFill>
                <a:latin typeface="Consolas" panose="020B0609020204030204" pitchFamily="49" charset="0"/>
              </a:rPr>
              <a:t>.</a:t>
            </a:r>
          </a:p>
          <a:p>
            <a:pPr>
              <a:lnSpc>
                <a:spcPts val="1425"/>
              </a:lnSpc>
              <a:buNone/>
            </a:pPr>
            <a:r>
              <a:rPr lang="en-US" b="0" dirty="0" err="1">
                <a:solidFill>
                  <a:srgbClr val="CCCCCC"/>
                </a:solidFill>
                <a:effectLst/>
                <a:latin typeface="Consolas" panose="020B0609020204030204" pitchFamily="49" charset="0"/>
              </a:rPr>
              <a:t>CtSelection</a:t>
            </a:r>
            <a:endParaRPr lang="fa-IR" b="0" dirty="0">
              <a:solidFill>
                <a:srgbClr val="CCCCCC"/>
              </a:solidFill>
              <a:effectLst/>
              <a:latin typeface="Consolas" panose="020B0609020204030204" pitchFamily="49" charset="0"/>
            </a:endParaRPr>
          </a:p>
          <a:p>
            <a:pPr>
              <a:lnSpc>
                <a:spcPts val="1425"/>
              </a:lnSpc>
              <a:buNone/>
            </a:pPr>
            <a:r>
              <a:rPr lang="fa-IR" dirty="0">
                <a:solidFill>
                  <a:srgbClr val="CCCCCC"/>
                </a:solidFill>
                <a:latin typeface="Consolas" panose="020B0609020204030204" pitchFamily="49" charset="0"/>
              </a:rPr>
              <a:t>.</a:t>
            </a:r>
          </a:p>
          <a:p>
            <a:pPr>
              <a:lnSpc>
                <a:spcPts val="1425"/>
              </a:lnSpc>
              <a:buNone/>
            </a:pPr>
            <a:r>
              <a:rPr lang="fa-IR" dirty="0">
                <a:solidFill>
                  <a:srgbClr val="CCCCCC"/>
                </a:solidFill>
                <a:latin typeface="Consolas" panose="020B0609020204030204" pitchFamily="49" charset="0"/>
              </a:rPr>
              <a:t>.</a:t>
            </a:r>
          </a:p>
          <a:p>
            <a:pPr>
              <a:lnSpc>
                <a:spcPts val="1425"/>
              </a:lnSpc>
              <a:buNone/>
            </a:pPr>
            <a:r>
              <a:rPr lang="fa-IR" dirty="0">
                <a:solidFill>
                  <a:srgbClr val="CCCCCC"/>
                </a:solidFill>
                <a:latin typeface="Consolas" panose="020B0609020204030204" pitchFamily="49" charset="0"/>
              </a:rPr>
              <a:t>.</a:t>
            </a:r>
          </a:p>
          <a:p>
            <a:pPr>
              <a:lnSpc>
                <a:spcPts val="1425"/>
              </a:lnSpc>
              <a:buNone/>
            </a:pPr>
            <a:endParaRPr lang="fa-IR" dirty="0">
              <a:solidFill>
                <a:srgbClr val="CCCCCC"/>
              </a:solidFill>
              <a:latin typeface="Consolas" panose="020B0609020204030204" pitchFamily="49" charset="0"/>
            </a:endParaRPr>
          </a:p>
          <a:p>
            <a:pPr>
              <a:lnSpc>
                <a:spcPts val="1425"/>
              </a:lnSpc>
              <a:buNone/>
            </a:pPr>
            <a:r>
              <a:rPr lang="en-US" b="0" dirty="0">
                <a:solidFill>
                  <a:srgbClr val="808080"/>
                </a:solidFill>
                <a:effectLst/>
                <a:latin typeface="Consolas" panose="020B0609020204030204" pitchFamily="49" charset="0"/>
              </a:rPr>
              <a:t>&lt;/</a:t>
            </a:r>
            <a:r>
              <a:rPr lang="en-US" b="0" dirty="0">
                <a:solidFill>
                  <a:srgbClr val="569CD6"/>
                </a:solidFill>
                <a:effectLst/>
                <a:latin typeface="Consolas" panose="020B0609020204030204" pitchFamily="49" charset="0"/>
              </a:rPr>
              <a:t>div</a:t>
            </a:r>
            <a:r>
              <a:rPr lang="en-US" b="0" dirty="0">
                <a:solidFill>
                  <a:srgbClr val="808080"/>
                </a:solidFill>
                <a:effectLst/>
                <a:latin typeface="Consolas" panose="020B0609020204030204" pitchFamily="49" charset="0"/>
              </a:rPr>
              <a:t>&gt;</a:t>
            </a:r>
            <a:endParaRPr lang="fa-IR" b="0" dirty="0">
              <a:solidFill>
                <a:srgbClr val="808080"/>
              </a:solidFill>
              <a:effectLst/>
              <a:latin typeface="Consolas" panose="020B0609020204030204" pitchFamily="49" charset="0"/>
            </a:endParaRPr>
          </a:p>
          <a:p>
            <a:pPr>
              <a:lnSpc>
                <a:spcPts val="1425"/>
              </a:lnSpc>
              <a:buNone/>
            </a:pP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r>
              <a:rPr lang="en-US" b="0" dirty="0">
                <a:solidFill>
                  <a:srgbClr val="569CD6"/>
                </a:solidFill>
                <a:effectLst/>
                <a:latin typeface="Consolas" panose="020B0609020204030204" pitchFamily="49" charset="0"/>
              </a:rPr>
              <a:t>const</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mapStateToProps</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state</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=&gt;</a:t>
            </a:r>
            <a:r>
              <a:rPr lang="en-US" b="0" dirty="0">
                <a:solidFill>
                  <a:srgbClr val="CCCCCC"/>
                </a:solidFill>
                <a:effectLst/>
                <a:latin typeface="Consolas" panose="020B0609020204030204" pitchFamily="49" charset="0"/>
              </a:rPr>
              <a:t> ({})</a:t>
            </a:r>
          </a:p>
          <a:p>
            <a:pPr>
              <a:lnSpc>
                <a:spcPts val="1425"/>
              </a:lnSpc>
              <a:buNone/>
            </a:pPr>
            <a:br>
              <a:rPr lang="en-US" b="0" dirty="0">
                <a:solidFill>
                  <a:srgbClr val="CCCCCC"/>
                </a:solidFill>
                <a:effectLst/>
                <a:latin typeface="Consolas" panose="020B0609020204030204" pitchFamily="49" charset="0"/>
              </a:rPr>
            </a:br>
            <a:r>
              <a:rPr lang="en-US" b="0" dirty="0">
                <a:solidFill>
                  <a:srgbClr val="569CD6"/>
                </a:solidFill>
                <a:effectLst/>
                <a:latin typeface="Consolas" panose="020B0609020204030204" pitchFamily="49" charset="0"/>
              </a:rPr>
              <a:t>const</a:t>
            </a:r>
            <a:r>
              <a:rPr lang="en-US" b="0" dirty="0">
                <a:solidFill>
                  <a:srgbClr val="CCCCCC"/>
                </a:solidFill>
                <a:effectLst/>
                <a:latin typeface="Consolas" panose="020B0609020204030204" pitchFamily="49" charset="0"/>
              </a:rPr>
              <a:t> </a:t>
            </a:r>
            <a:r>
              <a:rPr lang="en-US" b="0" dirty="0" err="1">
                <a:solidFill>
                  <a:srgbClr val="6B9BC3"/>
                </a:solidFill>
                <a:effectLst/>
                <a:latin typeface="Consolas" panose="020B0609020204030204" pitchFamily="49" charset="0"/>
              </a:rPr>
              <a:t>mapDispatchToProps</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p>
          <a:p>
            <a:pPr>
              <a:lnSpc>
                <a:spcPts val="1425"/>
              </a:lnSpc>
            </a:pPr>
            <a:br>
              <a:rPr lang="en-US" b="0" dirty="0">
                <a:solidFill>
                  <a:srgbClr val="CCCCCC"/>
                </a:solidFill>
                <a:effectLst/>
                <a:latin typeface="Consolas" panose="020B0609020204030204" pitchFamily="49" charset="0"/>
              </a:rPr>
            </a:br>
            <a:r>
              <a:rPr lang="en-US" b="0" dirty="0">
                <a:solidFill>
                  <a:srgbClr val="C586C0"/>
                </a:solidFill>
                <a:effectLst/>
                <a:latin typeface="Consolas" panose="020B0609020204030204" pitchFamily="49" charset="0"/>
              </a:rPr>
              <a:t>export</a:t>
            </a:r>
            <a:r>
              <a:rPr lang="en-US" b="0" dirty="0">
                <a:solidFill>
                  <a:srgbClr val="CCCCCC"/>
                </a:solidFill>
                <a:effectLst/>
                <a:latin typeface="Consolas" panose="020B0609020204030204" pitchFamily="49" charset="0"/>
              </a:rPr>
              <a:t> </a:t>
            </a:r>
            <a:r>
              <a:rPr lang="en-US" b="0" dirty="0">
                <a:solidFill>
                  <a:srgbClr val="C586C0"/>
                </a:solidFill>
                <a:effectLst/>
                <a:latin typeface="Consolas" panose="020B0609020204030204" pitchFamily="49" charset="0"/>
              </a:rPr>
              <a:t>default</a:t>
            </a:r>
            <a:r>
              <a:rPr lang="en-US" b="0" dirty="0">
                <a:solidFill>
                  <a:srgbClr val="CCCCCC"/>
                </a:solidFill>
                <a:effectLst/>
                <a:latin typeface="Consolas" panose="020B0609020204030204" pitchFamily="49" charset="0"/>
              </a:rPr>
              <a:t> </a:t>
            </a:r>
            <a:r>
              <a:rPr lang="en-US" b="0" dirty="0">
                <a:solidFill>
                  <a:srgbClr val="DCDCAA"/>
                </a:solidFill>
                <a:effectLst/>
                <a:latin typeface="Consolas" panose="020B0609020204030204" pitchFamily="49" charset="0"/>
              </a:rPr>
              <a:t>connect</a:t>
            </a:r>
            <a:r>
              <a:rPr lang="en-US" b="0" dirty="0">
                <a:solidFill>
                  <a:srgbClr val="CCCCCC"/>
                </a:solidFill>
                <a:effectLst/>
                <a:latin typeface="Consolas" panose="020B0609020204030204" pitchFamily="49" charset="0"/>
              </a:rPr>
              <a:t>(</a:t>
            </a:r>
            <a:r>
              <a:rPr lang="en-US" b="0" dirty="0" err="1">
                <a:solidFill>
                  <a:srgbClr val="DCDCAA"/>
                </a:solidFill>
                <a:effectLst/>
                <a:latin typeface="Consolas" panose="020B0609020204030204" pitchFamily="49" charset="0"/>
              </a:rPr>
              <a:t>mapStateToProps</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mapDispatchToProps</a:t>
            </a:r>
            <a:r>
              <a:rPr lang="en-US" b="0" dirty="0">
                <a:solidFill>
                  <a:srgbClr val="CCCCCC"/>
                </a:solidFill>
                <a:effectLst/>
                <a:latin typeface="Consolas" panose="020B0609020204030204" pitchFamily="49" charset="0"/>
              </a:rPr>
              <a:t>)(</a:t>
            </a:r>
            <a:r>
              <a:rPr lang="en-US" b="0" dirty="0" err="1">
                <a:solidFill>
                  <a:srgbClr val="4EC9B0"/>
                </a:solidFill>
                <a:effectLst/>
                <a:latin typeface="Consolas" panose="020B0609020204030204" pitchFamily="49" charset="0"/>
              </a:rPr>
              <a:t>CtSelection</a:t>
            </a:r>
            <a:r>
              <a:rPr lang="en-US" b="0" dirty="0">
                <a:solidFill>
                  <a:srgbClr val="CCCCCC"/>
                </a:solidFill>
                <a:effectLst/>
                <a:latin typeface="Consolas" panose="020B0609020204030204" pitchFamily="49" charset="0"/>
              </a:rPr>
              <a:t>)</a:t>
            </a:r>
          </a:p>
        </p:txBody>
      </p:sp>
      <p:sp>
        <p:nvSpPr>
          <p:cNvPr id="14" name="TextBox 13">
            <a:extLst>
              <a:ext uri="{FF2B5EF4-FFF2-40B4-BE49-F238E27FC236}">
                <a16:creationId xmlns:a16="http://schemas.microsoft.com/office/drawing/2014/main" id="{6DEA8BDA-5068-2164-5030-F08EC73D7DE0}"/>
              </a:ext>
            </a:extLst>
          </p:cNvPr>
          <p:cNvSpPr txBox="1"/>
          <p:nvPr/>
        </p:nvSpPr>
        <p:spPr>
          <a:xfrm>
            <a:off x="2801984" y="8497835"/>
            <a:ext cx="4334540" cy="1200329"/>
          </a:xfrm>
          <a:prstGeom prst="rect">
            <a:avLst/>
          </a:prstGeom>
          <a:noFill/>
        </p:spPr>
        <p:txBody>
          <a:bodyPr wrap="square" rtlCol="0">
            <a:spAutoFit/>
          </a:bodyPr>
          <a:lstStyle/>
          <a:p>
            <a:pPr marL="285750" indent="-285750" algn="r">
              <a:buFont typeface="Wingdings" panose="05000000000000000000" pitchFamily="2" charset="2"/>
              <a:buChar char="ü"/>
            </a:pPr>
            <a:r>
              <a:rPr lang="fa-IR" dirty="0">
                <a:highlight>
                  <a:srgbClr val="000080"/>
                </a:highlight>
                <a:latin typeface="Segoe UI Semilight" panose="020B0402040204020203" pitchFamily="34" charset="0"/>
                <a:cs typeface="Segoe UI Semilight" panose="020B0402040204020203" pitchFamily="34" charset="0"/>
              </a:rPr>
              <a:t>هر کامپوننت &lt;ری اکت&gt;, یک بخش به نام </a:t>
            </a:r>
            <a:endParaRPr lang="en-US" dirty="0">
              <a:highlight>
                <a:srgbClr val="000080"/>
              </a:highlight>
              <a:latin typeface="Segoe UI Semilight" panose="020B0402040204020203" pitchFamily="34" charset="0"/>
              <a:cs typeface="Segoe UI Semilight" panose="020B0402040204020203" pitchFamily="34" charset="0"/>
            </a:endParaRPr>
          </a:p>
          <a:p>
            <a:pPr algn="r"/>
            <a:r>
              <a:rPr lang="en-US" dirty="0">
                <a:highlight>
                  <a:srgbClr val="000080"/>
                </a:highlight>
                <a:latin typeface="Segoe UI Semilight" panose="020B0402040204020203" pitchFamily="34" charset="0"/>
                <a:cs typeface="Segoe UI Semilight" panose="020B0402040204020203" pitchFamily="34" charset="0"/>
              </a:rPr>
              <a:t>JSX</a:t>
            </a:r>
          </a:p>
          <a:p>
            <a:pPr algn="r"/>
            <a:r>
              <a:rPr lang="fa-IR" dirty="0">
                <a:highlight>
                  <a:srgbClr val="000080"/>
                </a:highlight>
                <a:latin typeface="Segoe UI Semilight" panose="020B0402040204020203" pitchFamily="34" charset="0"/>
                <a:cs typeface="Segoe UI Semilight" panose="020B0402040204020203" pitchFamily="34" charset="0"/>
              </a:rPr>
              <a:t>دارد.</a:t>
            </a:r>
          </a:p>
          <a:p>
            <a:pPr algn="r"/>
            <a:endParaRPr lang="en-US" dirty="0">
              <a:latin typeface="Segoe UI Semilight" panose="020B0402040204020203" pitchFamily="34" charset="0"/>
              <a:cs typeface="Segoe UI Semilight" panose="020B0402040204020203" pitchFamily="34" charset="0"/>
            </a:endParaRPr>
          </a:p>
        </p:txBody>
      </p:sp>
      <p:sp>
        <p:nvSpPr>
          <p:cNvPr id="16" name="Left Brace 15">
            <a:extLst>
              <a:ext uri="{FF2B5EF4-FFF2-40B4-BE49-F238E27FC236}">
                <a16:creationId xmlns:a16="http://schemas.microsoft.com/office/drawing/2014/main" id="{837465D1-1EA0-E164-C264-CA75DE9A78F4}"/>
              </a:ext>
            </a:extLst>
          </p:cNvPr>
          <p:cNvSpPr/>
          <p:nvPr/>
        </p:nvSpPr>
        <p:spPr>
          <a:xfrm>
            <a:off x="1381512" y="2627438"/>
            <a:ext cx="265776" cy="106325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F69DCAD7-FF2E-0520-ABF3-2391F94B4EB9}"/>
              </a:ext>
            </a:extLst>
          </p:cNvPr>
          <p:cNvSpPr txBox="1"/>
          <p:nvPr/>
        </p:nvSpPr>
        <p:spPr>
          <a:xfrm>
            <a:off x="-22023" y="2627438"/>
            <a:ext cx="1403535" cy="923330"/>
          </a:xfrm>
          <a:prstGeom prst="rect">
            <a:avLst/>
          </a:prstGeom>
          <a:noFill/>
        </p:spPr>
        <p:txBody>
          <a:bodyPr wrap="square" rtlCol="0">
            <a:spAutoFit/>
          </a:bodyPr>
          <a:lstStyle/>
          <a:p>
            <a:pPr marL="285750" indent="-285750" algn="r">
              <a:buFont typeface="Wingdings" panose="05000000000000000000" pitchFamily="2" charset="2"/>
              <a:buChar char="q"/>
            </a:pPr>
            <a:r>
              <a:rPr lang="fa-IR" dirty="0">
                <a:latin typeface="Segoe UI Semilight" panose="020B0402040204020203" pitchFamily="34" charset="0"/>
                <a:cs typeface="Segoe UI Semilight" panose="020B0402040204020203" pitchFamily="34" charset="0"/>
              </a:rPr>
              <a:t>محل پیاده سازی توابع</a:t>
            </a:r>
            <a:endParaRPr lang="en-US" dirty="0">
              <a:latin typeface="Segoe UI Semilight" panose="020B0402040204020203" pitchFamily="34" charset="0"/>
              <a:cs typeface="Segoe UI Semilight" panose="020B0402040204020203" pitchFamily="34" charset="0"/>
            </a:endParaRPr>
          </a:p>
        </p:txBody>
      </p:sp>
      <p:sp>
        <p:nvSpPr>
          <p:cNvPr id="27" name="Right Brace 26">
            <a:extLst>
              <a:ext uri="{FF2B5EF4-FFF2-40B4-BE49-F238E27FC236}">
                <a16:creationId xmlns:a16="http://schemas.microsoft.com/office/drawing/2014/main" id="{08E7CC52-CE0E-2610-B339-6DC01DD23034}"/>
              </a:ext>
            </a:extLst>
          </p:cNvPr>
          <p:cNvSpPr/>
          <p:nvPr/>
        </p:nvSpPr>
        <p:spPr>
          <a:xfrm>
            <a:off x="3310759" y="4193628"/>
            <a:ext cx="469078" cy="178675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AC321C2D-9C63-7859-CDC8-5133280A3AF0}"/>
              </a:ext>
            </a:extLst>
          </p:cNvPr>
          <p:cNvSpPr txBox="1"/>
          <p:nvPr/>
        </p:nvSpPr>
        <p:spPr>
          <a:xfrm>
            <a:off x="3639857" y="4651336"/>
            <a:ext cx="1403535" cy="369332"/>
          </a:xfrm>
          <a:prstGeom prst="rect">
            <a:avLst/>
          </a:prstGeom>
          <a:noFill/>
        </p:spPr>
        <p:txBody>
          <a:bodyPr wrap="square" rtlCol="0">
            <a:spAutoFit/>
          </a:bodyPr>
          <a:lstStyle/>
          <a:p>
            <a:pPr marL="285750" indent="-285750" algn="r">
              <a:buFont typeface="Wingdings" panose="05000000000000000000" pitchFamily="2" charset="2"/>
              <a:buChar char="q"/>
            </a:pPr>
            <a:r>
              <a:rPr lang="fa-IR" dirty="0">
                <a:latin typeface="Segoe UI Semilight" panose="020B0402040204020203" pitchFamily="34" charset="0"/>
                <a:cs typeface="Segoe UI Semilight" panose="020B0402040204020203" pitchFamily="34" charset="0"/>
              </a:rPr>
              <a:t>محل </a:t>
            </a:r>
            <a:r>
              <a:rPr lang="en-US" dirty="0">
                <a:latin typeface="Segoe UI Semilight" panose="020B0402040204020203" pitchFamily="34" charset="0"/>
                <a:cs typeface="Segoe UI Semilight" panose="020B0402040204020203" pitchFamily="34" charset="0"/>
              </a:rPr>
              <a:t> JSX</a:t>
            </a:r>
          </a:p>
        </p:txBody>
      </p:sp>
      <p:sp>
        <p:nvSpPr>
          <p:cNvPr id="30" name="TextBox 29">
            <a:extLst>
              <a:ext uri="{FF2B5EF4-FFF2-40B4-BE49-F238E27FC236}">
                <a16:creationId xmlns:a16="http://schemas.microsoft.com/office/drawing/2014/main" id="{F2E62BDC-3126-EAA4-19BA-76CF4A7A5B5B}"/>
              </a:ext>
            </a:extLst>
          </p:cNvPr>
          <p:cNvSpPr txBox="1"/>
          <p:nvPr/>
        </p:nvSpPr>
        <p:spPr>
          <a:xfrm>
            <a:off x="3993932" y="5131195"/>
            <a:ext cx="2457672" cy="369332"/>
          </a:xfrm>
          <a:prstGeom prst="rect">
            <a:avLst/>
          </a:prstGeom>
          <a:noFill/>
        </p:spPr>
        <p:txBody>
          <a:bodyPr wrap="square" rtlCol="0">
            <a:spAutoFit/>
          </a:bodyPr>
          <a:lstStyle/>
          <a:p>
            <a:pPr algn="r"/>
            <a:r>
              <a:rPr lang="en-US" dirty="0">
                <a:latin typeface="Segoe UI Semilight" panose="020B0402040204020203" pitchFamily="34" charset="0"/>
                <a:cs typeface="Segoe UI Semilight" panose="020B0402040204020203" pitchFamily="34" charset="0"/>
              </a:rPr>
              <a:t>JSX = JAVASCRIPT XML</a:t>
            </a:r>
          </a:p>
        </p:txBody>
      </p:sp>
      <p:sp>
        <p:nvSpPr>
          <p:cNvPr id="31" name="TextBox 30">
            <a:extLst>
              <a:ext uri="{FF2B5EF4-FFF2-40B4-BE49-F238E27FC236}">
                <a16:creationId xmlns:a16="http://schemas.microsoft.com/office/drawing/2014/main" id="{27D37EBC-5409-174C-1854-5DB8A0D1F549}"/>
              </a:ext>
            </a:extLst>
          </p:cNvPr>
          <p:cNvSpPr txBox="1"/>
          <p:nvPr/>
        </p:nvSpPr>
        <p:spPr>
          <a:xfrm>
            <a:off x="325821" y="9740016"/>
            <a:ext cx="6894786" cy="646331"/>
          </a:xfrm>
          <a:prstGeom prst="rect">
            <a:avLst/>
          </a:prstGeom>
          <a:noFill/>
        </p:spPr>
        <p:txBody>
          <a:bodyPr wrap="square" rtlCol="0">
            <a:spAutoFit/>
          </a:bodyPr>
          <a:lstStyle/>
          <a:p>
            <a:pPr algn="r"/>
            <a:r>
              <a:rPr lang="fa-IR" dirty="0">
                <a:solidFill>
                  <a:srgbClr val="FFFF00"/>
                </a:solidFill>
                <a:latin typeface="Segoe UI Semilight" panose="020B0402040204020203" pitchFamily="34" charset="0"/>
                <a:cs typeface="Segoe UI Semilight" panose="020B0402040204020203" pitchFamily="34" charset="0"/>
              </a:rPr>
              <a:t>تابعی پیاده سازی کرده ایم که آن &lt;جی اس اکس&gt; را به فایل &lt;پی دی اف&gt; تبدیل می کند.</a:t>
            </a:r>
            <a:endParaRPr lang="en-US" dirty="0">
              <a:solidFill>
                <a:srgbClr val="FFFF00"/>
              </a:solidFill>
              <a:latin typeface="Segoe UI Semilight" panose="020B0402040204020203" pitchFamily="34" charset="0"/>
              <a:cs typeface="Segoe UI Semilight" panose="020B0402040204020203" pitchFamily="34" charset="0"/>
            </a:endParaRPr>
          </a:p>
        </p:txBody>
      </p:sp>
    </p:spTree>
    <p:extLst>
      <p:ext uri="{BB962C8B-B14F-4D97-AF65-F5344CB8AC3E}">
        <p14:creationId xmlns:p14="http://schemas.microsoft.com/office/powerpoint/2010/main" val="3348957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04699C-5F71-DA0F-7E78-19AB9C4BB1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B0D933-2E9E-A39C-C11E-E4732CE35817}"/>
              </a:ext>
            </a:extLst>
          </p:cNvPr>
          <p:cNvSpPr>
            <a:spLocks noGrp="1"/>
          </p:cNvSpPr>
          <p:nvPr>
            <p:ph type="title"/>
          </p:nvPr>
        </p:nvSpPr>
        <p:spPr>
          <a:xfrm>
            <a:off x="1184554" y="161017"/>
            <a:ext cx="5190563" cy="671967"/>
          </a:xfrm>
          <a:noFill/>
          <a:ln w="19050">
            <a:noFill/>
            <a:prstDash val="dash"/>
          </a:ln>
        </p:spPr>
        <p:txBody>
          <a:bodyPr vert="horz" lIns="56698" tIns="28349" rIns="56698" bIns="28349" rtlCol="0" anchor="b">
            <a:noAutofit/>
          </a:bodyPr>
          <a:lstStyle/>
          <a:p>
            <a:pPr algn="ctr"/>
            <a:r>
              <a:rPr lang="fa-IR" sz="2000"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rPr>
              <a:t>فایل نهایی(پی دی اف) چگونه تولید می شود؟</a:t>
            </a:r>
            <a:endParaRPr lang="en-US" sz="2000"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endParaRPr>
          </a:p>
        </p:txBody>
      </p:sp>
      <p:sp>
        <p:nvSpPr>
          <p:cNvPr id="5" name="TextBox 4">
            <a:extLst>
              <a:ext uri="{FF2B5EF4-FFF2-40B4-BE49-F238E27FC236}">
                <a16:creationId xmlns:a16="http://schemas.microsoft.com/office/drawing/2014/main" id="{973A1457-D9AD-0FE7-14ED-336B9E387567}"/>
              </a:ext>
            </a:extLst>
          </p:cNvPr>
          <p:cNvSpPr txBox="1"/>
          <p:nvPr/>
        </p:nvSpPr>
        <p:spPr>
          <a:xfrm>
            <a:off x="148675" y="1062363"/>
            <a:ext cx="7262319" cy="5851987"/>
          </a:xfrm>
          <a:prstGeom prst="rect">
            <a:avLst/>
          </a:prstGeom>
          <a:noFill/>
        </p:spPr>
        <p:txBody>
          <a:bodyPr wrap="square">
            <a:spAutoFit/>
          </a:bodyPr>
          <a:lstStyle/>
          <a:p>
            <a:pPr>
              <a:lnSpc>
                <a:spcPts val="1425"/>
              </a:lnSpc>
              <a:buNone/>
            </a:pPr>
            <a:r>
              <a:rPr lang="en-US" sz="1600" b="0" dirty="0">
                <a:solidFill>
                  <a:srgbClr val="CCCCCC"/>
                </a:solidFill>
                <a:effectLst/>
                <a:latin typeface="Consolas" panose="020B0609020204030204" pitchFamily="49" charset="0"/>
              </a:rPr>
              <a:t>  </a:t>
            </a:r>
            <a:r>
              <a:rPr lang="en-US" sz="1600" b="0" dirty="0" err="1">
                <a:solidFill>
                  <a:srgbClr val="DCDCAA"/>
                </a:solidFill>
                <a:effectLst/>
                <a:latin typeface="Consolas" panose="020B0609020204030204" pitchFamily="49" charset="0"/>
              </a:rPr>
              <a:t>exportToPDF</a:t>
            </a:r>
            <a:r>
              <a:rPr lang="en-US" sz="1600" b="0" dirty="0">
                <a:solidFill>
                  <a:srgbClr val="CCCCCC"/>
                </a:solidFill>
                <a:effectLst/>
                <a:latin typeface="Consolas" panose="020B0609020204030204" pitchFamily="49" charset="0"/>
              </a:rPr>
              <a:t> </a:t>
            </a:r>
            <a:r>
              <a:rPr lang="en-US" sz="1600" b="0" dirty="0">
                <a:solidFill>
                  <a:srgbClr val="D4D4D4"/>
                </a:solidFill>
                <a:effectLst/>
                <a:latin typeface="Consolas" panose="020B0609020204030204" pitchFamily="49" charset="0"/>
              </a:rPr>
              <a:t>=</a:t>
            </a:r>
            <a:r>
              <a:rPr lang="en-US" sz="1600" b="0" dirty="0">
                <a:solidFill>
                  <a:srgbClr val="CCCCCC"/>
                </a:solidFill>
                <a:effectLst/>
                <a:latin typeface="Consolas" panose="020B0609020204030204" pitchFamily="49" charset="0"/>
              </a:rPr>
              <a:t> () </a:t>
            </a:r>
            <a:r>
              <a:rPr lang="en-US" sz="1600" b="0" dirty="0">
                <a:solidFill>
                  <a:srgbClr val="569CD6"/>
                </a:solidFill>
                <a:effectLst/>
                <a:latin typeface="Consolas" panose="020B0609020204030204" pitchFamily="49" charset="0"/>
              </a:rPr>
              <a:t>=&gt;</a:t>
            </a:r>
            <a:r>
              <a:rPr lang="en-US" sz="1600" b="0" dirty="0">
                <a:solidFill>
                  <a:srgbClr val="CCCCCC"/>
                </a:solidFill>
                <a:effectLst/>
                <a:latin typeface="Consolas" panose="020B0609020204030204" pitchFamily="49" charset="0"/>
              </a:rPr>
              <a:t> {</a:t>
            </a:r>
            <a:endParaRPr lang="fa-IR" sz="1600" b="0" dirty="0">
              <a:solidFill>
                <a:srgbClr val="CCCCCC"/>
              </a:solidFill>
              <a:effectLst/>
              <a:latin typeface="Consolas" panose="020B0609020204030204" pitchFamily="49" charset="0"/>
            </a:endParaRPr>
          </a:p>
          <a:p>
            <a:pPr>
              <a:lnSpc>
                <a:spcPts val="1425"/>
              </a:lnSpc>
              <a:buNone/>
            </a:pPr>
            <a:endParaRPr lang="en-US" sz="1600" b="0" dirty="0">
              <a:solidFill>
                <a:srgbClr val="CCCCCC"/>
              </a:solidFill>
              <a:effectLst/>
              <a:latin typeface="Consolas" panose="020B0609020204030204" pitchFamily="49" charset="0"/>
            </a:endParaRPr>
          </a:p>
          <a:p>
            <a:pPr>
              <a:lnSpc>
                <a:spcPts val="1425"/>
              </a:lnSpc>
              <a:buNone/>
            </a:pPr>
            <a:r>
              <a:rPr lang="en-US" sz="1600" b="0" dirty="0">
                <a:solidFill>
                  <a:srgbClr val="CCCCCC"/>
                </a:solidFill>
                <a:effectLst/>
                <a:latin typeface="Consolas" panose="020B0609020204030204" pitchFamily="49" charset="0"/>
              </a:rPr>
              <a:t>    </a:t>
            </a:r>
            <a:r>
              <a:rPr lang="en-US" sz="1600" b="0" dirty="0">
                <a:solidFill>
                  <a:srgbClr val="569CD6"/>
                </a:solidFill>
                <a:effectLst/>
                <a:latin typeface="Consolas" panose="020B0609020204030204" pitchFamily="49" charset="0"/>
              </a:rPr>
              <a:t>const</a:t>
            </a:r>
            <a:r>
              <a:rPr lang="en-US" sz="1600" b="0" dirty="0">
                <a:solidFill>
                  <a:srgbClr val="CCCCCC"/>
                </a:solidFill>
                <a:effectLst/>
                <a:latin typeface="Consolas" panose="020B0609020204030204" pitchFamily="49" charset="0"/>
              </a:rPr>
              <a:t> </a:t>
            </a:r>
            <a:r>
              <a:rPr lang="en-US" sz="1600" b="0" dirty="0">
                <a:solidFill>
                  <a:srgbClr val="6B9BC3"/>
                </a:solidFill>
                <a:effectLst/>
                <a:latin typeface="Consolas" panose="020B0609020204030204" pitchFamily="49" charset="0"/>
              </a:rPr>
              <a:t>input</a:t>
            </a:r>
            <a:r>
              <a:rPr lang="en-US" sz="1600" b="0" dirty="0">
                <a:solidFill>
                  <a:srgbClr val="CCCCCC"/>
                </a:solidFill>
                <a:effectLst/>
                <a:latin typeface="Consolas" panose="020B0609020204030204" pitchFamily="49" charset="0"/>
              </a:rPr>
              <a:t> </a:t>
            </a:r>
            <a:r>
              <a:rPr lang="en-US" sz="1600" b="0" dirty="0">
                <a:solidFill>
                  <a:srgbClr val="D4D4D4"/>
                </a:solidFill>
                <a:effectLst/>
                <a:latin typeface="Consolas" panose="020B0609020204030204" pitchFamily="49" charset="0"/>
              </a:rPr>
              <a:t>=</a:t>
            </a:r>
            <a:r>
              <a:rPr lang="en-US" sz="1600" b="0" dirty="0">
                <a:solidFill>
                  <a:srgbClr val="CCCCCC"/>
                </a:solidFill>
                <a:effectLst/>
                <a:latin typeface="Consolas" panose="020B0609020204030204" pitchFamily="49" charset="0"/>
              </a:rPr>
              <a:t> </a:t>
            </a:r>
            <a:r>
              <a:rPr lang="en-US" sz="1600" b="0" dirty="0" err="1">
                <a:solidFill>
                  <a:srgbClr val="569CD6"/>
                </a:solidFill>
                <a:effectLst/>
                <a:latin typeface="Consolas" panose="020B0609020204030204" pitchFamily="49" charset="0"/>
              </a:rPr>
              <a:t>this</a:t>
            </a:r>
            <a:r>
              <a:rPr lang="en-US" sz="1600" b="0" dirty="0" err="1">
                <a:solidFill>
                  <a:srgbClr val="CCCCCC"/>
                </a:solidFill>
                <a:effectLst/>
                <a:latin typeface="Consolas" panose="020B0609020204030204" pitchFamily="49" charset="0"/>
              </a:rPr>
              <a:t>.</a:t>
            </a:r>
            <a:r>
              <a:rPr lang="en-US" sz="1600" b="0" dirty="0" err="1">
                <a:solidFill>
                  <a:srgbClr val="9CDCFE"/>
                </a:solidFill>
                <a:effectLst/>
                <a:latin typeface="Consolas" panose="020B0609020204030204" pitchFamily="49" charset="0"/>
              </a:rPr>
              <a:t>pdfRef</a:t>
            </a:r>
            <a:r>
              <a:rPr lang="en-US" sz="1600" b="0" dirty="0" err="1">
                <a:solidFill>
                  <a:srgbClr val="CCCCCC"/>
                </a:solidFill>
                <a:effectLst/>
                <a:latin typeface="Consolas" panose="020B0609020204030204" pitchFamily="49" charset="0"/>
              </a:rPr>
              <a:t>.</a:t>
            </a:r>
            <a:r>
              <a:rPr lang="en-US" sz="1600" b="0" dirty="0" err="1">
                <a:solidFill>
                  <a:srgbClr val="4FC1FF"/>
                </a:solidFill>
                <a:effectLst/>
                <a:latin typeface="Consolas" panose="020B0609020204030204" pitchFamily="49" charset="0"/>
              </a:rPr>
              <a:t>current</a:t>
            </a:r>
            <a:r>
              <a:rPr lang="en-US" sz="1600" b="0" dirty="0">
                <a:solidFill>
                  <a:srgbClr val="CCCCCC"/>
                </a:solidFill>
                <a:effectLst/>
                <a:latin typeface="Consolas" panose="020B0609020204030204" pitchFamily="49" charset="0"/>
              </a:rPr>
              <a:t>;</a:t>
            </a:r>
          </a:p>
          <a:p>
            <a:pPr>
              <a:lnSpc>
                <a:spcPts val="1425"/>
              </a:lnSpc>
              <a:buNone/>
            </a:pPr>
            <a:endParaRPr lang="fa-IR" sz="1600" b="0" dirty="0">
              <a:solidFill>
                <a:srgbClr val="CCCCCC"/>
              </a:solidFill>
              <a:effectLst/>
              <a:latin typeface="Consolas" panose="020B0609020204030204" pitchFamily="49" charset="0"/>
            </a:endParaRPr>
          </a:p>
          <a:p>
            <a:pPr>
              <a:lnSpc>
                <a:spcPts val="1425"/>
              </a:lnSpc>
              <a:buNone/>
            </a:pPr>
            <a:br>
              <a:rPr lang="en-US" sz="1600" b="0" dirty="0">
                <a:solidFill>
                  <a:srgbClr val="CCCCCC"/>
                </a:solidFill>
                <a:effectLst/>
                <a:latin typeface="Consolas" panose="020B0609020204030204" pitchFamily="49" charset="0"/>
              </a:rPr>
            </a:br>
            <a:r>
              <a:rPr lang="en-US" sz="1600" b="0" dirty="0">
                <a:solidFill>
                  <a:srgbClr val="CCCCCC"/>
                </a:solidFill>
                <a:effectLst/>
                <a:latin typeface="Consolas" panose="020B0609020204030204" pitchFamily="49" charset="0"/>
              </a:rPr>
              <a:t>    </a:t>
            </a:r>
            <a:r>
              <a:rPr lang="en-US" sz="1600" b="0" dirty="0">
                <a:solidFill>
                  <a:srgbClr val="DCDCAA"/>
                </a:solidFill>
                <a:effectLst/>
                <a:latin typeface="Consolas" panose="020B0609020204030204" pitchFamily="49" charset="0"/>
              </a:rPr>
              <a:t>html2canvas</a:t>
            </a:r>
            <a:r>
              <a:rPr lang="en-US" sz="1600" b="0" dirty="0">
                <a:solidFill>
                  <a:srgbClr val="CCCCCC"/>
                </a:solidFill>
                <a:effectLst/>
                <a:latin typeface="Consolas" panose="020B0609020204030204" pitchFamily="49" charset="0"/>
              </a:rPr>
              <a:t>(</a:t>
            </a:r>
            <a:r>
              <a:rPr lang="en-US" sz="1600" b="0" dirty="0">
                <a:solidFill>
                  <a:srgbClr val="4FC1FF"/>
                </a:solidFill>
                <a:effectLst/>
                <a:latin typeface="Consolas" panose="020B0609020204030204" pitchFamily="49" charset="0"/>
              </a:rPr>
              <a:t>input</a:t>
            </a:r>
            <a:r>
              <a:rPr lang="en-US" sz="1600" b="0" dirty="0">
                <a:solidFill>
                  <a:srgbClr val="CCCCCC"/>
                </a:solidFill>
                <a:effectLst/>
                <a:latin typeface="Consolas" panose="020B0609020204030204" pitchFamily="49" charset="0"/>
              </a:rPr>
              <a:t>, { </a:t>
            </a:r>
            <a:r>
              <a:rPr lang="en-US" sz="1600" b="0" dirty="0">
                <a:solidFill>
                  <a:srgbClr val="9CDCFE"/>
                </a:solidFill>
                <a:effectLst/>
                <a:latin typeface="Consolas" panose="020B0609020204030204" pitchFamily="49" charset="0"/>
              </a:rPr>
              <a:t>scale:</a:t>
            </a:r>
            <a:r>
              <a:rPr lang="en-US" sz="1600" b="0" dirty="0">
                <a:solidFill>
                  <a:srgbClr val="CCCCCC"/>
                </a:solidFill>
                <a:effectLst/>
                <a:latin typeface="Consolas" panose="020B0609020204030204" pitchFamily="49" charset="0"/>
              </a:rPr>
              <a:t> </a:t>
            </a:r>
            <a:r>
              <a:rPr lang="en-US" sz="1600" b="0" dirty="0">
                <a:solidFill>
                  <a:srgbClr val="B5CEA8"/>
                </a:solidFill>
                <a:effectLst/>
                <a:latin typeface="Consolas" panose="020B0609020204030204" pitchFamily="49" charset="0"/>
              </a:rPr>
              <a:t>1.5</a:t>
            </a:r>
            <a:r>
              <a:rPr lang="en-US" sz="1600" b="0" dirty="0">
                <a:solidFill>
                  <a:srgbClr val="CCCCCC"/>
                </a:solidFill>
                <a:effectLst/>
                <a:latin typeface="Consolas" panose="020B0609020204030204" pitchFamily="49" charset="0"/>
              </a:rPr>
              <a:t> }).</a:t>
            </a:r>
            <a:r>
              <a:rPr lang="en-US" sz="1600" b="0" dirty="0">
                <a:solidFill>
                  <a:srgbClr val="DCDCAA"/>
                </a:solidFill>
                <a:effectLst/>
                <a:latin typeface="Consolas" panose="020B0609020204030204" pitchFamily="49" charset="0"/>
              </a:rPr>
              <a:t>then</a:t>
            </a:r>
            <a:r>
              <a:rPr lang="en-US" sz="1600" b="0" dirty="0">
                <a:solidFill>
                  <a:srgbClr val="CCCCCC"/>
                </a:solidFill>
                <a:effectLst/>
                <a:latin typeface="Consolas" panose="020B0609020204030204" pitchFamily="49" charset="0"/>
              </a:rPr>
              <a:t>((</a:t>
            </a:r>
            <a:r>
              <a:rPr lang="en-US" sz="1600" b="0" dirty="0">
                <a:solidFill>
                  <a:srgbClr val="9CDCFE"/>
                </a:solidFill>
                <a:effectLst/>
                <a:latin typeface="Consolas" panose="020B0609020204030204" pitchFamily="49" charset="0"/>
              </a:rPr>
              <a:t>canvas</a:t>
            </a:r>
            <a:r>
              <a:rPr lang="en-US" sz="1600" b="0" dirty="0">
                <a:solidFill>
                  <a:srgbClr val="CCCCCC"/>
                </a:solidFill>
                <a:effectLst/>
                <a:latin typeface="Consolas" panose="020B0609020204030204" pitchFamily="49" charset="0"/>
              </a:rPr>
              <a:t>) </a:t>
            </a:r>
            <a:r>
              <a:rPr lang="en-US" sz="1600" b="0" dirty="0">
                <a:solidFill>
                  <a:srgbClr val="569CD6"/>
                </a:solidFill>
                <a:effectLst/>
                <a:latin typeface="Consolas" panose="020B0609020204030204" pitchFamily="49" charset="0"/>
              </a:rPr>
              <a:t>=&gt;</a:t>
            </a:r>
            <a:r>
              <a:rPr lang="en-US" sz="1600" b="0" dirty="0">
                <a:solidFill>
                  <a:srgbClr val="CCCCCC"/>
                </a:solidFill>
                <a:effectLst/>
                <a:latin typeface="Consolas" panose="020B0609020204030204" pitchFamily="49" charset="0"/>
              </a:rPr>
              <a:t> {</a:t>
            </a:r>
          </a:p>
          <a:p>
            <a:pPr>
              <a:lnSpc>
                <a:spcPts val="1425"/>
              </a:lnSpc>
              <a:buNone/>
            </a:pPr>
            <a:r>
              <a:rPr lang="en-US" sz="1600" b="0" dirty="0">
                <a:solidFill>
                  <a:srgbClr val="CCCCCC"/>
                </a:solidFill>
                <a:effectLst/>
                <a:latin typeface="Consolas" panose="020B0609020204030204" pitchFamily="49" charset="0"/>
              </a:rPr>
              <a:t>      </a:t>
            </a:r>
            <a:r>
              <a:rPr lang="en-US" sz="1600" b="0" dirty="0">
                <a:solidFill>
                  <a:srgbClr val="6A9955"/>
                </a:solidFill>
                <a:effectLst/>
                <a:latin typeface="Consolas" panose="020B0609020204030204" pitchFamily="49" charset="0"/>
              </a:rPr>
              <a:t>// Calculate dimensions based on content</a:t>
            </a:r>
            <a:endParaRPr lang="en-US" sz="1600" b="0" dirty="0">
              <a:solidFill>
                <a:srgbClr val="CCCCCC"/>
              </a:solidFill>
              <a:effectLst/>
              <a:latin typeface="Consolas" panose="020B0609020204030204" pitchFamily="49" charset="0"/>
            </a:endParaRPr>
          </a:p>
          <a:p>
            <a:pPr>
              <a:lnSpc>
                <a:spcPts val="1425"/>
              </a:lnSpc>
              <a:buNone/>
            </a:pPr>
            <a:r>
              <a:rPr lang="en-US" sz="1600" b="0" dirty="0">
                <a:solidFill>
                  <a:srgbClr val="CCCCCC"/>
                </a:solidFill>
                <a:effectLst/>
                <a:latin typeface="Consolas" panose="020B0609020204030204" pitchFamily="49" charset="0"/>
              </a:rPr>
              <a:t>      </a:t>
            </a:r>
            <a:r>
              <a:rPr lang="en-US" sz="1600" b="0" dirty="0">
                <a:solidFill>
                  <a:srgbClr val="569CD6"/>
                </a:solidFill>
                <a:effectLst/>
                <a:latin typeface="Consolas" panose="020B0609020204030204" pitchFamily="49" charset="0"/>
              </a:rPr>
              <a:t>const</a:t>
            </a:r>
            <a:r>
              <a:rPr lang="en-US" sz="1600" b="0" dirty="0">
                <a:solidFill>
                  <a:srgbClr val="CCCCCC"/>
                </a:solidFill>
                <a:effectLst/>
                <a:latin typeface="Consolas" panose="020B0609020204030204" pitchFamily="49" charset="0"/>
              </a:rPr>
              <a:t> </a:t>
            </a:r>
            <a:r>
              <a:rPr lang="en-US" sz="1600" b="0" dirty="0" err="1">
                <a:solidFill>
                  <a:srgbClr val="6B9BC3"/>
                </a:solidFill>
                <a:effectLst/>
                <a:latin typeface="Consolas" panose="020B0609020204030204" pitchFamily="49" charset="0"/>
              </a:rPr>
              <a:t>contentWidth</a:t>
            </a:r>
            <a:r>
              <a:rPr lang="en-US" sz="1600" b="0" dirty="0">
                <a:solidFill>
                  <a:srgbClr val="CCCCCC"/>
                </a:solidFill>
                <a:effectLst/>
                <a:latin typeface="Consolas" panose="020B0609020204030204" pitchFamily="49" charset="0"/>
              </a:rPr>
              <a:t> </a:t>
            </a:r>
            <a:r>
              <a:rPr lang="en-US" sz="1600" b="0" dirty="0">
                <a:solidFill>
                  <a:srgbClr val="D4D4D4"/>
                </a:solidFill>
                <a:effectLst/>
                <a:latin typeface="Consolas" panose="020B0609020204030204" pitchFamily="49" charset="0"/>
              </a:rPr>
              <a:t>=</a:t>
            </a:r>
            <a:r>
              <a:rPr lang="en-US" sz="1600" b="0" dirty="0">
                <a:solidFill>
                  <a:srgbClr val="CCCCCC"/>
                </a:solidFill>
                <a:effectLst/>
                <a:latin typeface="Consolas" panose="020B0609020204030204" pitchFamily="49" charset="0"/>
              </a:rPr>
              <a:t> </a:t>
            </a:r>
            <a:r>
              <a:rPr lang="en-US" sz="1600" b="0" dirty="0">
                <a:solidFill>
                  <a:srgbClr val="B5CEA8"/>
                </a:solidFill>
                <a:effectLst/>
                <a:latin typeface="Consolas" panose="020B0609020204030204" pitchFamily="49" charset="0"/>
              </a:rPr>
              <a:t>210</a:t>
            </a:r>
            <a:r>
              <a:rPr lang="en-US" sz="1600" b="0" dirty="0">
                <a:solidFill>
                  <a:srgbClr val="CCCCCC"/>
                </a:solidFill>
                <a:effectLst/>
                <a:latin typeface="Consolas" panose="020B0609020204030204" pitchFamily="49" charset="0"/>
              </a:rPr>
              <a:t>; </a:t>
            </a:r>
            <a:r>
              <a:rPr lang="en-US" sz="1600" b="0" dirty="0">
                <a:solidFill>
                  <a:srgbClr val="6A9955"/>
                </a:solidFill>
                <a:effectLst/>
                <a:latin typeface="Consolas" panose="020B0609020204030204" pitchFamily="49" charset="0"/>
              </a:rPr>
              <a:t>// A4 width in mm</a:t>
            </a:r>
            <a:endParaRPr lang="fa-IR" sz="1600" b="0" dirty="0">
              <a:solidFill>
                <a:srgbClr val="6A9955"/>
              </a:solidFill>
              <a:effectLst/>
              <a:latin typeface="Consolas" panose="020B0609020204030204" pitchFamily="49" charset="0"/>
            </a:endParaRPr>
          </a:p>
          <a:p>
            <a:pPr>
              <a:lnSpc>
                <a:spcPts val="1425"/>
              </a:lnSpc>
              <a:buNone/>
            </a:pPr>
            <a:endParaRPr lang="en-US" sz="1600" b="0" dirty="0">
              <a:solidFill>
                <a:srgbClr val="CCCCCC"/>
              </a:solidFill>
              <a:effectLst/>
              <a:latin typeface="Consolas" panose="020B0609020204030204" pitchFamily="49" charset="0"/>
            </a:endParaRPr>
          </a:p>
          <a:p>
            <a:pPr>
              <a:lnSpc>
                <a:spcPts val="1425"/>
              </a:lnSpc>
              <a:buNone/>
            </a:pPr>
            <a:r>
              <a:rPr lang="en-US" sz="1600" b="0" dirty="0">
                <a:solidFill>
                  <a:srgbClr val="CCCCCC"/>
                </a:solidFill>
                <a:effectLst/>
                <a:latin typeface="Consolas" panose="020B0609020204030204" pitchFamily="49" charset="0"/>
              </a:rPr>
              <a:t>      </a:t>
            </a:r>
            <a:r>
              <a:rPr lang="en-US" sz="1600" b="0" dirty="0">
                <a:solidFill>
                  <a:srgbClr val="569CD6"/>
                </a:solidFill>
                <a:effectLst/>
                <a:latin typeface="Consolas" panose="020B0609020204030204" pitchFamily="49" charset="0"/>
              </a:rPr>
              <a:t>const</a:t>
            </a:r>
            <a:r>
              <a:rPr lang="en-US" sz="1600" b="0" dirty="0">
                <a:solidFill>
                  <a:srgbClr val="CCCCCC"/>
                </a:solidFill>
                <a:effectLst/>
                <a:latin typeface="Consolas" panose="020B0609020204030204" pitchFamily="49" charset="0"/>
              </a:rPr>
              <a:t> </a:t>
            </a:r>
            <a:r>
              <a:rPr lang="en-US" sz="1600" b="0" dirty="0" err="1">
                <a:solidFill>
                  <a:srgbClr val="6B9BC3"/>
                </a:solidFill>
                <a:effectLst/>
                <a:latin typeface="Consolas" panose="020B0609020204030204" pitchFamily="49" charset="0"/>
              </a:rPr>
              <a:t>contentHeight</a:t>
            </a:r>
            <a:r>
              <a:rPr lang="en-US" sz="1600" b="0" dirty="0">
                <a:solidFill>
                  <a:srgbClr val="CCCCCC"/>
                </a:solidFill>
                <a:effectLst/>
                <a:latin typeface="Consolas" panose="020B0609020204030204" pitchFamily="49" charset="0"/>
              </a:rPr>
              <a:t> </a:t>
            </a:r>
            <a:r>
              <a:rPr lang="en-US" sz="1600" b="0" dirty="0">
                <a:solidFill>
                  <a:srgbClr val="D4D4D4"/>
                </a:solidFill>
                <a:effectLst/>
                <a:latin typeface="Consolas" panose="020B0609020204030204" pitchFamily="49" charset="0"/>
              </a:rPr>
              <a:t>=</a:t>
            </a:r>
            <a:r>
              <a:rPr lang="en-US" sz="1600" b="0" dirty="0">
                <a:solidFill>
                  <a:srgbClr val="CCCCCC"/>
                </a:solidFill>
                <a:effectLst/>
                <a:latin typeface="Consolas" panose="020B0609020204030204" pitchFamily="49" charset="0"/>
              </a:rPr>
              <a:t> (</a:t>
            </a:r>
            <a:r>
              <a:rPr lang="en-US" sz="1600" b="0" dirty="0" err="1">
                <a:solidFill>
                  <a:srgbClr val="9CDCFE"/>
                </a:solidFill>
                <a:effectLst/>
                <a:latin typeface="Consolas" panose="020B0609020204030204" pitchFamily="49" charset="0"/>
              </a:rPr>
              <a:t>canvas</a:t>
            </a:r>
            <a:r>
              <a:rPr lang="en-US" sz="1600" b="0" dirty="0" err="1">
                <a:solidFill>
                  <a:srgbClr val="CCCCCC"/>
                </a:solidFill>
                <a:effectLst/>
                <a:latin typeface="Consolas" panose="020B0609020204030204" pitchFamily="49" charset="0"/>
              </a:rPr>
              <a:t>.</a:t>
            </a:r>
            <a:r>
              <a:rPr lang="en-US" sz="1600" b="0" dirty="0" err="1">
                <a:solidFill>
                  <a:srgbClr val="9CDCFE"/>
                </a:solidFill>
                <a:effectLst/>
                <a:latin typeface="Consolas" panose="020B0609020204030204" pitchFamily="49" charset="0"/>
              </a:rPr>
              <a:t>height</a:t>
            </a:r>
            <a:r>
              <a:rPr lang="en-US" sz="1600" b="0" dirty="0">
                <a:solidFill>
                  <a:srgbClr val="CCCCCC"/>
                </a:solidFill>
                <a:effectLst/>
                <a:latin typeface="Consolas" panose="020B0609020204030204" pitchFamily="49" charset="0"/>
              </a:rPr>
              <a:t> </a:t>
            </a:r>
            <a:r>
              <a:rPr lang="en-US" sz="1600" b="0" dirty="0">
                <a:solidFill>
                  <a:srgbClr val="D4D4D4"/>
                </a:solidFill>
                <a:effectLst/>
                <a:latin typeface="Consolas" panose="020B0609020204030204" pitchFamily="49" charset="0"/>
              </a:rPr>
              <a:t>*</a:t>
            </a:r>
            <a:r>
              <a:rPr lang="en-US" sz="1600" b="0" dirty="0">
                <a:solidFill>
                  <a:srgbClr val="CCCCCC"/>
                </a:solidFill>
                <a:effectLst/>
                <a:latin typeface="Consolas" panose="020B0609020204030204" pitchFamily="49" charset="0"/>
              </a:rPr>
              <a:t> </a:t>
            </a:r>
            <a:r>
              <a:rPr lang="en-US" sz="1600" b="0" dirty="0" err="1">
                <a:solidFill>
                  <a:srgbClr val="4FC1FF"/>
                </a:solidFill>
                <a:effectLst/>
                <a:latin typeface="Consolas" panose="020B0609020204030204" pitchFamily="49" charset="0"/>
              </a:rPr>
              <a:t>contentWidth</a:t>
            </a:r>
            <a:r>
              <a:rPr lang="en-US" sz="1600" b="0" dirty="0">
                <a:solidFill>
                  <a:srgbClr val="CCCCCC"/>
                </a:solidFill>
                <a:effectLst/>
                <a:latin typeface="Consolas" panose="020B0609020204030204" pitchFamily="49" charset="0"/>
              </a:rPr>
              <a:t>) </a:t>
            </a:r>
            <a:r>
              <a:rPr lang="en-US" sz="1600" b="0" dirty="0">
                <a:solidFill>
                  <a:srgbClr val="D4D4D4"/>
                </a:solidFill>
                <a:effectLst/>
                <a:latin typeface="Consolas" panose="020B0609020204030204" pitchFamily="49" charset="0"/>
              </a:rPr>
              <a:t>/</a:t>
            </a:r>
            <a:r>
              <a:rPr lang="en-US" sz="1600" b="0" dirty="0">
                <a:solidFill>
                  <a:srgbClr val="CCCCCC"/>
                </a:solidFill>
                <a:effectLst/>
                <a:latin typeface="Consolas" panose="020B0609020204030204" pitchFamily="49" charset="0"/>
              </a:rPr>
              <a:t> </a:t>
            </a:r>
            <a:r>
              <a:rPr lang="en-US" sz="1600" b="0" dirty="0" err="1">
                <a:solidFill>
                  <a:srgbClr val="9CDCFE"/>
                </a:solidFill>
                <a:effectLst/>
                <a:latin typeface="Consolas" panose="020B0609020204030204" pitchFamily="49" charset="0"/>
              </a:rPr>
              <a:t>canvas</a:t>
            </a:r>
            <a:r>
              <a:rPr lang="en-US" sz="1600" b="0" dirty="0" err="1">
                <a:solidFill>
                  <a:srgbClr val="CCCCCC"/>
                </a:solidFill>
                <a:effectLst/>
                <a:latin typeface="Consolas" panose="020B0609020204030204" pitchFamily="49" charset="0"/>
              </a:rPr>
              <a:t>.</a:t>
            </a:r>
            <a:r>
              <a:rPr lang="en-US" sz="1600" b="0" dirty="0" err="1">
                <a:solidFill>
                  <a:srgbClr val="9CDCFE"/>
                </a:solidFill>
                <a:effectLst/>
                <a:latin typeface="Consolas" panose="020B0609020204030204" pitchFamily="49" charset="0"/>
              </a:rPr>
              <a:t>width</a:t>
            </a:r>
            <a:r>
              <a:rPr lang="en-US" sz="1600" b="0" dirty="0">
                <a:solidFill>
                  <a:srgbClr val="CCCCCC"/>
                </a:solidFill>
                <a:effectLst/>
                <a:latin typeface="Consolas" panose="020B0609020204030204" pitchFamily="49" charset="0"/>
              </a:rPr>
              <a:t>; </a:t>
            </a:r>
            <a:r>
              <a:rPr lang="en-US" sz="1600" b="0" dirty="0">
                <a:solidFill>
                  <a:srgbClr val="6A9955"/>
                </a:solidFill>
                <a:effectLst/>
                <a:latin typeface="Consolas" panose="020B0609020204030204" pitchFamily="49" charset="0"/>
              </a:rPr>
              <a:t>// Scale proportionally</a:t>
            </a:r>
            <a:endParaRPr lang="en-US" sz="1600" b="0" dirty="0">
              <a:solidFill>
                <a:srgbClr val="CCCCCC"/>
              </a:solidFill>
              <a:effectLst/>
              <a:latin typeface="Consolas" panose="020B0609020204030204" pitchFamily="49" charset="0"/>
            </a:endParaRPr>
          </a:p>
          <a:p>
            <a:pPr>
              <a:lnSpc>
                <a:spcPts val="1425"/>
              </a:lnSpc>
              <a:buNone/>
            </a:pPr>
            <a:endParaRPr lang="fa-IR" sz="1600" b="0" dirty="0">
              <a:solidFill>
                <a:srgbClr val="CCCCCC"/>
              </a:solidFill>
              <a:effectLst/>
              <a:latin typeface="Consolas" panose="020B0609020204030204" pitchFamily="49" charset="0"/>
            </a:endParaRPr>
          </a:p>
          <a:p>
            <a:pPr>
              <a:lnSpc>
                <a:spcPts val="1425"/>
              </a:lnSpc>
              <a:buNone/>
            </a:pPr>
            <a:br>
              <a:rPr lang="en-US" sz="1600" b="0" dirty="0">
                <a:solidFill>
                  <a:srgbClr val="CCCCCC"/>
                </a:solidFill>
                <a:effectLst/>
                <a:latin typeface="Consolas" panose="020B0609020204030204" pitchFamily="49" charset="0"/>
              </a:rPr>
            </a:br>
            <a:r>
              <a:rPr lang="en-US" sz="1600" b="0" dirty="0">
                <a:solidFill>
                  <a:srgbClr val="CCCCCC"/>
                </a:solidFill>
                <a:effectLst/>
                <a:latin typeface="Consolas" panose="020B0609020204030204" pitchFamily="49" charset="0"/>
              </a:rPr>
              <a:t>      </a:t>
            </a:r>
            <a:r>
              <a:rPr lang="en-US" sz="1600" b="0" dirty="0">
                <a:solidFill>
                  <a:srgbClr val="6A9955"/>
                </a:solidFill>
                <a:effectLst/>
                <a:latin typeface="Consolas" panose="020B0609020204030204" pitchFamily="49" charset="0"/>
              </a:rPr>
              <a:t>// Create a PDF with a dynamic height</a:t>
            </a:r>
            <a:endParaRPr lang="en-US" sz="1600" b="0" dirty="0">
              <a:solidFill>
                <a:srgbClr val="CCCCCC"/>
              </a:solidFill>
              <a:effectLst/>
              <a:latin typeface="Consolas" panose="020B0609020204030204" pitchFamily="49" charset="0"/>
            </a:endParaRPr>
          </a:p>
          <a:p>
            <a:pPr>
              <a:lnSpc>
                <a:spcPts val="1425"/>
              </a:lnSpc>
              <a:buNone/>
            </a:pPr>
            <a:r>
              <a:rPr lang="en-US" sz="1600" b="0" dirty="0">
                <a:solidFill>
                  <a:srgbClr val="CCCCCC"/>
                </a:solidFill>
                <a:effectLst/>
                <a:latin typeface="Consolas" panose="020B0609020204030204" pitchFamily="49" charset="0"/>
              </a:rPr>
              <a:t>      </a:t>
            </a:r>
            <a:r>
              <a:rPr lang="en-US" sz="1600" b="0" dirty="0">
                <a:solidFill>
                  <a:srgbClr val="569CD6"/>
                </a:solidFill>
                <a:effectLst/>
                <a:latin typeface="Consolas" panose="020B0609020204030204" pitchFamily="49" charset="0"/>
              </a:rPr>
              <a:t>const</a:t>
            </a:r>
            <a:r>
              <a:rPr lang="en-US" sz="1600" b="0" dirty="0">
                <a:solidFill>
                  <a:srgbClr val="CCCCCC"/>
                </a:solidFill>
                <a:effectLst/>
                <a:latin typeface="Consolas" panose="020B0609020204030204" pitchFamily="49" charset="0"/>
              </a:rPr>
              <a:t> </a:t>
            </a:r>
            <a:r>
              <a:rPr lang="en-US" sz="1600" b="0" dirty="0">
                <a:solidFill>
                  <a:srgbClr val="6B9BC3"/>
                </a:solidFill>
                <a:effectLst/>
                <a:latin typeface="Consolas" panose="020B0609020204030204" pitchFamily="49" charset="0"/>
              </a:rPr>
              <a:t>pdf</a:t>
            </a:r>
            <a:r>
              <a:rPr lang="en-US" sz="1600" b="0" dirty="0">
                <a:solidFill>
                  <a:srgbClr val="CCCCCC"/>
                </a:solidFill>
                <a:effectLst/>
                <a:latin typeface="Consolas" panose="020B0609020204030204" pitchFamily="49" charset="0"/>
              </a:rPr>
              <a:t> </a:t>
            </a:r>
            <a:r>
              <a:rPr lang="en-US" sz="1600" b="0" dirty="0">
                <a:solidFill>
                  <a:srgbClr val="D4D4D4"/>
                </a:solidFill>
                <a:effectLst/>
                <a:latin typeface="Consolas" panose="020B0609020204030204" pitchFamily="49" charset="0"/>
              </a:rPr>
              <a:t>=</a:t>
            </a:r>
            <a:r>
              <a:rPr lang="en-US" sz="1600" b="0" dirty="0">
                <a:solidFill>
                  <a:srgbClr val="CCCCCC"/>
                </a:solidFill>
                <a:effectLst/>
                <a:latin typeface="Consolas" panose="020B0609020204030204" pitchFamily="49" charset="0"/>
              </a:rPr>
              <a:t> </a:t>
            </a:r>
            <a:r>
              <a:rPr lang="en-US" sz="1600" b="0" dirty="0">
                <a:solidFill>
                  <a:srgbClr val="569CD6"/>
                </a:solidFill>
                <a:effectLst/>
                <a:latin typeface="Consolas" panose="020B0609020204030204" pitchFamily="49" charset="0"/>
              </a:rPr>
              <a:t>new</a:t>
            </a:r>
            <a:r>
              <a:rPr lang="en-US" sz="1600" b="0" dirty="0">
                <a:solidFill>
                  <a:srgbClr val="CCCCCC"/>
                </a:solidFill>
                <a:effectLst/>
                <a:latin typeface="Consolas" panose="020B0609020204030204" pitchFamily="49" charset="0"/>
              </a:rPr>
              <a:t> </a:t>
            </a:r>
            <a:r>
              <a:rPr lang="en-US" sz="1600" b="0" dirty="0" err="1">
                <a:solidFill>
                  <a:srgbClr val="4EC9B0"/>
                </a:solidFill>
                <a:effectLst/>
                <a:latin typeface="Consolas" panose="020B0609020204030204" pitchFamily="49" charset="0"/>
              </a:rPr>
              <a:t>jsPDF</a:t>
            </a:r>
            <a:r>
              <a:rPr lang="en-US" sz="1600" b="0" dirty="0">
                <a:solidFill>
                  <a:srgbClr val="CCCCCC"/>
                </a:solidFill>
                <a:effectLst/>
                <a:latin typeface="Consolas" panose="020B0609020204030204" pitchFamily="49" charset="0"/>
              </a:rPr>
              <a:t>({</a:t>
            </a:r>
          </a:p>
          <a:p>
            <a:pPr>
              <a:lnSpc>
                <a:spcPts val="1425"/>
              </a:lnSpc>
              <a:buNone/>
            </a:pP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orientation:</a:t>
            </a:r>
            <a:r>
              <a:rPr lang="en-US" sz="1600" b="0" dirty="0">
                <a:solidFill>
                  <a:srgbClr val="CCCCCC"/>
                </a:solidFill>
                <a:effectLst/>
                <a:latin typeface="Consolas" panose="020B0609020204030204" pitchFamily="49" charset="0"/>
              </a:rPr>
              <a:t> </a:t>
            </a:r>
            <a:r>
              <a:rPr lang="en-US" sz="1600" b="0" dirty="0">
                <a:solidFill>
                  <a:srgbClr val="CE9178"/>
                </a:solidFill>
                <a:effectLst/>
                <a:latin typeface="Consolas" panose="020B0609020204030204" pitchFamily="49" charset="0"/>
              </a:rPr>
              <a:t>'portrait'</a:t>
            </a:r>
            <a:r>
              <a:rPr lang="en-US" sz="1600" b="0" dirty="0">
                <a:solidFill>
                  <a:srgbClr val="CCCCCC"/>
                </a:solidFill>
                <a:effectLst/>
                <a:latin typeface="Consolas" panose="020B0609020204030204" pitchFamily="49" charset="0"/>
              </a:rPr>
              <a:t>,</a:t>
            </a:r>
          </a:p>
          <a:p>
            <a:pPr>
              <a:lnSpc>
                <a:spcPts val="1425"/>
              </a:lnSpc>
              <a:buNone/>
            </a:pP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unit:</a:t>
            </a:r>
            <a:r>
              <a:rPr lang="en-US" sz="1600" b="0" dirty="0">
                <a:solidFill>
                  <a:srgbClr val="CCCCCC"/>
                </a:solidFill>
                <a:effectLst/>
                <a:latin typeface="Consolas" panose="020B0609020204030204" pitchFamily="49" charset="0"/>
              </a:rPr>
              <a:t> </a:t>
            </a:r>
            <a:r>
              <a:rPr lang="en-US" sz="1600" b="0" dirty="0">
                <a:solidFill>
                  <a:srgbClr val="CE9178"/>
                </a:solidFill>
                <a:effectLst/>
                <a:latin typeface="Consolas" panose="020B0609020204030204" pitchFamily="49" charset="0"/>
              </a:rPr>
              <a:t>'mm'</a:t>
            </a:r>
            <a:r>
              <a:rPr lang="en-US" sz="1600" b="0" dirty="0">
                <a:solidFill>
                  <a:srgbClr val="CCCCCC"/>
                </a:solidFill>
                <a:effectLst/>
                <a:latin typeface="Consolas" panose="020B0609020204030204" pitchFamily="49" charset="0"/>
              </a:rPr>
              <a:t>,</a:t>
            </a:r>
          </a:p>
          <a:p>
            <a:pPr>
              <a:lnSpc>
                <a:spcPts val="1425"/>
              </a:lnSpc>
              <a:buNone/>
            </a:pP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format:</a:t>
            </a:r>
            <a:r>
              <a:rPr lang="en-US" sz="1600" b="0" dirty="0">
                <a:solidFill>
                  <a:srgbClr val="CCCCCC"/>
                </a:solidFill>
                <a:effectLst/>
                <a:latin typeface="Consolas" panose="020B0609020204030204" pitchFamily="49" charset="0"/>
              </a:rPr>
              <a:t> [</a:t>
            </a:r>
            <a:r>
              <a:rPr lang="en-US" sz="1600" b="0" dirty="0" err="1">
                <a:solidFill>
                  <a:srgbClr val="4FC1FF"/>
                </a:solidFill>
                <a:effectLst/>
                <a:latin typeface="Consolas" panose="020B0609020204030204" pitchFamily="49" charset="0"/>
              </a:rPr>
              <a:t>contentWidth</a:t>
            </a:r>
            <a:r>
              <a:rPr lang="en-US" sz="1600" b="0" dirty="0">
                <a:solidFill>
                  <a:srgbClr val="CCCCCC"/>
                </a:solidFill>
                <a:effectLst/>
                <a:latin typeface="Consolas" panose="020B0609020204030204" pitchFamily="49" charset="0"/>
              </a:rPr>
              <a:t>, </a:t>
            </a:r>
            <a:r>
              <a:rPr lang="en-US" sz="1600" b="0" dirty="0" err="1">
                <a:solidFill>
                  <a:srgbClr val="4FC1FF"/>
                </a:solidFill>
                <a:effectLst/>
                <a:latin typeface="Consolas" panose="020B0609020204030204" pitchFamily="49" charset="0"/>
              </a:rPr>
              <a:t>contentHeight</a:t>
            </a:r>
            <a:r>
              <a:rPr lang="en-US" sz="1600" b="0" dirty="0">
                <a:solidFill>
                  <a:srgbClr val="CCCCCC"/>
                </a:solidFill>
                <a:effectLst/>
                <a:latin typeface="Consolas" panose="020B0609020204030204" pitchFamily="49" charset="0"/>
              </a:rPr>
              <a:t>], </a:t>
            </a:r>
            <a:r>
              <a:rPr lang="en-US" sz="1600" b="0" dirty="0">
                <a:solidFill>
                  <a:srgbClr val="6A9955"/>
                </a:solidFill>
                <a:effectLst/>
                <a:latin typeface="Consolas" panose="020B0609020204030204" pitchFamily="49" charset="0"/>
              </a:rPr>
              <a:t>// Custom height based on content</a:t>
            </a:r>
            <a:endParaRPr lang="fa-IR" sz="1600" b="0" dirty="0">
              <a:solidFill>
                <a:srgbClr val="6A9955"/>
              </a:solidFill>
              <a:effectLst/>
              <a:latin typeface="Consolas" panose="020B0609020204030204" pitchFamily="49" charset="0"/>
            </a:endParaRPr>
          </a:p>
          <a:p>
            <a:pPr>
              <a:lnSpc>
                <a:spcPts val="1425"/>
              </a:lnSpc>
              <a:buNone/>
            </a:pPr>
            <a:endParaRPr lang="en-US" sz="1600" b="0" dirty="0">
              <a:solidFill>
                <a:srgbClr val="CCCCCC"/>
              </a:solidFill>
              <a:effectLst/>
              <a:latin typeface="Consolas" panose="020B0609020204030204" pitchFamily="49" charset="0"/>
            </a:endParaRPr>
          </a:p>
          <a:p>
            <a:pPr>
              <a:lnSpc>
                <a:spcPts val="1425"/>
              </a:lnSpc>
              <a:buNone/>
            </a:pPr>
            <a:r>
              <a:rPr lang="en-US" sz="1600" b="0" dirty="0">
                <a:solidFill>
                  <a:srgbClr val="CCCCCC"/>
                </a:solidFill>
                <a:effectLst/>
                <a:latin typeface="Consolas" panose="020B0609020204030204" pitchFamily="49" charset="0"/>
              </a:rPr>
              <a:t>      });</a:t>
            </a:r>
          </a:p>
          <a:p>
            <a:pPr>
              <a:lnSpc>
                <a:spcPts val="1425"/>
              </a:lnSpc>
              <a:buNone/>
            </a:pPr>
            <a:br>
              <a:rPr lang="en-US" sz="1600" b="0" dirty="0">
                <a:solidFill>
                  <a:srgbClr val="CCCCCC"/>
                </a:solidFill>
                <a:effectLst/>
                <a:latin typeface="Consolas" panose="020B0609020204030204" pitchFamily="49" charset="0"/>
              </a:rPr>
            </a:br>
            <a:r>
              <a:rPr lang="en-US" sz="1600" b="0" dirty="0">
                <a:solidFill>
                  <a:srgbClr val="CCCCCC"/>
                </a:solidFill>
                <a:effectLst/>
                <a:latin typeface="Consolas" panose="020B0609020204030204" pitchFamily="49" charset="0"/>
              </a:rPr>
              <a:t>      </a:t>
            </a:r>
            <a:r>
              <a:rPr lang="en-US" sz="1600" b="0" dirty="0">
                <a:solidFill>
                  <a:srgbClr val="6A9955"/>
                </a:solidFill>
                <a:effectLst/>
                <a:latin typeface="Consolas" panose="020B0609020204030204" pitchFamily="49" charset="0"/>
              </a:rPr>
              <a:t>// Add the entire content as a single image</a:t>
            </a:r>
            <a:endParaRPr lang="en-US" sz="1600" b="0" dirty="0">
              <a:solidFill>
                <a:srgbClr val="CCCCCC"/>
              </a:solidFill>
              <a:effectLst/>
              <a:latin typeface="Consolas" panose="020B0609020204030204" pitchFamily="49" charset="0"/>
            </a:endParaRPr>
          </a:p>
          <a:p>
            <a:pPr>
              <a:lnSpc>
                <a:spcPts val="1425"/>
              </a:lnSpc>
              <a:buNone/>
            </a:pPr>
            <a:r>
              <a:rPr lang="en-US" sz="1600" b="0" dirty="0">
                <a:solidFill>
                  <a:srgbClr val="CCCCCC"/>
                </a:solidFill>
                <a:effectLst/>
                <a:latin typeface="Consolas" panose="020B0609020204030204" pitchFamily="49" charset="0"/>
              </a:rPr>
              <a:t>      </a:t>
            </a:r>
            <a:r>
              <a:rPr lang="en-US" sz="1600" b="0" dirty="0" err="1">
                <a:solidFill>
                  <a:srgbClr val="4FC1FF"/>
                </a:solidFill>
                <a:effectLst/>
                <a:latin typeface="Consolas" panose="020B0609020204030204" pitchFamily="49" charset="0"/>
              </a:rPr>
              <a:t>pdf</a:t>
            </a:r>
            <a:r>
              <a:rPr lang="en-US" sz="1600" b="0" dirty="0" err="1">
                <a:solidFill>
                  <a:srgbClr val="CCCCCC"/>
                </a:solidFill>
                <a:effectLst/>
                <a:latin typeface="Consolas" panose="020B0609020204030204" pitchFamily="49" charset="0"/>
              </a:rPr>
              <a:t>.</a:t>
            </a:r>
            <a:r>
              <a:rPr lang="en-US" sz="1600" b="0" dirty="0" err="1">
                <a:solidFill>
                  <a:srgbClr val="DCDCAA"/>
                </a:solidFill>
                <a:effectLst/>
                <a:latin typeface="Consolas" panose="020B0609020204030204" pitchFamily="49" charset="0"/>
              </a:rPr>
              <a:t>addImage</a:t>
            </a:r>
            <a:r>
              <a:rPr lang="en-US" sz="1600" b="0" dirty="0">
                <a:solidFill>
                  <a:srgbClr val="CCCCCC"/>
                </a:solidFill>
                <a:effectLst/>
                <a:latin typeface="Consolas" panose="020B0609020204030204" pitchFamily="49" charset="0"/>
              </a:rPr>
              <a:t>(</a:t>
            </a:r>
            <a:r>
              <a:rPr lang="en-US" sz="1600" b="0" dirty="0">
                <a:solidFill>
                  <a:srgbClr val="9CDCFE"/>
                </a:solidFill>
                <a:effectLst/>
                <a:latin typeface="Consolas" panose="020B0609020204030204" pitchFamily="49" charset="0"/>
              </a:rPr>
              <a:t>canvas</a:t>
            </a:r>
            <a:r>
              <a:rPr lang="en-US" sz="1600" b="0" dirty="0">
                <a:solidFill>
                  <a:srgbClr val="CCCCCC"/>
                </a:solidFill>
                <a:effectLst/>
                <a:latin typeface="Consolas" panose="020B0609020204030204" pitchFamily="49" charset="0"/>
              </a:rPr>
              <a:t>, </a:t>
            </a:r>
            <a:r>
              <a:rPr lang="en-US" sz="1600" b="0" dirty="0">
                <a:solidFill>
                  <a:srgbClr val="CE9178"/>
                </a:solidFill>
                <a:effectLst/>
                <a:latin typeface="Consolas" panose="020B0609020204030204" pitchFamily="49" charset="0"/>
              </a:rPr>
              <a:t>'JPEG'</a:t>
            </a:r>
            <a:r>
              <a:rPr lang="en-US" sz="1600" b="0" dirty="0">
                <a:solidFill>
                  <a:srgbClr val="CCCCCC"/>
                </a:solidFill>
                <a:effectLst/>
                <a:latin typeface="Consolas" panose="020B0609020204030204" pitchFamily="49" charset="0"/>
              </a:rPr>
              <a:t>, </a:t>
            </a:r>
            <a:r>
              <a:rPr lang="en-US" sz="1600" b="0" dirty="0">
                <a:solidFill>
                  <a:srgbClr val="B5CEA8"/>
                </a:solidFill>
                <a:effectLst/>
                <a:latin typeface="Consolas" panose="020B0609020204030204" pitchFamily="49" charset="0"/>
              </a:rPr>
              <a:t>0</a:t>
            </a:r>
            <a:r>
              <a:rPr lang="en-US" sz="1600" b="0" dirty="0">
                <a:solidFill>
                  <a:srgbClr val="CCCCCC"/>
                </a:solidFill>
                <a:effectLst/>
                <a:latin typeface="Consolas" panose="020B0609020204030204" pitchFamily="49" charset="0"/>
              </a:rPr>
              <a:t>, </a:t>
            </a:r>
            <a:r>
              <a:rPr lang="en-US" sz="1600" b="0" dirty="0">
                <a:solidFill>
                  <a:srgbClr val="B5CEA8"/>
                </a:solidFill>
                <a:effectLst/>
                <a:latin typeface="Consolas" panose="020B0609020204030204" pitchFamily="49" charset="0"/>
              </a:rPr>
              <a:t>0</a:t>
            </a:r>
            <a:r>
              <a:rPr lang="en-US" sz="1600" b="0" dirty="0">
                <a:solidFill>
                  <a:srgbClr val="CCCCCC"/>
                </a:solidFill>
                <a:effectLst/>
                <a:latin typeface="Consolas" panose="020B0609020204030204" pitchFamily="49" charset="0"/>
              </a:rPr>
              <a:t>, </a:t>
            </a:r>
            <a:r>
              <a:rPr lang="en-US" sz="1600" b="0" dirty="0" err="1">
                <a:solidFill>
                  <a:srgbClr val="4FC1FF"/>
                </a:solidFill>
                <a:effectLst/>
                <a:latin typeface="Consolas" panose="020B0609020204030204" pitchFamily="49" charset="0"/>
              </a:rPr>
              <a:t>contentWidth</a:t>
            </a:r>
            <a:r>
              <a:rPr lang="en-US" sz="1600" b="0" dirty="0">
                <a:solidFill>
                  <a:srgbClr val="CCCCCC"/>
                </a:solidFill>
                <a:effectLst/>
                <a:latin typeface="Consolas" panose="020B0609020204030204" pitchFamily="49" charset="0"/>
              </a:rPr>
              <a:t>, </a:t>
            </a:r>
            <a:r>
              <a:rPr lang="en-US" sz="1600" b="0" dirty="0" err="1">
                <a:solidFill>
                  <a:srgbClr val="4FC1FF"/>
                </a:solidFill>
                <a:effectLst/>
                <a:latin typeface="Consolas" panose="020B0609020204030204" pitchFamily="49" charset="0"/>
              </a:rPr>
              <a:t>contentHeight</a:t>
            </a:r>
            <a:r>
              <a:rPr lang="en-US" sz="1600" b="0" dirty="0">
                <a:solidFill>
                  <a:srgbClr val="CCCCCC"/>
                </a:solidFill>
                <a:effectLst/>
                <a:latin typeface="Consolas" panose="020B0609020204030204" pitchFamily="49" charset="0"/>
              </a:rPr>
              <a:t>);</a:t>
            </a:r>
          </a:p>
          <a:p>
            <a:pPr>
              <a:lnSpc>
                <a:spcPts val="1425"/>
              </a:lnSpc>
              <a:buNone/>
            </a:pPr>
            <a:endParaRPr lang="fa-IR" sz="1600" b="0" dirty="0">
              <a:solidFill>
                <a:srgbClr val="CCCCCC"/>
              </a:solidFill>
              <a:effectLst/>
              <a:latin typeface="Consolas" panose="020B0609020204030204" pitchFamily="49" charset="0"/>
            </a:endParaRPr>
          </a:p>
          <a:p>
            <a:pPr>
              <a:lnSpc>
                <a:spcPts val="1425"/>
              </a:lnSpc>
              <a:buNone/>
            </a:pPr>
            <a:br>
              <a:rPr lang="en-US" sz="1600" b="0" dirty="0">
                <a:solidFill>
                  <a:srgbClr val="CCCCCC"/>
                </a:solidFill>
                <a:effectLst/>
                <a:latin typeface="Consolas" panose="020B0609020204030204" pitchFamily="49" charset="0"/>
              </a:rPr>
            </a:br>
            <a:r>
              <a:rPr lang="en-US" sz="1600" b="0" dirty="0">
                <a:solidFill>
                  <a:srgbClr val="CCCCCC"/>
                </a:solidFill>
                <a:effectLst/>
                <a:latin typeface="Consolas" panose="020B0609020204030204" pitchFamily="49" charset="0"/>
              </a:rPr>
              <a:t>      </a:t>
            </a:r>
            <a:r>
              <a:rPr lang="en-US" sz="1600" b="0" dirty="0">
                <a:solidFill>
                  <a:srgbClr val="6A9955"/>
                </a:solidFill>
                <a:effectLst/>
                <a:latin typeface="Consolas" panose="020B0609020204030204" pitchFamily="49" charset="0"/>
              </a:rPr>
              <a:t>// Save the PDF</a:t>
            </a:r>
            <a:endParaRPr lang="en-US" sz="1600" b="0" dirty="0">
              <a:solidFill>
                <a:srgbClr val="CCCCCC"/>
              </a:solidFill>
              <a:effectLst/>
              <a:latin typeface="Consolas" panose="020B0609020204030204" pitchFamily="49" charset="0"/>
            </a:endParaRPr>
          </a:p>
          <a:p>
            <a:pPr>
              <a:lnSpc>
                <a:spcPts val="1425"/>
              </a:lnSpc>
              <a:buNone/>
            </a:pPr>
            <a:r>
              <a:rPr lang="en-US" sz="1600" b="0" dirty="0">
                <a:solidFill>
                  <a:srgbClr val="CCCCCC"/>
                </a:solidFill>
                <a:effectLst/>
                <a:latin typeface="Consolas" panose="020B0609020204030204" pitchFamily="49" charset="0"/>
              </a:rPr>
              <a:t>      </a:t>
            </a:r>
            <a:r>
              <a:rPr lang="en-US" sz="1600" b="0" dirty="0" err="1">
                <a:solidFill>
                  <a:srgbClr val="4FC1FF"/>
                </a:solidFill>
                <a:effectLst/>
                <a:latin typeface="Consolas" panose="020B0609020204030204" pitchFamily="49" charset="0"/>
              </a:rPr>
              <a:t>pdf</a:t>
            </a:r>
            <a:r>
              <a:rPr lang="en-US" sz="1600" b="0" dirty="0" err="1">
                <a:solidFill>
                  <a:srgbClr val="CCCCCC"/>
                </a:solidFill>
                <a:effectLst/>
                <a:latin typeface="Consolas" panose="020B0609020204030204" pitchFamily="49" charset="0"/>
              </a:rPr>
              <a:t>.</a:t>
            </a:r>
            <a:r>
              <a:rPr lang="en-US" sz="1600" b="0" dirty="0" err="1">
                <a:solidFill>
                  <a:srgbClr val="DCDCAA"/>
                </a:solidFill>
                <a:effectLst/>
                <a:latin typeface="Consolas" panose="020B0609020204030204" pitchFamily="49" charset="0"/>
              </a:rPr>
              <a:t>save</a:t>
            </a:r>
            <a:r>
              <a:rPr lang="en-US" sz="1600" b="0" dirty="0">
                <a:solidFill>
                  <a:srgbClr val="CCCCCC"/>
                </a:solidFill>
                <a:effectLst/>
                <a:latin typeface="Consolas" panose="020B0609020204030204" pitchFamily="49" charset="0"/>
              </a:rPr>
              <a:t>(</a:t>
            </a:r>
            <a:r>
              <a:rPr lang="en-US" sz="1600" b="0" dirty="0">
                <a:solidFill>
                  <a:srgbClr val="CE9178"/>
                </a:solidFill>
                <a:effectLst/>
                <a:latin typeface="Consolas" panose="020B0609020204030204" pitchFamily="49" charset="0"/>
              </a:rPr>
              <a:t>'report.pdf'</a:t>
            </a:r>
            <a:r>
              <a:rPr lang="en-US" sz="1600" b="0" dirty="0">
                <a:solidFill>
                  <a:srgbClr val="CCCCCC"/>
                </a:solidFill>
                <a:effectLst/>
                <a:latin typeface="Consolas" panose="020B0609020204030204" pitchFamily="49" charset="0"/>
              </a:rPr>
              <a:t>);</a:t>
            </a:r>
          </a:p>
          <a:p>
            <a:pPr>
              <a:lnSpc>
                <a:spcPts val="1425"/>
              </a:lnSpc>
              <a:buNone/>
            </a:pPr>
            <a:r>
              <a:rPr lang="en-US" sz="1600" b="0" dirty="0">
                <a:solidFill>
                  <a:srgbClr val="CCCCCC"/>
                </a:solidFill>
                <a:effectLst/>
                <a:latin typeface="Consolas" panose="020B0609020204030204" pitchFamily="49" charset="0"/>
              </a:rPr>
              <a:t>    });</a:t>
            </a:r>
          </a:p>
          <a:p>
            <a:pPr>
              <a:lnSpc>
                <a:spcPts val="1425"/>
              </a:lnSpc>
            </a:pPr>
            <a:r>
              <a:rPr lang="en-US" sz="1600" b="0" dirty="0">
                <a:solidFill>
                  <a:srgbClr val="CCCCCC"/>
                </a:solidFill>
                <a:effectLst/>
                <a:latin typeface="Consolas" panose="020B0609020204030204" pitchFamily="49" charset="0"/>
              </a:rPr>
              <a:t>  };</a:t>
            </a:r>
          </a:p>
        </p:txBody>
      </p:sp>
      <p:pic>
        <p:nvPicPr>
          <p:cNvPr id="7" name="Picture 6" descr="A black screen with white text&#10;&#10;AI-generated content may be incorrect.">
            <a:extLst>
              <a:ext uri="{FF2B5EF4-FFF2-40B4-BE49-F238E27FC236}">
                <a16:creationId xmlns:a16="http://schemas.microsoft.com/office/drawing/2014/main" id="{B2657F04-CA2E-9293-150D-2D35BF8070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675" y="6629682"/>
            <a:ext cx="7163168" cy="3810196"/>
          </a:xfrm>
          <a:prstGeom prst="rect">
            <a:avLst/>
          </a:prstGeom>
        </p:spPr>
      </p:pic>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0197FCEE-1047-19D6-2084-42658B881521}"/>
                  </a:ext>
                </a:extLst>
              </p14:cNvPr>
              <p14:cNvContentPartPr/>
              <p14:nvPr/>
            </p14:nvContentPartPr>
            <p14:xfrm>
              <a:off x="6765480" y="10299920"/>
              <a:ext cx="360" cy="360"/>
            </p14:xfrm>
          </p:contentPart>
        </mc:Choice>
        <mc:Fallback xmlns="">
          <p:pic>
            <p:nvPicPr>
              <p:cNvPr id="10" name="Ink 9">
                <a:extLst>
                  <a:ext uri="{FF2B5EF4-FFF2-40B4-BE49-F238E27FC236}">
                    <a16:creationId xmlns:a16="http://schemas.microsoft.com/office/drawing/2014/main" id="{0197FCEE-1047-19D6-2084-42658B881521}"/>
                  </a:ext>
                </a:extLst>
              </p:cNvPr>
              <p:cNvPicPr/>
              <p:nvPr/>
            </p:nvPicPr>
            <p:blipFill>
              <a:blip r:embed="rId5"/>
              <a:stretch>
                <a:fillRect/>
              </a:stretch>
            </p:blipFill>
            <p:spPr>
              <a:xfrm>
                <a:off x="6702840" y="10237280"/>
                <a:ext cx="126000" cy="126000"/>
              </a:xfrm>
              <a:prstGeom prst="rect">
                <a:avLst/>
              </a:prstGeom>
            </p:spPr>
          </p:pic>
        </mc:Fallback>
      </mc:AlternateContent>
      <p:grpSp>
        <p:nvGrpSpPr>
          <p:cNvPr id="13" name="Group 12">
            <a:extLst>
              <a:ext uri="{FF2B5EF4-FFF2-40B4-BE49-F238E27FC236}">
                <a16:creationId xmlns:a16="http://schemas.microsoft.com/office/drawing/2014/main" id="{D7964DCC-70B3-828A-199C-B9027D5A38C5}"/>
              </a:ext>
            </a:extLst>
          </p:cNvPr>
          <p:cNvGrpSpPr/>
          <p:nvPr/>
        </p:nvGrpSpPr>
        <p:grpSpPr>
          <a:xfrm>
            <a:off x="711720" y="10146200"/>
            <a:ext cx="6476760" cy="328680"/>
            <a:chOff x="711720" y="10146200"/>
            <a:chExt cx="6476760" cy="328680"/>
          </a:xfrm>
        </p:grpSpPr>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57523625-0DC8-6E88-7066-C2209E9C18ED}"/>
                    </a:ext>
                  </a:extLst>
                </p14:cNvPr>
                <p14:cNvContentPartPr/>
                <p14:nvPr/>
              </p14:nvContentPartPr>
              <p14:xfrm>
                <a:off x="5246640" y="10334120"/>
                <a:ext cx="24480" cy="22680"/>
              </p14:xfrm>
            </p:contentPart>
          </mc:Choice>
          <mc:Fallback xmlns="">
            <p:pic>
              <p:nvPicPr>
                <p:cNvPr id="6" name="Ink 5">
                  <a:extLst>
                    <a:ext uri="{FF2B5EF4-FFF2-40B4-BE49-F238E27FC236}">
                      <a16:creationId xmlns:a16="http://schemas.microsoft.com/office/drawing/2014/main" id="{57523625-0DC8-6E88-7066-C2209E9C18ED}"/>
                    </a:ext>
                  </a:extLst>
                </p:cNvPr>
                <p:cNvPicPr/>
                <p:nvPr/>
              </p:nvPicPr>
              <p:blipFill>
                <a:blip r:embed="rId7"/>
                <a:stretch>
                  <a:fillRect/>
                </a:stretch>
              </p:blipFill>
              <p:spPr>
                <a:xfrm>
                  <a:off x="5183640" y="10271480"/>
                  <a:ext cx="15012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38CE0C2E-A1D7-C714-3CCC-844AC9A28E59}"/>
                    </a:ext>
                  </a:extLst>
                </p14:cNvPr>
                <p14:cNvContentPartPr/>
                <p14:nvPr/>
              </p14:nvContentPartPr>
              <p14:xfrm>
                <a:off x="5419800" y="10262120"/>
                <a:ext cx="10800" cy="6480"/>
              </p14:xfrm>
            </p:contentPart>
          </mc:Choice>
          <mc:Fallback xmlns="">
            <p:pic>
              <p:nvPicPr>
                <p:cNvPr id="8" name="Ink 7">
                  <a:extLst>
                    <a:ext uri="{FF2B5EF4-FFF2-40B4-BE49-F238E27FC236}">
                      <a16:creationId xmlns:a16="http://schemas.microsoft.com/office/drawing/2014/main" id="{38CE0C2E-A1D7-C714-3CCC-844AC9A28E59}"/>
                    </a:ext>
                  </a:extLst>
                </p:cNvPr>
                <p:cNvPicPr/>
                <p:nvPr/>
              </p:nvPicPr>
              <p:blipFill>
                <a:blip r:embed="rId9"/>
                <a:stretch>
                  <a:fillRect/>
                </a:stretch>
              </p:blipFill>
              <p:spPr>
                <a:xfrm>
                  <a:off x="5356800" y="10199120"/>
                  <a:ext cx="13644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B8C3A7E9-E619-24D1-200D-0602D4C30205}"/>
                    </a:ext>
                  </a:extLst>
                </p14:cNvPr>
                <p14:cNvContentPartPr/>
                <p14:nvPr/>
              </p14:nvContentPartPr>
              <p14:xfrm>
                <a:off x="711720" y="10146200"/>
                <a:ext cx="6476760" cy="328680"/>
              </p14:xfrm>
            </p:contentPart>
          </mc:Choice>
          <mc:Fallback xmlns="">
            <p:pic>
              <p:nvPicPr>
                <p:cNvPr id="11" name="Ink 10">
                  <a:extLst>
                    <a:ext uri="{FF2B5EF4-FFF2-40B4-BE49-F238E27FC236}">
                      <a16:creationId xmlns:a16="http://schemas.microsoft.com/office/drawing/2014/main" id="{B8C3A7E9-E619-24D1-200D-0602D4C30205}"/>
                    </a:ext>
                  </a:extLst>
                </p:cNvPr>
                <p:cNvPicPr/>
                <p:nvPr/>
              </p:nvPicPr>
              <p:blipFill>
                <a:blip r:embed="rId11"/>
                <a:stretch>
                  <a:fillRect/>
                </a:stretch>
              </p:blipFill>
              <p:spPr>
                <a:xfrm>
                  <a:off x="649080" y="10083560"/>
                  <a:ext cx="6602400" cy="454320"/>
                </a:xfrm>
                <a:prstGeom prst="rect">
                  <a:avLst/>
                </a:prstGeom>
              </p:spPr>
            </p:pic>
          </mc:Fallback>
        </mc:AlternateContent>
      </p:grpSp>
      <p:grpSp>
        <p:nvGrpSpPr>
          <p:cNvPr id="9" name="Group 8">
            <a:extLst>
              <a:ext uri="{FF2B5EF4-FFF2-40B4-BE49-F238E27FC236}">
                <a16:creationId xmlns:a16="http://schemas.microsoft.com/office/drawing/2014/main" id="{C9758467-6094-D7AD-6A75-54765F6E27D2}"/>
              </a:ext>
            </a:extLst>
          </p:cNvPr>
          <p:cNvGrpSpPr/>
          <p:nvPr/>
        </p:nvGrpSpPr>
        <p:grpSpPr>
          <a:xfrm>
            <a:off x="3215640" y="6829998"/>
            <a:ext cx="120960" cy="124560"/>
            <a:chOff x="3215640" y="6829998"/>
            <a:chExt cx="120960" cy="124560"/>
          </a:xfrm>
        </p:grpSpPr>
        <mc:AlternateContent xmlns:mc="http://schemas.openxmlformats.org/markup-compatibility/2006">
          <mc:Choice xmlns:p14="http://schemas.microsoft.com/office/powerpoint/2010/main" Requires="p14">
            <p:contentPart p14:bwMode="auto" r:id="rId12">
              <p14:nvContentPartPr>
                <p14:cNvPr id="3" name="Ink 2">
                  <a:extLst>
                    <a:ext uri="{FF2B5EF4-FFF2-40B4-BE49-F238E27FC236}">
                      <a16:creationId xmlns:a16="http://schemas.microsoft.com/office/drawing/2014/main" id="{EDA9B09D-AD12-55C1-1D7E-2FC293975415}"/>
                    </a:ext>
                  </a:extLst>
                </p14:cNvPr>
                <p14:cNvContentPartPr/>
                <p14:nvPr/>
              </p14:nvContentPartPr>
              <p14:xfrm>
                <a:off x="3297000" y="6856998"/>
                <a:ext cx="39600" cy="97560"/>
              </p14:xfrm>
            </p:contentPart>
          </mc:Choice>
          <mc:Fallback>
            <p:pic>
              <p:nvPicPr>
                <p:cNvPr id="3" name="Ink 2">
                  <a:extLst>
                    <a:ext uri="{FF2B5EF4-FFF2-40B4-BE49-F238E27FC236}">
                      <a16:creationId xmlns:a16="http://schemas.microsoft.com/office/drawing/2014/main" id="{EDA9B09D-AD12-55C1-1D7E-2FC293975415}"/>
                    </a:ext>
                  </a:extLst>
                </p:cNvPr>
                <p:cNvPicPr/>
                <p:nvPr/>
              </p:nvPicPr>
              <p:blipFill>
                <a:blip r:embed="rId13"/>
                <a:stretch>
                  <a:fillRect/>
                </a:stretch>
              </p:blipFill>
              <p:spPr>
                <a:xfrm>
                  <a:off x="3234000" y="6793998"/>
                  <a:ext cx="16524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4" name="Ink 3">
                  <a:extLst>
                    <a:ext uri="{FF2B5EF4-FFF2-40B4-BE49-F238E27FC236}">
                      <a16:creationId xmlns:a16="http://schemas.microsoft.com/office/drawing/2014/main" id="{9DD76F9A-327F-4293-6155-980E856E5F62}"/>
                    </a:ext>
                  </a:extLst>
                </p14:cNvPr>
                <p14:cNvContentPartPr/>
                <p14:nvPr/>
              </p14:nvContentPartPr>
              <p14:xfrm>
                <a:off x="3215640" y="6829998"/>
                <a:ext cx="24120" cy="59040"/>
              </p14:xfrm>
            </p:contentPart>
          </mc:Choice>
          <mc:Fallback>
            <p:pic>
              <p:nvPicPr>
                <p:cNvPr id="4" name="Ink 3">
                  <a:extLst>
                    <a:ext uri="{FF2B5EF4-FFF2-40B4-BE49-F238E27FC236}">
                      <a16:creationId xmlns:a16="http://schemas.microsoft.com/office/drawing/2014/main" id="{9DD76F9A-327F-4293-6155-980E856E5F62}"/>
                    </a:ext>
                  </a:extLst>
                </p:cNvPr>
                <p:cNvPicPr/>
                <p:nvPr/>
              </p:nvPicPr>
              <p:blipFill>
                <a:blip r:embed="rId15"/>
                <a:stretch>
                  <a:fillRect/>
                </a:stretch>
              </p:blipFill>
              <p:spPr>
                <a:xfrm>
                  <a:off x="3153000" y="6766998"/>
                  <a:ext cx="149760" cy="184680"/>
                </a:xfrm>
                <a:prstGeom prst="rect">
                  <a:avLst/>
                </a:prstGeom>
              </p:spPr>
            </p:pic>
          </mc:Fallback>
        </mc:AlternateContent>
      </p:grpSp>
    </p:spTree>
    <p:extLst>
      <p:ext uri="{BB962C8B-B14F-4D97-AF65-F5344CB8AC3E}">
        <p14:creationId xmlns:p14="http://schemas.microsoft.com/office/powerpoint/2010/main" val="2494416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D1CD08-E577-35EA-EE80-06275109AA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1BA14-A5B9-1D64-3747-F4A39306D5D1}"/>
              </a:ext>
            </a:extLst>
          </p:cNvPr>
          <p:cNvSpPr>
            <a:spLocks noGrp="1"/>
          </p:cNvSpPr>
          <p:nvPr>
            <p:ph type="title"/>
          </p:nvPr>
        </p:nvSpPr>
        <p:spPr>
          <a:xfrm>
            <a:off x="1184554" y="161017"/>
            <a:ext cx="5190563" cy="671967"/>
          </a:xfrm>
          <a:noFill/>
          <a:ln w="19050">
            <a:noFill/>
            <a:prstDash val="dash"/>
          </a:ln>
        </p:spPr>
        <p:txBody>
          <a:bodyPr vert="horz" lIns="56698" tIns="28349" rIns="56698" bIns="28349" rtlCol="0" anchor="b">
            <a:noAutofit/>
          </a:bodyPr>
          <a:lstStyle/>
          <a:p>
            <a:pPr algn="ctr"/>
            <a:r>
              <a:rPr lang="fa-IR" sz="2000"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rPr>
              <a:t>فایل نهایی(پی دی اف) چگونه تولید می شود؟</a:t>
            </a:r>
            <a:endParaRPr lang="en-US" sz="2000"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endParaRPr>
          </a:p>
        </p:txBody>
      </p:sp>
      <p:pic>
        <p:nvPicPr>
          <p:cNvPr id="4" name="Picture 3" descr="A screenshot of a computer&#10;&#10;AI-generated content may be incorrect.">
            <a:extLst>
              <a:ext uri="{FF2B5EF4-FFF2-40B4-BE49-F238E27FC236}">
                <a16:creationId xmlns:a16="http://schemas.microsoft.com/office/drawing/2014/main" id="{5F73CEC4-5C5F-B3B2-E757-1CB36D75F6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272" y="1652729"/>
            <a:ext cx="8303078" cy="5189424"/>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5" name="TextBox 4">
            <a:extLst>
              <a:ext uri="{FF2B5EF4-FFF2-40B4-BE49-F238E27FC236}">
                <a16:creationId xmlns:a16="http://schemas.microsoft.com/office/drawing/2014/main" id="{13EC0DA3-01EF-58B1-4070-EA360EEC45E8}"/>
              </a:ext>
            </a:extLst>
          </p:cNvPr>
          <p:cNvSpPr txBox="1"/>
          <p:nvPr/>
        </p:nvSpPr>
        <p:spPr>
          <a:xfrm>
            <a:off x="579960" y="8300420"/>
            <a:ext cx="6399749" cy="1477328"/>
          </a:xfrm>
          <a:prstGeom prst="rect">
            <a:avLst/>
          </a:prstGeom>
          <a:noFill/>
        </p:spPr>
        <p:txBody>
          <a:bodyPr wrap="square" rtlCol="0">
            <a:spAutoFit/>
          </a:bodyPr>
          <a:lstStyle/>
          <a:p>
            <a:pPr algn="r"/>
            <a:r>
              <a:rPr lang="fa-IR" dirty="0">
                <a:latin typeface="Segoe UI Semilight" panose="020B0402040204020203" pitchFamily="34" charset="0"/>
                <a:cs typeface="Segoe UI Semilight" panose="020B0402040204020203" pitchFamily="34" charset="0"/>
              </a:rPr>
              <a:t>فایل &lt;پی دی اف&gt;, نهایاتا بدین صورت برای کاربر نهایی قابل مشاهده خواهد بود.</a:t>
            </a:r>
          </a:p>
          <a:p>
            <a:pPr algn="r"/>
            <a:r>
              <a:rPr lang="fa-IR" dirty="0">
                <a:latin typeface="Segoe UI Semilight" panose="020B0402040204020203" pitchFamily="34" charset="0"/>
                <a:cs typeface="Segoe UI Semilight" panose="020B0402040204020203" pitchFamily="34" charset="0"/>
              </a:rPr>
              <a:t>این فایل, شامل تمامی نیازمندی های کاربر با توجه به مقادیری است که یا (از آنچه ما در پایگاه داده تعریف کردیم) انتخاب کرده, یا به صورت ورودی بوده که کاربر در فُرم های اپلیکیشن وارد نموده است</a:t>
            </a:r>
            <a:endParaRPr lang="en-US" dirty="0">
              <a:latin typeface="Segoe UI Semilight" panose="020B0402040204020203" pitchFamily="34" charset="0"/>
              <a:cs typeface="Segoe UI Semilight" panose="020B0402040204020203" pitchFamily="34" charset="0"/>
            </a:endParaRPr>
          </a:p>
        </p:txBody>
      </p:sp>
      <p:sp>
        <p:nvSpPr>
          <p:cNvPr id="6" name="TextBox 5">
            <a:extLst>
              <a:ext uri="{FF2B5EF4-FFF2-40B4-BE49-F238E27FC236}">
                <a16:creationId xmlns:a16="http://schemas.microsoft.com/office/drawing/2014/main" id="{355267BE-A57D-1216-C69C-0B4E85022089}"/>
              </a:ext>
            </a:extLst>
          </p:cNvPr>
          <p:cNvSpPr txBox="1"/>
          <p:nvPr/>
        </p:nvSpPr>
        <p:spPr>
          <a:xfrm>
            <a:off x="2043484" y="6842153"/>
            <a:ext cx="4040085" cy="307777"/>
          </a:xfrm>
          <a:prstGeom prst="rect">
            <a:avLst/>
          </a:prstGeom>
          <a:noFill/>
        </p:spPr>
        <p:txBody>
          <a:bodyPr wrap="square" rtlCol="0">
            <a:spAutoFit/>
          </a:bodyPr>
          <a:lstStyle/>
          <a:p>
            <a:pPr algn="r"/>
            <a:r>
              <a:rPr lang="fa-IR" sz="1400" dirty="0">
                <a:solidFill>
                  <a:srgbClr val="FFFF00"/>
                </a:solidFill>
                <a:highlight>
                  <a:srgbClr val="000000"/>
                </a:highlight>
                <a:latin typeface="Segoe UI Semilight" panose="020B0402040204020203" pitchFamily="34" charset="0"/>
                <a:cs typeface="Segoe UI Semilight" panose="020B0402040204020203" pitchFamily="34" charset="0"/>
              </a:rPr>
              <a:t>تصویر:  فایل &lt;پی دی اف&gt; تولید شده توسط اپلیکیشن</a:t>
            </a:r>
            <a:endParaRPr lang="en-US" sz="1400" dirty="0">
              <a:solidFill>
                <a:srgbClr val="FFFF00"/>
              </a:solidFill>
              <a:highlight>
                <a:srgbClr val="000000"/>
              </a:highlight>
              <a:latin typeface="Segoe UI Semilight" panose="020B0402040204020203" pitchFamily="34" charset="0"/>
              <a:cs typeface="Segoe UI Semilight" panose="020B0402040204020203" pitchFamily="34" charset="0"/>
            </a:endParaRPr>
          </a:p>
        </p:txBody>
      </p:sp>
    </p:spTree>
    <p:extLst>
      <p:ext uri="{BB962C8B-B14F-4D97-AF65-F5344CB8AC3E}">
        <p14:creationId xmlns:p14="http://schemas.microsoft.com/office/powerpoint/2010/main" val="2214403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4EAE66E-E45A-D646-4C51-6DEF7B8556B2}"/>
              </a:ext>
            </a:extLst>
          </p:cNvPr>
          <p:cNvSpPr>
            <a:spLocks noGrp="1"/>
          </p:cNvSpPr>
          <p:nvPr>
            <p:ph type="title"/>
          </p:nvPr>
        </p:nvSpPr>
        <p:spPr>
          <a:xfrm>
            <a:off x="1463321" y="5521764"/>
            <a:ext cx="4945362" cy="671967"/>
          </a:xfrm>
          <a:noFill/>
          <a:ln w="19050">
            <a:noFill/>
            <a:prstDash val="dash"/>
          </a:ln>
        </p:spPr>
        <p:txBody>
          <a:bodyPr vert="horz" lIns="56698" tIns="28349" rIns="56698" bIns="28349" rtlCol="0" anchor="b">
            <a:noAutofit/>
          </a:bodyPr>
          <a:lstStyle/>
          <a:p>
            <a:r>
              <a:rPr lang="fa-IR" sz="2800"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rPr>
              <a:t>با آرزوی توفیق روز افزون . . .</a:t>
            </a:r>
            <a:endParaRPr lang="en-US" sz="2800" dirty="0">
              <a:ln w="0"/>
              <a:gradFill>
                <a:gsLst>
                  <a:gs pos="21000">
                    <a:srgbClr val="53575C"/>
                  </a:gs>
                  <a:gs pos="88000">
                    <a:srgbClr val="C5C7CA"/>
                  </a:gs>
                </a:gsLst>
                <a:lin ang="5400000"/>
              </a:gradFill>
              <a:latin typeface="Segoe UI Semibold" panose="020B0702040204020203" pitchFamily="34" charset="0"/>
              <a:cs typeface="Segoe UI Semibold" panose="020B0702040204020203" pitchFamily="34" charset="0"/>
            </a:endParaRPr>
          </a:p>
        </p:txBody>
      </p:sp>
      <p:pic>
        <p:nvPicPr>
          <p:cNvPr id="6" name="Picture 5" descr="Black 3D wave patterns">
            <a:extLst>
              <a:ext uri="{FF2B5EF4-FFF2-40B4-BE49-F238E27FC236}">
                <a16:creationId xmlns:a16="http://schemas.microsoft.com/office/drawing/2014/main" id="{3581E12D-6D7C-AB37-CFBF-EED414E0F3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670" y="1698645"/>
            <a:ext cx="5806333" cy="3135420"/>
          </a:xfrm>
          <a:prstGeom prst="rect">
            <a:avLst/>
          </a:prstGeom>
        </p:spPr>
      </p:pic>
    </p:spTree>
    <p:extLst>
      <p:ext uri="{BB962C8B-B14F-4D97-AF65-F5344CB8AC3E}">
        <p14:creationId xmlns:p14="http://schemas.microsoft.com/office/powerpoint/2010/main" val="4023501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Custom 9">
      <a:dk1>
        <a:sysClr val="windowText" lastClr="000000"/>
      </a:dk1>
      <a:lt1>
        <a:sysClr val="window" lastClr="FFFFFF"/>
      </a:lt1>
      <a:dk2>
        <a:srgbClr val="000000"/>
      </a:dk2>
      <a:lt2>
        <a:srgbClr val="000000"/>
      </a:lt2>
      <a:accent1>
        <a:srgbClr val="7E0000"/>
      </a:accent1>
      <a:accent2>
        <a:srgbClr val="FFFFFF"/>
      </a:accent2>
      <a:accent3>
        <a:srgbClr val="FFFFFF"/>
      </a:accent3>
      <a:accent4>
        <a:srgbClr val="FFFFFF"/>
      </a:accent4>
      <a:accent5>
        <a:srgbClr val="5F5F5F"/>
      </a:accent5>
      <a:accent6>
        <a:srgbClr val="4D4D4D"/>
      </a:accent6>
      <a:hlink>
        <a:srgbClr val="5F5F5F"/>
      </a:hlink>
      <a:folHlink>
        <a:srgbClr val="919191"/>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46CBA77-BD8D-4AF7-914B-69690FEB76B1}">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353</TotalTime>
  <Words>877</Words>
  <Application>Microsoft Office PowerPoint</Application>
  <PresentationFormat>Custom</PresentationFormat>
  <Paragraphs>114</Paragraphs>
  <Slides>11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vt:lpstr>
      <vt:lpstr>Aptos Display</vt:lpstr>
      <vt:lpstr>Arial</vt:lpstr>
      <vt:lpstr>Consolas</vt:lpstr>
      <vt:lpstr>Segoe UI Semibold</vt:lpstr>
      <vt:lpstr>Segoe UI Semilight</vt:lpstr>
      <vt:lpstr>Wingdings</vt:lpstr>
      <vt:lpstr>Office Theme</vt:lpstr>
      <vt:lpstr>How does This project work?</vt:lpstr>
      <vt:lpstr>PowerPoint Presentation</vt:lpstr>
      <vt:lpstr>شماتیک: مدل انتزاعی از کل فرایند عملیاتی نرم افزار</vt:lpstr>
      <vt:lpstr>درخواست کردن اپلیکیشن  React </vt:lpstr>
      <vt:lpstr>ادمین پنل &lt;جنگو&gt;  ورود اطلاعات به شِمای پایگاه داده  </vt:lpstr>
      <vt:lpstr>اطلاعاتی که بین &lt;جنگو&gt; و &lt;ری اکت&gt;, رد و بدل می شود   </vt:lpstr>
      <vt:lpstr>PowerPoint Presentation</vt:lpstr>
      <vt:lpstr>فایل نهایی(پی دی اف) چگونه تولید می شود؟</vt:lpstr>
      <vt:lpstr>فایل نهایی(پی دی اف) چگونه تولید می شود؟</vt:lpstr>
      <vt:lpstr>فایل نهایی(پی دی اف) چگونه تولید می شود؟</vt:lpstr>
      <vt:lpstr>با آرزوی توفیق روز افزون .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 T</dc:creator>
  <cp:lastModifiedBy>M T</cp:lastModifiedBy>
  <cp:revision>22</cp:revision>
  <dcterms:created xsi:type="dcterms:W3CDTF">2024-10-03T19:28:44Z</dcterms:created>
  <dcterms:modified xsi:type="dcterms:W3CDTF">2025-04-06T18:25:29Z</dcterms:modified>
</cp:coreProperties>
</file>