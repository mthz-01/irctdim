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60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svg"/><Relationship Id="rId3" Type="http://schemas.openxmlformats.org/officeDocument/2006/relationships/image" Target="../media/image42.png"/><Relationship Id="rId7" Type="http://schemas.openxmlformats.org/officeDocument/2006/relationships/image" Target="../media/image46.svg"/><Relationship Id="rId12" Type="http://schemas.openxmlformats.org/officeDocument/2006/relationships/image" Target="../media/image51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png"/><Relationship Id="rId11" Type="http://schemas.openxmlformats.org/officeDocument/2006/relationships/image" Target="../media/image50.svg"/><Relationship Id="rId5" Type="http://schemas.openxmlformats.org/officeDocument/2006/relationships/image" Target="../media/image44.sv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svg"/><Relationship Id="rId3" Type="http://schemas.openxmlformats.org/officeDocument/2006/relationships/image" Target="../media/image42.png"/><Relationship Id="rId7" Type="http://schemas.openxmlformats.org/officeDocument/2006/relationships/image" Target="../media/image46.svg"/><Relationship Id="rId12" Type="http://schemas.openxmlformats.org/officeDocument/2006/relationships/image" Target="../media/image51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png"/><Relationship Id="rId11" Type="http://schemas.openxmlformats.org/officeDocument/2006/relationships/image" Target="../media/image50.svg"/><Relationship Id="rId5" Type="http://schemas.openxmlformats.org/officeDocument/2006/relationships/image" Target="../media/image44.sv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488C1C-6ACB-4E0C-90BB-BAC05052BD3D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9289F60-1054-4EDB-8975-B0BA6DC001B5}">
      <dgm:prSet/>
      <dgm:spPr/>
      <dgm:t>
        <a:bodyPr/>
        <a:lstStyle/>
        <a:p>
          <a:r>
            <a:rPr lang="en-US"/>
            <a:t>1. Client</a:t>
          </a:r>
        </a:p>
      </dgm:t>
    </dgm:pt>
    <dgm:pt modelId="{70CB43AB-FF73-41C4-9628-FEBB345BCD03}" type="parTrans" cxnId="{65F71498-68AE-458B-A963-1C403BD0F37E}">
      <dgm:prSet/>
      <dgm:spPr/>
      <dgm:t>
        <a:bodyPr/>
        <a:lstStyle/>
        <a:p>
          <a:endParaRPr lang="en-US"/>
        </a:p>
      </dgm:t>
    </dgm:pt>
    <dgm:pt modelId="{CCECD5B9-92D7-4582-AEFD-04C504F3D747}" type="sibTrans" cxnId="{65F71498-68AE-458B-A963-1C403BD0F37E}">
      <dgm:prSet/>
      <dgm:spPr/>
      <dgm:t>
        <a:bodyPr/>
        <a:lstStyle/>
        <a:p>
          <a:endParaRPr lang="en-US"/>
        </a:p>
      </dgm:t>
    </dgm:pt>
    <dgm:pt modelId="{CE35E0E8-FEF9-491C-8AE8-E0904FE48E8D}">
      <dgm:prSet/>
      <dgm:spPr/>
      <dgm:t>
        <a:bodyPr/>
        <a:lstStyle/>
        <a:p>
          <a:r>
            <a:rPr lang="en-US"/>
            <a:t>2. Consultant</a:t>
          </a:r>
        </a:p>
      </dgm:t>
    </dgm:pt>
    <dgm:pt modelId="{CB3AF430-FBD2-4AD2-90EF-7A3F84277308}" type="parTrans" cxnId="{177A6922-ACDF-41D5-89E9-FDD0A1AD4E20}">
      <dgm:prSet/>
      <dgm:spPr/>
      <dgm:t>
        <a:bodyPr/>
        <a:lstStyle/>
        <a:p>
          <a:endParaRPr lang="en-US"/>
        </a:p>
      </dgm:t>
    </dgm:pt>
    <dgm:pt modelId="{278753B0-55E7-4B1E-BA5F-DA1B004A310A}" type="sibTrans" cxnId="{177A6922-ACDF-41D5-89E9-FDD0A1AD4E20}">
      <dgm:prSet/>
      <dgm:spPr/>
      <dgm:t>
        <a:bodyPr/>
        <a:lstStyle/>
        <a:p>
          <a:endParaRPr lang="en-US"/>
        </a:p>
      </dgm:t>
    </dgm:pt>
    <dgm:pt modelId="{AE78BC42-66FA-4AB8-A181-2833A4B7B4DE}">
      <dgm:prSet/>
      <dgm:spPr/>
      <dgm:t>
        <a:bodyPr/>
        <a:lstStyle/>
        <a:p>
          <a:r>
            <a:rPr lang="en-US"/>
            <a:t>3. Contractor/Subcontractor</a:t>
          </a:r>
        </a:p>
      </dgm:t>
    </dgm:pt>
    <dgm:pt modelId="{6BDCA872-9186-40BC-982B-487A33555BA2}" type="parTrans" cxnId="{14F30E98-F584-4DBD-A57F-66EC9B164FE3}">
      <dgm:prSet/>
      <dgm:spPr/>
      <dgm:t>
        <a:bodyPr/>
        <a:lstStyle/>
        <a:p>
          <a:endParaRPr lang="en-US"/>
        </a:p>
      </dgm:t>
    </dgm:pt>
    <dgm:pt modelId="{685F5CC6-A796-4339-A486-B4511228210A}" type="sibTrans" cxnId="{14F30E98-F584-4DBD-A57F-66EC9B164FE3}">
      <dgm:prSet/>
      <dgm:spPr/>
      <dgm:t>
        <a:bodyPr/>
        <a:lstStyle/>
        <a:p>
          <a:endParaRPr lang="en-US"/>
        </a:p>
      </dgm:t>
    </dgm:pt>
    <dgm:pt modelId="{50322DE6-5C34-4373-A528-DF71E3D258E1}">
      <dgm:prSet/>
      <dgm:spPr/>
      <dgm:t>
        <a:bodyPr/>
        <a:lstStyle/>
        <a:p>
          <a:r>
            <a:rPr lang="en-US"/>
            <a:t>4. Current Transformer (CT)</a:t>
          </a:r>
        </a:p>
      </dgm:t>
    </dgm:pt>
    <dgm:pt modelId="{3548EAB8-0A1D-40F6-B6C4-C8F4FB70DAE5}" type="parTrans" cxnId="{1D6DA04F-BDC2-4EE3-AE48-21785BCBF28F}">
      <dgm:prSet/>
      <dgm:spPr/>
      <dgm:t>
        <a:bodyPr/>
        <a:lstStyle/>
        <a:p>
          <a:endParaRPr lang="en-US"/>
        </a:p>
      </dgm:t>
    </dgm:pt>
    <dgm:pt modelId="{38183D8B-13C1-4999-9698-BA6BDD00A2D8}" type="sibTrans" cxnId="{1D6DA04F-BDC2-4EE3-AE48-21785BCBF28F}">
      <dgm:prSet/>
      <dgm:spPr/>
      <dgm:t>
        <a:bodyPr/>
        <a:lstStyle/>
        <a:p>
          <a:endParaRPr lang="en-US"/>
        </a:p>
      </dgm:t>
    </dgm:pt>
    <dgm:pt modelId="{43FCE62F-F076-47D5-8CFD-C429FF7CCAD2}">
      <dgm:prSet/>
      <dgm:spPr/>
      <dgm:t>
        <a:bodyPr/>
        <a:lstStyle/>
        <a:p>
          <a:r>
            <a:rPr lang="en-US"/>
            <a:t>5. Relay</a:t>
          </a:r>
        </a:p>
      </dgm:t>
    </dgm:pt>
    <dgm:pt modelId="{BB1751C0-BA27-451A-88A6-129B607CCECB}" type="parTrans" cxnId="{74F3AE92-2D84-41D6-A9AF-093BC0D27F5B}">
      <dgm:prSet/>
      <dgm:spPr/>
      <dgm:t>
        <a:bodyPr/>
        <a:lstStyle/>
        <a:p>
          <a:endParaRPr lang="en-US"/>
        </a:p>
      </dgm:t>
    </dgm:pt>
    <dgm:pt modelId="{1B6EE979-0808-4B39-BB2A-A4AA7929CEA6}" type="sibTrans" cxnId="{74F3AE92-2D84-41D6-A9AF-093BC0D27F5B}">
      <dgm:prSet/>
      <dgm:spPr/>
      <dgm:t>
        <a:bodyPr/>
        <a:lstStyle/>
        <a:p>
          <a:endParaRPr lang="en-US"/>
        </a:p>
      </dgm:t>
    </dgm:pt>
    <dgm:pt modelId="{A7DEB8F3-F991-4EB3-88DF-585DB87D4A6A}">
      <dgm:prSet/>
      <dgm:spPr/>
      <dgm:t>
        <a:bodyPr/>
        <a:lstStyle/>
        <a:p>
          <a:r>
            <a:rPr lang="en-US"/>
            <a:t>6. System Information</a:t>
          </a:r>
        </a:p>
      </dgm:t>
    </dgm:pt>
    <dgm:pt modelId="{1C3EB439-B781-43C4-9F42-C69D89CB86DB}" type="parTrans" cxnId="{7BA1C0D7-AD8E-4A03-A6E5-231800CDC4ED}">
      <dgm:prSet/>
      <dgm:spPr/>
      <dgm:t>
        <a:bodyPr/>
        <a:lstStyle/>
        <a:p>
          <a:endParaRPr lang="en-US"/>
        </a:p>
      </dgm:t>
    </dgm:pt>
    <dgm:pt modelId="{1E2570F6-9DF5-4882-BC5C-2AE0028BAF4D}" type="sibTrans" cxnId="{7BA1C0D7-AD8E-4A03-A6E5-231800CDC4ED}">
      <dgm:prSet/>
      <dgm:spPr/>
      <dgm:t>
        <a:bodyPr/>
        <a:lstStyle/>
        <a:p>
          <a:endParaRPr lang="en-US"/>
        </a:p>
      </dgm:t>
    </dgm:pt>
    <dgm:pt modelId="{76296E84-6B5F-4AD3-BA50-DFE002DA70C0}">
      <dgm:prSet/>
      <dgm:spPr/>
      <dgm:t>
        <a:bodyPr/>
        <a:lstStyle/>
        <a:p>
          <a:r>
            <a:rPr lang="en-US" dirty="0"/>
            <a:t>7. CT Report</a:t>
          </a:r>
        </a:p>
      </dgm:t>
    </dgm:pt>
    <dgm:pt modelId="{D9EA5541-6037-402B-8A89-3FF39A06DDAA}" type="parTrans" cxnId="{1E8D792A-E21D-4B09-BE2A-FCC9B88C04E6}">
      <dgm:prSet/>
      <dgm:spPr/>
      <dgm:t>
        <a:bodyPr/>
        <a:lstStyle/>
        <a:p>
          <a:endParaRPr lang="en-US"/>
        </a:p>
      </dgm:t>
    </dgm:pt>
    <dgm:pt modelId="{D7DA5C6F-7D93-4464-8B35-FF1CE5D5492D}" type="sibTrans" cxnId="{1E8D792A-E21D-4B09-BE2A-FCC9B88C04E6}">
      <dgm:prSet/>
      <dgm:spPr/>
      <dgm:t>
        <a:bodyPr/>
        <a:lstStyle/>
        <a:p>
          <a:endParaRPr lang="en-US"/>
        </a:p>
      </dgm:t>
    </dgm:pt>
    <dgm:pt modelId="{8B18AEDC-C630-4318-99B0-EB726BD36114}">
      <dgm:prSet/>
      <dgm:spPr/>
      <dgm:t>
        <a:bodyPr/>
        <a:lstStyle/>
        <a:p>
          <a:r>
            <a:rPr lang="en-US" dirty="0"/>
            <a:t>8. Project</a:t>
          </a:r>
        </a:p>
      </dgm:t>
    </dgm:pt>
    <dgm:pt modelId="{A04558A4-0857-4B9E-98A7-C362EA034AD3}" type="parTrans" cxnId="{2E7C0AB6-5D37-4D4C-8547-A806C2C6389B}">
      <dgm:prSet/>
      <dgm:spPr/>
      <dgm:t>
        <a:bodyPr/>
        <a:lstStyle/>
        <a:p>
          <a:endParaRPr lang="en-US"/>
        </a:p>
      </dgm:t>
    </dgm:pt>
    <dgm:pt modelId="{478B00C4-0ED9-43F0-B4B9-3E2C11ABCB15}" type="sibTrans" cxnId="{2E7C0AB6-5D37-4D4C-8547-A806C2C6389B}">
      <dgm:prSet/>
      <dgm:spPr/>
      <dgm:t>
        <a:bodyPr/>
        <a:lstStyle/>
        <a:p>
          <a:endParaRPr lang="en-US"/>
        </a:p>
      </dgm:t>
    </dgm:pt>
    <dgm:pt modelId="{2A40A43A-11E1-4531-B6AF-E12BEF12FED3}" type="pres">
      <dgm:prSet presAssocID="{D4488C1C-6ACB-4E0C-90BB-BAC05052BD3D}" presName="linear" presStyleCnt="0">
        <dgm:presLayoutVars>
          <dgm:dir/>
          <dgm:animLvl val="lvl"/>
          <dgm:resizeHandles val="exact"/>
        </dgm:presLayoutVars>
      </dgm:prSet>
      <dgm:spPr/>
    </dgm:pt>
    <dgm:pt modelId="{8228C7C6-8752-44BB-BF56-191EAEA2D733}" type="pres">
      <dgm:prSet presAssocID="{69289F60-1054-4EDB-8975-B0BA6DC001B5}" presName="parentLin" presStyleCnt="0"/>
      <dgm:spPr/>
    </dgm:pt>
    <dgm:pt modelId="{99008782-0387-4DF4-B04D-D01638407CF8}" type="pres">
      <dgm:prSet presAssocID="{69289F60-1054-4EDB-8975-B0BA6DC001B5}" presName="parentLeftMargin" presStyleLbl="node1" presStyleIdx="0" presStyleCnt="8"/>
      <dgm:spPr/>
    </dgm:pt>
    <dgm:pt modelId="{6FB57CB5-BF52-409E-BE4B-7031884F8A27}" type="pres">
      <dgm:prSet presAssocID="{69289F60-1054-4EDB-8975-B0BA6DC001B5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58830244-E158-4BBF-B723-47A9CBC357E4}" type="pres">
      <dgm:prSet presAssocID="{69289F60-1054-4EDB-8975-B0BA6DC001B5}" presName="negativeSpace" presStyleCnt="0"/>
      <dgm:spPr/>
    </dgm:pt>
    <dgm:pt modelId="{08B8E296-F94E-49BF-9160-70CCBC68F924}" type="pres">
      <dgm:prSet presAssocID="{69289F60-1054-4EDB-8975-B0BA6DC001B5}" presName="childText" presStyleLbl="conFgAcc1" presStyleIdx="0" presStyleCnt="8">
        <dgm:presLayoutVars>
          <dgm:bulletEnabled val="1"/>
        </dgm:presLayoutVars>
      </dgm:prSet>
      <dgm:spPr/>
    </dgm:pt>
    <dgm:pt modelId="{97397AFE-A5FB-4D45-AC79-9A51F10AA1BB}" type="pres">
      <dgm:prSet presAssocID="{CCECD5B9-92D7-4582-AEFD-04C504F3D747}" presName="spaceBetweenRectangles" presStyleCnt="0"/>
      <dgm:spPr/>
    </dgm:pt>
    <dgm:pt modelId="{80C2D95D-7E5D-44F2-B305-0CAECEEE4585}" type="pres">
      <dgm:prSet presAssocID="{CE35E0E8-FEF9-491C-8AE8-E0904FE48E8D}" presName="parentLin" presStyleCnt="0"/>
      <dgm:spPr/>
    </dgm:pt>
    <dgm:pt modelId="{C8280296-7097-49F6-9B58-6E0B96C785D9}" type="pres">
      <dgm:prSet presAssocID="{CE35E0E8-FEF9-491C-8AE8-E0904FE48E8D}" presName="parentLeftMargin" presStyleLbl="node1" presStyleIdx="0" presStyleCnt="8"/>
      <dgm:spPr/>
    </dgm:pt>
    <dgm:pt modelId="{EF61EE9A-45DC-454B-BE09-2B7454D2F79C}" type="pres">
      <dgm:prSet presAssocID="{CE35E0E8-FEF9-491C-8AE8-E0904FE48E8D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421BE88-8E5B-45F6-A896-2BDDEC23BEC1}" type="pres">
      <dgm:prSet presAssocID="{CE35E0E8-FEF9-491C-8AE8-E0904FE48E8D}" presName="negativeSpace" presStyleCnt="0"/>
      <dgm:spPr/>
    </dgm:pt>
    <dgm:pt modelId="{8214DBED-4453-4188-98B5-1C2F5EBD7BF7}" type="pres">
      <dgm:prSet presAssocID="{CE35E0E8-FEF9-491C-8AE8-E0904FE48E8D}" presName="childText" presStyleLbl="conFgAcc1" presStyleIdx="1" presStyleCnt="8">
        <dgm:presLayoutVars>
          <dgm:bulletEnabled val="1"/>
        </dgm:presLayoutVars>
      </dgm:prSet>
      <dgm:spPr/>
    </dgm:pt>
    <dgm:pt modelId="{E927F19B-E92F-412E-A94F-8AB6A6627817}" type="pres">
      <dgm:prSet presAssocID="{278753B0-55E7-4B1E-BA5F-DA1B004A310A}" presName="spaceBetweenRectangles" presStyleCnt="0"/>
      <dgm:spPr/>
    </dgm:pt>
    <dgm:pt modelId="{0F03218D-1820-4A4E-898D-F28004C833EE}" type="pres">
      <dgm:prSet presAssocID="{AE78BC42-66FA-4AB8-A181-2833A4B7B4DE}" presName="parentLin" presStyleCnt="0"/>
      <dgm:spPr/>
    </dgm:pt>
    <dgm:pt modelId="{25EFDA12-7068-4441-B34C-91DD743070F1}" type="pres">
      <dgm:prSet presAssocID="{AE78BC42-66FA-4AB8-A181-2833A4B7B4DE}" presName="parentLeftMargin" presStyleLbl="node1" presStyleIdx="1" presStyleCnt="8"/>
      <dgm:spPr/>
    </dgm:pt>
    <dgm:pt modelId="{AB9B0AC7-D19C-4E66-98C3-EE1AD9405AEE}" type="pres">
      <dgm:prSet presAssocID="{AE78BC42-66FA-4AB8-A181-2833A4B7B4DE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1DDCAA93-C2DC-4DF1-A6C6-938451DDA918}" type="pres">
      <dgm:prSet presAssocID="{AE78BC42-66FA-4AB8-A181-2833A4B7B4DE}" presName="negativeSpace" presStyleCnt="0"/>
      <dgm:spPr/>
    </dgm:pt>
    <dgm:pt modelId="{57D8DD81-909D-4BAA-982C-F9AE0A94A8C1}" type="pres">
      <dgm:prSet presAssocID="{AE78BC42-66FA-4AB8-A181-2833A4B7B4DE}" presName="childText" presStyleLbl="conFgAcc1" presStyleIdx="2" presStyleCnt="8">
        <dgm:presLayoutVars>
          <dgm:bulletEnabled val="1"/>
        </dgm:presLayoutVars>
      </dgm:prSet>
      <dgm:spPr/>
    </dgm:pt>
    <dgm:pt modelId="{4664041F-C0F8-4A09-B7E8-295D66409917}" type="pres">
      <dgm:prSet presAssocID="{685F5CC6-A796-4339-A486-B4511228210A}" presName="spaceBetweenRectangles" presStyleCnt="0"/>
      <dgm:spPr/>
    </dgm:pt>
    <dgm:pt modelId="{A16380B6-B537-439E-BA46-0B1AE2BB0C08}" type="pres">
      <dgm:prSet presAssocID="{50322DE6-5C34-4373-A528-DF71E3D258E1}" presName="parentLin" presStyleCnt="0"/>
      <dgm:spPr/>
    </dgm:pt>
    <dgm:pt modelId="{5526D460-215F-49C2-949B-72653D3AB289}" type="pres">
      <dgm:prSet presAssocID="{50322DE6-5C34-4373-A528-DF71E3D258E1}" presName="parentLeftMargin" presStyleLbl="node1" presStyleIdx="2" presStyleCnt="8"/>
      <dgm:spPr/>
    </dgm:pt>
    <dgm:pt modelId="{C102F226-9943-4E4C-9AAD-C6AF8DD3D847}" type="pres">
      <dgm:prSet presAssocID="{50322DE6-5C34-4373-A528-DF71E3D258E1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981BA9E6-6F15-4B86-B7BC-4F794A685804}" type="pres">
      <dgm:prSet presAssocID="{50322DE6-5C34-4373-A528-DF71E3D258E1}" presName="negativeSpace" presStyleCnt="0"/>
      <dgm:spPr/>
    </dgm:pt>
    <dgm:pt modelId="{DEA0D613-FDE5-4986-B78A-2E4DFFB6F2F5}" type="pres">
      <dgm:prSet presAssocID="{50322DE6-5C34-4373-A528-DF71E3D258E1}" presName="childText" presStyleLbl="conFgAcc1" presStyleIdx="3" presStyleCnt="8">
        <dgm:presLayoutVars>
          <dgm:bulletEnabled val="1"/>
        </dgm:presLayoutVars>
      </dgm:prSet>
      <dgm:spPr/>
    </dgm:pt>
    <dgm:pt modelId="{60E241E6-D9A6-4CD5-B08B-0E6D664CA2C3}" type="pres">
      <dgm:prSet presAssocID="{38183D8B-13C1-4999-9698-BA6BDD00A2D8}" presName="spaceBetweenRectangles" presStyleCnt="0"/>
      <dgm:spPr/>
    </dgm:pt>
    <dgm:pt modelId="{BC299454-97C6-4B1A-80AF-9F48948626FD}" type="pres">
      <dgm:prSet presAssocID="{43FCE62F-F076-47D5-8CFD-C429FF7CCAD2}" presName="parentLin" presStyleCnt="0"/>
      <dgm:spPr/>
    </dgm:pt>
    <dgm:pt modelId="{F6CB2F43-68C6-40D6-9C6E-F112E72298C5}" type="pres">
      <dgm:prSet presAssocID="{43FCE62F-F076-47D5-8CFD-C429FF7CCAD2}" presName="parentLeftMargin" presStyleLbl="node1" presStyleIdx="3" presStyleCnt="8"/>
      <dgm:spPr/>
    </dgm:pt>
    <dgm:pt modelId="{BFA42687-E583-44C5-9697-022915A19A33}" type="pres">
      <dgm:prSet presAssocID="{43FCE62F-F076-47D5-8CFD-C429FF7CCAD2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861FC178-FDD8-4BB2-8F4D-D3938ACD58DC}" type="pres">
      <dgm:prSet presAssocID="{43FCE62F-F076-47D5-8CFD-C429FF7CCAD2}" presName="negativeSpace" presStyleCnt="0"/>
      <dgm:spPr/>
    </dgm:pt>
    <dgm:pt modelId="{E41E5F5C-FC1B-43FB-9E63-55E363FB976C}" type="pres">
      <dgm:prSet presAssocID="{43FCE62F-F076-47D5-8CFD-C429FF7CCAD2}" presName="childText" presStyleLbl="conFgAcc1" presStyleIdx="4" presStyleCnt="8">
        <dgm:presLayoutVars>
          <dgm:bulletEnabled val="1"/>
        </dgm:presLayoutVars>
      </dgm:prSet>
      <dgm:spPr/>
    </dgm:pt>
    <dgm:pt modelId="{AFE3A181-E751-4D0B-910E-7773980A48E1}" type="pres">
      <dgm:prSet presAssocID="{1B6EE979-0808-4B39-BB2A-A4AA7929CEA6}" presName="spaceBetweenRectangles" presStyleCnt="0"/>
      <dgm:spPr/>
    </dgm:pt>
    <dgm:pt modelId="{87F802BD-841D-4006-8060-5B93F235CCA9}" type="pres">
      <dgm:prSet presAssocID="{A7DEB8F3-F991-4EB3-88DF-585DB87D4A6A}" presName="parentLin" presStyleCnt="0"/>
      <dgm:spPr/>
    </dgm:pt>
    <dgm:pt modelId="{8CAB8C3D-71F8-4752-AF3C-0FEF037EC1B3}" type="pres">
      <dgm:prSet presAssocID="{A7DEB8F3-F991-4EB3-88DF-585DB87D4A6A}" presName="parentLeftMargin" presStyleLbl="node1" presStyleIdx="4" presStyleCnt="8"/>
      <dgm:spPr/>
    </dgm:pt>
    <dgm:pt modelId="{A4A2C0BE-3F0D-4FEA-97F2-4998E397F9EF}" type="pres">
      <dgm:prSet presAssocID="{A7DEB8F3-F991-4EB3-88DF-585DB87D4A6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C289446F-6CA2-43CB-829E-FCF4BF285DE2}" type="pres">
      <dgm:prSet presAssocID="{A7DEB8F3-F991-4EB3-88DF-585DB87D4A6A}" presName="negativeSpace" presStyleCnt="0"/>
      <dgm:spPr/>
    </dgm:pt>
    <dgm:pt modelId="{951352DC-6093-4B21-AD3F-5654C0450CE0}" type="pres">
      <dgm:prSet presAssocID="{A7DEB8F3-F991-4EB3-88DF-585DB87D4A6A}" presName="childText" presStyleLbl="conFgAcc1" presStyleIdx="5" presStyleCnt="8">
        <dgm:presLayoutVars>
          <dgm:bulletEnabled val="1"/>
        </dgm:presLayoutVars>
      </dgm:prSet>
      <dgm:spPr/>
    </dgm:pt>
    <dgm:pt modelId="{45B52306-51D7-4CFE-82E9-5345C88C39B9}" type="pres">
      <dgm:prSet presAssocID="{1E2570F6-9DF5-4882-BC5C-2AE0028BAF4D}" presName="spaceBetweenRectangles" presStyleCnt="0"/>
      <dgm:spPr/>
    </dgm:pt>
    <dgm:pt modelId="{861517B9-CA18-4510-8970-3E91034D3363}" type="pres">
      <dgm:prSet presAssocID="{76296E84-6B5F-4AD3-BA50-DFE002DA70C0}" presName="parentLin" presStyleCnt="0"/>
      <dgm:spPr/>
    </dgm:pt>
    <dgm:pt modelId="{0CE2BBD2-7289-481C-9DA7-3ACE6E0A3FA9}" type="pres">
      <dgm:prSet presAssocID="{76296E84-6B5F-4AD3-BA50-DFE002DA70C0}" presName="parentLeftMargin" presStyleLbl="node1" presStyleIdx="5" presStyleCnt="8"/>
      <dgm:spPr/>
    </dgm:pt>
    <dgm:pt modelId="{D7E039C5-52CF-47E9-BD8B-D54283FCC8F4}" type="pres">
      <dgm:prSet presAssocID="{76296E84-6B5F-4AD3-BA50-DFE002DA70C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AC26E8F-A5A0-4B97-AA47-74C3136823A8}" type="pres">
      <dgm:prSet presAssocID="{76296E84-6B5F-4AD3-BA50-DFE002DA70C0}" presName="negativeSpace" presStyleCnt="0"/>
      <dgm:spPr/>
    </dgm:pt>
    <dgm:pt modelId="{75CE1998-F006-48E4-9293-6EFBC87B7A78}" type="pres">
      <dgm:prSet presAssocID="{76296E84-6B5F-4AD3-BA50-DFE002DA70C0}" presName="childText" presStyleLbl="conFgAcc1" presStyleIdx="6" presStyleCnt="8">
        <dgm:presLayoutVars>
          <dgm:bulletEnabled val="1"/>
        </dgm:presLayoutVars>
      </dgm:prSet>
      <dgm:spPr/>
    </dgm:pt>
    <dgm:pt modelId="{832054E6-AB01-4B97-94EC-BA82EF87F29C}" type="pres">
      <dgm:prSet presAssocID="{D7DA5C6F-7D93-4464-8B35-FF1CE5D5492D}" presName="spaceBetweenRectangles" presStyleCnt="0"/>
      <dgm:spPr/>
    </dgm:pt>
    <dgm:pt modelId="{80D53FB4-28D8-4100-85BD-4C1E663620A3}" type="pres">
      <dgm:prSet presAssocID="{8B18AEDC-C630-4318-99B0-EB726BD36114}" presName="parentLin" presStyleCnt="0"/>
      <dgm:spPr/>
    </dgm:pt>
    <dgm:pt modelId="{B229027A-520F-4891-8DB1-6A7E23108144}" type="pres">
      <dgm:prSet presAssocID="{8B18AEDC-C630-4318-99B0-EB726BD36114}" presName="parentLeftMargin" presStyleLbl="node1" presStyleIdx="6" presStyleCnt="8"/>
      <dgm:spPr/>
    </dgm:pt>
    <dgm:pt modelId="{9F8BDFFC-8B68-4930-99DD-151D96FA2E95}" type="pres">
      <dgm:prSet presAssocID="{8B18AEDC-C630-4318-99B0-EB726BD36114}" presName="parentText" presStyleLbl="node1" presStyleIdx="7" presStyleCnt="8">
        <dgm:presLayoutVars>
          <dgm:chMax val="0"/>
          <dgm:bulletEnabled val="1"/>
        </dgm:presLayoutVars>
      </dgm:prSet>
      <dgm:spPr/>
    </dgm:pt>
    <dgm:pt modelId="{F0453443-586B-4E8C-9D19-9324A864C441}" type="pres">
      <dgm:prSet presAssocID="{8B18AEDC-C630-4318-99B0-EB726BD36114}" presName="negativeSpace" presStyleCnt="0"/>
      <dgm:spPr/>
    </dgm:pt>
    <dgm:pt modelId="{ABF487A3-A3DF-4C91-87CC-5942E2D5E6BE}" type="pres">
      <dgm:prSet presAssocID="{8B18AEDC-C630-4318-99B0-EB726BD36114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0613300C-BCB7-43D5-8299-815D31F697F4}" type="presOf" srcId="{8B18AEDC-C630-4318-99B0-EB726BD36114}" destId="{B229027A-520F-4891-8DB1-6A7E23108144}" srcOrd="0" destOrd="0" presId="urn:microsoft.com/office/officeart/2005/8/layout/list1"/>
    <dgm:cxn modelId="{BB211212-57F4-45D5-A0C4-385C226FFD20}" type="presOf" srcId="{69289F60-1054-4EDB-8975-B0BA6DC001B5}" destId="{99008782-0387-4DF4-B04D-D01638407CF8}" srcOrd="0" destOrd="0" presId="urn:microsoft.com/office/officeart/2005/8/layout/list1"/>
    <dgm:cxn modelId="{177A6922-ACDF-41D5-89E9-FDD0A1AD4E20}" srcId="{D4488C1C-6ACB-4E0C-90BB-BAC05052BD3D}" destId="{CE35E0E8-FEF9-491C-8AE8-E0904FE48E8D}" srcOrd="1" destOrd="0" parTransId="{CB3AF430-FBD2-4AD2-90EF-7A3F84277308}" sibTransId="{278753B0-55E7-4B1E-BA5F-DA1B004A310A}"/>
    <dgm:cxn modelId="{D0BC3724-25C4-4FEF-A290-AAC37CD087FE}" type="presOf" srcId="{AE78BC42-66FA-4AB8-A181-2833A4B7B4DE}" destId="{AB9B0AC7-D19C-4E66-98C3-EE1AD9405AEE}" srcOrd="1" destOrd="0" presId="urn:microsoft.com/office/officeart/2005/8/layout/list1"/>
    <dgm:cxn modelId="{1E8D792A-E21D-4B09-BE2A-FCC9B88C04E6}" srcId="{D4488C1C-6ACB-4E0C-90BB-BAC05052BD3D}" destId="{76296E84-6B5F-4AD3-BA50-DFE002DA70C0}" srcOrd="6" destOrd="0" parTransId="{D9EA5541-6037-402B-8A89-3FF39A06DDAA}" sibTransId="{D7DA5C6F-7D93-4464-8B35-FF1CE5D5492D}"/>
    <dgm:cxn modelId="{614F7A2E-2E0F-427D-93F7-B6423643399D}" type="presOf" srcId="{AE78BC42-66FA-4AB8-A181-2833A4B7B4DE}" destId="{25EFDA12-7068-4441-B34C-91DD743070F1}" srcOrd="0" destOrd="0" presId="urn:microsoft.com/office/officeart/2005/8/layout/list1"/>
    <dgm:cxn modelId="{AB37453F-F66B-45FC-A149-C30EE5E7407C}" type="presOf" srcId="{76296E84-6B5F-4AD3-BA50-DFE002DA70C0}" destId="{D7E039C5-52CF-47E9-BD8B-D54283FCC8F4}" srcOrd="1" destOrd="0" presId="urn:microsoft.com/office/officeart/2005/8/layout/list1"/>
    <dgm:cxn modelId="{64C5555E-3C13-4F83-B316-2C1AA66CE13D}" type="presOf" srcId="{CE35E0E8-FEF9-491C-8AE8-E0904FE48E8D}" destId="{EF61EE9A-45DC-454B-BE09-2B7454D2F79C}" srcOrd="1" destOrd="0" presId="urn:microsoft.com/office/officeart/2005/8/layout/list1"/>
    <dgm:cxn modelId="{23D7506C-C83D-43D4-B43B-C6030D6BC2A0}" type="presOf" srcId="{A7DEB8F3-F991-4EB3-88DF-585DB87D4A6A}" destId="{A4A2C0BE-3F0D-4FEA-97F2-4998E397F9EF}" srcOrd="1" destOrd="0" presId="urn:microsoft.com/office/officeart/2005/8/layout/list1"/>
    <dgm:cxn modelId="{1D6DA04F-BDC2-4EE3-AE48-21785BCBF28F}" srcId="{D4488C1C-6ACB-4E0C-90BB-BAC05052BD3D}" destId="{50322DE6-5C34-4373-A528-DF71E3D258E1}" srcOrd="3" destOrd="0" parTransId="{3548EAB8-0A1D-40F6-B6C4-C8F4FB70DAE5}" sibTransId="{38183D8B-13C1-4999-9698-BA6BDD00A2D8}"/>
    <dgm:cxn modelId="{02947375-CC87-4838-8B34-AF68330DE68C}" type="presOf" srcId="{50322DE6-5C34-4373-A528-DF71E3D258E1}" destId="{5526D460-215F-49C2-949B-72653D3AB289}" srcOrd="0" destOrd="0" presId="urn:microsoft.com/office/officeart/2005/8/layout/list1"/>
    <dgm:cxn modelId="{8DE17D56-1933-4192-ADCD-1FF66F8B012A}" type="presOf" srcId="{43FCE62F-F076-47D5-8CFD-C429FF7CCAD2}" destId="{BFA42687-E583-44C5-9697-022915A19A33}" srcOrd="1" destOrd="0" presId="urn:microsoft.com/office/officeart/2005/8/layout/list1"/>
    <dgm:cxn modelId="{4A2CBD7E-184E-444E-8930-B20B5A28AC8A}" type="presOf" srcId="{76296E84-6B5F-4AD3-BA50-DFE002DA70C0}" destId="{0CE2BBD2-7289-481C-9DA7-3ACE6E0A3FA9}" srcOrd="0" destOrd="0" presId="urn:microsoft.com/office/officeart/2005/8/layout/list1"/>
    <dgm:cxn modelId="{74F3AE92-2D84-41D6-A9AF-093BC0D27F5B}" srcId="{D4488C1C-6ACB-4E0C-90BB-BAC05052BD3D}" destId="{43FCE62F-F076-47D5-8CFD-C429FF7CCAD2}" srcOrd="4" destOrd="0" parTransId="{BB1751C0-BA27-451A-88A6-129B607CCECB}" sibTransId="{1B6EE979-0808-4B39-BB2A-A4AA7929CEA6}"/>
    <dgm:cxn modelId="{14F30E98-F584-4DBD-A57F-66EC9B164FE3}" srcId="{D4488C1C-6ACB-4E0C-90BB-BAC05052BD3D}" destId="{AE78BC42-66FA-4AB8-A181-2833A4B7B4DE}" srcOrd="2" destOrd="0" parTransId="{6BDCA872-9186-40BC-982B-487A33555BA2}" sibTransId="{685F5CC6-A796-4339-A486-B4511228210A}"/>
    <dgm:cxn modelId="{65F71498-68AE-458B-A963-1C403BD0F37E}" srcId="{D4488C1C-6ACB-4E0C-90BB-BAC05052BD3D}" destId="{69289F60-1054-4EDB-8975-B0BA6DC001B5}" srcOrd="0" destOrd="0" parTransId="{70CB43AB-FF73-41C4-9628-FEBB345BCD03}" sibTransId="{CCECD5B9-92D7-4582-AEFD-04C504F3D747}"/>
    <dgm:cxn modelId="{4684E69E-DBE0-4AB8-A88D-CB11E4424A41}" type="presOf" srcId="{CE35E0E8-FEF9-491C-8AE8-E0904FE48E8D}" destId="{C8280296-7097-49F6-9B58-6E0B96C785D9}" srcOrd="0" destOrd="0" presId="urn:microsoft.com/office/officeart/2005/8/layout/list1"/>
    <dgm:cxn modelId="{2E7C0AB6-5D37-4D4C-8547-A806C2C6389B}" srcId="{D4488C1C-6ACB-4E0C-90BB-BAC05052BD3D}" destId="{8B18AEDC-C630-4318-99B0-EB726BD36114}" srcOrd="7" destOrd="0" parTransId="{A04558A4-0857-4B9E-98A7-C362EA034AD3}" sibTransId="{478B00C4-0ED9-43F0-B4B9-3E2C11ABCB15}"/>
    <dgm:cxn modelId="{213808C1-4C64-499A-AE69-58BE9CD5ED65}" type="presOf" srcId="{A7DEB8F3-F991-4EB3-88DF-585DB87D4A6A}" destId="{8CAB8C3D-71F8-4752-AF3C-0FEF037EC1B3}" srcOrd="0" destOrd="0" presId="urn:microsoft.com/office/officeart/2005/8/layout/list1"/>
    <dgm:cxn modelId="{00CD54C7-2F4B-4806-B9A0-E069EB948199}" type="presOf" srcId="{43FCE62F-F076-47D5-8CFD-C429FF7CCAD2}" destId="{F6CB2F43-68C6-40D6-9C6E-F112E72298C5}" srcOrd="0" destOrd="0" presId="urn:microsoft.com/office/officeart/2005/8/layout/list1"/>
    <dgm:cxn modelId="{508A2BCA-1AAA-4898-A423-7FD614EDF937}" type="presOf" srcId="{69289F60-1054-4EDB-8975-B0BA6DC001B5}" destId="{6FB57CB5-BF52-409E-BE4B-7031884F8A27}" srcOrd="1" destOrd="0" presId="urn:microsoft.com/office/officeart/2005/8/layout/list1"/>
    <dgm:cxn modelId="{7E5769D3-3C8E-4D1D-875C-64D5776F67A5}" type="presOf" srcId="{D4488C1C-6ACB-4E0C-90BB-BAC05052BD3D}" destId="{2A40A43A-11E1-4531-B6AF-E12BEF12FED3}" srcOrd="0" destOrd="0" presId="urn:microsoft.com/office/officeart/2005/8/layout/list1"/>
    <dgm:cxn modelId="{7BA1C0D7-AD8E-4A03-A6E5-231800CDC4ED}" srcId="{D4488C1C-6ACB-4E0C-90BB-BAC05052BD3D}" destId="{A7DEB8F3-F991-4EB3-88DF-585DB87D4A6A}" srcOrd="5" destOrd="0" parTransId="{1C3EB439-B781-43C4-9F42-C69D89CB86DB}" sibTransId="{1E2570F6-9DF5-4882-BC5C-2AE0028BAF4D}"/>
    <dgm:cxn modelId="{28FD7EDD-A3C5-46E8-8C27-1CF99A634B92}" type="presOf" srcId="{8B18AEDC-C630-4318-99B0-EB726BD36114}" destId="{9F8BDFFC-8B68-4930-99DD-151D96FA2E95}" srcOrd="1" destOrd="0" presId="urn:microsoft.com/office/officeart/2005/8/layout/list1"/>
    <dgm:cxn modelId="{3C76D4E2-6D7D-4DBB-BC1B-0735ABD01F1A}" type="presOf" srcId="{50322DE6-5C34-4373-A528-DF71E3D258E1}" destId="{C102F226-9943-4E4C-9AAD-C6AF8DD3D847}" srcOrd="1" destOrd="0" presId="urn:microsoft.com/office/officeart/2005/8/layout/list1"/>
    <dgm:cxn modelId="{039EC05D-A40F-436B-B80B-B43F22367A7D}" type="presParOf" srcId="{2A40A43A-11E1-4531-B6AF-E12BEF12FED3}" destId="{8228C7C6-8752-44BB-BF56-191EAEA2D733}" srcOrd="0" destOrd="0" presId="urn:microsoft.com/office/officeart/2005/8/layout/list1"/>
    <dgm:cxn modelId="{D2136E33-9DD5-48E2-9149-E53259959C47}" type="presParOf" srcId="{8228C7C6-8752-44BB-BF56-191EAEA2D733}" destId="{99008782-0387-4DF4-B04D-D01638407CF8}" srcOrd="0" destOrd="0" presId="urn:microsoft.com/office/officeart/2005/8/layout/list1"/>
    <dgm:cxn modelId="{AFE0277C-56B2-4581-980F-CB776D821D43}" type="presParOf" srcId="{8228C7C6-8752-44BB-BF56-191EAEA2D733}" destId="{6FB57CB5-BF52-409E-BE4B-7031884F8A27}" srcOrd="1" destOrd="0" presId="urn:microsoft.com/office/officeart/2005/8/layout/list1"/>
    <dgm:cxn modelId="{4E6099DC-DCC4-4A1E-B0E4-77BE1B0EF60C}" type="presParOf" srcId="{2A40A43A-11E1-4531-B6AF-E12BEF12FED3}" destId="{58830244-E158-4BBF-B723-47A9CBC357E4}" srcOrd="1" destOrd="0" presId="urn:microsoft.com/office/officeart/2005/8/layout/list1"/>
    <dgm:cxn modelId="{871E5E18-D8EB-4E6E-9954-D860D4253451}" type="presParOf" srcId="{2A40A43A-11E1-4531-B6AF-E12BEF12FED3}" destId="{08B8E296-F94E-49BF-9160-70CCBC68F924}" srcOrd="2" destOrd="0" presId="urn:microsoft.com/office/officeart/2005/8/layout/list1"/>
    <dgm:cxn modelId="{6DB6FF62-99DC-4A81-8652-F1DFEB19289A}" type="presParOf" srcId="{2A40A43A-11E1-4531-B6AF-E12BEF12FED3}" destId="{97397AFE-A5FB-4D45-AC79-9A51F10AA1BB}" srcOrd="3" destOrd="0" presId="urn:microsoft.com/office/officeart/2005/8/layout/list1"/>
    <dgm:cxn modelId="{A3A4F4C2-C279-46D0-923F-477EED3BD3D3}" type="presParOf" srcId="{2A40A43A-11E1-4531-B6AF-E12BEF12FED3}" destId="{80C2D95D-7E5D-44F2-B305-0CAECEEE4585}" srcOrd="4" destOrd="0" presId="urn:microsoft.com/office/officeart/2005/8/layout/list1"/>
    <dgm:cxn modelId="{EC8634DC-C0B1-444B-8EDA-C00B1B5C5938}" type="presParOf" srcId="{80C2D95D-7E5D-44F2-B305-0CAECEEE4585}" destId="{C8280296-7097-49F6-9B58-6E0B96C785D9}" srcOrd="0" destOrd="0" presId="urn:microsoft.com/office/officeart/2005/8/layout/list1"/>
    <dgm:cxn modelId="{A7FF84E7-2F10-46FE-80D7-32C2529C400C}" type="presParOf" srcId="{80C2D95D-7E5D-44F2-B305-0CAECEEE4585}" destId="{EF61EE9A-45DC-454B-BE09-2B7454D2F79C}" srcOrd="1" destOrd="0" presId="urn:microsoft.com/office/officeart/2005/8/layout/list1"/>
    <dgm:cxn modelId="{6B3194C9-6B20-4B21-93BD-FC316611D020}" type="presParOf" srcId="{2A40A43A-11E1-4531-B6AF-E12BEF12FED3}" destId="{7421BE88-8E5B-45F6-A896-2BDDEC23BEC1}" srcOrd="5" destOrd="0" presId="urn:microsoft.com/office/officeart/2005/8/layout/list1"/>
    <dgm:cxn modelId="{54783E23-6DA9-4C22-960E-EBE0A873BE5E}" type="presParOf" srcId="{2A40A43A-11E1-4531-B6AF-E12BEF12FED3}" destId="{8214DBED-4453-4188-98B5-1C2F5EBD7BF7}" srcOrd="6" destOrd="0" presId="urn:microsoft.com/office/officeart/2005/8/layout/list1"/>
    <dgm:cxn modelId="{508AF687-FEB4-4E17-AFE6-EF62B90B3C1C}" type="presParOf" srcId="{2A40A43A-11E1-4531-B6AF-E12BEF12FED3}" destId="{E927F19B-E92F-412E-A94F-8AB6A6627817}" srcOrd="7" destOrd="0" presId="urn:microsoft.com/office/officeart/2005/8/layout/list1"/>
    <dgm:cxn modelId="{1B5B2E5A-CD57-4F14-A7C1-8A5A80983606}" type="presParOf" srcId="{2A40A43A-11E1-4531-B6AF-E12BEF12FED3}" destId="{0F03218D-1820-4A4E-898D-F28004C833EE}" srcOrd="8" destOrd="0" presId="urn:microsoft.com/office/officeart/2005/8/layout/list1"/>
    <dgm:cxn modelId="{CDA61435-845B-4944-A424-29C686DD5B5A}" type="presParOf" srcId="{0F03218D-1820-4A4E-898D-F28004C833EE}" destId="{25EFDA12-7068-4441-B34C-91DD743070F1}" srcOrd="0" destOrd="0" presId="urn:microsoft.com/office/officeart/2005/8/layout/list1"/>
    <dgm:cxn modelId="{3F72C912-9DD5-4356-BD42-25472206E48B}" type="presParOf" srcId="{0F03218D-1820-4A4E-898D-F28004C833EE}" destId="{AB9B0AC7-D19C-4E66-98C3-EE1AD9405AEE}" srcOrd="1" destOrd="0" presId="urn:microsoft.com/office/officeart/2005/8/layout/list1"/>
    <dgm:cxn modelId="{D7428435-1010-4E6B-A528-3855F475D5DE}" type="presParOf" srcId="{2A40A43A-11E1-4531-B6AF-E12BEF12FED3}" destId="{1DDCAA93-C2DC-4DF1-A6C6-938451DDA918}" srcOrd="9" destOrd="0" presId="urn:microsoft.com/office/officeart/2005/8/layout/list1"/>
    <dgm:cxn modelId="{36AB79EE-3662-4A04-9F91-5367AE3B33FE}" type="presParOf" srcId="{2A40A43A-11E1-4531-B6AF-E12BEF12FED3}" destId="{57D8DD81-909D-4BAA-982C-F9AE0A94A8C1}" srcOrd="10" destOrd="0" presId="urn:microsoft.com/office/officeart/2005/8/layout/list1"/>
    <dgm:cxn modelId="{62DE978C-7277-46AC-848B-C81467167D1C}" type="presParOf" srcId="{2A40A43A-11E1-4531-B6AF-E12BEF12FED3}" destId="{4664041F-C0F8-4A09-B7E8-295D66409917}" srcOrd="11" destOrd="0" presId="urn:microsoft.com/office/officeart/2005/8/layout/list1"/>
    <dgm:cxn modelId="{6F859F4A-95A5-48BC-8A0B-57B284D4BD92}" type="presParOf" srcId="{2A40A43A-11E1-4531-B6AF-E12BEF12FED3}" destId="{A16380B6-B537-439E-BA46-0B1AE2BB0C08}" srcOrd="12" destOrd="0" presId="urn:microsoft.com/office/officeart/2005/8/layout/list1"/>
    <dgm:cxn modelId="{D483B27C-19C8-4C57-BB8F-44E310AC7867}" type="presParOf" srcId="{A16380B6-B537-439E-BA46-0B1AE2BB0C08}" destId="{5526D460-215F-49C2-949B-72653D3AB289}" srcOrd="0" destOrd="0" presId="urn:microsoft.com/office/officeart/2005/8/layout/list1"/>
    <dgm:cxn modelId="{03D8F3CB-E0AC-4B7D-8021-151136EBB28B}" type="presParOf" srcId="{A16380B6-B537-439E-BA46-0B1AE2BB0C08}" destId="{C102F226-9943-4E4C-9AAD-C6AF8DD3D847}" srcOrd="1" destOrd="0" presId="urn:microsoft.com/office/officeart/2005/8/layout/list1"/>
    <dgm:cxn modelId="{47B4270B-E38E-489D-8651-90D084903D9E}" type="presParOf" srcId="{2A40A43A-11E1-4531-B6AF-E12BEF12FED3}" destId="{981BA9E6-6F15-4B86-B7BC-4F794A685804}" srcOrd="13" destOrd="0" presId="urn:microsoft.com/office/officeart/2005/8/layout/list1"/>
    <dgm:cxn modelId="{AD6B87AF-40CF-49AC-ABF1-4F47AAE0B076}" type="presParOf" srcId="{2A40A43A-11E1-4531-B6AF-E12BEF12FED3}" destId="{DEA0D613-FDE5-4986-B78A-2E4DFFB6F2F5}" srcOrd="14" destOrd="0" presId="urn:microsoft.com/office/officeart/2005/8/layout/list1"/>
    <dgm:cxn modelId="{90ED5FCD-EC7B-4B97-B450-6712A3613E2F}" type="presParOf" srcId="{2A40A43A-11E1-4531-B6AF-E12BEF12FED3}" destId="{60E241E6-D9A6-4CD5-B08B-0E6D664CA2C3}" srcOrd="15" destOrd="0" presId="urn:microsoft.com/office/officeart/2005/8/layout/list1"/>
    <dgm:cxn modelId="{C9B6CCF8-1440-4CCD-9B7A-5BA6CE54D8B4}" type="presParOf" srcId="{2A40A43A-11E1-4531-B6AF-E12BEF12FED3}" destId="{BC299454-97C6-4B1A-80AF-9F48948626FD}" srcOrd="16" destOrd="0" presId="urn:microsoft.com/office/officeart/2005/8/layout/list1"/>
    <dgm:cxn modelId="{C434DF37-B7A6-4BB2-A510-770DD72246E4}" type="presParOf" srcId="{BC299454-97C6-4B1A-80AF-9F48948626FD}" destId="{F6CB2F43-68C6-40D6-9C6E-F112E72298C5}" srcOrd="0" destOrd="0" presId="urn:microsoft.com/office/officeart/2005/8/layout/list1"/>
    <dgm:cxn modelId="{DB8E28D0-746F-4A51-ABC6-986F2DE85F45}" type="presParOf" srcId="{BC299454-97C6-4B1A-80AF-9F48948626FD}" destId="{BFA42687-E583-44C5-9697-022915A19A33}" srcOrd="1" destOrd="0" presId="urn:microsoft.com/office/officeart/2005/8/layout/list1"/>
    <dgm:cxn modelId="{60E0DC56-A77C-41D5-AC0F-B2F8BFEE8102}" type="presParOf" srcId="{2A40A43A-11E1-4531-B6AF-E12BEF12FED3}" destId="{861FC178-FDD8-4BB2-8F4D-D3938ACD58DC}" srcOrd="17" destOrd="0" presId="urn:microsoft.com/office/officeart/2005/8/layout/list1"/>
    <dgm:cxn modelId="{5AB37E57-F69C-4916-82FD-7DCB25EE6821}" type="presParOf" srcId="{2A40A43A-11E1-4531-B6AF-E12BEF12FED3}" destId="{E41E5F5C-FC1B-43FB-9E63-55E363FB976C}" srcOrd="18" destOrd="0" presId="urn:microsoft.com/office/officeart/2005/8/layout/list1"/>
    <dgm:cxn modelId="{594A4077-7572-4C5E-A842-935CAD9F24D4}" type="presParOf" srcId="{2A40A43A-11E1-4531-B6AF-E12BEF12FED3}" destId="{AFE3A181-E751-4D0B-910E-7773980A48E1}" srcOrd="19" destOrd="0" presId="urn:microsoft.com/office/officeart/2005/8/layout/list1"/>
    <dgm:cxn modelId="{16DA2176-083E-4FC6-BBA2-B44DE9B48361}" type="presParOf" srcId="{2A40A43A-11E1-4531-B6AF-E12BEF12FED3}" destId="{87F802BD-841D-4006-8060-5B93F235CCA9}" srcOrd="20" destOrd="0" presId="urn:microsoft.com/office/officeart/2005/8/layout/list1"/>
    <dgm:cxn modelId="{4BC2915B-4B76-4E62-A433-A4A77A420711}" type="presParOf" srcId="{87F802BD-841D-4006-8060-5B93F235CCA9}" destId="{8CAB8C3D-71F8-4752-AF3C-0FEF037EC1B3}" srcOrd="0" destOrd="0" presId="urn:microsoft.com/office/officeart/2005/8/layout/list1"/>
    <dgm:cxn modelId="{1693BDDD-FE28-4066-889E-3A9739760520}" type="presParOf" srcId="{87F802BD-841D-4006-8060-5B93F235CCA9}" destId="{A4A2C0BE-3F0D-4FEA-97F2-4998E397F9EF}" srcOrd="1" destOrd="0" presId="urn:microsoft.com/office/officeart/2005/8/layout/list1"/>
    <dgm:cxn modelId="{296D5DEC-826F-4A7C-84AA-15C444F1B16A}" type="presParOf" srcId="{2A40A43A-11E1-4531-B6AF-E12BEF12FED3}" destId="{C289446F-6CA2-43CB-829E-FCF4BF285DE2}" srcOrd="21" destOrd="0" presId="urn:microsoft.com/office/officeart/2005/8/layout/list1"/>
    <dgm:cxn modelId="{E2EA11C1-94A6-44B9-AC69-D9643021A7CE}" type="presParOf" srcId="{2A40A43A-11E1-4531-B6AF-E12BEF12FED3}" destId="{951352DC-6093-4B21-AD3F-5654C0450CE0}" srcOrd="22" destOrd="0" presId="urn:microsoft.com/office/officeart/2005/8/layout/list1"/>
    <dgm:cxn modelId="{69E4439B-3F47-40A6-BB69-0EEA55F6166D}" type="presParOf" srcId="{2A40A43A-11E1-4531-B6AF-E12BEF12FED3}" destId="{45B52306-51D7-4CFE-82E9-5345C88C39B9}" srcOrd="23" destOrd="0" presId="urn:microsoft.com/office/officeart/2005/8/layout/list1"/>
    <dgm:cxn modelId="{E2A34ECF-7CB4-47A9-A69F-01689FA409AC}" type="presParOf" srcId="{2A40A43A-11E1-4531-B6AF-E12BEF12FED3}" destId="{861517B9-CA18-4510-8970-3E91034D3363}" srcOrd="24" destOrd="0" presId="urn:microsoft.com/office/officeart/2005/8/layout/list1"/>
    <dgm:cxn modelId="{855C997D-86C3-4569-AFB6-8029978C4A63}" type="presParOf" srcId="{861517B9-CA18-4510-8970-3E91034D3363}" destId="{0CE2BBD2-7289-481C-9DA7-3ACE6E0A3FA9}" srcOrd="0" destOrd="0" presId="urn:microsoft.com/office/officeart/2005/8/layout/list1"/>
    <dgm:cxn modelId="{EA0A4E0B-1FD1-49EF-B52F-2261EC0AB9ED}" type="presParOf" srcId="{861517B9-CA18-4510-8970-3E91034D3363}" destId="{D7E039C5-52CF-47E9-BD8B-D54283FCC8F4}" srcOrd="1" destOrd="0" presId="urn:microsoft.com/office/officeart/2005/8/layout/list1"/>
    <dgm:cxn modelId="{FFD30C74-9B06-48A8-9BE9-966B10C8BFAB}" type="presParOf" srcId="{2A40A43A-11E1-4531-B6AF-E12BEF12FED3}" destId="{FAC26E8F-A5A0-4B97-AA47-74C3136823A8}" srcOrd="25" destOrd="0" presId="urn:microsoft.com/office/officeart/2005/8/layout/list1"/>
    <dgm:cxn modelId="{7E21274C-0D77-4F6E-AB3C-DE12C508BD5C}" type="presParOf" srcId="{2A40A43A-11E1-4531-B6AF-E12BEF12FED3}" destId="{75CE1998-F006-48E4-9293-6EFBC87B7A78}" srcOrd="26" destOrd="0" presId="urn:microsoft.com/office/officeart/2005/8/layout/list1"/>
    <dgm:cxn modelId="{39CB083A-79CA-4371-BA53-3C5EE9B683F8}" type="presParOf" srcId="{2A40A43A-11E1-4531-B6AF-E12BEF12FED3}" destId="{832054E6-AB01-4B97-94EC-BA82EF87F29C}" srcOrd="27" destOrd="0" presId="urn:microsoft.com/office/officeart/2005/8/layout/list1"/>
    <dgm:cxn modelId="{2E10A41C-5C53-45FA-9CCE-33B241C5078E}" type="presParOf" srcId="{2A40A43A-11E1-4531-B6AF-E12BEF12FED3}" destId="{80D53FB4-28D8-4100-85BD-4C1E663620A3}" srcOrd="28" destOrd="0" presId="urn:microsoft.com/office/officeart/2005/8/layout/list1"/>
    <dgm:cxn modelId="{C064BCD7-E901-4384-BC68-C5B43582E9AE}" type="presParOf" srcId="{80D53FB4-28D8-4100-85BD-4C1E663620A3}" destId="{B229027A-520F-4891-8DB1-6A7E23108144}" srcOrd="0" destOrd="0" presId="urn:microsoft.com/office/officeart/2005/8/layout/list1"/>
    <dgm:cxn modelId="{372A28E6-A484-4BC5-B7AF-7333BB6E4652}" type="presParOf" srcId="{80D53FB4-28D8-4100-85BD-4C1E663620A3}" destId="{9F8BDFFC-8B68-4930-99DD-151D96FA2E95}" srcOrd="1" destOrd="0" presId="urn:microsoft.com/office/officeart/2005/8/layout/list1"/>
    <dgm:cxn modelId="{EB9748FE-1BC7-4C79-A1DC-AA998E4FD1FD}" type="presParOf" srcId="{2A40A43A-11E1-4531-B6AF-E12BEF12FED3}" destId="{F0453443-586B-4E8C-9D19-9324A864C441}" srcOrd="29" destOrd="0" presId="urn:microsoft.com/office/officeart/2005/8/layout/list1"/>
    <dgm:cxn modelId="{17556919-FEAF-41C2-A724-75845FC93783}" type="presParOf" srcId="{2A40A43A-11E1-4531-B6AF-E12BEF12FED3}" destId="{ABF487A3-A3DF-4C91-87CC-5942E2D5E6BE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FF53B7-85EE-48EB-A81A-4107F41CA23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05EA487-00CC-4DFC-A48C-4D8B62BE67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1.</a:t>
          </a:r>
          <a:r>
            <a:rPr lang="en-US" baseline="0" dirty="0"/>
            <a:t> Initialize project</a:t>
          </a:r>
          <a:endParaRPr lang="en-US" dirty="0"/>
        </a:p>
      </dgm:t>
    </dgm:pt>
    <dgm:pt modelId="{DD99DCF1-CEA9-4555-A510-57EE1A5206AD}" type="parTrans" cxnId="{2F3CD46F-DDCC-4FAB-BDA9-D17A942BE4CC}">
      <dgm:prSet/>
      <dgm:spPr/>
      <dgm:t>
        <a:bodyPr/>
        <a:lstStyle/>
        <a:p>
          <a:endParaRPr lang="en-US"/>
        </a:p>
      </dgm:t>
    </dgm:pt>
    <dgm:pt modelId="{49C1C1BA-158F-4E09-B97B-0597511DD6D2}" type="sibTrans" cxnId="{2F3CD46F-DDCC-4FAB-BDA9-D17A942BE4CC}">
      <dgm:prSet/>
      <dgm:spPr/>
      <dgm:t>
        <a:bodyPr/>
        <a:lstStyle/>
        <a:p>
          <a:endParaRPr lang="en-US"/>
        </a:p>
      </dgm:t>
    </dgm:pt>
    <dgm:pt modelId="{EEDBB71E-A0B6-4088-BD9B-584464D280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Consultant/Client/Contractor inputs data, calculations Take place.</a:t>
          </a:r>
        </a:p>
      </dgm:t>
    </dgm:pt>
    <dgm:pt modelId="{39A78EB9-DFCD-44F2-A984-DC95F313515A}" type="parTrans" cxnId="{765A2B7E-4A22-4621-AB70-BC18EAEA427E}">
      <dgm:prSet/>
      <dgm:spPr/>
      <dgm:t>
        <a:bodyPr/>
        <a:lstStyle/>
        <a:p>
          <a:endParaRPr lang="en-US"/>
        </a:p>
      </dgm:t>
    </dgm:pt>
    <dgm:pt modelId="{7B803179-D242-4C77-B0FD-52D262F3D60F}" type="sibTrans" cxnId="{765A2B7E-4A22-4621-AB70-BC18EAEA427E}">
      <dgm:prSet/>
      <dgm:spPr/>
      <dgm:t>
        <a:bodyPr/>
        <a:lstStyle/>
        <a:p>
          <a:endParaRPr lang="en-US"/>
        </a:p>
      </dgm:t>
    </dgm:pt>
    <dgm:pt modelId="{796E03EE-A878-4F2B-82BA-3587C8F90A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2. Validate CT Specifications:</a:t>
          </a:r>
        </a:p>
      </dgm:t>
    </dgm:pt>
    <dgm:pt modelId="{F44455B9-5EE6-4A2F-99D8-A561FCDC3DB4}" type="parTrans" cxnId="{0D073E71-1356-436F-9704-BD4F8C1B3E29}">
      <dgm:prSet/>
      <dgm:spPr/>
      <dgm:t>
        <a:bodyPr/>
        <a:lstStyle/>
        <a:p>
          <a:endParaRPr lang="en-US"/>
        </a:p>
      </dgm:t>
    </dgm:pt>
    <dgm:pt modelId="{FDFE2C15-0F72-4D12-899F-6C517247D73F}" type="sibTrans" cxnId="{0D073E71-1356-436F-9704-BD4F8C1B3E29}">
      <dgm:prSet/>
      <dgm:spPr/>
      <dgm:t>
        <a:bodyPr/>
        <a:lstStyle/>
        <a:p>
          <a:endParaRPr lang="en-US"/>
        </a:p>
      </dgm:t>
    </dgm:pt>
    <dgm:pt modelId="{27E8F205-D243-4985-BC05-46830FA532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Consultant/Client/Contractor inputs CT      parameters, and the system validates them   (According To Calculations.</a:t>
          </a:r>
        </a:p>
      </dgm:t>
    </dgm:pt>
    <dgm:pt modelId="{FDD4185B-1460-425E-994B-24659B2CE695}" type="parTrans" cxnId="{8F450DE5-BE3E-48BD-A132-9E65FAA8B530}">
      <dgm:prSet/>
      <dgm:spPr/>
      <dgm:t>
        <a:bodyPr/>
        <a:lstStyle/>
        <a:p>
          <a:endParaRPr lang="en-US"/>
        </a:p>
      </dgm:t>
    </dgm:pt>
    <dgm:pt modelId="{1B3D9C06-C622-4B14-AA5F-2F0FF137EF38}" type="sibTrans" cxnId="{8F450DE5-BE3E-48BD-A132-9E65FAA8B530}">
      <dgm:prSet/>
      <dgm:spPr/>
      <dgm:t>
        <a:bodyPr/>
        <a:lstStyle/>
        <a:p>
          <a:endParaRPr lang="en-US"/>
        </a:p>
      </dgm:t>
    </dgm:pt>
    <dgm:pt modelId="{69BB5D62-A529-4CC5-A31F-33A0766471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3. CT Calculation Report Generation:</a:t>
          </a:r>
        </a:p>
      </dgm:t>
    </dgm:pt>
    <dgm:pt modelId="{34DF7C82-F23D-4F79-9956-A6AE8F6AAC6F}" type="parTrans" cxnId="{7C7A5970-8538-4FD4-8610-E1DCCCC1DDCE}">
      <dgm:prSet/>
      <dgm:spPr/>
      <dgm:t>
        <a:bodyPr/>
        <a:lstStyle/>
        <a:p>
          <a:endParaRPr lang="en-US"/>
        </a:p>
      </dgm:t>
    </dgm:pt>
    <dgm:pt modelId="{FB4F0165-F234-4082-A2CF-86E04ECC4D28}" type="sibTrans" cxnId="{7C7A5970-8538-4FD4-8610-E1DCCCC1DDCE}">
      <dgm:prSet/>
      <dgm:spPr/>
      <dgm:t>
        <a:bodyPr/>
        <a:lstStyle/>
        <a:p>
          <a:endParaRPr lang="en-US"/>
        </a:p>
      </dgm:t>
    </dgm:pt>
    <dgm:pt modelId="{FC9D7DCB-E1C0-4164-8B5E-18973CB8C9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A PDF report is generated from that JSX.</a:t>
          </a:r>
        </a:p>
      </dgm:t>
    </dgm:pt>
    <dgm:pt modelId="{ABBD476B-B36C-44E0-9177-199CD2097B95}" type="parTrans" cxnId="{27DDA381-53B6-4A45-B008-1914E13F87DE}">
      <dgm:prSet/>
      <dgm:spPr/>
      <dgm:t>
        <a:bodyPr/>
        <a:lstStyle/>
        <a:p>
          <a:endParaRPr lang="en-US"/>
        </a:p>
      </dgm:t>
    </dgm:pt>
    <dgm:pt modelId="{765E4A5F-FC6D-47DB-ADA5-E68CC014F4EC}" type="sibTrans" cxnId="{27DDA381-53B6-4A45-B008-1914E13F87DE}">
      <dgm:prSet/>
      <dgm:spPr/>
      <dgm:t>
        <a:bodyPr/>
        <a:lstStyle/>
        <a:p>
          <a:endParaRPr lang="en-US"/>
        </a:p>
      </dgm:t>
    </dgm:pt>
    <dgm:pt modelId="{ED7F7F55-7987-4E02-BD3B-3BBBBB18F165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Consultant/Client/Contractor creates a new project.</a:t>
          </a:r>
        </a:p>
      </dgm:t>
    </dgm:pt>
    <dgm:pt modelId="{2FC7E214-F29F-4EDD-AEDF-AFC028CDD07A}" type="parTrans" cxnId="{FFE9056D-B084-4F08-910E-BDC4BCC56A90}">
      <dgm:prSet/>
      <dgm:spPr/>
      <dgm:t>
        <a:bodyPr/>
        <a:lstStyle/>
        <a:p>
          <a:endParaRPr lang="en-US"/>
        </a:p>
      </dgm:t>
    </dgm:pt>
    <dgm:pt modelId="{CF730D5E-4CFF-416D-B631-01974F334EBC}" type="sibTrans" cxnId="{FFE9056D-B084-4F08-910E-BDC4BCC56A90}">
      <dgm:prSet/>
      <dgm:spPr/>
      <dgm:t>
        <a:bodyPr/>
        <a:lstStyle/>
        <a:p>
          <a:endParaRPr lang="en-US"/>
        </a:p>
      </dgm:t>
    </dgm:pt>
    <dgm:pt modelId="{A57B87E4-D1FA-4B56-940A-4841BCFDB8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Consultant/Client/Contractor adds project details.</a:t>
          </a:r>
        </a:p>
      </dgm:t>
    </dgm:pt>
    <dgm:pt modelId="{FF1C9010-DF32-4C61-BAFE-4D31584DF76C}" type="parTrans" cxnId="{25858EB1-7BE5-4B14-B8BA-D86969A05650}">
      <dgm:prSet/>
      <dgm:spPr/>
      <dgm:t>
        <a:bodyPr/>
        <a:lstStyle/>
        <a:p>
          <a:endParaRPr lang="en-US"/>
        </a:p>
      </dgm:t>
    </dgm:pt>
    <dgm:pt modelId="{D3A75467-B137-4AD8-B3B6-AE31290BD6B3}" type="sibTrans" cxnId="{25858EB1-7BE5-4B14-B8BA-D86969A05650}">
      <dgm:prSet/>
      <dgm:spPr/>
      <dgm:t>
        <a:bodyPr/>
        <a:lstStyle/>
        <a:p>
          <a:endParaRPr lang="en-US"/>
        </a:p>
      </dgm:t>
    </dgm:pt>
    <dgm:pt modelId="{A78AD38C-91FE-4E27-A5CE-5E9FA6F2F8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All the data is aligned in a proper JSX format</a:t>
          </a:r>
        </a:p>
      </dgm:t>
    </dgm:pt>
    <dgm:pt modelId="{F3CB9427-5CE9-4231-9F0E-D5AE321C9685}" type="parTrans" cxnId="{ED69B0C3-9A6A-4A8B-A252-69D93C6B6996}">
      <dgm:prSet/>
      <dgm:spPr/>
      <dgm:t>
        <a:bodyPr/>
        <a:lstStyle/>
        <a:p>
          <a:endParaRPr lang="en-US"/>
        </a:p>
      </dgm:t>
    </dgm:pt>
    <dgm:pt modelId="{F37A3927-571F-423A-ADC0-68A047FBEC83}" type="sibTrans" cxnId="{ED69B0C3-9A6A-4A8B-A252-69D93C6B6996}">
      <dgm:prSet/>
      <dgm:spPr/>
      <dgm:t>
        <a:bodyPr/>
        <a:lstStyle/>
        <a:p>
          <a:endParaRPr lang="en-US"/>
        </a:p>
      </dgm:t>
    </dgm:pt>
    <dgm:pt modelId="{E5FA1344-1590-44FB-8FCD-08DEFAF4BA9B}" type="pres">
      <dgm:prSet presAssocID="{D4FF53B7-85EE-48EB-A81A-4107F41CA232}" presName="root" presStyleCnt="0">
        <dgm:presLayoutVars>
          <dgm:dir/>
          <dgm:resizeHandles val="exact"/>
        </dgm:presLayoutVars>
      </dgm:prSet>
      <dgm:spPr/>
    </dgm:pt>
    <dgm:pt modelId="{2525AEC9-C3AB-4BA3-A52A-D476E7A34AA8}" type="pres">
      <dgm:prSet presAssocID="{905EA487-00CC-4DFC-A48C-4D8B62BE670F}" presName="compNode" presStyleCnt="0"/>
      <dgm:spPr/>
    </dgm:pt>
    <dgm:pt modelId="{7AD701A0-83BB-4226-AB9C-1BAF443EFD23}" type="pres">
      <dgm:prSet presAssocID="{905EA487-00CC-4DFC-A48C-4D8B62BE670F}" presName="bgRect" presStyleLbl="bgShp" presStyleIdx="0" presStyleCnt="9"/>
      <dgm:spPr/>
    </dgm:pt>
    <dgm:pt modelId="{8ADBA7A7-2CEA-4972-BCD0-B8B8CC2AB25D}" type="pres">
      <dgm:prSet presAssocID="{905EA487-00CC-4DFC-A48C-4D8B62BE670F}" presName="iconRect" presStyleLbl="node1" presStyleIdx="0" presStyleCnt="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0CB0DD7C-00C7-4996-8EA2-458A5B304883}" type="pres">
      <dgm:prSet presAssocID="{905EA487-00CC-4DFC-A48C-4D8B62BE670F}" presName="spaceRect" presStyleCnt="0"/>
      <dgm:spPr/>
    </dgm:pt>
    <dgm:pt modelId="{4B41405A-0A8B-4AB9-89EE-08EDA9A22704}" type="pres">
      <dgm:prSet presAssocID="{905EA487-00CC-4DFC-A48C-4D8B62BE670F}" presName="parTx" presStyleLbl="revTx" presStyleIdx="0" presStyleCnt="9">
        <dgm:presLayoutVars>
          <dgm:chMax val="0"/>
          <dgm:chPref val="0"/>
        </dgm:presLayoutVars>
      </dgm:prSet>
      <dgm:spPr/>
    </dgm:pt>
    <dgm:pt modelId="{3950E257-DDDA-461A-9110-10B2AE9C73BE}" type="pres">
      <dgm:prSet presAssocID="{49C1C1BA-158F-4E09-B97B-0597511DD6D2}" presName="sibTrans" presStyleCnt="0"/>
      <dgm:spPr/>
    </dgm:pt>
    <dgm:pt modelId="{37F7CE86-2CE3-406A-B7EF-E471FF5F606D}" type="pres">
      <dgm:prSet presAssocID="{ED7F7F55-7987-4E02-BD3B-3BBBBB18F165}" presName="compNode" presStyleCnt="0"/>
      <dgm:spPr/>
    </dgm:pt>
    <dgm:pt modelId="{BEA3EC7E-E29D-4246-9315-89B0EE1C78F3}" type="pres">
      <dgm:prSet presAssocID="{ED7F7F55-7987-4E02-BD3B-3BBBBB18F165}" presName="bgRect" presStyleLbl="bgShp" presStyleIdx="1" presStyleCnt="9" custScaleY="123253"/>
      <dgm:spPr/>
    </dgm:pt>
    <dgm:pt modelId="{8AB243EF-4ACE-4826-BE82-C8C2BCC1DF68}" type="pres">
      <dgm:prSet presAssocID="{ED7F7F55-7987-4E02-BD3B-3BBBBB18F165}" presName="iconRect" presStyleLbl="node1" presStyleIdx="1" presStyleCnt="9" custScaleX="148520" custScaleY="15093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1F81FED-C088-4336-B2D1-CD8AD17CF4AE}" type="pres">
      <dgm:prSet presAssocID="{ED7F7F55-7987-4E02-BD3B-3BBBBB18F165}" presName="spaceRect" presStyleCnt="0"/>
      <dgm:spPr/>
    </dgm:pt>
    <dgm:pt modelId="{E7781170-AB29-401E-A120-FCFD2C3F24E8}" type="pres">
      <dgm:prSet presAssocID="{ED7F7F55-7987-4E02-BD3B-3BBBBB18F165}" presName="parTx" presStyleLbl="revTx" presStyleIdx="1" presStyleCnt="9">
        <dgm:presLayoutVars>
          <dgm:chMax val="0"/>
          <dgm:chPref val="0"/>
        </dgm:presLayoutVars>
      </dgm:prSet>
      <dgm:spPr/>
    </dgm:pt>
    <dgm:pt modelId="{4D2284E7-57D5-44CC-8606-22E5DC944B4F}" type="pres">
      <dgm:prSet presAssocID="{CF730D5E-4CFF-416D-B631-01974F334EBC}" presName="sibTrans" presStyleCnt="0"/>
      <dgm:spPr/>
    </dgm:pt>
    <dgm:pt modelId="{0B50872C-73B6-4EE1-9DF3-AC648A40BA98}" type="pres">
      <dgm:prSet presAssocID="{A57B87E4-D1FA-4B56-940A-4841BCFDB84D}" presName="compNode" presStyleCnt="0"/>
      <dgm:spPr/>
    </dgm:pt>
    <dgm:pt modelId="{B164F60A-E98C-4CCD-A651-85C0A48463F6}" type="pres">
      <dgm:prSet presAssocID="{A57B87E4-D1FA-4B56-940A-4841BCFDB84D}" presName="bgRect" presStyleLbl="bgShp" presStyleIdx="2" presStyleCnt="9"/>
      <dgm:spPr/>
    </dgm:pt>
    <dgm:pt modelId="{4329B9C7-9055-42D7-8A72-0D07EFBF1914}" type="pres">
      <dgm:prSet presAssocID="{A57B87E4-D1FA-4B56-940A-4841BCFDB84D}" presName="iconRect" presStyleLbl="node1" presStyleIdx="2" presStyleCnt="9" custScaleX="158229" custScaleY="14521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89CD206-E5FF-4180-8FBA-4BC1F47B0BE3}" type="pres">
      <dgm:prSet presAssocID="{A57B87E4-D1FA-4B56-940A-4841BCFDB84D}" presName="spaceRect" presStyleCnt="0"/>
      <dgm:spPr/>
    </dgm:pt>
    <dgm:pt modelId="{16C5E6FF-9EBA-42DE-9CF3-9977154E4A71}" type="pres">
      <dgm:prSet presAssocID="{A57B87E4-D1FA-4B56-940A-4841BCFDB84D}" presName="parTx" presStyleLbl="revTx" presStyleIdx="2" presStyleCnt="9">
        <dgm:presLayoutVars>
          <dgm:chMax val="0"/>
          <dgm:chPref val="0"/>
        </dgm:presLayoutVars>
      </dgm:prSet>
      <dgm:spPr/>
    </dgm:pt>
    <dgm:pt modelId="{7D3E8167-90BF-435B-ABAA-851E0EB378ED}" type="pres">
      <dgm:prSet presAssocID="{D3A75467-B137-4AD8-B3B6-AE31290BD6B3}" presName="sibTrans" presStyleCnt="0"/>
      <dgm:spPr/>
    </dgm:pt>
    <dgm:pt modelId="{2B51B4B0-6B42-45C6-9589-E2E45050AB4C}" type="pres">
      <dgm:prSet presAssocID="{EEDBB71E-A0B6-4088-BD9B-584464D280CD}" presName="compNode" presStyleCnt="0"/>
      <dgm:spPr/>
    </dgm:pt>
    <dgm:pt modelId="{4586CF37-DD08-49DA-811D-DEF0D8C05286}" type="pres">
      <dgm:prSet presAssocID="{EEDBB71E-A0B6-4088-BD9B-584464D280CD}" presName="bgRect" presStyleLbl="bgShp" presStyleIdx="3" presStyleCnt="9" custScaleY="124301"/>
      <dgm:spPr/>
    </dgm:pt>
    <dgm:pt modelId="{04A134C3-29AD-4C04-9C82-8A4D93461D90}" type="pres">
      <dgm:prSet presAssocID="{EEDBB71E-A0B6-4088-BD9B-584464D280CD}" presName="iconRect" presStyleLbl="node1" presStyleIdx="3" presStyleCnt="9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7150BFF-25EF-4282-A5E7-81DBE2F2FCD6}" type="pres">
      <dgm:prSet presAssocID="{EEDBB71E-A0B6-4088-BD9B-584464D280CD}" presName="spaceRect" presStyleCnt="0"/>
      <dgm:spPr/>
    </dgm:pt>
    <dgm:pt modelId="{345D4685-8158-4F56-923D-9288AA2F0EED}" type="pres">
      <dgm:prSet presAssocID="{EEDBB71E-A0B6-4088-BD9B-584464D280CD}" presName="parTx" presStyleLbl="revTx" presStyleIdx="3" presStyleCnt="9">
        <dgm:presLayoutVars>
          <dgm:chMax val="0"/>
          <dgm:chPref val="0"/>
        </dgm:presLayoutVars>
      </dgm:prSet>
      <dgm:spPr/>
    </dgm:pt>
    <dgm:pt modelId="{42C3ECD3-ABD2-4414-BA2A-220214C180BB}" type="pres">
      <dgm:prSet presAssocID="{7B803179-D242-4C77-B0FD-52D262F3D60F}" presName="sibTrans" presStyleCnt="0"/>
      <dgm:spPr/>
    </dgm:pt>
    <dgm:pt modelId="{A0B15C1E-A551-4FFC-975A-2B658A5F5C48}" type="pres">
      <dgm:prSet presAssocID="{796E03EE-A878-4F2B-82BA-3587C8F90ADB}" presName="compNode" presStyleCnt="0"/>
      <dgm:spPr/>
    </dgm:pt>
    <dgm:pt modelId="{DD188D4A-09F0-46FF-B39B-F2C4FE88C182}" type="pres">
      <dgm:prSet presAssocID="{796E03EE-A878-4F2B-82BA-3587C8F90ADB}" presName="bgRect" presStyleLbl="bgShp" presStyleIdx="4" presStyleCnt="9" custScaleY="118768"/>
      <dgm:spPr/>
    </dgm:pt>
    <dgm:pt modelId="{7E5E1637-0400-4804-A2D7-E85F22BC5225}" type="pres">
      <dgm:prSet presAssocID="{796E03EE-A878-4F2B-82BA-3587C8F90ADB}" presName="iconRect" presStyleLbl="node1" presStyleIdx="4" presStyleCnt="9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D7D31A0-CA60-4C15-A715-253A6D330964}" type="pres">
      <dgm:prSet presAssocID="{796E03EE-A878-4F2B-82BA-3587C8F90ADB}" presName="spaceRect" presStyleCnt="0"/>
      <dgm:spPr/>
    </dgm:pt>
    <dgm:pt modelId="{1FCDA6C9-8E19-4CA5-A30D-A8876ACCBBA2}" type="pres">
      <dgm:prSet presAssocID="{796E03EE-A878-4F2B-82BA-3587C8F90ADB}" presName="parTx" presStyleLbl="revTx" presStyleIdx="4" presStyleCnt="9">
        <dgm:presLayoutVars>
          <dgm:chMax val="0"/>
          <dgm:chPref val="0"/>
        </dgm:presLayoutVars>
      </dgm:prSet>
      <dgm:spPr/>
    </dgm:pt>
    <dgm:pt modelId="{52A5105B-E8E6-4041-9BE5-65D57B63A39C}" type="pres">
      <dgm:prSet presAssocID="{FDFE2C15-0F72-4D12-899F-6C517247D73F}" presName="sibTrans" presStyleCnt="0"/>
      <dgm:spPr/>
    </dgm:pt>
    <dgm:pt modelId="{241EE3F8-FAC4-49C6-8973-753464365408}" type="pres">
      <dgm:prSet presAssocID="{27E8F205-D243-4985-BC05-46830FA53295}" presName="compNode" presStyleCnt="0"/>
      <dgm:spPr/>
    </dgm:pt>
    <dgm:pt modelId="{FD563CA5-F6B5-4492-89D9-70D9DFAE4B08}" type="pres">
      <dgm:prSet presAssocID="{27E8F205-D243-4985-BC05-46830FA53295}" presName="bgRect" presStyleLbl="bgShp" presStyleIdx="5" presStyleCnt="9" custScaleY="240606"/>
      <dgm:spPr/>
    </dgm:pt>
    <dgm:pt modelId="{C99F2221-00BE-4A37-A168-A06ECFAC560B}" type="pres">
      <dgm:prSet presAssocID="{27E8F205-D243-4985-BC05-46830FA53295}" presName="iconRect" presStyleLbl="node1" presStyleIdx="5" presStyleCnt="9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EEFFD9C-A605-4080-BB82-F40EC57E3E7C}" type="pres">
      <dgm:prSet presAssocID="{27E8F205-D243-4985-BC05-46830FA53295}" presName="spaceRect" presStyleCnt="0"/>
      <dgm:spPr/>
    </dgm:pt>
    <dgm:pt modelId="{88D1898D-86AB-4EA8-B740-616567CD73FE}" type="pres">
      <dgm:prSet presAssocID="{27E8F205-D243-4985-BC05-46830FA53295}" presName="parTx" presStyleLbl="revTx" presStyleIdx="5" presStyleCnt="9">
        <dgm:presLayoutVars>
          <dgm:chMax val="0"/>
          <dgm:chPref val="0"/>
        </dgm:presLayoutVars>
      </dgm:prSet>
      <dgm:spPr/>
    </dgm:pt>
    <dgm:pt modelId="{C4BC649F-C565-4842-92D0-96B67C77069D}" type="pres">
      <dgm:prSet presAssocID="{1B3D9C06-C622-4B14-AA5F-2F0FF137EF38}" presName="sibTrans" presStyleCnt="0"/>
      <dgm:spPr/>
    </dgm:pt>
    <dgm:pt modelId="{78D19608-079C-4107-BE72-D8009A2107C7}" type="pres">
      <dgm:prSet presAssocID="{69BB5D62-A529-4CC5-A31F-33A076647124}" presName="compNode" presStyleCnt="0"/>
      <dgm:spPr/>
    </dgm:pt>
    <dgm:pt modelId="{72F90650-2DFD-405E-B7AB-3EE08DB58C6C}" type="pres">
      <dgm:prSet presAssocID="{69BB5D62-A529-4CC5-A31F-33A076647124}" presName="bgRect" presStyleLbl="bgShp" presStyleIdx="6" presStyleCnt="9"/>
      <dgm:spPr/>
    </dgm:pt>
    <dgm:pt modelId="{62DBFF72-E8DA-488A-8A79-A7C63DD0A543}" type="pres">
      <dgm:prSet presAssocID="{69BB5D62-A529-4CC5-A31F-33A076647124}" presName="iconRect" presStyleLbl="node1" presStyleIdx="6" presStyleCnt="9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0C39687-CC19-4B07-9831-48B1B0D0AE11}" type="pres">
      <dgm:prSet presAssocID="{69BB5D62-A529-4CC5-A31F-33A076647124}" presName="spaceRect" presStyleCnt="0"/>
      <dgm:spPr/>
    </dgm:pt>
    <dgm:pt modelId="{71165070-A1C4-49AC-AC4C-12A1C611E5E9}" type="pres">
      <dgm:prSet presAssocID="{69BB5D62-A529-4CC5-A31F-33A076647124}" presName="parTx" presStyleLbl="revTx" presStyleIdx="6" presStyleCnt="9">
        <dgm:presLayoutVars>
          <dgm:chMax val="0"/>
          <dgm:chPref val="0"/>
        </dgm:presLayoutVars>
      </dgm:prSet>
      <dgm:spPr/>
    </dgm:pt>
    <dgm:pt modelId="{FEA48818-71B7-4515-BB36-B67C9579C3A9}" type="pres">
      <dgm:prSet presAssocID="{FB4F0165-F234-4082-A2CF-86E04ECC4D28}" presName="sibTrans" presStyleCnt="0"/>
      <dgm:spPr/>
    </dgm:pt>
    <dgm:pt modelId="{E2BDF8E5-B1EC-4550-B212-97C22CE55CBF}" type="pres">
      <dgm:prSet presAssocID="{A78AD38C-91FE-4E27-A5CE-5E9FA6F2F8E2}" presName="compNode" presStyleCnt="0"/>
      <dgm:spPr/>
    </dgm:pt>
    <dgm:pt modelId="{E37FFFF4-332E-4CDD-AC9F-C687CABC1A9B}" type="pres">
      <dgm:prSet presAssocID="{A78AD38C-91FE-4E27-A5CE-5E9FA6F2F8E2}" presName="bgRect" presStyleLbl="bgShp" presStyleIdx="7" presStyleCnt="9"/>
      <dgm:spPr/>
    </dgm:pt>
    <dgm:pt modelId="{5D6B1D3F-5851-4B13-8283-CABDDEA12740}" type="pres">
      <dgm:prSet presAssocID="{A78AD38C-91FE-4E27-A5CE-5E9FA6F2F8E2}" presName="iconRect" presStyleLbl="node1" presStyleIdx="7" presStyleCnt="9"/>
      <dgm:spPr>
        <a:blipFill rotWithShape="1"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</dgm:spPr>
    </dgm:pt>
    <dgm:pt modelId="{3222A592-958E-4C43-A3BD-631C4AA62CD8}" type="pres">
      <dgm:prSet presAssocID="{A78AD38C-91FE-4E27-A5CE-5E9FA6F2F8E2}" presName="spaceRect" presStyleCnt="0"/>
      <dgm:spPr/>
    </dgm:pt>
    <dgm:pt modelId="{9653DA71-264E-48A3-8109-DE838D5A29EF}" type="pres">
      <dgm:prSet presAssocID="{A78AD38C-91FE-4E27-A5CE-5E9FA6F2F8E2}" presName="parTx" presStyleLbl="revTx" presStyleIdx="7" presStyleCnt="9">
        <dgm:presLayoutVars>
          <dgm:chMax val="0"/>
          <dgm:chPref val="0"/>
        </dgm:presLayoutVars>
      </dgm:prSet>
      <dgm:spPr/>
    </dgm:pt>
    <dgm:pt modelId="{37B9DBD0-F91D-4910-886B-3311A4954616}" type="pres">
      <dgm:prSet presAssocID="{F37A3927-571F-423A-ADC0-68A047FBEC83}" presName="sibTrans" presStyleCnt="0"/>
      <dgm:spPr/>
    </dgm:pt>
    <dgm:pt modelId="{842AC74B-745B-42FC-B1D2-1866A0785387}" type="pres">
      <dgm:prSet presAssocID="{FC9D7DCB-E1C0-4164-8B5E-18973CB8C9E6}" presName="compNode" presStyleCnt="0"/>
      <dgm:spPr/>
    </dgm:pt>
    <dgm:pt modelId="{A3C18A39-75CE-4F71-A04B-172A17477C6A}" type="pres">
      <dgm:prSet presAssocID="{FC9D7DCB-E1C0-4164-8B5E-18973CB8C9E6}" presName="bgRect" presStyleLbl="bgShp" presStyleIdx="8" presStyleCnt="9"/>
      <dgm:spPr/>
    </dgm:pt>
    <dgm:pt modelId="{D9382F74-543D-45B5-B620-8CEA7C43FBEA}" type="pres">
      <dgm:prSet presAssocID="{FC9D7DCB-E1C0-4164-8B5E-18973CB8C9E6}" presName="iconRect" presStyleLbl="node1" presStyleIdx="8" presStyleCnt="9"/>
      <dgm:spPr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C739DEEC-E0EB-4DFA-BD2F-FF4AB3D44CB7}" type="pres">
      <dgm:prSet presAssocID="{FC9D7DCB-E1C0-4164-8B5E-18973CB8C9E6}" presName="spaceRect" presStyleCnt="0"/>
      <dgm:spPr/>
    </dgm:pt>
    <dgm:pt modelId="{B022C11B-AF56-45F2-8A06-879B2F7A6BB5}" type="pres">
      <dgm:prSet presAssocID="{FC9D7DCB-E1C0-4164-8B5E-18973CB8C9E6}" presName="parTx" presStyleLbl="revTx" presStyleIdx="8" presStyleCnt="9">
        <dgm:presLayoutVars>
          <dgm:chMax val="0"/>
          <dgm:chPref val="0"/>
        </dgm:presLayoutVars>
      </dgm:prSet>
      <dgm:spPr/>
    </dgm:pt>
  </dgm:ptLst>
  <dgm:cxnLst>
    <dgm:cxn modelId="{FEAA882B-54D9-4FC5-9C8A-5929F70B45C3}" type="presOf" srcId="{A57B87E4-D1FA-4B56-940A-4841BCFDB84D}" destId="{16C5E6FF-9EBA-42DE-9CF3-9977154E4A71}" srcOrd="0" destOrd="0" presId="urn:microsoft.com/office/officeart/2018/2/layout/IconVerticalSolidList"/>
    <dgm:cxn modelId="{84CD5D5D-9880-4EB1-8DA4-0E616BDC9DCD}" type="presOf" srcId="{69BB5D62-A529-4CC5-A31F-33A076647124}" destId="{71165070-A1C4-49AC-AC4C-12A1C611E5E9}" srcOrd="0" destOrd="0" presId="urn:microsoft.com/office/officeart/2018/2/layout/IconVerticalSolidList"/>
    <dgm:cxn modelId="{5FE80465-C88E-4A4B-B0B9-B0177EB7AB0F}" type="presOf" srcId="{ED7F7F55-7987-4E02-BD3B-3BBBBB18F165}" destId="{E7781170-AB29-401E-A120-FCFD2C3F24E8}" srcOrd="0" destOrd="0" presId="urn:microsoft.com/office/officeart/2018/2/layout/IconVerticalSolidList"/>
    <dgm:cxn modelId="{FFE9056D-B084-4F08-910E-BDC4BCC56A90}" srcId="{D4FF53B7-85EE-48EB-A81A-4107F41CA232}" destId="{ED7F7F55-7987-4E02-BD3B-3BBBBB18F165}" srcOrd="1" destOrd="0" parTransId="{2FC7E214-F29F-4EDD-AEDF-AFC028CDD07A}" sibTransId="{CF730D5E-4CFF-416D-B631-01974F334EBC}"/>
    <dgm:cxn modelId="{2F3CD46F-DDCC-4FAB-BDA9-D17A942BE4CC}" srcId="{D4FF53B7-85EE-48EB-A81A-4107F41CA232}" destId="{905EA487-00CC-4DFC-A48C-4D8B62BE670F}" srcOrd="0" destOrd="0" parTransId="{DD99DCF1-CEA9-4555-A510-57EE1A5206AD}" sibTransId="{49C1C1BA-158F-4E09-B97B-0597511DD6D2}"/>
    <dgm:cxn modelId="{7C7A5970-8538-4FD4-8610-E1DCCCC1DDCE}" srcId="{D4FF53B7-85EE-48EB-A81A-4107F41CA232}" destId="{69BB5D62-A529-4CC5-A31F-33A076647124}" srcOrd="6" destOrd="0" parTransId="{34DF7C82-F23D-4F79-9956-A6AE8F6AAC6F}" sibTransId="{FB4F0165-F234-4082-A2CF-86E04ECC4D28}"/>
    <dgm:cxn modelId="{0D073E71-1356-436F-9704-BD4F8C1B3E29}" srcId="{D4FF53B7-85EE-48EB-A81A-4107F41CA232}" destId="{796E03EE-A878-4F2B-82BA-3587C8F90ADB}" srcOrd="4" destOrd="0" parTransId="{F44455B9-5EE6-4A2F-99D8-A561FCDC3DB4}" sibTransId="{FDFE2C15-0F72-4D12-899F-6C517247D73F}"/>
    <dgm:cxn modelId="{765A2B7E-4A22-4621-AB70-BC18EAEA427E}" srcId="{D4FF53B7-85EE-48EB-A81A-4107F41CA232}" destId="{EEDBB71E-A0B6-4088-BD9B-584464D280CD}" srcOrd="3" destOrd="0" parTransId="{39A78EB9-DFCD-44F2-A984-DC95F313515A}" sibTransId="{7B803179-D242-4C77-B0FD-52D262F3D60F}"/>
    <dgm:cxn modelId="{27DDA381-53B6-4A45-B008-1914E13F87DE}" srcId="{D4FF53B7-85EE-48EB-A81A-4107F41CA232}" destId="{FC9D7DCB-E1C0-4164-8B5E-18973CB8C9E6}" srcOrd="8" destOrd="0" parTransId="{ABBD476B-B36C-44E0-9177-199CD2097B95}" sibTransId="{765E4A5F-FC6D-47DB-ADA5-E68CC014F4EC}"/>
    <dgm:cxn modelId="{48F0448A-602A-497B-BE89-FA7EC5BF7E67}" type="presOf" srcId="{FC9D7DCB-E1C0-4164-8B5E-18973CB8C9E6}" destId="{B022C11B-AF56-45F2-8A06-879B2F7A6BB5}" srcOrd="0" destOrd="0" presId="urn:microsoft.com/office/officeart/2018/2/layout/IconVerticalSolidList"/>
    <dgm:cxn modelId="{603F9190-929B-42D9-BC33-ECA38729C0FC}" type="presOf" srcId="{D4FF53B7-85EE-48EB-A81A-4107F41CA232}" destId="{E5FA1344-1590-44FB-8FCD-08DEFAF4BA9B}" srcOrd="0" destOrd="0" presId="urn:microsoft.com/office/officeart/2018/2/layout/IconVerticalSolidList"/>
    <dgm:cxn modelId="{25858EB1-7BE5-4B14-B8BA-D86969A05650}" srcId="{D4FF53B7-85EE-48EB-A81A-4107F41CA232}" destId="{A57B87E4-D1FA-4B56-940A-4841BCFDB84D}" srcOrd="2" destOrd="0" parTransId="{FF1C9010-DF32-4C61-BAFE-4D31584DF76C}" sibTransId="{D3A75467-B137-4AD8-B3B6-AE31290BD6B3}"/>
    <dgm:cxn modelId="{BD1830B6-DDE7-4812-B3CE-89FDCC88E02D}" type="presOf" srcId="{EEDBB71E-A0B6-4088-BD9B-584464D280CD}" destId="{345D4685-8158-4F56-923D-9288AA2F0EED}" srcOrd="0" destOrd="0" presId="urn:microsoft.com/office/officeart/2018/2/layout/IconVerticalSolidList"/>
    <dgm:cxn modelId="{ED69B0C3-9A6A-4A8B-A252-69D93C6B6996}" srcId="{D4FF53B7-85EE-48EB-A81A-4107F41CA232}" destId="{A78AD38C-91FE-4E27-A5CE-5E9FA6F2F8E2}" srcOrd="7" destOrd="0" parTransId="{F3CB9427-5CE9-4231-9F0E-D5AE321C9685}" sibTransId="{F37A3927-571F-423A-ADC0-68A047FBEC83}"/>
    <dgm:cxn modelId="{2DAC74CF-C843-4633-9F39-834090C5F0E7}" type="presOf" srcId="{905EA487-00CC-4DFC-A48C-4D8B62BE670F}" destId="{4B41405A-0A8B-4AB9-89EE-08EDA9A22704}" srcOrd="0" destOrd="0" presId="urn:microsoft.com/office/officeart/2018/2/layout/IconVerticalSolidList"/>
    <dgm:cxn modelId="{EC7ED9DA-8F16-4ADC-B0F0-CEA92FCC3620}" type="presOf" srcId="{A78AD38C-91FE-4E27-A5CE-5E9FA6F2F8E2}" destId="{9653DA71-264E-48A3-8109-DE838D5A29EF}" srcOrd="0" destOrd="0" presId="urn:microsoft.com/office/officeart/2018/2/layout/IconVerticalSolidList"/>
    <dgm:cxn modelId="{8F450DE5-BE3E-48BD-A132-9E65FAA8B530}" srcId="{D4FF53B7-85EE-48EB-A81A-4107F41CA232}" destId="{27E8F205-D243-4985-BC05-46830FA53295}" srcOrd="5" destOrd="0" parTransId="{FDD4185B-1460-425E-994B-24659B2CE695}" sibTransId="{1B3D9C06-C622-4B14-AA5F-2F0FF137EF38}"/>
    <dgm:cxn modelId="{74DA2BF3-EF04-468F-B702-0507A9DCA2C3}" type="presOf" srcId="{27E8F205-D243-4985-BC05-46830FA53295}" destId="{88D1898D-86AB-4EA8-B740-616567CD73FE}" srcOrd="0" destOrd="0" presId="urn:microsoft.com/office/officeart/2018/2/layout/IconVerticalSolidList"/>
    <dgm:cxn modelId="{F2B80BFF-7D1B-46A2-AFDC-16B1AB5229AD}" type="presOf" srcId="{796E03EE-A878-4F2B-82BA-3587C8F90ADB}" destId="{1FCDA6C9-8E19-4CA5-A30D-A8876ACCBBA2}" srcOrd="0" destOrd="0" presId="urn:microsoft.com/office/officeart/2018/2/layout/IconVerticalSolidList"/>
    <dgm:cxn modelId="{D2CAB869-A824-4D81-95C3-90592ADF649D}" type="presParOf" srcId="{E5FA1344-1590-44FB-8FCD-08DEFAF4BA9B}" destId="{2525AEC9-C3AB-4BA3-A52A-D476E7A34AA8}" srcOrd="0" destOrd="0" presId="urn:microsoft.com/office/officeart/2018/2/layout/IconVerticalSolidList"/>
    <dgm:cxn modelId="{761AEDD1-68C1-4CB5-A6FB-DEF74DC69CFD}" type="presParOf" srcId="{2525AEC9-C3AB-4BA3-A52A-D476E7A34AA8}" destId="{7AD701A0-83BB-4226-AB9C-1BAF443EFD23}" srcOrd="0" destOrd="0" presId="urn:microsoft.com/office/officeart/2018/2/layout/IconVerticalSolidList"/>
    <dgm:cxn modelId="{A516139E-D116-433F-9FAF-CCCE1DD53DFE}" type="presParOf" srcId="{2525AEC9-C3AB-4BA3-A52A-D476E7A34AA8}" destId="{8ADBA7A7-2CEA-4972-BCD0-B8B8CC2AB25D}" srcOrd="1" destOrd="0" presId="urn:microsoft.com/office/officeart/2018/2/layout/IconVerticalSolidList"/>
    <dgm:cxn modelId="{4D1C8FD7-19B8-4ECB-A6F6-08A61FA735BB}" type="presParOf" srcId="{2525AEC9-C3AB-4BA3-A52A-D476E7A34AA8}" destId="{0CB0DD7C-00C7-4996-8EA2-458A5B304883}" srcOrd="2" destOrd="0" presId="urn:microsoft.com/office/officeart/2018/2/layout/IconVerticalSolidList"/>
    <dgm:cxn modelId="{968EB473-3EF9-4CBD-A003-E57D39D920AC}" type="presParOf" srcId="{2525AEC9-C3AB-4BA3-A52A-D476E7A34AA8}" destId="{4B41405A-0A8B-4AB9-89EE-08EDA9A22704}" srcOrd="3" destOrd="0" presId="urn:microsoft.com/office/officeart/2018/2/layout/IconVerticalSolidList"/>
    <dgm:cxn modelId="{BA2D5B7C-ED2E-4A91-85F6-B4B14D3FE3AB}" type="presParOf" srcId="{E5FA1344-1590-44FB-8FCD-08DEFAF4BA9B}" destId="{3950E257-DDDA-461A-9110-10B2AE9C73BE}" srcOrd="1" destOrd="0" presId="urn:microsoft.com/office/officeart/2018/2/layout/IconVerticalSolidList"/>
    <dgm:cxn modelId="{A3E5A6A4-7A54-45F3-A16A-FFB083FBE47F}" type="presParOf" srcId="{E5FA1344-1590-44FB-8FCD-08DEFAF4BA9B}" destId="{37F7CE86-2CE3-406A-B7EF-E471FF5F606D}" srcOrd="2" destOrd="0" presId="urn:microsoft.com/office/officeart/2018/2/layout/IconVerticalSolidList"/>
    <dgm:cxn modelId="{E57E81AC-F9A3-4A55-B190-6804D960D992}" type="presParOf" srcId="{37F7CE86-2CE3-406A-B7EF-E471FF5F606D}" destId="{BEA3EC7E-E29D-4246-9315-89B0EE1C78F3}" srcOrd="0" destOrd="0" presId="urn:microsoft.com/office/officeart/2018/2/layout/IconVerticalSolidList"/>
    <dgm:cxn modelId="{5116D111-DF3D-497A-B723-CCA16C382EB7}" type="presParOf" srcId="{37F7CE86-2CE3-406A-B7EF-E471FF5F606D}" destId="{8AB243EF-4ACE-4826-BE82-C8C2BCC1DF68}" srcOrd="1" destOrd="0" presId="urn:microsoft.com/office/officeart/2018/2/layout/IconVerticalSolidList"/>
    <dgm:cxn modelId="{85540059-E6E3-454D-98D5-D9E4456D3E05}" type="presParOf" srcId="{37F7CE86-2CE3-406A-B7EF-E471FF5F606D}" destId="{81F81FED-C088-4336-B2D1-CD8AD17CF4AE}" srcOrd="2" destOrd="0" presId="urn:microsoft.com/office/officeart/2018/2/layout/IconVerticalSolidList"/>
    <dgm:cxn modelId="{DC55B628-FCF9-494F-AFDB-AC422C8E5D67}" type="presParOf" srcId="{37F7CE86-2CE3-406A-B7EF-E471FF5F606D}" destId="{E7781170-AB29-401E-A120-FCFD2C3F24E8}" srcOrd="3" destOrd="0" presId="urn:microsoft.com/office/officeart/2018/2/layout/IconVerticalSolidList"/>
    <dgm:cxn modelId="{F2161BC3-09B8-44A8-998E-78BBB56BEE02}" type="presParOf" srcId="{E5FA1344-1590-44FB-8FCD-08DEFAF4BA9B}" destId="{4D2284E7-57D5-44CC-8606-22E5DC944B4F}" srcOrd="3" destOrd="0" presId="urn:microsoft.com/office/officeart/2018/2/layout/IconVerticalSolidList"/>
    <dgm:cxn modelId="{84840FAA-15B7-4D14-AAFB-31C6908D8E9E}" type="presParOf" srcId="{E5FA1344-1590-44FB-8FCD-08DEFAF4BA9B}" destId="{0B50872C-73B6-4EE1-9DF3-AC648A40BA98}" srcOrd="4" destOrd="0" presId="urn:microsoft.com/office/officeart/2018/2/layout/IconVerticalSolidList"/>
    <dgm:cxn modelId="{E62A1945-62BF-41C4-B127-79C45FDEB954}" type="presParOf" srcId="{0B50872C-73B6-4EE1-9DF3-AC648A40BA98}" destId="{B164F60A-E98C-4CCD-A651-85C0A48463F6}" srcOrd="0" destOrd="0" presId="urn:microsoft.com/office/officeart/2018/2/layout/IconVerticalSolidList"/>
    <dgm:cxn modelId="{CE776999-1608-45E8-9D31-786D909AF854}" type="presParOf" srcId="{0B50872C-73B6-4EE1-9DF3-AC648A40BA98}" destId="{4329B9C7-9055-42D7-8A72-0D07EFBF1914}" srcOrd="1" destOrd="0" presId="urn:microsoft.com/office/officeart/2018/2/layout/IconVerticalSolidList"/>
    <dgm:cxn modelId="{6ACF55DD-46B6-4D98-834A-DB34215A73ED}" type="presParOf" srcId="{0B50872C-73B6-4EE1-9DF3-AC648A40BA98}" destId="{889CD206-E5FF-4180-8FBA-4BC1F47B0BE3}" srcOrd="2" destOrd="0" presId="urn:microsoft.com/office/officeart/2018/2/layout/IconVerticalSolidList"/>
    <dgm:cxn modelId="{147663C2-A926-41AC-A14B-73B5452F4688}" type="presParOf" srcId="{0B50872C-73B6-4EE1-9DF3-AC648A40BA98}" destId="{16C5E6FF-9EBA-42DE-9CF3-9977154E4A71}" srcOrd="3" destOrd="0" presId="urn:microsoft.com/office/officeart/2018/2/layout/IconVerticalSolidList"/>
    <dgm:cxn modelId="{270A73BA-2936-40DF-B3F8-5D85ADE0D66C}" type="presParOf" srcId="{E5FA1344-1590-44FB-8FCD-08DEFAF4BA9B}" destId="{7D3E8167-90BF-435B-ABAA-851E0EB378ED}" srcOrd="5" destOrd="0" presId="urn:microsoft.com/office/officeart/2018/2/layout/IconVerticalSolidList"/>
    <dgm:cxn modelId="{68260F90-0356-46F5-8E49-F20A3A5489EE}" type="presParOf" srcId="{E5FA1344-1590-44FB-8FCD-08DEFAF4BA9B}" destId="{2B51B4B0-6B42-45C6-9589-E2E45050AB4C}" srcOrd="6" destOrd="0" presId="urn:microsoft.com/office/officeart/2018/2/layout/IconVerticalSolidList"/>
    <dgm:cxn modelId="{4A4C56BF-D20A-4D45-85E8-78CBF6187CFB}" type="presParOf" srcId="{2B51B4B0-6B42-45C6-9589-E2E45050AB4C}" destId="{4586CF37-DD08-49DA-811D-DEF0D8C05286}" srcOrd="0" destOrd="0" presId="urn:microsoft.com/office/officeart/2018/2/layout/IconVerticalSolidList"/>
    <dgm:cxn modelId="{8E02F6D4-2239-4754-8560-2D974E89C0A2}" type="presParOf" srcId="{2B51B4B0-6B42-45C6-9589-E2E45050AB4C}" destId="{04A134C3-29AD-4C04-9C82-8A4D93461D90}" srcOrd="1" destOrd="0" presId="urn:microsoft.com/office/officeart/2018/2/layout/IconVerticalSolidList"/>
    <dgm:cxn modelId="{8D53EC58-8AFF-4FA6-ADC4-B021D5E9C83C}" type="presParOf" srcId="{2B51B4B0-6B42-45C6-9589-E2E45050AB4C}" destId="{67150BFF-25EF-4282-A5E7-81DBE2F2FCD6}" srcOrd="2" destOrd="0" presId="urn:microsoft.com/office/officeart/2018/2/layout/IconVerticalSolidList"/>
    <dgm:cxn modelId="{E7DE13A0-DA03-47CA-ACCF-3752F7BDDDD7}" type="presParOf" srcId="{2B51B4B0-6B42-45C6-9589-E2E45050AB4C}" destId="{345D4685-8158-4F56-923D-9288AA2F0EED}" srcOrd="3" destOrd="0" presId="urn:microsoft.com/office/officeart/2018/2/layout/IconVerticalSolidList"/>
    <dgm:cxn modelId="{1F471945-2C9A-4473-AB25-5AA6CDF88177}" type="presParOf" srcId="{E5FA1344-1590-44FB-8FCD-08DEFAF4BA9B}" destId="{42C3ECD3-ABD2-4414-BA2A-220214C180BB}" srcOrd="7" destOrd="0" presId="urn:microsoft.com/office/officeart/2018/2/layout/IconVerticalSolidList"/>
    <dgm:cxn modelId="{9D83F3D7-08B2-4AE0-897F-53EE777E1179}" type="presParOf" srcId="{E5FA1344-1590-44FB-8FCD-08DEFAF4BA9B}" destId="{A0B15C1E-A551-4FFC-975A-2B658A5F5C48}" srcOrd="8" destOrd="0" presId="urn:microsoft.com/office/officeart/2018/2/layout/IconVerticalSolidList"/>
    <dgm:cxn modelId="{18352B21-F8C7-449A-8FBD-37EEBE0D26C8}" type="presParOf" srcId="{A0B15C1E-A551-4FFC-975A-2B658A5F5C48}" destId="{DD188D4A-09F0-46FF-B39B-F2C4FE88C182}" srcOrd="0" destOrd="0" presId="urn:microsoft.com/office/officeart/2018/2/layout/IconVerticalSolidList"/>
    <dgm:cxn modelId="{1E6D2BDA-B111-4554-A8BE-E2BAA22244B6}" type="presParOf" srcId="{A0B15C1E-A551-4FFC-975A-2B658A5F5C48}" destId="{7E5E1637-0400-4804-A2D7-E85F22BC5225}" srcOrd="1" destOrd="0" presId="urn:microsoft.com/office/officeart/2018/2/layout/IconVerticalSolidList"/>
    <dgm:cxn modelId="{625BE0EE-A599-4135-B4B8-3A2A6532DC7B}" type="presParOf" srcId="{A0B15C1E-A551-4FFC-975A-2B658A5F5C48}" destId="{7D7D31A0-CA60-4C15-A715-253A6D330964}" srcOrd="2" destOrd="0" presId="urn:microsoft.com/office/officeart/2018/2/layout/IconVerticalSolidList"/>
    <dgm:cxn modelId="{36BBB346-B230-45BD-B401-6C0C6B1BA224}" type="presParOf" srcId="{A0B15C1E-A551-4FFC-975A-2B658A5F5C48}" destId="{1FCDA6C9-8E19-4CA5-A30D-A8876ACCBBA2}" srcOrd="3" destOrd="0" presId="urn:microsoft.com/office/officeart/2018/2/layout/IconVerticalSolidList"/>
    <dgm:cxn modelId="{BC2F11DB-3623-4D0E-93E8-AA363510D7EC}" type="presParOf" srcId="{E5FA1344-1590-44FB-8FCD-08DEFAF4BA9B}" destId="{52A5105B-E8E6-4041-9BE5-65D57B63A39C}" srcOrd="9" destOrd="0" presId="urn:microsoft.com/office/officeart/2018/2/layout/IconVerticalSolidList"/>
    <dgm:cxn modelId="{C395A7EA-785D-41E1-AF74-A59893E4D9FD}" type="presParOf" srcId="{E5FA1344-1590-44FB-8FCD-08DEFAF4BA9B}" destId="{241EE3F8-FAC4-49C6-8973-753464365408}" srcOrd="10" destOrd="0" presId="urn:microsoft.com/office/officeart/2018/2/layout/IconVerticalSolidList"/>
    <dgm:cxn modelId="{02E493F4-C074-40B4-900D-3228DA4E1F31}" type="presParOf" srcId="{241EE3F8-FAC4-49C6-8973-753464365408}" destId="{FD563CA5-F6B5-4492-89D9-70D9DFAE4B08}" srcOrd="0" destOrd="0" presId="urn:microsoft.com/office/officeart/2018/2/layout/IconVerticalSolidList"/>
    <dgm:cxn modelId="{4C888D11-9C21-485F-B857-CB7A812DE108}" type="presParOf" srcId="{241EE3F8-FAC4-49C6-8973-753464365408}" destId="{C99F2221-00BE-4A37-A168-A06ECFAC560B}" srcOrd="1" destOrd="0" presId="urn:microsoft.com/office/officeart/2018/2/layout/IconVerticalSolidList"/>
    <dgm:cxn modelId="{BC387BDD-FD92-4DB4-8D9C-BE7D918ADA24}" type="presParOf" srcId="{241EE3F8-FAC4-49C6-8973-753464365408}" destId="{BEEFFD9C-A605-4080-BB82-F40EC57E3E7C}" srcOrd="2" destOrd="0" presId="urn:microsoft.com/office/officeart/2018/2/layout/IconVerticalSolidList"/>
    <dgm:cxn modelId="{7FE8A3BF-1DFA-4A21-AB53-36CCBC71B090}" type="presParOf" srcId="{241EE3F8-FAC4-49C6-8973-753464365408}" destId="{88D1898D-86AB-4EA8-B740-616567CD73FE}" srcOrd="3" destOrd="0" presId="urn:microsoft.com/office/officeart/2018/2/layout/IconVerticalSolidList"/>
    <dgm:cxn modelId="{13E7343C-9C76-4D7C-87CD-FEE1981BC8DF}" type="presParOf" srcId="{E5FA1344-1590-44FB-8FCD-08DEFAF4BA9B}" destId="{C4BC649F-C565-4842-92D0-96B67C77069D}" srcOrd="11" destOrd="0" presId="urn:microsoft.com/office/officeart/2018/2/layout/IconVerticalSolidList"/>
    <dgm:cxn modelId="{B1B07150-2336-43CC-8F66-5A7280776872}" type="presParOf" srcId="{E5FA1344-1590-44FB-8FCD-08DEFAF4BA9B}" destId="{78D19608-079C-4107-BE72-D8009A2107C7}" srcOrd="12" destOrd="0" presId="urn:microsoft.com/office/officeart/2018/2/layout/IconVerticalSolidList"/>
    <dgm:cxn modelId="{5304EC7A-F864-4751-B77E-8CE36C78D951}" type="presParOf" srcId="{78D19608-079C-4107-BE72-D8009A2107C7}" destId="{72F90650-2DFD-405E-B7AB-3EE08DB58C6C}" srcOrd="0" destOrd="0" presId="urn:microsoft.com/office/officeart/2018/2/layout/IconVerticalSolidList"/>
    <dgm:cxn modelId="{A5528F0C-50C0-4E62-9BB4-206DA869D473}" type="presParOf" srcId="{78D19608-079C-4107-BE72-D8009A2107C7}" destId="{62DBFF72-E8DA-488A-8A79-A7C63DD0A543}" srcOrd="1" destOrd="0" presId="urn:microsoft.com/office/officeart/2018/2/layout/IconVerticalSolidList"/>
    <dgm:cxn modelId="{91B2527C-C30B-4974-9DFC-A676418AB30D}" type="presParOf" srcId="{78D19608-079C-4107-BE72-D8009A2107C7}" destId="{20C39687-CC19-4B07-9831-48B1B0D0AE11}" srcOrd="2" destOrd="0" presId="urn:microsoft.com/office/officeart/2018/2/layout/IconVerticalSolidList"/>
    <dgm:cxn modelId="{D46DB692-8BB0-429D-9213-2C3716D3550F}" type="presParOf" srcId="{78D19608-079C-4107-BE72-D8009A2107C7}" destId="{71165070-A1C4-49AC-AC4C-12A1C611E5E9}" srcOrd="3" destOrd="0" presId="urn:microsoft.com/office/officeart/2018/2/layout/IconVerticalSolidList"/>
    <dgm:cxn modelId="{D8D66B37-C4EB-4645-815E-509E85BF821A}" type="presParOf" srcId="{E5FA1344-1590-44FB-8FCD-08DEFAF4BA9B}" destId="{FEA48818-71B7-4515-BB36-B67C9579C3A9}" srcOrd="13" destOrd="0" presId="urn:microsoft.com/office/officeart/2018/2/layout/IconVerticalSolidList"/>
    <dgm:cxn modelId="{53304030-6B03-4457-8E80-AA3BC34097C0}" type="presParOf" srcId="{E5FA1344-1590-44FB-8FCD-08DEFAF4BA9B}" destId="{E2BDF8E5-B1EC-4550-B212-97C22CE55CBF}" srcOrd="14" destOrd="0" presId="urn:microsoft.com/office/officeart/2018/2/layout/IconVerticalSolidList"/>
    <dgm:cxn modelId="{EE139F60-3D3F-4C4F-8A22-4EA893C7B563}" type="presParOf" srcId="{E2BDF8E5-B1EC-4550-B212-97C22CE55CBF}" destId="{E37FFFF4-332E-4CDD-AC9F-C687CABC1A9B}" srcOrd="0" destOrd="0" presId="urn:microsoft.com/office/officeart/2018/2/layout/IconVerticalSolidList"/>
    <dgm:cxn modelId="{8976C78D-9704-4530-B80B-574E4FC1C390}" type="presParOf" srcId="{E2BDF8E5-B1EC-4550-B212-97C22CE55CBF}" destId="{5D6B1D3F-5851-4B13-8283-CABDDEA12740}" srcOrd="1" destOrd="0" presId="urn:microsoft.com/office/officeart/2018/2/layout/IconVerticalSolidList"/>
    <dgm:cxn modelId="{5F984C07-A231-4BB5-B258-A14205EC691D}" type="presParOf" srcId="{E2BDF8E5-B1EC-4550-B212-97C22CE55CBF}" destId="{3222A592-958E-4C43-A3BD-631C4AA62CD8}" srcOrd="2" destOrd="0" presId="urn:microsoft.com/office/officeart/2018/2/layout/IconVerticalSolidList"/>
    <dgm:cxn modelId="{EE7B56FB-4EF6-4BE9-A1A0-8A6D48BD0B63}" type="presParOf" srcId="{E2BDF8E5-B1EC-4550-B212-97C22CE55CBF}" destId="{9653DA71-264E-48A3-8109-DE838D5A29EF}" srcOrd="3" destOrd="0" presId="urn:microsoft.com/office/officeart/2018/2/layout/IconVerticalSolidList"/>
    <dgm:cxn modelId="{EF15566D-52B0-4FC1-8E83-1FA3F47EBF93}" type="presParOf" srcId="{E5FA1344-1590-44FB-8FCD-08DEFAF4BA9B}" destId="{37B9DBD0-F91D-4910-886B-3311A4954616}" srcOrd="15" destOrd="0" presId="urn:microsoft.com/office/officeart/2018/2/layout/IconVerticalSolidList"/>
    <dgm:cxn modelId="{63F74ABD-310A-41C1-9125-0D100AD942F2}" type="presParOf" srcId="{E5FA1344-1590-44FB-8FCD-08DEFAF4BA9B}" destId="{842AC74B-745B-42FC-B1D2-1866A0785387}" srcOrd="16" destOrd="0" presId="urn:microsoft.com/office/officeart/2018/2/layout/IconVerticalSolidList"/>
    <dgm:cxn modelId="{A440BD42-918A-4A6A-9E43-79F076B7F19D}" type="presParOf" srcId="{842AC74B-745B-42FC-B1D2-1866A0785387}" destId="{A3C18A39-75CE-4F71-A04B-172A17477C6A}" srcOrd="0" destOrd="0" presId="urn:microsoft.com/office/officeart/2018/2/layout/IconVerticalSolidList"/>
    <dgm:cxn modelId="{8A6CD1BC-DA4F-45D5-9839-C8D60BA3B6E4}" type="presParOf" srcId="{842AC74B-745B-42FC-B1D2-1866A0785387}" destId="{D9382F74-543D-45B5-B620-8CEA7C43FBEA}" srcOrd="1" destOrd="0" presId="urn:microsoft.com/office/officeart/2018/2/layout/IconVerticalSolidList"/>
    <dgm:cxn modelId="{C19F14B7-ECBD-40A1-9A67-B3D7AADB99CE}" type="presParOf" srcId="{842AC74B-745B-42FC-B1D2-1866A0785387}" destId="{C739DEEC-E0EB-4DFA-BD2F-FF4AB3D44CB7}" srcOrd="2" destOrd="0" presId="urn:microsoft.com/office/officeart/2018/2/layout/IconVerticalSolidList"/>
    <dgm:cxn modelId="{B614B17A-30E9-4CC5-BBC6-515F966354EE}" type="presParOf" srcId="{842AC74B-745B-42FC-B1D2-1866A0785387}" destId="{B022C11B-AF56-45F2-8A06-879B2F7A6B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8E296-F94E-49BF-9160-70CCBC68F924}">
      <dsp:nvSpPr>
        <dsp:cNvPr id="0" name=""/>
        <dsp:cNvSpPr/>
      </dsp:nvSpPr>
      <dsp:spPr>
        <a:xfrm>
          <a:off x="0" y="334115"/>
          <a:ext cx="4229100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57CB5-BF52-409E-BE4B-7031884F8A27}">
      <dsp:nvSpPr>
        <dsp:cNvPr id="0" name=""/>
        <dsp:cNvSpPr/>
      </dsp:nvSpPr>
      <dsp:spPr>
        <a:xfrm>
          <a:off x="211455" y="156995"/>
          <a:ext cx="296037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895" tIns="0" rIns="1118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Client</a:t>
          </a:r>
        </a:p>
      </dsp:txBody>
      <dsp:txXfrm>
        <a:off x="228748" y="174288"/>
        <a:ext cx="2925784" cy="319654"/>
      </dsp:txXfrm>
    </dsp:sp>
    <dsp:sp modelId="{8214DBED-4453-4188-98B5-1C2F5EBD7BF7}">
      <dsp:nvSpPr>
        <dsp:cNvPr id="0" name=""/>
        <dsp:cNvSpPr/>
      </dsp:nvSpPr>
      <dsp:spPr>
        <a:xfrm>
          <a:off x="0" y="878435"/>
          <a:ext cx="4229100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61EE9A-45DC-454B-BE09-2B7454D2F79C}">
      <dsp:nvSpPr>
        <dsp:cNvPr id="0" name=""/>
        <dsp:cNvSpPr/>
      </dsp:nvSpPr>
      <dsp:spPr>
        <a:xfrm>
          <a:off x="211455" y="701315"/>
          <a:ext cx="296037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895" tIns="0" rIns="1118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Consultant</a:t>
          </a:r>
        </a:p>
      </dsp:txBody>
      <dsp:txXfrm>
        <a:off x="228748" y="718608"/>
        <a:ext cx="2925784" cy="319654"/>
      </dsp:txXfrm>
    </dsp:sp>
    <dsp:sp modelId="{57D8DD81-909D-4BAA-982C-F9AE0A94A8C1}">
      <dsp:nvSpPr>
        <dsp:cNvPr id="0" name=""/>
        <dsp:cNvSpPr/>
      </dsp:nvSpPr>
      <dsp:spPr>
        <a:xfrm>
          <a:off x="0" y="1422755"/>
          <a:ext cx="4229100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B0AC7-D19C-4E66-98C3-EE1AD9405AEE}">
      <dsp:nvSpPr>
        <dsp:cNvPr id="0" name=""/>
        <dsp:cNvSpPr/>
      </dsp:nvSpPr>
      <dsp:spPr>
        <a:xfrm>
          <a:off x="211455" y="1245634"/>
          <a:ext cx="296037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895" tIns="0" rIns="1118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Contractor/Subcontractor</a:t>
          </a:r>
        </a:p>
      </dsp:txBody>
      <dsp:txXfrm>
        <a:off x="228748" y="1262927"/>
        <a:ext cx="2925784" cy="319654"/>
      </dsp:txXfrm>
    </dsp:sp>
    <dsp:sp modelId="{DEA0D613-FDE5-4986-B78A-2E4DFFB6F2F5}">
      <dsp:nvSpPr>
        <dsp:cNvPr id="0" name=""/>
        <dsp:cNvSpPr/>
      </dsp:nvSpPr>
      <dsp:spPr>
        <a:xfrm>
          <a:off x="0" y="1967074"/>
          <a:ext cx="4229100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02F226-9943-4E4C-9AAD-C6AF8DD3D847}">
      <dsp:nvSpPr>
        <dsp:cNvPr id="0" name=""/>
        <dsp:cNvSpPr/>
      </dsp:nvSpPr>
      <dsp:spPr>
        <a:xfrm>
          <a:off x="211455" y="1789954"/>
          <a:ext cx="296037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895" tIns="0" rIns="1118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Current Transformer (CT)</a:t>
          </a:r>
        </a:p>
      </dsp:txBody>
      <dsp:txXfrm>
        <a:off x="228748" y="1807247"/>
        <a:ext cx="2925784" cy="319654"/>
      </dsp:txXfrm>
    </dsp:sp>
    <dsp:sp modelId="{E41E5F5C-FC1B-43FB-9E63-55E363FB976C}">
      <dsp:nvSpPr>
        <dsp:cNvPr id="0" name=""/>
        <dsp:cNvSpPr/>
      </dsp:nvSpPr>
      <dsp:spPr>
        <a:xfrm>
          <a:off x="0" y="2511394"/>
          <a:ext cx="4229100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A42687-E583-44C5-9697-022915A19A33}">
      <dsp:nvSpPr>
        <dsp:cNvPr id="0" name=""/>
        <dsp:cNvSpPr/>
      </dsp:nvSpPr>
      <dsp:spPr>
        <a:xfrm>
          <a:off x="211455" y="2334274"/>
          <a:ext cx="296037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895" tIns="0" rIns="1118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5. Relay</a:t>
          </a:r>
        </a:p>
      </dsp:txBody>
      <dsp:txXfrm>
        <a:off x="228748" y="2351567"/>
        <a:ext cx="2925784" cy="319654"/>
      </dsp:txXfrm>
    </dsp:sp>
    <dsp:sp modelId="{951352DC-6093-4B21-AD3F-5654C0450CE0}">
      <dsp:nvSpPr>
        <dsp:cNvPr id="0" name=""/>
        <dsp:cNvSpPr/>
      </dsp:nvSpPr>
      <dsp:spPr>
        <a:xfrm>
          <a:off x="0" y="3055714"/>
          <a:ext cx="4229100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2C0BE-3F0D-4FEA-97F2-4998E397F9EF}">
      <dsp:nvSpPr>
        <dsp:cNvPr id="0" name=""/>
        <dsp:cNvSpPr/>
      </dsp:nvSpPr>
      <dsp:spPr>
        <a:xfrm>
          <a:off x="211455" y="2878594"/>
          <a:ext cx="296037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895" tIns="0" rIns="1118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6. System Information</a:t>
          </a:r>
        </a:p>
      </dsp:txBody>
      <dsp:txXfrm>
        <a:off x="228748" y="2895887"/>
        <a:ext cx="2925784" cy="319654"/>
      </dsp:txXfrm>
    </dsp:sp>
    <dsp:sp modelId="{75CE1998-F006-48E4-9293-6EFBC87B7A78}">
      <dsp:nvSpPr>
        <dsp:cNvPr id="0" name=""/>
        <dsp:cNvSpPr/>
      </dsp:nvSpPr>
      <dsp:spPr>
        <a:xfrm>
          <a:off x="0" y="3600034"/>
          <a:ext cx="4229100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E039C5-52CF-47E9-BD8B-D54283FCC8F4}">
      <dsp:nvSpPr>
        <dsp:cNvPr id="0" name=""/>
        <dsp:cNvSpPr/>
      </dsp:nvSpPr>
      <dsp:spPr>
        <a:xfrm>
          <a:off x="211455" y="3422915"/>
          <a:ext cx="296037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895" tIns="0" rIns="1118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7. CT Report</a:t>
          </a:r>
        </a:p>
      </dsp:txBody>
      <dsp:txXfrm>
        <a:off x="228748" y="3440208"/>
        <a:ext cx="2925784" cy="319654"/>
      </dsp:txXfrm>
    </dsp:sp>
    <dsp:sp modelId="{ABF487A3-A3DF-4C91-87CC-5942E2D5E6BE}">
      <dsp:nvSpPr>
        <dsp:cNvPr id="0" name=""/>
        <dsp:cNvSpPr/>
      </dsp:nvSpPr>
      <dsp:spPr>
        <a:xfrm>
          <a:off x="0" y="4144354"/>
          <a:ext cx="4229100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8BDFFC-8B68-4930-99DD-151D96FA2E95}">
      <dsp:nvSpPr>
        <dsp:cNvPr id="0" name=""/>
        <dsp:cNvSpPr/>
      </dsp:nvSpPr>
      <dsp:spPr>
        <a:xfrm>
          <a:off x="211455" y="3967235"/>
          <a:ext cx="296037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895" tIns="0" rIns="1118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8. Project</a:t>
          </a:r>
        </a:p>
      </dsp:txBody>
      <dsp:txXfrm>
        <a:off x="228748" y="3984528"/>
        <a:ext cx="2925784" cy="319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701A0-83BB-4226-AB9C-1BAF443EFD23}">
      <dsp:nvSpPr>
        <dsp:cNvPr id="0" name=""/>
        <dsp:cNvSpPr/>
      </dsp:nvSpPr>
      <dsp:spPr>
        <a:xfrm>
          <a:off x="0" y="191486"/>
          <a:ext cx="4910582" cy="3721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BA7A7-2CEA-4972-BCD0-B8B8CC2AB25D}">
      <dsp:nvSpPr>
        <dsp:cNvPr id="0" name=""/>
        <dsp:cNvSpPr/>
      </dsp:nvSpPr>
      <dsp:spPr>
        <a:xfrm>
          <a:off x="112572" y="275218"/>
          <a:ext cx="204877" cy="204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1405A-0A8B-4AB9-89EE-08EDA9A22704}">
      <dsp:nvSpPr>
        <dsp:cNvPr id="0" name=""/>
        <dsp:cNvSpPr/>
      </dsp:nvSpPr>
      <dsp:spPr>
        <a:xfrm>
          <a:off x="430023" y="191486"/>
          <a:ext cx="4435521" cy="45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0" tIns="48000" rIns="48000" bIns="480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1.</a:t>
          </a:r>
          <a:r>
            <a:rPr lang="en-US" sz="1400" kern="1200" baseline="0" dirty="0"/>
            <a:t> Initialize project</a:t>
          </a:r>
          <a:endParaRPr lang="en-US" sz="1400" kern="1200" dirty="0"/>
        </a:p>
      </dsp:txBody>
      <dsp:txXfrm>
        <a:off x="430023" y="191486"/>
        <a:ext cx="4435521" cy="453547"/>
      </dsp:txXfrm>
    </dsp:sp>
    <dsp:sp modelId="{BEA3EC7E-E29D-4246-9315-89B0EE1C78F3}">
      <dsp:nvSpPr>
        <dsp:cNvPr id="0" name=""/>
        <dsp:cNvSpPr/>
      </dsp:nvSpPr>
      <dsp:spPr>
        <a:xfrm>
          <a:off x="0" y="758421"/>
          <a:ext cx="4910582" cy="4586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B243EF-4ACE-4826-BE82-C8C2BCC1DF68}">
      <dsp:nvSpPr>
        <dsp:cNvPr id="0" name=""/>
        <dsp:cNvSpPr/>
      </dsp:nvSpPr>
      <dsp:spPr>
        <a:xfrm>
          <a:off x="62869" y="833289"/>
          <a:ext cx="304284" cy="3089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81170-AB29-401E-A120-FCFD2C3F24E8}">
      <dsp:nvSpPr>
        <dsp:cNvPr id="0" name=""/>
        <dsp:cNvSpPr/>
      </dsp:nvSpPr>
      <dsp:spPr>
        <a:xfrm>
          <a:off x="430023" y="801688"/>
          <a:ext cx="4435521" cy="45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0" tIns="48000" rIns="48000" bIns="48000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Consultant/Client/Contractor creates a new project.</a:t>
          </a:r>
        </a:p>
      </dsp:txBody>
      <dsp:txXfrm>
        <a:off x="430023" y="801688"/>
        <a:ext cx="4435521" cy="453547"/>
      </dsp:txXfrm>
    </dsp:sp>
    <dsp:sp modelId="{B164F60A-E98C-4CCD-A651-85C0A48463F6}">
      <dsp:nvSpPr>
        <dsp:cNvPr id="0" name=""/>
        <dsp:cNvSpPr/>
      </dsp:nvSpPr>
      <dsp:spPr>
        <a:xfrm>
          <a:off x="0" y="1368622"/>
          <a:ext cx="4910582" cy="3721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29B9C7-9055-42D7-8A72-0D07EFBF1914}">
      <dsp:nvSpPr>
        <dsp:cNvPr id="0" name=""/>
        <dsp:cNvSpPr/>
      </dsp:nvSpPr>
      <dsp:spPr>
        <a:xfrm>
          <a:off x="52923" y="1406085"/>
          <a:ext cx="324176" cy="2972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5E6FF-9EBA-42DE-9CF3-9977154E4A71}">
      <dsp:nvSpPr>
        <dsp:cNvPr id="0" name=""/>
        <dsp:cNvSpPr/>
      </dsp:nvSpPr>
      <dsp:spPr>
        <a:xfrm>
          <a:off x="430023" y="1368622"/>
          <a:ext cx="4435521" cy="45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0" tIns="48000" rIns="48000" bIns="480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Consultant/Client/Contractor adds project details.</a:t>
          </a:r>
        </a:p>
      </dsp:txBody>
      <dsp:txXfrm>
        <a:off x="430023" y="1368622"/>
        <a:ext cx="4435521" cy="453547"/>
      </dsp:txXfrm>
    </dsp:sp>
    <dsp:sp modelId="{4586CF37-DD08-49DA-811D-DEF0D8C05286}">
      <dsp:nvSpPr>
        <dsp:cNvPr id="0" name=""/>
        <dsp:cNvSpPr/>
      </dsp:nvSpPr>
      <dsp:spPr>
        <a:xfrm>
          <a:off x="0" y="1935556"/>
          <a:ext cx="4910582" cy="4625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A134C3-29AD-4C04-9C82-8A4D93461D90}">
      <dsp:nvSpPr>
        <dsp:cNvPr id="0" name=""/>
        <dsp:cNvSpPr/>
      </dsp:nvSpPr>
      <dsp:spPr>
        <a:xfrm>
          <a:off x="112572" y="2064505"/>
          <a:ext cx="204877" cy="204677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D4685-8158-4F56-923D-9288AA2F0EED}">
      <dsp:nvSpPr>
        <dsp:cNvPr id="0" name=""/>
        <dsp:cNvSpPr/>
      </dsp:nvSpPr>
      <dsp:spPr>
        <a:xfrm>
          <a:off x="430023" y="1980773"/>
          <a:ext cx="4435521" cy="45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0" tIns="48000" rIns="48000" bIns="480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Consultant/Client/Contractor inputs data, calculations Take place.</a:t>
          </a:r>
        </a:p>
      </dsp:txBody>
      <dsp:txXfrm>
        <a:off x="430023" y="1980773"/>
        <a:ext cx="4435521" cy="453547"/>
      </dsp:txXfrm>
    </dsp:sp>
    <dsp:sp modelId="{DD188D4A-09F0-46FF-B39B-F2C4FE88C182}">
      <dsp:nvSpPr>
        <dsp:cNvPr id="0" name=""/>
        <dsp:cNvSpPr/>
      </dsp:nvSpPr>
      <dsp:spPr>
        <a:xfrm>
          <a:off x="0" y="2547708"/>
          <a:ext cx="4910582" cy="4419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E1637-0400-4804-A2D7-E85F22BC5225}">
      <dsp:nvSpPr>
        <dsp:cNvPr id="0" name=""/>
        <dsp:cNvSpPr/>
      </dsp:nvSpPr>
      <dsp:spPr>
        <a:xfrm>
          <a:off x="112572" y="2666361"/>
          <a:ext cx="204877" cy="204677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DA6C9-8E19-4CA5-A30D-A8876ACCBBA2}">
      <dsp:nvSpPr>
        <dsp:cNvPr id="0" name=""/>
        <dsp:cNvSpPr/>
      </dsp:nvSpPr>
      <dsp:spPr>
        <a:xfrm>
          <a:off x="430023" y="2582630"/>
          <a:ext cx="4435521" cy="45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0" tIns="48000" rIns="48000" bIns="480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2. Validate CT Specifications:</a:t>
          </a:r>
        </a:p>
      </dsp:txBody>
      <dsp:txXfrm>
        <a:off x="430023" y="2582630"/>
        <a:ext cx="4435521" cy="453547"/>
      </dsp:txXfrm>
    </dsp:sp>
    <dsp:sp modelId="{FD563CA5-F6B5-4492-89D9-70D9DFAE4B08}">
      <dsp:nvSpPr>
        <dsp:cNvPr id="0" name=""/>
        <dsp:cNvSpPr/>
      </dsp:nvSpPr>
      <dsp:spPr>
        <a:xfrm>
          <a:off x="0" y="3149564"/>
          <a:ext cx="4910582" cy="895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9F2221-00BE-4A37-A168-A06ECFAC560B}">
      <dsp:nvSpPr>
        <dsp:cNvPr id="0" name=""/>
        <dsp:cNvSpPr/>
      </dsp:nvSpPr>
      <dsp:spPr>
        <a:xfrm>
          <a:off x="112572" y="3494922"/>
          <a:ext cx="204877" cy="204677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D1898D-86AB-4EA8-B740-616567CD73FE}">
      <dsp:nvSpPr>
        <dsp:cNvPr id="0" name=""/>
        <dsp:cNvSpPr/>
      </dsp:nvSpPr>
      <dsp:spPr>
        <a:xfrm>
          <a:off x="430023" y="3411191"/>
          <a:ext cx="4435521" cy="45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0" tIns="48000" rIns="48000" bIns="480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Consultant/Client/Contractor inputs CT      parameters, and the system validates them   (According To Calculations.</a:t>
          </a:r>
        </a:p>
      </dsp:txBody>
      <dsp:txXfrm>
        <a:off x="430023" y="3411191"/>
        <a:ext cx="4435521" cy="453547"/>
      </dsp:txXfrm>
    </dsp:sp>
    <dsp:sp modelId="{72F90650-2DFD-405E-B7AB-3EE08DB58C6C}">
      <dsp:nvSpPr>
        <dsp:cNvPr id="0" name=""/>
        <dsp:cNvSpPr/>
      </dsp:nvSpPr>
      <dsp:spPr>
        <a:xfrm>
          <a:off x="0" y="4158346"/>
          <a:ext cx="4910582" cy="3721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BFF72-E8DA-488A-8A79-A7C63DD0A543}">
      <dsp:nvSpPr>
        <dsp:cNvPr id="0" name=""/>
        <dsp:cNvSpPr/>
      </dsp:nvSpPr>
      <dsp:spPr>
        <a:xfrm>
          <a:off x="112572" y="4242077"/>
          <a:ext cx="204877" cy="204677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65070-A1C4-49AC-AC4C-12A1C611E5E9}">
      <dsp:nvSpPr>
        <dsp:cNvPr id="0" name=""/>
        <dsp:cNvSpPr/>
      </dsp:nvSpPr>
      <dsp:spPr>
        <a:xfrm>
          <a:off x="430023" y="4158346"/>
          <a:ext cx="4435521" cy="45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0" tIns="48000" rIns="48000" bIns="480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3. CT Calculation Report Generation:</a:t>
          </a:r>
        </a:p>
      </dsp:txBody>
      <dsp:txXfrm>
        <a:off x="430023" y="4158346"/>
        <a:ext cx="4435521" cy="453547"/>
      </dsp:txXfrm>
    </dsp:sp>
    <dsp:sp modelId="{E37FFFF4-332E-4CDD-AC9F-C687CABC1A9B}">
      <dsp:nvSpPr>
        <dsp:cNvPr id="0" name=""/>
        <dsp:cNvSpPr/>
      </dsp:nvSpPr>
      <dsp:spPr>
        <a:xfrm>
          <a:off x="0" y="4725280"/>
          <a:ext cx="4910582" cy="3721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6B1D3F-5851-4B13-8283-CABDDEA12740}">
      <dsp:nvSpPr>
        <dsp:cNvPr id="0" name=""/>
        <dsp:cNvSpPr/>
      </dsp:nvSpPr>
      <dsp:spPr>
        <a:xfrm>
          <a:off x="112572" y="4809012"/>
          <a:ext cx="204877" cy="204677"/>
        </a:xfrm>
        <a:prstGeom prst="rect">
          <a:avLst/>
        </a:prstGeom>
        <a:blipFill rotWithShape="1"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3DA71-264E-48A3-8109-DE838D5A29EF}">
      <dsp:nvSpPr>
        <dsp:cNvPr id="0" name=""/>
        <dsp:cNvSpPr/>
      </dsp:nvSpPr>
      <dsp:spPr>
        <a:xfrm>
          <a:off x="430023" y="4725280"/>
          <a:ext cx="4435521" cy="45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0" tIns="48000" rIns="48000" bIns="480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All the data is aligned in a proper JSX format</a:t>
          </a:r>
        </a:p>
      </dsp:txBody>
      <dsp:txXfrm>
        <a:off x="430023" y="4725280"/>
        <a:ext cx="4435521" cy="453547"/>
      </dsp:txXfrm>
    </dsp:sp>
    <dsp:sp modelId="{A3C18A39-75CE-4F71-A04B-172A17477C6A}">
      <dsp:nvSpPr>
        <dsp:cNvPr id="0" name=""/>
        <dsp:cNvSpPr/>
      </dsp:nvSpPr>
      <dsp:spPr>
        <a:xfrm>
          <a:off x="0" y="5292214"/>
          <a:ext cx="4910582" cy="3721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382F74-543D-45B5-B620-8CEA7C43FBEA}">
      <dsp:nvSpPr>
        <dsp:cNvPr id="0" name=""/>
        <dsp:cNvSpPr/>
      </dsp:nvSpPr>
      <dsp:spPr>
        <a:xfrm>
          <a:off x="112572" y="5375946"/>
          <a:ext cx="204877" cy="204677"/>
        </a:xfrm>
        <a:prstGeom prst="rect">
          <a:avLst/>
        </a:prstGeom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2C11B-AF56-45F2-8A06-879B2F7A6BB5}">
      <dsp:nvSpPr>
        <dsp:cNvPr id="0" name=""/>
        <dsp:cNvSpPr/>
      </dsp:nvSpPr>
      <dsp:spPr>
        <a:xfrm>
          <a:off x="430023" y="5292214"/>
          <a:ext cx="4435521" cy="45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0" tIns="48000" rIns="48000" bIns="4800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A PDF report is generated from that JSX.</a:t>
          </a:r>
        </a:p>
      </dsp:txBody>
      <dsp:txXfrm>
        <a:off x="430023" y="5292214"/>
        <a:ext cx="4435521" cy="4535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5T10:37:51.1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24575,'0'0'0,"0"0"0,0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05.8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0 161 96 0 0,'0'0'1007'0'0,"5"0"-909"0"0,16 0 459 0 0,-9 0 682 0 0,-9 0-622 0 0,-5 0-94 0 0,-2 1-355 0 0,0 1 0 0 0,0-1 0 0 0,0 0 0 0 0,0 1 0 0 0,0 0 0 0 0,0 0 0 0 0,-7 5 5111 0 0,16-20-4687 0 0,4 7-335 0 0,-8 5-232 0 0,-1 1 1 0 0,1 0-1 0 0,-1-1 0 0 0,1 1 0 0 0,0-1 1 0 0,-1 1-1 0 0,1 0 0 0 0,-1 0 1 0 0,1-1-1 0 0,0 1 0 0 0,-1 0 0 0 0,1 0 1 0 0,0 0-1 0 0,-1 0 0 0 0,1 0 1 0 0,0 0-1 0 0,-1 0 0 0 0,1 0 0 0 0,-1 0 1 0 0,1 0-1 0 0,0 0 0 0 0,-1 0 1 0 0,1 0-1 0 0,0 0 0 0 0,-1 0 0 0 0,1 1 1 0 0,0-1-1 0 0,3 1 17 0 0,0-1-1 0 0,0 1 1 0 0,0-1-1 0 0,0 0 1 0 0,-1-1 0 0 0,1 1-1 0 0,0-1 1 0 0,0 1 0 0 0,5-3-1 0 0,20-1 235 0 0,61 5 247 0 0,96-2-103 0 0,-156-4-400 0 0,24 0 49 0 0,19-8 83 0 0,-70 13-145 0 0,0-1 1 0 0,1 1-1 0 0,-1-1 0 0 0,0 0 1 0 0,0 0-1 0 0,0 0 0 0 0,4-3 1 0 0,21-6 37 0 0,126 2 115 0 0,-70 1-128 0 0,2 0-1 0 0,143 7 26 0 0,-228 0 14 0 0,-22-17-1 0 0,4 2-7 0 0,11 10-16 0 0,1-1-1 0 0,-1 1 1 0 0,1-1 0 0 0,-6-7-1 0 0,6-1 386 0 0,7 10-23 0 0,6 8-208 0 0,22 16 86 0 0,-21-15-183 0 0,-1 0 0 0 0,1 1 0 0 0,-1 0 0 0 0,0 0 0 0 0,-1 1 0 0 0,0 0 0 0 0,0 1-1 0 0,0-1 1 0 0,10 17 0 0 0,-13-17-43 0 0,18 40 231 0 0,-21-44-266 0 0,0 0 1 0 0,0 0-1 0 0,-1 0 0 0 0,1 0 0 0 0,-1 0 1 0 0,1 0-1 0 0,-1 0 0 0 0,0 0 0 0 0,0 0 1 0 0,0 0-1 0 0,-1 0 0 0 0,1 0 0 0 0,-1 0 1 0 0,-2 5-1 0 0,-1 3 103 0 0,-1 0 0 0 0,-1 0 1 0 0,0-1-1 0 0,-1 0 0 0 0,-12 15 1 0 0,13-17-53 0 0,-1 0-4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13.6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16479 0 0,'0'0'7560'0'0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07.5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73 9344 0 0,'0'0'10545'0'0,"0"4"-10404"0"0,-1 17 43 0 0,0-6 62 0 0,0-1 0 0 0,1 1 1 0 0,3 19-1 0 0,4-11-13 0 0,2 16-26 0 0,4 339 1078 0 0,-13-326-907 0 0,0-49-349 0 0,0 0 0 0 0,1 0 0 0 0,-1 0-1 0 0,1 0 1 0 0,0 0 0 0 0,0-1 0 0 0,0 1 0 0 0,3 4 0 0 0,-3-4 20 0 0,1 0 1 0 0,-1 0 0 0 0,0 0 0 0 0,0 0 0 0 0,0 0 0 0 0,0 0-1 0 0,0 0 1 0 0,0 6 0 0 0,-1 87 6675 0 0,26-98-6330 0 0,-23 1-370 0 0,0 0 1 0 0,0 1-1 0 0,1-1 1 0 0,-1 1-1 0 0,0 0 1 0 0,0 0-1 0 0,0 0 1 0 0,0 0-1 0 0,4 1 1 0 0,4 0 83 0 0,73-11 76 0 0,-46 8-150 0 0,0-1 0 0 0,41-11 0 0 0,-23 4-19 0 0,-35 6-8 0 0,0-2-1 0 0,28-11 1 0 0,-46 16-8 0 0,18-7-28 0 0,0-1 1 0 0,0-1-1 0 0,-1 0 1 0 0,0-1-1 0 0,31-25 1 0 0,-28 18-42 0 0,-10 9 39 0 0,-2-1 0 0 0,1 0 1 0 0,-1 0-1 0 0,-1-1 1 0 0,11-15-1 0 0,-2-4-54 0 0,-1-2 0 0 0,-2-1-1 0 0,-1 0 1 0 0,18-61 0 0 0,-22 62-19 0 0,-8 18 41 0 0,0 1-1 0 0,-1 0 1 0 0,0-1-1 0 0,-1 1 1 0 0,-1-1-1 0 0,0 1 1 0 0,-3-19-1 0 0,2 29 37 0 0,0 0 0 0 0,-1-1 0 0 0,1 1 0 0 0,-1 0 0 0 0,0 0 0 0 0,0 0 0 0 0,0 0 0 0 0,0 0 1 0 0,-4-3-1 0 0,-3-6-70 0 0,2 2 36 0 0,5 7 40 0 0,0-1 0 0 0,0 1 0 0 0,0 0-1 0 0,0 1 1 0 0,-1-1 0 0 0,1 0 0 0 0,-1 1 0 0 0,1-1 0 0 0,-1 1 0 0 0,0 0 0 0 0,0 0 0 0 0,-6-3 0 0 0,-12-7-97 0 0,19 10 106 0 0,0 1-1 0 0,0-1 1 0 0,0 1-1 0 0,0 0 1 0 0,-1-1-1 0 0,1 1 1 0 0,0 0-1 0 0,0 1 1 0 0,-1-1-1 0 0,1 0 0 0 0,0 1 1 0 0,-1-1-1 0 0,1 1 1 0 0,-1 0-1 0 0,1 0 1 0 0,-1 0-1 0 0,1 0 1 0 0,-4 0-1 0 0,3 1 0 0 0,0-1 1 0 0,0 1-1 0 0,0-1 1 0 0,0 0-1 0 0,0 0 0 0 0,-1 0 1 0 0,1 0-1 0 0,0 0 0 0 0,0-1 1 0 0,0 0-1 0 0,0 1 0 0 0,0-1 1 0 0,-4-2-1 0 0,-33-22-150 0 0,18 10 80 0 0,18 13 70 0 0,1 1-1 0 0,-1 0 0 0 0,1 0 0 0 0,-1 0 0 0 0,0 0 0 0 0,-5 0 0 0 0,-14-4-42 0 0,7 1 37 0 0,0-1 0 0 0,0 2 0 0 0,0 0 1 0 0,0 1-1 0 0,0 1 0 0 0,0 0 0 0 0,-24 3 0 0 0,-41-3-8 0 0,26-3-17 0 0,-97 5 0 0 0,131 2 34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08.5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206 30 12256 0 0,'0'0'7447'0'0,"-1"-5"-7303"0"0,1-3-210 0 0,-1-9 780 0 0,1 31 510 0 0,-1 51-500 0 0,2 71 162 0 0,1-124-804 0 0,0 0 0 0 0,1 0 1 0 0,4 13-1 0 0,4 18 211 0 0,-3-5-110 0 0,-3-17 161 0 0,-1 1 1 0 0,2 45-1 0 0,-13-27 194 0 0,4-32-494 0 0,-1 0 0 0 0,0-1 1 0 0,0 1-1 0 0,-1-1 1 0 0,0 0-1 0 0,0 0 1 0 0,-1 0-1 0 0,1-1 1 0 0,-2 0-1 0 0,1 0 0 0 0,-10 7 1 0 0,5-6 48 0 0,0-1 1 0 0,-1 0 0 0 0,0-1-1 0 0,0 0 1 0 0,-22 5-1 0 0,31-9-85 0 0,0-1 35 0 0,0 1 1 0 0,0-1-1 0 0,-1 0 0 0 0,1 0 1 0 0,0 0-1 0 0,0 0 0 0 0,-1-1 1 0 0,1 1-1 0 0,0-1 0 0 0,0 0 0 0 0,0 0 1 0 0,0 0-1 0 0,0 0 0 0 0,0 0 1 0 0,0-1-1 0 0,0 0 0 0 0,0 1 1 0 0,-2-4-1 0 0,-4 1 224 0 0,9 4-252 0 0,-1 0 1 0 0,1 0-1 0 0,-1 0 0 0 0,1-1 0 0 0,-1 1 1 0 0,1 0-1 0 0,-1 0 0 0 0,1-1 0 0 0,-1 1 1 0 0,1 0-1 0 0,-1 0 0 0 0,1-1 0 0 0,0 1 1 0 0,-1-1-1 0 0,1 1 0 0 0,0 0 0 0 0,-1-1 1 0 0,1 1-1 0 0,0-1 0 0 0,-1 1 0 0 0,1-1 1 0 0,0 1-1 0 0,0-1 0 0 0,0 1 0 0 0,-1-1 1 0 0,1 1-1 0 0,0-1 0 0 0,0 1 0 0 0,0-1 1 0 0,0 1-1 0 0,0-1 0 0 0,0 0 0 0 0,0 0 48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08.9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18191 0 0,'0'0'6880'0'0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09.8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156 99 14872 0 0,'0'0'6843'0'0,"-4"-4"-6557"0"0,-14-14 34 0 0,18 18-302 0 0,-1 0 0 0 0,1 0 1 0 0,0-1-1 0 0,-1 1 1 0 0,1 0-1 0 0,-1 0 0 0 0,1-1 1 0 0,-1 1-1 0 0,1 0 1 0 0,-1 0-1 0 0,1 0 0 0 0,-1 0 1 0 0,1 0-1 0 0,-1-1 1 0 0,1 1-1 0 0,-1 0 1 0 0,1 0-1 0 0,-1 0 0 0 0,1 1 1 0 0,-1-1-1 0 0,1 0 1 0 0,-1 0-1 0 0,1 0 0 0 0,-1 0 1 0 0,1 0-1 0 0,-1 1 1 0 0,1-1-1 0 0,-1 0 0 0 0,1 0 1 0 0,-1 1-1 0 0,1-1 1 0 0,-1 1-1 0 0,-10 12 111 0 0,8-10-91 0 0,-7 10 42 0 0,1 1 0 0 0,0 1 0 0 0,1 0 0 0 0,0 0 0 0 0,2 1-1 0 0,-9 24 1 0 0,5-5 101 0 0,-10 73 1 0 0,17-90-136 0 0,1-1 13 0 0,0-1-1 0 0,0 20 0 0 0,2-32-43 0 0,0-1-1 0 0,0 1 1 0 0,1 0-1 0 0,-1 0 1 0 0,1-1 0 0 0,0 1-1 0 0,0-1 1 0 0,0 1-1 0 0,1-1 1 0 0,-1 1-1 0 0,1-1 1 0 0,0 0 0 0 0,0 1-1 0 0,0-1 1 0 0,3 3-1 0 0,-2-3 6 0 0,1-1 0 0 0,-1 0 0 0 0,0 0 0 0 0,1 0 0 0 0,-1 0 0 0 0,1-1 0 0 0,0 0 0 0 0,0 1 0 0 0,-1-1 0 0 0,1 0 0 0 0,6 0 0 0 0,-3 0 4 0 0,1 0-1 0 0,-1-1 1 0 0,1 0-1 0 0,-1 0 1 0 0,9-2 0 0 0,-12 1-12 0 0,1-1 0 0 0,-1 0 1 0 0,1 0-1 0 0,-1-1 1 0 0,0 1-1 0 0,0-1 0 0 0,0 0 1 0 0,0 0-1 0 0,-1 0 1 0 0,1-1-1 0 0,-1 1 1 0 0,0-1-1 0 0,0 0 0 0 0,0 0 1 0 0,0 0-1 0 0,-1 0 1 0 0,1 0-1 0 0,-1 0 0 0 0,2-9 1 0 0,2-1 15 0 0,0-1 0 0 0,-2 0 0 0 0,0-1 1 0 0,4-29-1 0 0,2-121 154 0 0,-10 143-102 0 0,-1 0 0 0 0,-1 0 0 0 0,-1 1 0 0 0,-1-1-1 0 0,-9-27 1 0 0,7 28 376 0 0,6 21 26 0 0,0 11-226 0 0,16 202 538 0 0,-3-71-454 0 0,-11-115-132 0 0,1 0 0 0 0,1 0 0 0 0,1-1 0 0 0,15 45 0 0 0,-19-68-160 0 0,0-1 0 0 0,1 1 1 0 0,-1-1-1 0 0,0 1 0 0 0,1-1 0 0 0,0 1 0 0 0,-1-1 0 0 0,1 0 1 0 0,0 1-1 0 0,-1-1 0 0 0,1 0 0 0 0,0 0 0 0 0,0-1 0 0 0,0 1 1 0 0,3 1-1 0 0,1-2 37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10.3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18391 0 0,'0'0'4002'0'0,"1"6"-3541"0"0,32 198 1236 0 0,-25-134-1289 0 0,4 1 1 0 0,27 91 0 0 0,-33-145-245 0 0,-9-27-66 0 0,-1-8-81 0 0,0 0 0 0 0,1-1 0 0 0,1 1 0 0 0,1-35 0 0 0,11-75 57 0 0,-9 117-63 0 0,1-1 0 0 0,1 1 1 0 0,-1 0-1 0 0,2 0 0 0 0,0 0 0 0 0,0 0 1 0 0,1 1-1 0 0,0 0 0 0 0,1 0 0 0 0,0 0 0 0 0,0 0 1 0 0,1 1-1 0 0,1 0 0 0 0,-1 1 0 0 0,1-1 1 0 0,1 1-1 0 0,0 1 0 0 0,0 0 0 0 0,0 0 1 0 0,11-5-1 0 0,-17 10-5 0 0,-1 0 0 0 0,1 0 1 0 0,-1 1-1 0 0,1-1 0 0 0,0 1 0 0 0,0 0 0 0 0,0 0 1 0 0,0 0-1 0 0,0 0 0 0 0,0 0 0 0 0,0 1 1 0 0,0-1-1 0 0,0 1 0 0 0,0 0 0 0 0,0 0 0 0 0,0 0 1 0 0,0 0-1 0 0,0 0 0 0 0,1 1 0 0 0,-1 0 1 0 0,0-1-1 0 0,0 1 0 0 0,3 2 0 0 0,-3-2 4 0 0,1 0 1 0 0,-1 0-1 0 0,0 1 0 0 0,0-1 0 0 0,0 1 0 0 0,0 0 0 0 0,0-1 1 0 0,0 2-1 0 0,-1-1 0 0 0,1 0 0 0 0,2 3 0 0 0,-2 0 5 0 0,0-1-1 0 0,-1 1 0 0 0,0 0 1 0 0,1-1-1 0 0,-2 1 0 0 0,4 10 1 0 0,2 20 30 0 0,-1 0 0 0 0,-2 0 0 0 0,1 58-1 0 0,-4-51 9 0 0,-2 33 33 0 0,0-49-11 0 0,0-1 1 0 0,5 37-1 0 0,-4-60-60 0 0,1 0 0 0 0,-1-1-1 0 0,1 1 1 0 0,0 0 0 0 0,-1-1 0 0 0,1 1 0 0 0,0 0 0 0 0,0-1-1 0 0,0 1 1 0 0,0-1 0 0 0,0 1 0 0 0,0-1 0 0 0,0 0 0 0 0,3 2-1 0 0,-2 2 50 0 0,-2-4-37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11.0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337 1 16783 0 0,'0'0'1940'0'0,"-4"3"-1736"0"0,-38 27 934 0 0,-60 55 0 0 0,87-70-964 0 0,0 1 1 0 0,1 0-1 0 0,1 1 0 0 0,0 1 1 0 0,1 0-1 0 0,-16 35 0 0 0,27-51-165 0 0,-34 85 379 0 0,31-75-354 0 0,1 1 0 0 0,1 0 0 0 0,-1 1 1 0 0,2-1-1 0 0,0 14 0 0 0,1-22-28 0 0,0-2 1 0 0,-1-1 0 0 0,1 1-1 0 0,0 0 1 0 0,1 0 0 0 0,-1 0 0 0 0,0-1-1 0 0,1 1 1 0 0,0 0 0 0 0,1 4 0 0 0,-1-6-5 0 0,0 0 0 0 0,1 1 1 0 0,-1-1-1 0 0,0 0 1 0 0,1 0-1 0 0,-1 0 0 0 0,1 0 1 0 0,-1-1-1 0 0,1 1 1 0 0,-1 0-1 0 0,1-1 0 0 0,-1 1 1 0 0,1-1-1 0 0,0 1 1 0 0,0-1-1 0 0,-1 0 1 0 0,4 1-1 0 0,8 0 1 0 0,-1 0 0 0 0,0-1 0 0 0,1-1 0 0 0,-1 0 0 0 0,0 0 0 0 0,0-1 0 0 0,0-1 1 0 0,18-5-1 0 0,-6-1 4 0 0,1-1 0 0 0,45-26 0 0 0,-55 27-6 0 0,-1-1 0 0 0,1-1 0 0 0,-2-1 0 0 0,1 0 0 0 0,-2 0 0 0 0,1-2 0 0 0,-2 1-1 0 0,13-20 1 0 0,-16 21 0 0 0,-1 1 0 0 0,-1-2-1 0 0,1 1 1 0 0,-2-1 0 0 0,0 0-1 0 0,-1 0 1 0 0,0 0 0 0 0,0 0-1 0 0,-2-1 1 0 0,0 0 0 0 0,1-16-1 0 0,-9-40 20 0 0,3 43-16 0 0,3 25 2 0 0,0 1 0 0 0,-1-1 0 0 0,1 1 1 0 0,-1-1-1 0 0,1 1 0 0 0,-1-1 0 0 0,0 1 0 0 0,0 0 0 0 0,1-1 0 0 0,-1 1 0 0 0,0 0 0 0 0,0-1 0 0 0,0 1 0 0 0,-1 0 0 0 0,1 0 0 0 0,0 0 0 0 0,0 0 0 0 0,-1 0 1 0 0,-1-1-1 0 0,0 22 258 0 0,-3 23-136 0 0,3 0 0 0 0,1 1 0 0 0,4 44-1 0 0,-1-10 96 0 0,-6 320 609 0 0,-16 15-56 0 0,15-362-673 0 0,-2-1-1 0 0,-2 1 1 0 0,-3-2-1 0 0,-18 50 1 0 0,-92 184 290 0 0,109-256-339 0 0,-1-1 0 0 0,-1 0 0 0 0,-2-1 0 0 0,-31 34 0 0 0,41-52-32 0 0,8-7-16 0 0,-1 1 0 0 0,0-1-1 0 0,0 1 1 0 0,1 0 0 0 0,-1-1-1 0 0,0 1 1 0 0,1 0 0 0 0,-1-1 0 0 0,1 1-1 0 0,-1 0 1 0 0,0 0 0 0 0,1-1-1 0 0,0 1 1 0 0,-1 0 0 0 0,1 1-1 0 0,-1-1 33 0 0,0-1-31 0 0,0-1-1 0 0,-1 1 1 0 0,1-1 0 0 0,0 1 0 0 0,0-1 0 0 0,-1 1-1 0 0,1-1 1 0 0,0 0 0 0 0,0 0 0 0 0,0 1 0 0 0,0-1-1 0 0,0 0 1 0 0,0 0 0 0 0,0 0 0 0 0,0 0 0 0 0,0 0-1 0 0,0 0 1 0 0,0-2 0 0 0,-16-25 23 0 0,15 24-19 0 0,-9-18 17 0 0,2 0 0 0 0,0 0 0 0 0,1-1 0 0 0,-8-43 0 0 0,8 16 38 0 0,-3-64-1 0 0,12 88-41 0 0,0 0 0 0 0,1 0 0 0 0,2 0 0 0 0,0 0 0 0 0,15-45 0 0 0,-13 56-8 0 0,0 0 0 0 0,14-25 0 0 0,-8 19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12.2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528 142 13360 0 0,'0'0'4373'0'0,"0"5"-4264"0"0,-2 17 1003 0 0,1-7 122 0 0,0 0 1 0 0,2 24-1 0 0,3-18-1134 0 0,3 22 195 0 0,3 60 0 0 0,-9-92-236 0 0,-1 1-1 0 0,-1-1 1 0 0,0 0 0 0 0,0 1-1 0 0,-1-1 1 0 0,0 0-1 0 0,-1 1 1 0 0,-1-2-1 0 0,0 1 1 0 0,-7 15-1 0 0,7-21-36 0 0,0 1 0 0 0,0-2 0 0 0,0 1 0 0 0,-1 0 0 0 0,1-1 0 0 0,-1 0 0 0 0,0 0 0 0 0,0 0 0 0 0,-1-1-1 0 0,1 0 1 0 0,-1 0 0 0 0,0 0 0 0 0,0 0 0 0 0,0-1 0 0 0,0 0 0 0 0,0-1 0 0 0,0 1 0 0 0,0-1 0 0 0,-1 0 0 0 0,-8 0 0 0 0,-11 0 15 0 0,1-2-1 0 0,-1 0 1 0 0,-43-9 0 0 0,53 7-18 0 0,0-2 0 0 0,0 0-1 0 0,-24-11 1 0 0,-21-7 74 0 0,58 21-90 0 0,1 1-1 0 0,-1 0 0 0 0,1-1 1 0 0,0 1-1 0 0,0-1 0 0 0,-1 0 1 0 0,1 0-1 0 0,0 0 0 0 0,0 0 1 0 0,1 0-1 0 0,-1-1 0 0 0,0 1 1 0 0,1 0-1 0 0,-1-1 0 0 0,1 1 1 0 0,-2-5-1 0 0,-16-49 22 0 0,14 40-10 0 0,-8-25 6 0 0,-8-47 1 0 0,18 69-5 0 0,0-1 0 0 0,1 1 1 0 0,2-1-1 0 0,2-34 0 0 0,0 46-8 0 0,0 1-1 0 0,0 0 0 0 0,0 0 1 0 0,1 0-1 0 0,0 0 0 0 0,7-10 1 0 0,1-2 12 0 0,-8 12-14 0 0,1 1-1 0 0,1-1 0 0 0,-1 1 1 0 0,1 0-1 0 0,0 1 1 0 0,0-1-1 0 0,0 1 0 0 0,1 0 1 0 0,0 0-1 0 0,0 1 1 0 0,0 0-1 0 0,1 0 0 0 0,0 0 1 0 0,-1 1-1 0 0,1 0 0 0 0,0 0 1 0 0,0 1-1 0 0,1-1 1 0 0,-1 2-1 0 0,0-1 0 0 0,1 1 1 0 0,-1 0-1 0 0,16 1 1 0 0,12-1 10 0 0,-22 0-8 0 0,-1 0 0 0 0,1 1 0 0 0,0 1 0 0 0,-1 0 0 0 0,1 1 0 0 0,-1 0 0 0 0,1 1 0 0 0,-1 0 0 0 0,19 8 0 0 0,16 8 24 0 0,-33-14-3 0 0,1 0 0 0 0,18 11 0 0 0,-29-14-21 0 0,0 1-1 0 0,0 0 0 0 0,0-1 1 0 0,0 2-1 0 0,-1-1 0 0 0,1 0 1 0 0,-1 1-1 0 0,0 0 0 0 0,0-1 1 0 0,0 1-1 0 0,3 8 1 0 0,3 9 3 0 0,-1 1 0 0 0,-2 0 1 0 0,0 0-1 0 0,-1 1 1 0 0,-1-1-1 0 0,-2 1 0 0 0,0 0 1 0 0,-2 40-1 0 0,-1-26-3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33.6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 0 11952 0 0,'0'0'7825'0'0,"1"5"-7683"0"0,0-1 14 0 0,0 1-1 0 0,0 0 0 0 0,1-1 0 0 0,0 1 0 0 0,0-1 1 0 0,0 0-1 0 0,1 0 0 0 0,-1 0 0 0 0,4 4 0 0 0,-7-5-6 0 0,-1 0 0 0 0,1-1 0 0 0,-1 1 0 0 0,0-1 0 0 0,0 0 0 0 0,0 1 0 0 0,-4 2 0 0 0,6-5-129 0 0,-1 1-1 0 0,1-1 0 0 0,-1 0 1 0 0,1 1-1 0 0,-1-1 0 0 0,1 0 1 0 0,-1 0-1 0 0,1 1 0 0 0,-1-1 1 0 0,1 0-1 0 0,-1 0 1 0 0,1 0-1 0 0,-1 0 0 0 0,0 0 1 0 0,1 0-1 0 0,-1 0 0 0 0,1 0 1 0 0,-1 0-1 0 0,0 0 0 0 0,1 0 1 0 0,-1 0-1 0 0,1 0 0 0 0,-1 0 1 0 0,1-1-1 0 0,-1 1 0 0 0,1 0 1 0 0,-1 0-1 0 0,1-1 1 0 0,-1 1-1 0 0,1 0 0 0 0,-1-1 1 0 0,1 1-1 0 0,-1 0 0 0 0,1-1 1 0 0,-1 1-1 0 0,1-1 0 0 0,0 1 1 0 0,-1-1-1 0 0,1 1 0 0 0,0-1 1 0 0,0 1-1 0 0,-1-1 0 0 0,1 1 1 0 0,0-1-1 0 0,0 1 1 0 0,0-1-1 0 0,-1 1 0 0 0,1-1 1 0 0,0 0-1 0 0,-5-32 871 0 0,5 33-876 0 0,0-1 0 0 0,1 0 0 0 0,-1 1 0 0 0,0-1 0 0 0,1 1 0 0 0,-1-1 1 0 0,1 1-1 0 0,-1-1 0 0 0,1 1 0 0 0,0-1 0 0 0,-1 1 0 0 0,1-1 0 0 0,-1 1 1 0 0,1 0-1 0 0,0-1 0 0 0,-1 1 0 0 0,1 0 0 0 0,0 0 0 0 0,-1-1 0 0 0,1 1 1 0 0,0 0-1 0 0,0 0 0 0 0,-1 0 0 0 0,1 0 0 0 0,0 0 0 0 0,1 0 0 0 0,-1 0 17 0 0,1 0 0 0 0,-1 0 0 0 0,1 0 1 0 0,-1 0-1 0 0,1 0 0 0 0,-1 0 0 0 0,1 0 0 0 0,-1 0 0 0 0,1 1 0 0 0,-1-1 0 0 0,1 1 0 0 0,1 0 0 0 0,0 4 33 0 0,0 1 0 0 0,0-1-1 0 0,0 1 1 0 0,0 0 0 0 0,-1 0 0 0 0,0 0 0 0 0,0 0 0 0 0,1 10 0 0 0,-4-14-29 0 0,1 1 1 0 0,0-1-1 0 0,-1 1 0 0 0,1 0 1 0 0,-1-1-1 0 0,0 1 1 0 0,1-1-1 0 0,-1 0 1 0 0,-1 1-1 0 0,1-1 1 0 0,0 0-1 0 0,-1 1 1 0 0,1-1-1 0 0,-1 0 1 0 0,1 0-1 0 0,-1 0 1 0 0,0-1-1 0 0,0 1 1 0 0,0 0-1 0 0,-2 1 1 0 0,-2 2 113 0 0,6-4-140 0 0,-1-1 0 0 0,1 0 0 0 0,-1 0 0 0 0,0 0-1 0 0,1 0 1 0 0,-1 0 0 0 0,1 0 0 0 0,-1-1 0 0 0,1 1 0 0 0,-1 0-1 0 0,1 0 1 0 0,-1 0 0 0 0,1 0 0 0 0,-1-1 0 0 0,1 1 0 0 0,-1 0 0 0 0,1 0-1 0 0,-1-1 1 0 0,1 1 0 0 0,-1 0 0 0 0,1-1 0 0 0,0 1 0 0 0,-1-1-1 0 0,1 1 1 0 0,0 0 0 0 0,-1-1 0 0 0,1 1 0 0 0,0-1 0 0 0,-1 1-1 0 0,1-1 1 0 0,-1 0 6 0 0,1 1-1 0 0,-1-1 0 0 0,1 0 1 0 0,-1 1-1 0 0,1-1 0 0 0,-1 0 1 0 0,1 1-1 0 0,0-1 0 0 0,-1 0 1 0 0,1 1-1 0 0,0-1 0 0 0,-1 0 1 0 0,1 0-1 0 0,0 1 0 0 0,0-1 1 0 0,0 0-1 0 0,0 0 0 0 0,0-1 1 0 0,5-2 30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43.6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469 11 96 0 0,'0'0'11364'0'0,"0"5"-11120"0"0,0 17 4573 0 0,5-28-4242 0 0,-5 6-563 0 0,0 0 0 0 0,1 0-1 0 0,-1 0 1 0 0,0 0-1 0 0,0 0 1 0 0,1-1 0 0 0,-1 1-1 0 0,0 0 1 0 0,0 0 0 0 0,0 0-1 0 0,1 0 1 0 0,-1-1-1 0 0,0 1 1 0 0,0 0 0 0 0,0 0-1 0 0,0 0 1 0 0,1-1 0 0 0,-1 1-1 0 0,0 0 1 0 0,0 0-1 0 0,0-1 1 0 0,0 1 0 0 0,0 0-1 0 0,0 0 1 0 0,0-1-1 0 0,0 1 1 0 0,0 0 0 0 0,0 0-1 0 0,0-1 1 0 0,0 1 0 0 0,0 0-1 0 0,0-1 1 0 0,0 1-1 0 0,0 0 1 0 0,0 0 0 0 0,0-1-1 0 0,0 1 1 0 0,0 0 0 0 0,0 0-1 0 0,0-1 1 0 0,0 1-1 0 0,-1 0 1 0 0,1 0 0 0 0,0 0-1 0 0,0-1 1 0 0,0 1-1 0 0,0 0 1 0 0,-1 0 0 0 0,1 0-1 0 0,0-1 1 0 0,0 1 0 0 0,0 0-1 0 0,-1 0 1 0 0,1 0-1 0 0,0 0 1 0 0,0 0 0 0 0,-1 0-1 0 0,1 0 1 0 0,0-1 0 0 0,0 1-1 0 0,-1 0 1 0 0,-2-1 136 0 0,0 0 1 0 0,0 0 0 0 0,1 0 0 0 0,-1 0-1 0 0,0 1 1 0 0,0-1 0 0 0,-1 1-1 0 0,-3-1 1 0 0,3 1 48 0 0,0 0-1 0 0,0-1 1 0 0,1 1-1 0 0,-1-1 1 0 0,0 0-1 0 0,1 0 1 0 0,-5-2-1 0 0,2 2-40 0 0,0-1 0 0 0,-1 1 0 0 0,1 0-1 0 0,-1 0 1 0 0,0 1 0 0 0,1 0 0 0 0,-1 0-1 0 0,-9 2 1 0 0,-9-1 189 0 0,14 0-143 0 0,0-1 0 0 0,0 1 1 0 0,0 1-1 0 0,0 0 0 0 0,-16 5 0 0 0,4-1 123 0 0,20-6-221 0 0,-1 1 0 0 0,1-1 1 0 0,-1 1-1 0 0,1 0 0 0 0,-1 0 1 0 0,1 0-1 0 0,0 1 0 0 0,0-1 0 0 0,-1 1 1 0 0,1 0-1 0 0,1 0 0 0 0,-1 0 1 0 0,0 0-1 0 0,0 0 0 0 0,-2 3 1 0 0,2-1 87 0 0,0-1 1 0 0,0 1-1 0 0,-1-1 1 0 0,1 0 0 0 0,-7 4-1 0 0,-10 9 218 0 0,16-12-360 0 0,-7 8 233 0 0,-1-1-1 0 0,0 0 1 0 0,-1-1 0 0 0,-15 10 0 0 0,26-18-248 0 0,0-1 0 0 0,0 1 0 0 0,1 0 0 0 0,-1 0 0 0 0,1 1 0 0 0,-1-1 0 0 0,1 0 0 0 0,0 0 0 0 0,0 1 0 0 0,0-1 0 0 0,0 0 0 0 0,0 1 0 0 0,-1 3 0 0 0,-7 37 302 0 0,9-40-315 0 0,-1 5 36 0 0,1 0-1 0 0,0 0 1 0 0,0 0-1 0 0,1-1 1 0 0,3 16 0 0 0,-3-14 15 0 0,1 0 0 0 0,-1 0 0 0 0,-1 17 1 0 0,-1-1 160 0 0,2 47 1 0 0,0-68-216 0 0,1 0 0 0 0,-1-1 0 0 0,0 1 0 0 0,1 0-1 0 0,0 0 1 0 0,2 3 0 0 0,5 13 116 0 0,-6-17-104 0 0,-1 0 1 0 0,0 0-1 0 0,1-1 0 0 0,0 1 1 0 0,-1-1-1 0 0,1 1 1 0 0,0-1-1 0 0,0 0 0 0 0,0 0 1 0 0,1-1-1 0 0,-1 1 1 0 0,6 2-1 0 0,-2-1 11 0 0,0 0 6 0 0,-1-1 0 0 0,1 0 0 0 0,-1 0 0 0 0,1 0 0 0 0,0-1 0 0 0,0 0-1 0 0,-1 0 1 0 0,10 0 0 0 0,58-6 292 0 0,-11 0-189 0 0,-46 4-71 0 0,-1 1 1 0 0,0-2 0 0 0,25-5-1 0 0,24-4 19 0 0,-45 9-83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44.5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261 132 15272 0 0,'0'0'5801'0'0,"-4"-4"-5324"0"0,3 3-406 0 0,-21-20 355 0 0,21 20-379 0 0,0 0 0 0 0,0 1 1 0 0,0-1-1 0 0,0 0 0 0 0,0 0 1 0 0,0 1-1 0 0,0-1 1 0 0,0 0-1 0 0,0 1 0 0 0,-1 0 1 0 0,1-1-1 0 0,0 1 0 0 0,0-1 1 0 0,-1 1-1 0 0,1 0 0 0 0,0 0 1 0 0,-1 0-1 0 0,1 0 1 0 0,0 0-1 0 0,0 0 0 0 0,-1 0 1 0 0,1 0-1 0 0,-2 1 0 0 0,2 0-2 0 0,0-1-1 0 0,0 1 1 0 0,0-1-1 0 0,0 0 0 0 0,-1 0 1 0 0,1 1-1 0 0,0-1 1 0 0,0 0-1 0 0,0 0 0 0 0,0 0 1 0 0,0 0-1 0 0,0 0 1 0 0,0-1-1 0 0,0 1 1 0 0,0 0-1 0 0,-1 0 0 0 0,0-1 1 0 0,0 0-28 0 0,1 1 0 0 0,0-1 0 0 0,0 1 0 0 0,0 0 0 0 0,-1 0 0 0 0,1-1 0 0 0,0 1 0 0 0,0 0 0 0 0,-1 0-1 0 0,1 0 1 0 0,0 0 0 0 0,0 1 0 0 0,-1-1 0 0 0,1 0 0 0 0,0 1 0 0 0,-2 0 0 0 0,-10 5 125 0 0,5-3-90 0 0,1 1 0 0 0,0-1 1 0 0,0 1-1 0 0,1 0 1 0 0,-1 1-1 0 0,1 0 0 0 0,0 0 1 0 0,0 0-1 0 0,-8 10 1 0 0,7-5 1 0 0,-1 0 0 0 0,1 0 1 0 0,1 1-1 0 0,0 0 0 0 0,0 0 1 0 0,1 1-1 0 0,-4 16 0 0 0,3-9 44 0 0,2 1 0 0 0,1 0-1 0 0,0 1 1 0 0,1-1 0 0 0,1 0-1 0 0,2 23 1 0 0,1-38-37 0 0,0 1 0 0 0,0-1-1 0 0,0 1 1 0 0,1-1 0 0 0,-1 0-1 0 0,1 0 1 0 0,0 0 0 0 0,1-1-1 0 0,4 7 1 0 0,0-4-13 0 0,-1-1-1 0 0,1 0 1 0 0,0 0-1 0 0,1-1 1 0 0,-1 0 0 0 0,1 0-1 0 0,0-1 1 0 0,0 0 0 0 0,0-1-1 0 0,1 1 1 0 0,-1-2 0 0 0,1 0-1 0 0,0 0 1 0 0,0 0 0 0 0,0-2-1 0 0,10 1 1 0 0,-2-1 12 0 0,0-2 0 0 0,0 0 1 0 0,0-1-1 0 0,-1 0 0 0 0,1-2 0 0 0,-1 0 0 0 0,0-1 1 0 0,18-8-1 0 0,-30 11-42 0 0,0 0 1 0 0,0 0 0 0 0,0 0-1 0 0,-1-1 1 0 0,1 0 0 0 0,-1 0-1 0 0,0 0 1 0 0,0 0 0 0 0,0 0-1 0 0,0-1 1 0 0,-1 0 0 0 0,6-10-1 0 0,0-3 33 0 0,-1-1 0 0 0,8-28 0 0 0,-11 29-11 0 0,1 0 0 0 0,1 1 0 0 0,9-16-1 0 0,-12 25-12 0 0,0 4-12 0 0,-2 0-1 0 0,1-1 1 0 0,0 1 0 0 0,-1-1 0 0 0,0 1-1 0 0,0-1 1 0 0,0 0 0 0 0,-1 0 0 0 0,1 0-1 0 0,-1 0 1 0 0,0 0 0 0 0,-1 0 0 0 0,1 0-1 0 0,-1 0 1 0 0,0 0 0 0 0,-1-9 0 0 0,-2-1 66 0 0,0-1 0 0 0,-1 1 0 0 0,-1 0 1 0 0,0 1-1 0 0,-15-28 0 0 0,18 37-59 0 0,-1 1 0 0 0,1 0-1 0 0,-1 1 1 0 0,0-1 0 0 0,0 0 0 0 0,-1 1 0 0 0,1 0 0 0 0,-1 0-1 0 0,1 0 1 0 0,-1 0 0 0 0,0 0 0 0 0,0 1 0 0 0,-1-1-1 0 0,1 1 1 0 0,0 0 0 0 0,-1 1 0 0 0,1-1 0 0 0,-1 1-1 0 0,0 0 1 0 0,1 0 0 0 0,-1 0 0 0 0,0 1 0 0 0,-9 0-1 0 0,-2 0 46 0 0,-1 2 0 0 0,0 0-1 0 0,1 1 1 0 0,0 1-1 0 0,-1 0 1 0 0,-17 9-1 0 0,23-9-26 0 0,1 1-1 0 0,-1 1 1 0 0,1 0-1 0 0,1 0 1 0 0,-1 1 0 0 0,1 0-1 0 0,0 1 1 0 0,1 0-1 0 0,-13 15 1 0 0,7-5 57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45.4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218 50 11256 0 0,'0'0'3577'0'0,"-5"-3"-2564"0"0,-3-3-920 0 0,0 0 0 0 0,1 0 0 0 0,0 0 0 0 0,-8-10 1 0 0,15 16-41 0 0,0-1 0 0 0,-1 1 0 0 0,1-1 0 0 0,0 1 1 0 0,0 0-1 0 0,-1-1 0 0 0,1 1 0 0 0,0-1 1 0 0,-1 1-1 0 0,1 0 0 0 0,-1-1 0 0 0,1 1 1 0 0,0 0-1 0 0,-1 0 0 0 0,1-1 0 0 0,-1 1 0 0 0,1 0 1 0 0,-1 0-1 0 0,1 0 0 0 0,-1-1 0 0 0,1 1 1 0 0,-1 0-1 0 0,1 0 0 0 0,-1 0 0 0 0,1 0 1 0 0,-1 0-1 0 0,1 0 0 0 0,0 0 0 0 0,-1 0 0 0 0,1 0 1 0 0,-1 0-1 0 0,1 0 0 0 0,-1 1 0 0 0,1-1 1 0 0,-1 0-1 0 0,1 0 0 0 0,-1 0 0 0 0,1 1 1 0 0,-1-1-1 0 0,1 0 0 0 0,0 0 0 0 0,-1 1 0 0 0,1-1 1 0 0,-1 0-1 0 0,1 1 0 0 0,0-1 0 0 0,-1 0 1 0 0,1 1-1 0 0,0-1 0 0 0,0 1 0 0 0,-1-1 1 0 0,1 1-1 0 0,0-1 0 0 0,0 0 0 0 0,0 1 0 0 0,-1-1 1 0 0,1 2-1 0 0,-1 0 79 0 0,1 0 1 0 0,-1 0-1 0 0,1 0 0 0 0,-1 0 1 0 0,1 0-1 0 0,0 0 1 0 0,0 0-1 0 0,0 0 0 0 0,0 0 1 0 0,0 0-1 0 0,0 0 1 0 0,0 0-1 0 0,1 0 0 0 0,0 3 1 0 0,22 44 163 0 0,-12-30-164 0 0,-2 1-1 0 0,0 0 1 0 0,-2 1 0 0 0,0-1 0 0 0,4 26-1 0 0,3 63 254 0 0,-9-55 18 0 0,21 89 0 0 0,-17-100-84 0 0,7 81 0 0 0,-11-68 98 0 0,-4 10 255 0 0,-1-38-316 0 0,-3-2 434 0 0,3-25-431 0 0,0-18-76 0 0,-5-141 325 0 0,3 130-503 0 0,-2 1-1 0 0,-1-1 0 0 0,-13-44 0 0 0,15 63-60 0 0,-1 0 0 0 0,0 0 1 0 0,0 1-1 0 0,0-1 0 0 0,-1 1 0 0 0,-1 0 1 0 0,-5-8-1 0 0,8 13-21 0 0,0 0 0 0 0,1 1 1 0 0,-1-1-1 0 0,0 1 0 0 0,-1 0 1 0 0,1 0-1 0 0,0 0 0 0 0,-1 0 0 0 0,1 0 1 0 0,-1 0-1 0 0,1 1 0 0 0,-1 0 1 0 0,0 0-1 0 0,1 0 0 0 0,-1 0 1 0 0,0 1-1 0 0,0-1 0 0 0,0 1 0 0 0,-7 0 1 0 0,7 1-5 0 0,0 0 0 0 0,1 0 1 0 0,-1 0-1 0 0,1 1 0 0 0,-1 0 0 0 0,1-1 0 0 0,-1 1 1 0 0,1 0-1 0 0,0 0 0 0 0,0 1 0 0 0,0-1 1 0 0,0 1-1 0 0,0-1 0 0 0,0 1 0 0 0,1 0 1 0 0,0 0-1 0 0,-3 4 0 0 0,-5 7 39 0 0,2 0 0 0 0,-11 24 0 0 0,9-14 3 0 0,2 2 0 0 0,1-1 1 0 0,1 1-1 0 0,-4 39 0 0 0,6-36-1 0 0,3-23-44 0 0,0-1-1 0 0,0 1 0 0 0,1 0 1 0 0,0 0-1 0 0,0 0 0 0 0,1 0 1 0 0,0 0-1 0 0,0 0 0 0 0,0 0 1 0 0,4 10-1 0 0,-3-13-11 0 0,-1 0 0 0 0,1-1 0 0 0,-1 1 0 0 0,1-1 0 0 0,0 1 0 0 0,0-1 0 0 0,0 0 0 0 0,0 1 0 0 0,0-1 0 0 0,1 0 0 0 0,-1 0 0 0 0,1-1 0 0 0,-1 1 0 0 0,1-1 1 0 0,0 1-1 0 0,-1-1 0 0 0,1 0 0 0 0,0 0 0 0 0,0 0 0 0 0,0 0 0 0 0,0 0 0 0 0,0-1 0 0 0,3 1 0 0 0,18 1 6 0 0,4-2 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45.8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24 299 17791 0 0,'0'0'2352'0'0,"5"0"-2208"0"0,3 0 93 0 0,1-1 0 0 0,-1 0 0 0 0,1-1-1 0 0,-1 0 1 0 0,0 0 0 0 0,1-1-1 0 0,-1 0 1 0 0,-1-1 0 0 0,1 0 0 0 0,0 0-1 0 0,-1 0 1 0 0,13-11 0 0 0,6-7 443 0 0,46-49 0 0 0,-58 56-335 0 0,-9 10-264 0 0,0 0 0 0 0,-1 0 1 0 0,0-1-1 0 0,0 1 0 0 0,-1-1 1 0 0,7-12-1 0 0,-10 16-60 0 0,1 0-1 0 0,0 0 1 0 0,-1 0 0 0 0,1-1 0 0 0,-1 1-1 0 0,0 0 1 0 0,0 0 0 0 0,1 0 0 0 0,-1 0 0 0 0,-1-1-1 0 0,1 1 1 0 0,0 0 0 0 0,-1 0 0 0 0,1 0-1 0 0,-1 0 1 0 0,1 0 0 0 0,-1 0 0 0 0,0 0-1 0 0,0 0 1 0 0,0 0 0 0 0,0 0 0 0 0,0 0-1 0 0,0 0 1 0 0,-4-3 0 0 0,2 1 4 0 0,-1 1 1 0 0,1-1 0 0 0,-1 0-1 0 0,0 1 1 0 0,-1 0 0 0 0,1 0-1 0 0,0 1 1 0 0,-1-1-1 0 0,0 1 1 0 0,1 0 0 0 0,-1 0-1 0 0,-7-2 1 0 0,8 3-16 0 0,1 1 1 0 0,-1 0-1 0 0,0 0 0 0 0,1 0 0 0 0,-1 0 1 0 0,1 1-1 0 0,-1-1 0 0 0,1 1 0 0 0,-1 0 1 0 0,1 0-1 0 0,0 0 0 0 0,-1 0 1 0 0,1 1-1 0 0,0-1 0 0 0,0 1 0 0 0,0 0 1 0 0,0 0-1 0 0,0 0 0 0 0,-3 4 1 0 0,-9 8 21 0 0,1 1 0 0 0,1 0 0 0 0,0 1 1 0 0,1 0-1 0 0,1 1 0 0 0,0 0 1 0 0,2 1-1 0 0,0 0 0 0 0,1 1 1 0 0,0 0-1 0 0,2 0 0 0 0,-7 33 1 0 0,10-35-9 0 0,0 0 0 0 0,2 0 0 0 0,0 1 0 0 0,1-1 0 0 0,1 0 0 0 0,0 1 1 0 0,2-1-1 0 0,4 21 0 0 0,-4-32-15 0 0,-1 1 0 0 0,1 0 1 0 0,1-1-1 0 0,-1 0 0 0 0,1 0 0 0 0,0 0 1 0 0,1 0-1 0 0,-1-1 0 0 0,1 0 0 0 0,0 0 1 0 0,0 0-1 0 0,1 0 0 0 0,-1-1 0 0 0,1 0 1 0 0,0 0-1 0 0,1 0 0 0 0,-1-1 0 0 0,0 0 1 0 0,1 0-1 0 0,9 2 0 0 0,2 0 9 0 0,1-1 0 0 0,-1 0 1 0 0,1-2-1 0 0,0 0 0 0 0,0-1 0 0 0,28-3 0 0 0,-5-2 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46.6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 0 14968 0 0,'0'0'9814'0'0,"-2"4"-9589"0"0,-1 4-87 0 0,1-1 0 0 0,0 0-1 0 0,0 1 1 0 0,0 0 0 0 0,1-1-1 0 0,0 1 1 0 0,1 12 0 0 0,5 62-16 0 0,14 125 1238 0 0,-19-200-1258 0 0,1 0 0 0 0,0 0 1 0 0,0 0-1 0 0,1 0 0 0 0,0-1 0 0 0,0 1 0 0 0,5 10 0 0 0,-2-11 70 0 0,-4-5-139 0 0,-1-1 0 0 0,1 1 0 0 0,-1 0 1 0 0,1-1-1 0 0,-1 1 0 0 0,1 0 0 0 0,-1 0 0 0 0,0-1 0 0 0,1 1 0 0 0,-1 0 0 0 0,0 0 1 0 0,0-1-1 0 0,0 1 0 0 0,1 0 0 0 0,-1 0 0 0 0,0 0 0 0 0,0 1 0 0 0,0-1 38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46.9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 1 18895 0 0,'0'0'6208'0'0,"-2"5"-5973"0"0,0 0-168 0 0,1 0 0 0 0,0 0 0 0 0,0 0 0 0 0,1 0-1 0 0,-1 0 1 0 0,1 1 0 0 0,0-1 0 0 0,0 0 0 0 0,1 0 0 0 0,1 9 0 0 0,1 4 258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47.7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337 21 13968 0 0,'0'0'7119'0'0,"-4"-3"-6944"0"0,0 0-74 0 0,0 1 0 0 0,0 0 0 0 0,-1 0-1 0 0,1 0 1 0 0,-1 1 0 0 0,1-1 0 0 0,-1 1 0 0 0,1 0 0 0 0,-1 0 0 0 0,0 1 0 0 0,0 0-1 0 0,1-1 1 0 0,-1 1 0 0 0,0 1 0 0 0,0-1 0 0 0,1 1 0 0 0,-1 0 0 0 0,0 0-1 0 0,-6 2 1 0 0,11-3-99 0 0,-30 10 370 0 0,-52 25 1 0 0,73-30-296 0 0,-1 0-1 0 0,2 1 1 0 0,-1 0 0 0 0,1 0-1 0 0,0 1 1 0 0,0 0 0 0 0,1 0-1 0 0,0 1 1 0 0,-10 13 0 0 0,15-18-30 0 0,0 0 0 0 0,0 1 1 0 0,0-1-1 0 0,1 0 1 0 0,-1 1-1 0 0,1-1 0 0 0,0 1 1 0 0,0-1-1 0 0,0 1 0 0 0,-1 5 1 0 0,2-7-25 0 0,1 0 0 0 0,-1 0 1 0 0,0 0-1 0 0,1 1 0 0 0,-1-1 0 0 0,1 0 1 0 0,-1 0-1 0 0,1 0 0 0 0,0 0 1 0 0,0 0-1 0 0,0 0 0 0 0,0 0 0 0 0,1-1 1 0 0,-1 1-1 0 0,0 0 0 0 0,1-1 0 0 0,-1 1 1 0 0,1-1-1 0 0,2 3 0 0 0,9 4 61 0 0,0 0 0 0 0,1 0 0 0 0,0-2 0 0 0,0 1 0 0 0,0-2 0 0 0,1 0 0 0 0,19 4 0 0 0,-2 0 14 0 0,-12-3-5 0 0,-12-5-27 0 0,0 2 0 0 0,0-1 0 0 0,0 1 0 0 0,-1 1 0 0 0,12 6 0 0 0,-16-8-26 0 0,0-1 0 0 0,0 1 0 0 0,-1 1 1 0 0,1-1-1 0 0,-1 0 0 0 0,0 1 0 0 0,1-1 0 0 0,-1 1 0 0 0,0-1 1 0 0,-1 1-1 0 0,1 0 0 0 0,0 0 0 0 0,1 4 0 0 0,-3-5-13 0 0,1 0-1 0 0,-1 0 0 0 0,0 1 0 0 0,1-1 0 0 0,-1 0 1 0 0,0 1-1 0 0,0-1 0 0 0,-1 0 0 0 0,1 1 1 0 0,0-1-1 0 0,-1 0 0 0 0,1 0 0 0 0,-1 1 1 0 0,0-1-1 0 0,0 0 0 0 0,0 0 0 0 0,0 0 0 0 0,0 0 1 0 0,0 0-1 0 0,-2 2 0 0 0,-4 6 50 0 0,-1-1 1 0 0,-1 1-1 0 0,1-1 0 0 0,-2-1 1 0 0,1 1-1 0 0,-1-2 0 0 0,0 1 0 0 0,-15 7 1 0 0,-9 2 178 0 0,-49 19 0 0 0,8-5 68 0 0,63-26-251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48.9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 62 13056 0 0,'0'0'3486'0'0,"-1"-4"-2949"0"0,1 0-615 0 0,0 1 324 0 0,0 0-1 0 0,0 1 1 0 0,-1-1-1 0 0,1 0 1 0 0,-1 0-1 0 0,0 0 1 0 0,0 1-1 0 0,0-1 1 0 0,0 1-1 0 0,0-1 1 0 0,0 0-1 0 0,-2-2 1 0 0,3 5-220 0 0,-1 0 0 0 0,1 0 0 0 0,0 0 0 0 0,0 0 1 0 0,0-1-1 0 0,0 1 0 0 0,0 0 0 0 0,0 0 0 0 0,0 0 1 0 0,-1 0-1 0 0,1 0 0 0 0,0 0 0 0 0,0 0 0 0 0,0 0 1 0 0,0 0-1 0 0,0 0 0 0 0,-1-1 0 0 0,1 1 0 0 0,0 0 0 0 0,0 0 1 0 0,0 0-1 0 0,0 0 0 0 0,-1 0 0 0 0,1 0 0 0 0,0 0 1 0 0,0 0-1 0 0,0 0 0 0 0,0 0 0 0 0,-1 0 0 0 0,1 1 1 0 0,0-1-1 0 0,0 0 0 0 0,0 0 0 0 0,0 0 0 0 0,0 0 1 0 0,-1 0-1 0 0,1 0 0 0 0,0 0 0 0 0,0 0 0 0 0,0 0 0 0 0,0 0 1 0 0,0 1-1 0 0,0-1 0 0 0,-1 0 0 0 0,1 0 0 0 0,0 0 1 0 0,0 0-1 0 0,0 0 0 0 0,0 1 0 0 0,0-1 0 0 0,0 0 1 0 0,-4 14 486 0 0,3 18-90 0 0,-1 53 58 0 0,4 97 1221 0 0,3-144-1224 0 0,1 20 239 0 0,-6-54-647 0 0,0 0 0 0 0,0 0 0 0 0,0 0 0 0 0,1 0 1 0 0,-1 0-1 0 0,1 0 0 0 0,0 0 0 0 0,0-1 1 0 0,1 1-1 0 0,-1 0 0 0 0,4 6 0 0 0,3 9 296 0 0,-7-17-304 0 0,-1 0 1 0 0,1 0-1 0 0,0 1 0 0 0,0-1 0 0 0,-1 0 0 0 0,2-1 0 0 0,-1 1 0 0 0,0 0 0 0 0,0 0 0 0 0,0 0 0 0 0,1-1 0 0 0,2 3 0 0 0,6 11 477 0 0,-9-14-517 0 0,-1-1 0 0 0,1 1 0 0 0,0-1 0 0 0,0 0-1 0 0,0 1 1 0 0,0-1 0 0 0,-1 0 0 0 0,1 1 0 0 0,0-1 0 0 0,0 0-1 0 0,0 0 1 0 0,0 0 0 0 0,0 0 0 0 0,0 0 0 0 0,0 0 0 0 0,0 0-1 0 0,0 0 1 0 0,0 0 0 0 0,-1 0 0 0 0,1-1 0 0 0,0 1 0 0 0,0 0 0 0 0,1-1-1 0 0,0 0 11 0 0,0 0-1 0 0,-1-1 0 0 0,1 1 0 0 0,-1 0 0 0 0,1-1 0 0 0,-1 0 0 0 0,1 1 0 0 0,-1-1 0 0 0,0 0 0 0 0,1-1 1 0 0,3-7 42 0 0,-1 1 0 0 0,0 0 0 0 0,4-14 0 0 0,-8 21-69 0 0,63-190 427 0 0,-62 188-420 0 0,22-88 271 0 0,-21 79-208 0 0,0 1 0 0 0,-1 0 0 0 0,-1-1 0 0 0,0 1 0 0 0,-2-21 0 0 0,-1 18-23 0 0,3 10-15 0 0,0 1 1 0 0,-1-1-1 0 0,0 1 0 0 0,0-1 0 0 0,0 1 0 0 0,-1-1 1 0 0,1 1-1 0 0,-1 0 0 0 0,0 0 0 0 0,-3-5 1 0 0,0 0 6 0 0,-2-1 315 0 0,6 10-350 0 0,1 0 0 0 0,-1 0 1 0 0,1 0-1 0 0,-1 0 0 0 0,1 0 0 0 0,0 0 0 0 0,-1 1 1 0 0,1-1-1 0 0,-1 0 0 0 0,1 0 0 0 0,0 1 0 0 0,-1-1 1 0 0,1 0-1 0 0,0 0 0 0 0,-1 1 0 0 0,1-1 0 0 0,0 0 1 0 0,-1 1-1 0 0,1-1 0 0 0,0 0 0 0 0,0 1 0 0 0,-1-1 0 0 0,1 1 1 0 0,0-1-1 0 0,0 0 0 0 0,0 1 0 0 0,0-1 0 0 0,0 1 1 0 0,-1-1-1 0 0,1 1 0 0 0,0-1 0 0 0,0 1 0 0 0,-7 24 133 0 0,1 0-1 0 0,1 0 0 0 0,1 1 1 0 0,-1 47-1 0 0,4-56-38 0 0,2 2-99 0 0,0-1 0 0 0,1 1 0 0 0,8 34 0 0 0,3 27-7 0 0,-10-36 3 0 0,3 0 0 0 0,19 80 0 0 0,-23-119 0 0 0,0 0 0 0 0,0 0 0 0 0,1 0 0 0 0,0-1 0 0 0,0 1 0 0 0,0-1 0 0 0,0 1 0 0 0,0-1 0 0 0,1 0 0 0 0,0 0 0 0 0,0-1 0 0 0,0 1 0 0 0,0-1 0 0 0,1 1 0 0 0,-1-2 0 0 0,1 1 0 0 0,0 0 0 0 0,0-1 0 0 0,5 2 0 0 0,-3-3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49.5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168 29 18191 0 0,'0'0'4016'0'0,"3"-4"-3440"0"0,7-13 88 0 0,-7 9 1526 0 0,-7 9-1484 0 0,-5 6-528 0 0,-31 44 371 0 0,19-26-401 0 0,0 1 0 0 0,2 0-1 0 0,1 2 1 0 0,-19 40-1 0 0,35-63-117 0 0,-1 1 0 0 0,1-1 0 0 0,0 1 0 0 0,1 0 0 0 0,0-1 0 0 0,0 1 0 0 0,0 0 0 0 0,0 10 0 0 0,3-14-21 0 0,0-1 0 0 0,0 1 0 0 0,0-1 0 0 0,0 1 0 0 0,0-1 0 0 0,1 0 0 0 0,-1 0 0 0 0,0 0 0 0 0,1 0-1 0 0,-1 0 1 0 0,5 0 0 0 0,-6-1-3 0 0,56 11 90 0 0,-41-9-64 0 0,0 1 1 0 0,28 9-1 0 0,-43-11-27 0 0,1 0-1 0 0,-1 0 0 0 0,1 0 0 0 0,-1 0 0 0 0,1 0 0 0 0,-1 0 0 0 0,0 1 0 0 0,1-1 0 0 0,-1 0 0 0 0,0 1 0 0 0,0-1 0 0 0,0 1 0 0 0,0-1 0 0 0,0 1 0 0 0,-1 0 0 0 0,1-1 1 0 0,0 1-1 0 0,-1 0 0 0 0,1-1 0 0 0,-1 4 0 0 0,0 0-2 0 0,-1-1-1 0 0,-1 1 1 0 0,1-1 0 0 0,-1 1 0 0 0,0-1-1 0 0,0 0 1 0 0,0 0 0 0 0,0 0 0 0 0,-1 0-1 0 0,-4 6 1 0 0,-35 35 23 0 0,34-37-20 0 0,-1 2 6 0 0,0 0-1 0 0,1 1 1 0 0,-11 18 0 0 0,-1 2 33 0 0,15-23-33 0 0,2-4-1 0 0,1 0 0 0 0,-1-1 1 0 0,0 1-1 0 0,0-1 1 0 0,-4 4-1 0 0,6-6 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49.93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26 196 26207 0 0,'4'0'10'0'0,"26"-2"8"0"0,-1-2 0 0 0,0-1 0 0 0,0-1 0 0 0,0-1 1 0 0,38-16-1 0 0,-47 14-7 0 0,-1 1-1 0 0,20-14 1 0 0,-37 19-11 0 0,0 0 1 0 0,0 0-1 0 0,0 0 1 0 0,0 0-1 0 0,-1 0 1 0 0,1 0-1 0 0,-1-1 1 0 0,0 1-1 0 0,0 0 1 0 0,0-1-1 0 0,0 1 1 0 0,0-1-1 0 0,-1 1 1 0 0,0-1-1 0 0,0 1 1 0 0,0-1-1 0 0,0 1 1 0 0,-1-6-1 0 0,0 7 0 0 0,0 0 0 0 0,1-1 0 0 0,-1 1 0 0 0,-1 0 0 0 0,1 0 0 0 0,0 0 0 0 0,0 0 0 0 0,-1 0 0 0 0,1 0 0 0 0,-1 0 0 0 0,0 0 0 0 0,0 1 0 0 0,1-1 0 0 0,-1 0 0 0 0,0 1 0 0 0,0 0 0 0 0,-1-1 0 0 0,1 1 0 0 0,0 0 0 0 0,0 0 0 0 0,-1 0 0 0 0,1 1 0 0 0,0-1 0 0 0,-1 0 0 0 0,1 1 0 0 0,0 0 0 0 0,-1-1 0 0 0,-3 1 0 0 0,-3 0 0 0 0,1 0 0 0 0,-1 1 0 0 0,0 0 0 0 0,0 0 0 0 0,1 1 0 0 0,-1 0 0 0 0,1 0 0 0 0,-1 1 0 0 0,1 1 0 0 0,0-1 0 0 0,0 1 0 0 0,0 0 0 0 0,1 1 0 0 0,-8 6 0 0 0,-2 1 0 0 0,1 1 0 0 0,0 1 0 0 0,1 1 0 0 0,-24 31 0 0 0,32-36 0 0 0,1 1 0 0 0,0 0 0 0 0,1 0 0 0 0,1 0 0 0 0,-1 1 0 0 0,2-1 0 0 0,0 1 0 0 0,0 0 0 0 0,1 0 0 0 0,0 0 0 0 0,1 1 0 0 0,1-1 0 0 0,1 22 0 0 0,0-30 0 0 0,-1 0 0 0 0,1 1 0 0 0,0-1 0 0 0,0 0 0 0 0,1 0 0 0 0,-1 0 0 0 0,1 1 0 0 0,0-2 0 0 0,0 1 0 0 0,0 0 0 0 0,0 0 0 0 0,1-1 0 0 0,-1 1 0 0 0,1-1 0 0 0,0 0 0 0 0,0 1 0 0 0,1-1 0 0 0,-1-1 0 0 0,0 1 0 0 0,1-1 0 0 0,0 1 0 0 0,-1-1 0 0 0,1 0 0 0 0,0 0 0 0 0,7 2 0 0 0,8 2 0 0 0,0-2 0 0 0,-1 0 0 0 0,1 0 0 0 0,29 0 0 0 0,-35-3 0 0 0,-3 0-1 0 0,1-1-1 0 0,0-1 0 0 0,11-1 1 0 0,-5 0-1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0.6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383 1 16280 0 0,'0'0'4059'0'0,"-1"4"-3847"0"0,-2 37 428 0 0,2 1 0 0 0,2-1 0 0 0,9 62 0 0 0,-3-45-60 0 0,-1 0-1 0 0,-5 103 1 0 0,-2-80-36 0 0,-3 8-105 0 0,1-8 1754 0 0,-25-294-1505 0 0,27 203-658 0 0,-1-1 0 0 0,-1 1 0 0 0,0-1 0 0 0,-1 1 1 0 0,1 0-1 0 0,-2 0 0 0 0,0 1 0 0 0,0-1 0 0 0,0 1 1 0 0,-1 0-1 0 0,-1 1 0 0 0,1-1 0 0 0,-2 1 0 0 0,1 1 0 0 0,-1-1 1 0 0,0 1-1 0 0,0 1 0 0 0,-12-8 0 0 0,15 11-16 0 0,1 1-1 0 0,-1 0 1 0 0,0 1-1 0 0,0-1 1 0 0,1 1-1 0 0,-1 0 1 0 0,0 0-1 0 0,0 1 1 0 0,0-1-1 0 0,0 1 1 0 0,0 0-1 0 0,0 1 1 0 0,0-1-1 0 0,0 1 1 0 0,0 0-1 0 0,0 0 1 0 0,-6 3-1 0 0,4-2 4 0 0,1 0 0 0 0,0 1 0 0 0,1 0 0 0 0,-1 0 0 0 0,0 1 0 0 0,1 0-1 0 0,0 0 1 0 0,0 0 0 0 0,0 1 0 0 0,0-1 0 0 0,1 1 0 0 0,-7 10 0 0 0,-2 4 7 0 0,1 1 0 0 0,2 1 0 0 0,0 0 0 0 0,1 0 0 0 0,-12 42 1 0 0,19-55-13 0 0,0 0 0 0 0,1 0 0 0 0,-1 1 1 0 0,2-1-1 0 0,-1 1 0 0 0,1-1 1 0 0,1 1-1 0 0,-1-1 0 0 0,1 1 1 0 0,1-1-1 0 0,-1 0 0 0 0,2 0 0 0 0,-1 1 1 0 0,1-1-1 0 0,0-1 0 0 0,1 1 1 0 0,0 0-1 0 0,0-1 0 0 0,7 9 0 0 0,-7-11-7 0 0,0-1 0 0 0,1 0 0 0 0,-1 0 0 0 0,1-1 0 0 0,0 0 0 0 0,1 0 0 0 0,-1 0-1 0 0,0 0 1 0 0,1-1 0 0 0,-1 0 0 0 0,1 0 0 0 0,10 2 0 0 0,6 0 20 0 0,44 3 1 0 0,-26-5-26 0 0,-2-4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2.4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246 114 12456 0 0,'0'0'4562'0'0,"0"-4"-4439"0"0,0-2 2 0 0,0 0 0 0 0,0 0 1 0 0,-1 0-1 0 0,1 0 0 0 0,-1 1 1 0 0,-1-1-1 0 0,1 0 0 0 0,-1 1 1 0 0,0-1-1 0 0,-5-9 0 0 0,2 6-138 0 0,-12-13 996 0 0,16 21-946 0 0,0 1 1 0 0,1-1-1 0 0,-1 1 0 0 0,0-1 1 0 0,0 1-1 0 0,1-1 1 0 0,-1 1-1 0 0,0 0 0 0 0,0-1 1 0 0,0 1-1 0 0,0 0 0 0 0,1 0 1 0 0,-1-1-1 0 0,0 1 1 0 0,0 0-1 0 0,0 0 0 0 0,0 0 1 0 0,0 0-1 0 0,0 0 0 0 0,0 0 1 0 0,1 1-1 0 0,-1-1 1 0 0,0 0-1 0 0,0 0 0 0 0,0 1 1 0 0,0-1-1 0 0,-1 1 0 0 0,-37 15 1187 0 0,30-13-880 0 0,0 0 0 0 0,0 0 0 0 0,1 1 0 0 0,-14 9 0 0 0,17-9-196 0 0,0 1 0 0 0,0-1-1 0 0,0 1 1 0 0,0 1 0 0 0,1-1 0 0 0,0 1-1 0 0,0-1 1 0 0,1 1 0 0 0,0 0-1 0 0,0 0 1 0 0,0 1 0 0 0,-2 6 0 0 0,-2 9 382 0 0,2 1 0 0 0,-5 28 0 0 0,10-35-357 0 0,0 0 1 0 0,0 0-1 0 0,2 0 0 0 0,0-1 1 0 0,7 29-1 0 0,1 7 180 0 0,9 37 295 0 0,-19-80-583 0 0,-1-1 0 0 0,1 0 0 0 0,-1 0 0 0 0,-1 0 0 0 0,1 0 0 0 0,-1 0 0 0 0,-4 10 0 0 0,-2 10 111 0 0,4-9 64 0 0,-1 0 1 0 0,-1 0-1 0 0,-10 22 0 0 0,15-31-17 0 0,1-8-159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2.8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166 29 20095 0 0,'0'-1'178'0'0,"0"0"0"0"0,0-1 0 0 0,0 1 0 0 0,0 0 0 0 0,0 0 0 0 0,0 0-1 0 0,0-1 1 0 0,0 1 0 0 0,-1 0 0 0 0,1 0 0 0 0,0 0 0 0 0,-1 0 0 0 0,1-1-1 0 0,-1 1 1 0 0,1 0 0 0 0,-1 0 0 0 0,0 0 0 0 0,1 0 0 0 0,-1 0 0 0 0,0 0-1 0 0,0 0 1 0 0,0 1 0 0 0,0-1 0 0 0,-1-1 0 0 0,-26 14 1463 0 0,2 1-1293 0 0,17-9-132 0 0,0 1 1 0 0,1 0 0 0 0,-1 0 0 0 0,1 0 0 0 0,0 1 0 0 0,-9 9-1 0 0,-7 3 103 0 0,16-12-263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3.1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260 128 17687 0 0,'0'0'2218'0'0,"4"0"-2004"0"0,2 0-424 0 0,-5 0 293 0 0,0 0 1 0 0,0 0-1 0 0,1-1 1 0 0,-1 1-1 0 0,0 0 1 0 0,0 0-1 0 0,1 0 1 0 0,-1 0 0 0 0,0 1-1 0 0,0-1 1 0 0,1 0-1 0 0,-1 0 1 0 0,0 1-1 0 0,0-1 1 0 0,0 1-1 0 0,0-1 1 0 0,1 1 0 0 0,-1-1-1 0 0,0 1 1 0 0,0 0-1 0 0,0 0 1 0 0,0-1-1 0 0,-1 1 1 0 0,1 0-1 0 0,0 0 1 0 0,0 0 0 0 0,0 0-1 0 0,-1 0 1 0 0,1 0-1 0 0,0 0 1 0 0,-1 0-1 0 0,1 0 1 0 0,-1 1 0 0 0,1-1-1 0 0,-1 0 1 0 0,0 0-1 0 0,1 0 1 0 0,-1 3-1 0 0,1 5 56 0 0,0 1-1 0 0,0-1 1 0 0,-1 1-1 0 0,-1-1 0 0 0,0 0 1 0 0,0 1-1 0 0,-1-1 1 0 0,0 0-1 0 0,0 0 1 0 0,-1 0-1 0 0,0 0 0 0 0,-1 0 1 0 0,0-1-1 0 0,0 0 1 0 0,-1 0-1 0 0,-10 15 1 0 0,13-22-126 0 0,0 1 0 0 0,0-1 0 0 0,0 0 0 0 0,0 1 0 0 0,0-1 1 0 0,0 0-1 0 0,0 0 0 0 0,0 0 0 0 0,-1 0 0 0 0,1-1 1 0 0,0 1-1 0 0,-1 0 0 0 0,1-1 0 0 0,-5 0 0 0 0,-32-1 88 0 0,28-1-85 0 0,1 0 0 0 0,-1-1 0 0 0,1 0 0 0 0,0 0 1 0 0,0-1-1 0 0,0-1 0 0 0,0 0 0 0 0,-10-7 0 0 0,14 8-3 0 0,0-1 1 0 0,0 0-1 0 0,1 0 0 0 0,-1 0 1 0 0,1-1-1 0 0,1 0 0 0 0,-1 0 1 0 0,1 0-1 0 0,0 0 1 0 0,0-1-1 0 0,1 0 0 0 0,0 1 1 0 0,-3-11-1 0 0,2 4 3 0 0,0-1 0 0 0,1 1 0 0 0,1-1 0 0 0,0 0 0 0 0,1-14 0 0 0,1 24-1 0 0,-1 0 0 0 0,2 0 0 0 0,-1 0 0 0 0,0 0 0 0 0,1 0 0 0 0,0 0 0 0 0,-1 0 0 0 0,2 0 0 0 0,-1 0 0 0 0,0 0 0 0 0,1 0 0 0 0,0 1-1 0 0,0-1 1 0 0,0 1 0 0 0,0-1 0 0 0,0 1 0 0 0,1 0 0 0 0,-1 0 0 0 0,1 0 0 0 0,0 0 0 0 0,0 0 0 0 0,0 1 0 0 0,7-5 0 0 0,-2 4 29 0 0,0 0 0 0 0,0 0-1 0 0,1 0 1 0 0,-1 1 0 0 0,1 1 0 0 0,16-2 0 0 0,54 3 151 0 0,-57 1-152 0 0,-17-1-20 0 0,0 0 1 0 0,0 1-1 0 0,0 0 0 0 0,0 0 0 0 0,0 0 0 0 0,0 1 1 0 0,0-1-1 0 0,-1 1 0 0 0,1 1 0 0 0,-1-1 0 0 0,1 0 1 0 0,-1 1-1 0 0,0 0 0 0 0,0 0 0 0 0,0 0 0 0 0,0 1 1 0 0,-1-1-1 0 0,5 5 0 0 0,-4-1 8 0 0,1-1 0 0 0,-1 1 1 0 0,0 0-1 0 0,0 1 0 0 0,-1-1 0 0 0,0 0 0 0 0,0 1 1 0 0,-1 0-1 0 0,0 0 0 0 0,1 13 0 0 0,-1-9-13 0 0,1 10 37 0 0,-1 1 1 0 0,0 29-1 0 0,-3-38-23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3.5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89 18487 0 0,'13'-13'2864'0'0,"-10"15"-2633"0"0,-1 0-1 0 0,0 1 1 0 0,0-1-1 0 0,0 0 1 0 0,0 1-1 0 0,-1-1 1 0 0,1 1-1 0 0,-1-1 1 0 0,1 1-1 0 0,-1 0 1 0 0,0 0-1 0 0,0-1 1 0 0,0 1-1 0 0,-1 0 1 0 0,2 3-1 0 0,4 53-45 0 0,-4-34 460 0 0,1 13-166 0 0,-2 1 1 0 0,-4 41-1 0 0,-1 10 221 0 0,5-78-577 0 0,-1-11-99 0 0,0 1-1 0 0,1-1 1 0 0,-1 1-1 0 0,0-1 0 0 0,0 1 1 0 0,0-1-1 0 0,0 1 1 0 0,0-1-1 0 0,0 1 1 0 0,-1-1-1 0 0,1 1 0 0 0,0-1 1 0 0,-1 1-1 0 0,1-1 1 0 0,-1 0-1 0 0,0 1 0 0 0,1-1 1 0 0,-1 0-1 0 0,0 1 1 0 0,0-1-1 0 0,0 0 1 0 0,0 0-1 0 0,-1 2 0 0 0,1-4-13 0 0,0 1 0 0 0,0-1-1 0 0,0 1 1 0 0,0-1 0 0 0,1 0-1 0 0,-1 1 1 0 0,0-1-1 0 0,0 0 1 0 0,0 1 0 0 0,1-1-1 0 0,-1 0 1 0 0,0 0-1 0 0,1 0 1 0 0,-1 0 0 0 0,0-1-1 0 0,1 2-7 0 0,-5-7 12 0 0,1 0 0 0 0,1 0 0 0 0,-1 0 0 0 0,1-1-1 0 0,0 1 1 0 0,1-1 0 0 0,0 0 0 0 0,0 0 0 0 0,1 0 0 0 0,0 1-1 0 0,0-10 1 0 0,1-12 54 0 0,6-50 0 0 0,-3 42-27 0 0,-1 26-18 0 0,-1 1 0 0 0,1 0 1 0 0,1-1-1 0 0,0 1 0 0 0,0 0 0 0 0,1 1 0 0 0,0-1 0 0 0,1 1 0 0 0,0-1 1 0 0,1 2-1 0 0,-1-1 0 0 0,2 0 0 0 0,-1 1 0 0 0,1 0 0 0 0,0 1 0 0 0,1 0 1 0 0,0 0-1 0 0,0 0 0 0 0,14-8 0 0 0,-8 7 10 0 0,0 1-1 0 0,0 0 1 0 0,1 0 0 0 0,0 2 0 0 0,0 0-1 0 0,1 0 1 0 0,0 1 0 0 0,-1 1-1 0 0,1 1 1 0 0,0 0 0 0 0,0 2-1 0 0,17 0 1 0 0,-21 1 9 0 0,-1 1 1 0 0,1 0-1 0 0,-1 0 0 0 0,0 1 1 0 0,0 1-1 0 0,17 7 0 0 0,-14-3 14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4.8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180 16 11552 0 0,'0'0'7489'0'0,"3"-4"-7051"0"0,4-8 187 0 0,-3 12 971 0 0,-3 24 1003 0 0,-1-7-3201 0 0,-2 109 1177 0 0,4 140 210 0 0,10-182-591 0 0,-8-57-51 0 0,4 54 1 0 0,-12 131 780 0 0,4-211-819 0 0,9-19 31 0 0,-8 13-123 0 0,1 0-1 0 0,0 0 0 0 0,-1-1 1 0 0,0 1-1 0 0,0 0 0 0 0,-1 0 1 0 0,0-1-1 0 0,0-6 1 0 0,-6-47 80 0 0,2 24-47 0 0,0-7 2 0 0,3 17 12 0 0,-1 0 0 0 0,-1-1 0 0 0,-11-38 0 0 0,12 59-36 0 0,1 1 1 0 0,-1-1 0 0 0,-1 1-1 0 0,1-1 1 0 0,0 1 0 0 0,-1 0-1 0 0,0 0 1 0 0,0 0 0 0 0,-5-5-1 0 0,6 7-11 0 0,0 1-1 0 0,1-1 1 0 0,-1 1-1 0 0,0 0 0 0 0,0 0 1 0 0,0 0-1 0 0,0 0 1 0 0,0 0-1 0 0,0 0 1 0 0,0 1-1 0 0,0-1 1 0 0,-1 1-1 0 0,1-1 1 0 0,0 1-1 0 0,0 0 0 0 0,0 0 1 0 0,0 0-1 0 0,-1 0 1 0 0,1 0-1 0 0,0 0 1 0 0,0 0-1 0 0,0 1 1 0 0,-3 0-1 0 0,1 0-3 0 0,0 1 0 0 0,0-1 0 0 0,1 1 1 0 0,-1-1-1 0 0,0 1 0 0 0,1 0 0 0 0,-1 0 0 0 0,1 1 0 0 0,-1-1 0 0 0,1 1 0 0 0,0 0 0 0 0,0 0 1 0 0,0 0-1 0 0,1 0 0 0 0,-1 0 0 0 0,1 1 0 0 0,-4 6 0 0 0,-5 11 14 0 0,0 0 1 0 0,2 0-1 0 0,-12 42 0 0 0,20-53-19 0 0,0-1 0 0 0,1 0 0 0 0,0 1 0 0 0,0-1-1 0 0,1 0 1 0 0,1 0 0 0 0,-1 1 0 0 0,1-1-1 0 0,1 0 1 0 0,5 13 0 0 0,-6-19-4 0 0,-1 0 0 0 0,1 0 0 0 0,0-1 0 0 0,0 1 0 0 0,0-1 0 0 0,0 1 0 0 0,0-1 0 0 0,1 0 0 0 0,-1 0 0 0 0,1 0 0 0 0,0 0 1 0 0,-1 0-1 0 0,1 0 0 0 0,0-1 0 0 0,0 0 0 0 0,0 1 0 0 0,0-1 0 0 0,0 0 0 0 0,0 0 0 0 0,0-1 0 0 0,1 1 0 0 0,5 0 0 0 0,11 2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5.2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57 290 15576 0 0,'0'0'2097'0'0,"4"-1"-1889"0"0,6-2 22 0 0,0-1 0 0 0,-1 1 0 0 0,0-2 0 0 0,0 1-1 0 0,0-1 1 0 0,0-1 0 0 0,-1 0 0 0 0,0 0 0 0 0,0 0 0 0 0,0-1 0 0 0,-1 0 0 0 0,10-13 0 0 0,-4 4 127 0 0,-2 4-70 0 0,-1-1 0 0 0,-1 0-1 0 0,13-23 1 0 0,-20 33-248 0 0,-1 0 1 0 0,1-1 0 0 0,-1 1-1 0 0,0-1 1 0 0,0 1 0 0 0,0-1-1 0 0,0 1 1 0 0,-1-1-1 0 0,1 0 1 0 0,-1 1 0 0 0,0-1-1 0 0,0 0 1 0 0,-1 1 0 0 0,1-1-1 0 0,-1 0 1 0 0,1 1 0 0 0,-1-1-1 0 0,0 1 1 0 0,0-1 0 0 0,-1 1-1 0 0,-1-5 1 0 0,-2 1 7 0 0,4 4-14 0 0,0 1 1 0 0,-1-1-1 0 0,1 1 0 0 0,-1-1 0 0 0,1 1 0 0 0,-1 0 1 0 0,0 0-1 0 0,-4-4 0 0 0,4 6-22 0 0,1-1 0 0 0,0 1-1 0 0,-1-1 1 0 0,1 1 0 0 0,0 0 0 0 0,-1 0 0 0 0,1 0-1 0 0,-1-1 1 0 0,1 1 0 0 0,-1 0 0 0 0,1 1 0 0 0,0-1 0 0 0,-1 0-1 0 0,1 0 1 0 0,-1 1 0 0 0,1-1 0 0 0,0 1 0 0 0,-1-1-1 0 0,1 1 1 0 0,0-1 0 0 0,-2 2 0 0 0,-8 4 24 0 0,1 0-1 0 0,0 1 1 0 0,0 0-1 0 0,0 1 1 0 0,1 0-1 0 0,0 0 1 0 0,1 1 0 0 0,-9 11-1 0 0,3-1 27 0 0,0 0 0 0 0,2 0 0 0 0,-14 30 0 0 0,20-37-21 0 0,1 0 1 0 0,0 0 0 0 0,1 1 0 0 0,1 0 0 0 0,0 0 0 0 0,0 0 0 0 0,0 18 0 0 0,3-26-17 0 0,0 1 0 0 0,0-1 1 0 0,0 1-1 0 0,1-1 0 0 0,0 1 1 0 0,0-1-1 0 0,1 0 1 0 0,-1 0-1 0 0,1 0 0 0 0,0 1 1 0 0,0-2-1 0 0,1 1 0 0 0,0 0 1 0 0,0 0-1 0 0,0-1 0 0 0,0 0 1 0 0,1 1-1 0 0,-1-1 0 0 0,1 0 1 0 0,6 4-1 0 0,-5-4 4 0 0,0-1 1 0 0,0 0-1 0 0,1 0 0 0 0,0 0 0 0 0,-1-1 1 0 0,1 0-1 0 0,0 0 0 0 0,0 0 0 0 0,0-1 1 0 0,0 0-1 0 0,0 0 0 0 0,0 0 0 0 0,7-1 0 0 0,2-1 29 0 0,-1 0 0 0 0,0-1 0 0 0,0 0 0 0 0,22-7 0 0 0,-9 1-1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5.7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362 1 16072 0 0,'0'0'5095'0'0,"-5"0"-4951"0"0,-4 2 4 0 0,0 0 0 0 0,0 1 0 0 0,0 0 0 0 0,1 0 0 0 0,-1 1 0 0 0,1 1-1 0 0,-12 7 1 0 0,-8 4 236 0 0,-103 56 265 0 0,114-60-544 0 0,1 1 0 0 0,1 0-1 0 0,-23 27 1 0 0,10-12 111 0 0,28-27-209 0 0,0-1 1 0 0,-1 0-1 0 0,1 1 1 0 0,0-1-1 0 0,0 0 1 0 0,0 1-1 0 0,-1-1 1 0 0,1 1-1 0 0,0-1 1 0 0,0 0 0 0 0,0 1-1 0 0,0-1 1 0 0,0 1-1 0 0,0-1 1 0 0,0 0-1 0 0,0 1 1 0 0,0-1-1 0 0,0 1 1 0 0,0-1-1 0 0,0 0 1 0 0,0 1-1 0 0,0-1 1 0 0,0 1-1 0 0,0-1 1 0 0,0 0-1 0 0,0 1 1 0 0,1-1-1 0 0,-1 0 1 0 0,0 1-1 0 0,0-1 1 0 0,0 0-1 0 0,1 1 1 0 0,-1-1-1 0 0,0 0 1 0 0,1 1-1 0 0,-1-1 1 0 0,0 0-1 0 0,1 1 1 0 0,-1-1-1 0 0,15 9 50 0 0,5-2-13 0 0,1-1 0 0 0,0-1-1 0 0,1 0 1 0 0,27 1 0 0 0,89-2 159 0 0,-137-4-197 0 0,1 0 1 0 0,0 0 0 0 0,0 0-1 0 0,-1 0 1 0 0,1 1 0 0 0,0-1 0 0 0,0 0-1 0 0,-1 1 1 0 0,1-1 0 0 0,0 1-1 0 0,-1 0 1 0 0,1-1 0 0 0,0 1 0 0 0,-1 0-1 0 0,1 0 1 0 0,-1 0 0 0 0,1 0-1 0 0,-1 0 1 0 0,0 1 0 0 0,0-1 0 0 0,1 0-1 0 0,-1 0 1 0 0,0 1 0 0 0,0-1-1 0 0,0 1 1 0 0,0-1 0 0 0,0 1 0 0 0,-1 0-1 0 0,1-1 1 0 0,0 1 0 0 0,-1 0-1 0 0,1-1 1 0 0,-1 1 0 0 0,0 0 0 0 0,1 0-1 0 0,-1-1 1 0 0,0 1 0 0 0,0 0-1 0 0,0 0 1 0 0,-1 2 0 0 0,0 3 22 0 0,1-1 0 0 0,-2 1 0 0 0,1-1 0 0 0,-1 0 0 0 0,0 1 0 0 0,0-1 0 0 0,-1 0 0 0 0,1 0 0 0 0,-8 10 0 0 0,-4 1 24 0 0,0-1 1 0 0,0 0 0 0 0,-2-1-1 0 0,0 0 1 0 0,-1-2-1 0 0,-20 14 1 0 0,-116 59 416 0 0,143-81-380 0 0,1-2 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6.2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396 0 24703 0 0,'0'0'-8'0'0,"-5"2"-128"0"0,-16 6 98 0 0,-44 11-1 0 0,44-15 26 0 0,0 2 1 0 0,0 1-1 0 0,-34 15 0 0 0,17 0-11 0 0,0 1 0 0 0,-47 39 0 0 0,83-60 22 0 0,0 1 1 0 0,-1-1-1 0 0,1 1 0 0 0,0-1 0 0 0,0 1 1 0 0,1 0-1 0 0,-1-1 0 0 0,0 1 0 0 0,1 0 0 0 0,0 0 1 0 0,0 0-1 0 0,0 1 0 0 0,-1 4 0 0 0,1-6 2 0 0,1 0 0 0 0,0 0-1 0 0,0-1 1 0 0,-1 1 0 0 0,1 0 0 0 0,1 0-1 0 0,-1 0 1 0 0,0 0 0 0 0,0-1 0 0 0,1 1-1 0 0,-1 0 1 0 0,1 0 0 0 0,-1 0-1 0 0,1-1 1 0 0,0 1 0 0 0,0 0 0 0 0,0-1-1 0 0,-1 1 1 0 0,2-1 0 0 0,-1 1 0 0 0,0-1-1 0 0,0 0 1 0 0,0 1 0 0 0,1-1 0 0 0,1 2-1 0 0,7 3 1 0 0,1 0 0 0 0,0-1 0 0 0,0 0 0 0 0,0-1 0 0 0,22 6 0 0 0,63 7 0 0 0,-52-11 0 0 0,11-1 0 0 0,-37-5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6.7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38 121 21279 0 0,'0'0'31'0'0,"-4"5"-20"0"0,1-1-8 0 0,1-2 0 0 0,0 0 0 0 0,0 0 0 0 0,1 1 1 0 0,-1-1-1 0 0,1 0 0 0 0,0 1 0 0 0,-1 0 0 0 0,1-1 1 0 0,0 1-1 0 0,1-1 0 0 0,-1 1 0 0 0,0 0 0 0 0,0 5 1 0 0,-5 36 29 0 0,0 14 212 0 0,6-28 110 0 0,2-1 0 0 0,8 47-1 0 0,-8-63-254 0 0,-2 0-1 0 0,1-1 0 0 0,-2 1 0 0 0,1 0 0 0 0,-5 19 0 0 0,-1 31 604 0 0,6 25 1038 0 0,-3-58-87 0 0,3-29-1506 0 0,0-17 163 0 0,3-47 97 0 0,15-86 0 0 0,-10 105-261 0 0,1 0-1 0 0,16-42 1 0 0,-16 60-36 0 0,1 1-1 0 0,1 0 1 0 0,2 1 0 0 0,23-35-1 0 0,-27 48-57 0 0,0 0 0 0 0,1 1 0 0 0,1 0 0 0 0,0 1 0 0 0,0 1-1 0 0,1-1 1 0 0,-1 2 0 0 0,2 0 0 0 0,-1 0 0 0 0,1 1 0 0 0,0 0-1 0 0,1 2 1 0 0,-1-1 0 0 0,1 2 0 0 0,17-4 0 0 0,-6 4 20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7.0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0 27967 0 0,'-2'63'0'0'0,"-15"96"0"0"0,9-111 0 0 0,2-20 0 0 0,2-1 1 0 0,-1 38-1 0 0,0 3 63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7.4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17079 0 0,'0'0'8648'0'0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8.3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17183 0 0,'0'0'4586'0'0,"0"5"-3334"0"0,0 32-793 0 0,2 1 0 0 0,12 68 0 0 0,1-21 150 0 0,5 124-1 0 0,-13-106-336 0 0,-3 76 250 0 0,-5-115-100 0 0,1-65-353 0 0,0-8-24 0 0,-1-1-1 0 0,1 0 1 0 0,2-13 0 0 0,9-25 13 0 0,2 0-1 0 0,3 0 0 0 0,29-64 1 0 0,-40 103-33 0 0,1 1 0 0 0,0 0 1 0 0,0 0-1 0 0,1 0 1 0 0,0 1-1 0 0,0 0 1 0 0,0 0-1 0 0,1 1 1 0 0,0 0-1 0 0,1 0 0 0 0,-1 1 1 0 0,1 0-1 0 0,0 0 1 0 0,0 1-1 0 0,0 1 1 0 0,1-1-1 0 0,0 1 1 0 0,-1 1-1 0 0,1 0 0 0 0,0 0 1 0 0,0 1-1 0 0,0 0 1 0 0,12 1-1 0 0,-17 1-5 0 0,0-1 1 0 0,0 1-1 0 0,-1 0 0 0 0,1 0 0 0 0,0 0 1 0 0,-1 1-1 0 0,1 0 0 0 0,-1 0 0 0 0,0 0 1 0 0,0 0-1 0 0,0 1 0 0 0,0-1 0 0 0,0 1 1 0 0,0 0-1 0 0,0 0 0 0 0,-1 1 0 0 0,0-1 1 0 0,0 1-1 0 0,4 4 0 0 0,-4-1 4 0 0,1-1 0 0 0,-1 0 0 0 0,-1 1 1 0 0,0 0-1 0 0,0-1 0 0 0,0 1 0 0 0,0 0 0 0 0,-1 0 0 0 0,0 0 0 0 0,-1 0 1 0 0,0 0-1 0 0,-1 10 0 0 0,0 0 23 0 0,-1 0 0 0 0,-1-1 0 0 0,0 1 0 0 0,-1-1 0 0 0,-1 1 0 0 0,-1-1 0 0 0,0 0 0 0 0,-16 27-1 0 0,9-23 17 0 0,0-1-1 0 0,-1 0 0 0 0,-1-1 0 0 0,-1-1 1 0 0,-33 30-1 0 0,-55 45 312 0 0,102-90-361 0 0,0-1-1 0 0,0 1 1 0 0,0-1-1 0 0,0 0 1 0 0,0 0-1 0 0,0 0 1 0 0,0 0-1 0 0,-5 0 0 0 0,2 0 11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8.7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 0 19399 0 0,'0'0'2908'0'0,"4"5"-2344"0"0,-1-1-454 0 0,-1-2 7 0 0,-1 0 0 0 0,1 1-1 0 0,0 0 1 0 0,-1-1-1 0 0,1 1 1 0 0,-1 0-1 0 0,0 0 1 0 0,0-1 0 0 0,0 1-1 0 0,0 0 1 0 0,0 0-1 0 0,-1 0 1 0 0,1 0-1 0 0,-1 7 1 0 0,-2 15 10 0 0,-24 199 1982 0 0,24-163-1511 0 0,-4-51-380 0 0,6-10-169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9.06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18295 0 0,'0'0'7368'0'0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9.4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25399 0 0,'2'5'-8'0'0,"9"21"-10"0"0,-1 0 1 0 0,8 35-1 0 0,-13-29 6 0 0,0 1 1 0 0,-3-1 0 0 0,0 1-1 0 0,-4 42 1 0 0,0-6-23 0 0,2-65 32 0 0,0 1-1 0 0,0-1 1 0 0,0 1-1 0 0,0-1 0 0 0,1 1 1 0 0,0-1-1 0 0,0 1 1 0 0,0-1-1 0 0,1 0 1 0 0,-1 1-1 0 0,1-1 0 0 0,3 5 1 0 0,8 27-5 0 0,-12-22 21 0 0,1-26 7 0 0,9-22 39 0 0,2 1 1 0 0,1 0 0 0 0,2 1-1 0 0,1 0 1 0 0,1 1-1 0 0,33-40 1 0 0,-44 62-40 0 0,-1 1 37 0 0,0 2 0 0 0,0-1 0 0 0,0 1-1 0 0,12-10 1 0 0,-17 15-41 0 0,1 0-1 0 0,-1 0 1 0 0,1 0-1 0 0,0 0 1 0 0,-1 0-1 0 0,1 0 1 0 0,0 1-1 0 0,0-1 1 0 0,-1 1-1 0 0,1-1 1 0 0,0 1-1 0 0,0 0 1 0 0,0 0-1 0 0,0-1 1 0 0,-1 1-1 0 0,1 1 1 0 0,0-1-1 0 0,0 0 1 0 0,0 0-1 0 0,0 1 1 0 0,0-1 0 0 0,-1 1-1 0 0,1-1 1 0 0,0 1-1 0 0,0 0 1 0 0,-1 0-1 0 0,1 0 1 0 0,2 1-1 0 0,-3 0 4 0 0,1-1 0 0 0,-1 1 0 0 0,0-1 0 0 0,1 1 0 0 0,-1 0 0 0 0,0 0 0 0 0,0 0 0 0 0,0 0 0 0 0,0 0 0 0 0,0 0 0 0 0,-1 0 0 0 0,1 0 0 0 0,0 0 0 0 0,-1 3 0 0 0,4 37 92 0 0,-2-24-52 0 0,0 28 126 0 0,-1-1 1 0 0,-9 72-1 0 0,6-34 138 0 0,2-82-279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8:59.95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460 63 17383 0 0,'0'0'1898'0'0,"-1"-4"-1342"0"0,-2-37 1534 0 0,3 40-2057 0 0,0 1 0 0 0,1 0 0 0 0,-1 0 0 0 0,0-1 0 0 0,0 1 0 0 0,0 0 0 0 0,0 0 0 0 0,0-1 1 0 0,0 1-1 0 0,0 0 0 0 0,0 0 0 0 0,0-1 0 0 0,-1 1 0 0 0,1 0 0 0 0,0 0 0 0 0,0-1 0 0 0,0 1 0 0 0,0 0 0 0 0,0 0 0 0 0,0-1 0 0 0,0 1 0 0 0,-1 0 0 0 0,1 0 0 0 0,0 0 0 0 0,0-1 0 0 0,0 1 0 0 0,0 0 0 0 0,-1 0 0 0 0,1 0 0 0 0,0 0 0 0 0,0-1 0 0 0,-1 1 0 0 0,1 0 0 0 0,0 0 0 0 0,0 0 0 0 0,-1 0 0 0 0,1 0 0 0 0,0 0 0 0 0,0 0 0 0 0,-1 0 0 0 0,1 0 0 0 0,0 0 0 0 0,0 0 0 0 0,-1 0 0 0 0,1 0 0 0 0,0 0 0 0 0,0 0 0 0 0,-1 0 0 0 0,1 0 0 0 0,0 0 0 0 0,0 0 0 0 0,-1 0 0 0 0,1 0 0 0 0,0 0 0 0 0,0 1 0 0 0,-1-1 0 0 0,1 0 1 0 0,0 0-1 0 0,0 0 0 0 0,0 0 0 0 0,-1 0 0 0 0,1 1 0 0 0,-12 10 662 0 0,-6 12-350 0 0,1 2-1 0 0,1 0 0 0 0,1 1 0 0 0,-17 40 1 0 0,29-58-266 0 0,1-1 0 0 0,-1 0 1 0 0,1 1-1 0 0,0 0 0 0 0,0 13 1 0 0,2-19-58 0 0,0 1 1 0 0,0-1-1 0 0,0 1 0 0 0,1-1 1 0 0,-1 1-1 0 0,1-1 0 0 0,-1 0 1 0 0,1 1-1 0 0,0-1 0 0 0,0 0 1 0 0,0 1-1 0 0,1-1 0 0 0,-1 0 1 0 0,0 0-1 0 0,1 0 0 0 0,-1 0 1 0 0,1 0-1 0 0,0 0 0 0 0,0-1 1 0 0,-1 1-1 0 0,4 1 1 0 0,-1 0 5 0 0,1 0 0 0 0,-1 0 1 0 0,1-1-1 0 0,0 1 0 0 0,0-1 1 0 0,0 0-1 0 0,0-1 1 0 0,0 1-1 0 0,0-1 0 0 0,1 0 1 0 0,-1 0-1 0 0,0-1 1 0 0,1 0-1 0 0,-1 0 0 0 0,0 0 1 0 0,1 0-1 0 0,-1-1 1 0 0,0 0-1 0 0,1 0 0 0 0,6-3 1 0 0,-5 2-4 0 0,-1-1 1 0 0,1 0-1 0 0,-1 0 1 0 0,0 0 0 0 0,1-1-1 0 0,-2 0 1 0 0,1-1-1 0 0,0 1 1 0 0,-1-1 0 0 0,0 0-1 0 0,0 0 1 0 0,0-1-1 0 0,-1 1 1 0 0,7-12-1 0 0,-8 11-7 0 0,-1 1-1 0 0,1-1 1 0 0,-1 0-1 0 0,-1 1 1 0 0,1-1-1 0 0,-1 0 1 0 0,0 0-1 0 0,-1 0 0 0 0,1-9 1 0 0,-7-58 118 0 0,0 13 175 0 0,6 22 711 0 0,0 38-1014 0 0,-1 0-1 0 0,1 0 0 0 0,0 0 0 0 0,0 0 0 0 0,-1 0 0 0 0,1-1 0 0 0,0 1 1 0 0,0 0-1 0 0,-1 0 0 0 0,1 1 0 0 0,0-1 0 0 0,0 0 0 0 0,-1 0 0 0 0,1 0 1 0 0,0 0-1 0 0,0 0 0 0 0,-1 0 0 0 0,1 0 0 0 0,0 0 0 0 0,0 0 0 0 0,-1 1 1 0 0,1-1-1 0 0,0 0 0 0 0,0 0 0 0 0,0 0 0 0 0,-1 0 0 0 0,1 1 0 0 0,0-1 1 0 0,0 0-1 0 0,0 0 0 0 0,0 0 0 0 0,-1 1 0 0 0,1-1 0 0 0,0 0 0 0 0,0 0 1 0 0,0 1-1 0 0,0-1 0 0 0,0 0 0 0 0,-3 13 93 0 0,0 0 0 0 0,1-1 0 0 0,1 1 0 0 0,0 0 0 0 0,1 0 0 0 0,1 15 0 0 0,0 1 69 0 0,-24 377 1242 0 0,9-319-1355 0 0,-3-1 0 0 0,-35 103 0 0 0,23-87-40 0 0,-6 10-16 0 0,-6 28 0 0 0,35-116 0 0 0,-1 0 0 0 0,-1 0 0 0 0,-2-1 0 0 0,0 0 0 0 0,-1-1 0 0 0,-1 0 0 0 0,-19 26 0 0 0,25-41 0 0 0,0 0 0 0 0,-1 0 0 0 0,-1-1 0 0 0,1 0 0 0 0,-1 0 0 0 0,0-1 0 0 0,0 0 0 0 0,0 0 0 0 0,-1-1 0 0 0,-13 5 0 0 0,17-7 0 0 0,0 0 0 0 0,0-1 0 0 0,-1 0 0 0 0,1 0 0 0 0,0 0 0 0 0,0 0 0 0 0,-1-1 0 0 0,1 0 0 0 0,0 0 0 0 0,-1-1 0 0 0,1 1 0 0 0,0-1 0 0 0,0 0 0 0 0,0-1 0 0 0,0 1 0 0 0,0-1 0 0 0,0 0 0 0 0,0 0 0 0 0,0-1 0 0 0,-5-3 0 0 0,8 4 0 0 0,0 0 0 0 0,0 1 0 0 0,0-1 0 0 0,0-1 0 0 0,1 1 0 0 0,-1 0 0 0 0,1 0 0 0 0,-1-1 0 0 0,1 1 0 0 0,0-1 0 0 0,0 1 0 0 0,0-1 0 0 0,1 1 0 0 0,-1-1 0 0 0,0-5 0 0 0,-1-42 0 0 0,3 41 0 0 0,0-22 0 0 0,1 1 0 0 0,2-1 0 0 0,1 1 0 0 0,2 0 0 0 0,1 0 0 0 0,16-40 0 0 0,-9 33 0 0 0,-1 0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9:00.5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 55 14776 0 0,'0'0'6783'0'0,"-3"5"-6613"0"0,-27 41 980 0 0,27-43-205 0 0,5-13-432 0 0,-3-14-163 0 0,0 18-251 0 0,0 1 1 0 0,1-1-1 0 0,0 0 0 0 0,0 0 1 0 0,0 0-1 0 0,1 0 0 0 0,0 0 1 0 0,0 0-1 0 0,2-7 1 0 0,-2 12-86 0 0,-1 1 0 0 0,0-1 1 0 0,0 1-1 0 0,0-1 1 0 0,1 1-1 0 0,-1 0 1 0 0,0-1-1 0 0,1 1 0 0 0,-1-1 1 0 0,0 1-1 0 0,1 0 1 0 0,-1-1-1 0 0,0 1 1 0 0,1 0-1 0 0,-1-1 0 0 0,1 1 1 0 0,-1 0-1 0 0,1 0 1 0 0,-1-1-1 0 0,1 1 1 0 0,-1 0-1 0 0,1 0 1 0 0,-1 0-1 0 0,1 0 0 0 0,-1-1 1 0 0,1 1-1 0 0,-1 0 1 0 0,1 0-1 0 0,-1 0 1 0 0,1 0-1 0 0,-1 0 0 0 0,1 0 1 0 0,-1 1-1 0 0,1-1 1 0 0,-1 0-1 0 0,1 0 1 0 0,-1 0-1 0 0,1 0 0 0 0,-1 1 1 0 0,1-1-1 0 0,-1 0 1 0 0,0 0-1 0 0,1 1 1 0 0,-1-1-1 0 0,1 0 0 0 0,-1 1 1 0 0,0-1-1 0 0,1 1 1 0 0,15 21 364 0 0,-11-10-299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9:01.6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63 0 12456 0 0,'0'0'10882'0'0,"2"5"-10462"0"0,19 48 823 0 0,-21-52-1205 0 0,0 1 1 0 0,-1 0 0 0 0,1-1-1 0 0,-1 1 1 0 0,1 0 0 0 0,-1-1 0 0 0,1 1-1 0 0,-1-1 1 0 0,0 1 0 0 0,0-1-1 0 0,0 1 1 0 0,0-1 0 0 0,0 1-1 0 0,0-1 1 0 0,0 0 0 0 0,-1 0 0 0 0,1 0-1 0 0,0 1 1 0 0,-1-1 0 0 0,1 0-1 0 0,-1-1 1 0 0,1 1 0 0 0,-1 0 0 0 0,1 0-1 0 0,-1-1 1 0 0,0 1 0 0 0,1-1-1 0 0,-1 1 1 0 0,0-1 0 0 0,1 0 0 0 0,-3 1-1 0 0,0-4-16 0 0,0 1 0 0 0,1 0 0 0 0,-1-1-1 0 0,1 1 1 0 0,-1-1 0 0 0,1 0 0 0 0,0 0-1 0 0,0-1 1 0 0,0 1 0 0 0,1-1 0 0 0,-1 1 0 0 0,1-1-1 0 0,0 0 1 0 0,-3-5 0 0 0,6 7-3 0 0,0 0 0 0 0,-1 0 1 0 0,1 0-1 0 0,0 1 0 0 0,0-1 0 0 0,0 0 1 0 0,0 1-1 0 0,0-1 0 0 0,0 0 0 0 0,0 1 1 0 0,0-1-1 0 0,1 1 0 0 0,-1 0 0 0 0,1-1 1 0 0,-1 1-1 0 0,1 0 0 0 0,-1 0 0 0 0,1 0 1 0 0,0 0-1 0 0,0 0 0 0 0,-1 0 0 0 0,1 1 1 0 0,0-1-1 0 0,2 0 0 0 0,-3 1-6 0 0,0 0-1 0 0,0 0 0 0 0,0 1 1 0 0,1-1-1 0 0,-1 0 1 0 0,0 0-1 0 0,0 1 1 0 0,0-1-1 0 0,0 1 0 0 0,0-1 1 0 0,0 1-1 0 0,0-1 1 0 0,0 1-1 0 0,0-1 0 0 0,-1 1 1 0 0,1 0-1 0 0,0 0 1 0 0,0-1-1 0 0,0 1 1 0 0,-1 0-1 0 0,1 0 0 0 0,0 0 1 0 0,-1 0-1 0 0,1 0 1 0 0,-1 0-1 0 0,1 0 1 0 0,-1 0-1 0 0,0 0 0 0 0,1 0 1 0 0,-1 0-1 0 0,0 1 1 0 0,1-1-3 0 0,1 5 70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5:21.9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96 0 0,'0'0'3925'0'0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24.7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370 6 10344 0 0,'0'0'1433'0'0,"-3"4"-986"0"0,-61 58 3143 0 0,49-40-3088 0 0,13-18-452 0 0,0-1 1 0 0,0 0 0 0 0,0 0-1 0 0,0 0 1 0 0,-1 0 0 0 0,0 0-1 0 0,1 0 1 0 0,-1 0 0 0 0,0-1-1 0 0,-4 3 1 0 0,0 0 55 0 0,0 0 1 0 0,0 0-1 0 0,-9 11 1 0 0,11-10-29 0 0,-1-1 0 0 0,0 0 0 0 0,0 0 0 0 0,-11 6 0 0 0,11-7-10 0 0,0-1 1 0 0,0 1 0 0 0,0 0-1 0 0,0 0 1 0 0,1 1-1 0 0,-1 0 1 0 0,1 0 0 0 0,-4 6-1 0 0,-22 21 417 0 0,25-27-403 0 0,0 1-1 0 0,0 0 0 0 0,1 1 1 0 0,-7 8-1 0 0,-3 7 65 0 0,11-17-99 0 0,0-1-1 0 0,1 1 0 0 0,0 0 0 0 0,0 0 0 0 0,0 0 0 0 0,-3 10 0 0 0,-2 1 192 0 0,7-14-219 0 0,0 0 0 0 0,0-1 0 0 0,0 1 0 0 0,0 0 0 0 0,0-1 0 0 0,1 1 0 0 0,-1 0 0 0 0,0 0 0 0 0,1 0 0 0 0,0 0-1 0 0,-1-1 1 0 0,1 4 0 0 0,0 12 72 0 0,-1 14 123 0 0,2 1 1 0 0,9 57 0 0 0,-8-79-161 0 0,0-1 0 0 0,1 1 0 0 0,0-1-1 0 0,1 1 1 0 0,0-1 0 0 0,10 16 0 0 0,-11-21-23 0 0,0 0 1 0 0,1 0 0 0 0,-1 0-1 0 0,1-1 1 0 0,-1 1 0 0 0,1-1-1 0 0,0 0 1 0 0,0 0-1 0 0,1-1 1 0 0,-1 1 0 0 0,0-1-1 0 0,1 0 1 0 0,0 0-1 0 0,-1 0 1 0 0,8 1 0 0 0,19 4 142 0 0,-8-1 34 0 0,1-1 0 0 0,0 0-1 0 0,41 0 1 0 0,-44-4-74 0 0,-9-1-67 0 0,1 0 1 0 0,0 0-1 0 0,0-1 0 0 0,0-1 1 0 0,-1 0-1 0 0,17-5 0 0 0,-4-6 121 0 0,-3 8-152 0 0,-3 1-14 0 0,0 0 0 0 0,-1-1 1 0 0,0-1-1 0 0,0-1 0 0 0,0-1 1 0 0,18-10-1 0 0,-31 13-19 0 0,0 0 0 0 0,0 0 0 0 0,0 0 0 0 0,-1-1 0 0 0,0 1 0 0 0,4-8 0 0 0,2-2 2 0 0,-2 3-1 0 0,0 1 0 0 0,1 1 1 0 0,0-1-1 0 0,0 1 1 0 0,1 1-1 0 0,14-11 0 0 0,-3 5-2 0 0,-1 0-1 0 0,-1-2 0 0 0,-1 0 1 0 0,0-1-1 0 0,20-27 0 0 0,-37 44-1 0 0,2-3 2 0 0,0 0 0 0 0,0 0-1 0 0,0-1 1 0 0,-1 1-1 0 0,1-1 1 0 0,-1 1 0 0 0,0-1-1 0 0,1-6 1 0 0,8-20 8 0 0,-7 20-3 0 0,0-1 1 0 0,4-18-1 0 0,-7 26-1 0 0,-1 0-1 0 0,0 0 1 0 0,0 0-1 0 0,0 0 1 0 0,0 0-1 0 0,0 0 1 0 0,-1 0-1 0 0,0 0 1 0 0,0 0-1 0 0,0 0 1 0 0,-3-6 0 0 0,-10-26 72 0 0,10 24-48 0 0,0 1-1 0 0,-1 0 1 0 0,-1 1-1 0 0,1-1 1 0 0,-13-16 0 0 0,12 19 4 0 0,0 1 0 0 0,0 0 1 0 0,-1 1-1 0 0,0-1 0 0 0,0 1 1 0 0,-1 0-1 0 0,1 1 1 0 0,-1 0-1 0 0,-1 0 0 0 0,1 1 1 0 0,0 0-1 0 0,-1 0 0 0 0,0 1 1 0 0,0 0-1 0 0,0 1 1 0 0,0-1-1 0 0,-10 1 0 0 0,8 0-1 0 0,-1 2-1 0 0,1 0 0 0 0,0 0 1 0 0,-1 1-1 0 0,1 1 0 0 0,0 0 1 0 0,0 0-1 0 0,0 1 0 0 0,0 1 1 0 0,0-1-1 0 0,1 2 0 0 0,-1 0 1 0 0,1 0-1 0 0,0 0 0 0 0,-11 10 1 0 0,-50 38 276 0 0,46-30-3454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25.6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0 317 9440 0 0,'0'0'3241'0'0,"6"2"-3008"0"0,6 0-117 0 0,-5 0 33 0 0,0-1-1 0 0,1 1 0 0 0,-1 0 0 0 0,0 0 0 0 0,10 5 1 0 0,-4 0 1046 0 0,-14-15-56 0 0,-1-11-1097 0 0,3-27 493 0 0,11-62 1 0 0,-10 80-183 0 0,-1 20-195 0 0,-1 1 0 0 0,1-1 0 0 0,3-12-1 0 0,-4 19-142 0 0,0 1 0 0 0,0-1 0 0 0,0 0-1 0 0,0 0 1 0 0,0 1 0 0 0,-1-1 0 0 0,1 0-1 0 0,0 0 1 0 0,0 0 0 0 0,-1 1 0 0 0,1-1-1 0 0,0 0 1 0 0,-1 1 0 0 0,1-1-1 0 0,0 0 1 0 0,-1 1 0 0 0,1-1 0 0 0,-1 0-1 0 0,0 1 1 0 0,1-1 0 0 0,-1 1 0 0 0,1-1-1 0 0,-1 1 1 0 0,-1-1 0 0 0,-22-14 118 0 0,9 6-7 0 0,13 7-16 0 0,1 1-1 0 0,-1-1 0 0 0,0 0 0 0 0,1 0 1 0 0,-1 0-1 0 0,1 0 0 0 0,-1-1 0 0 0,1 1 1 0 0,0 0-1 0 0,0-1 0 0 0,0 1 0 0 0,0 0 1 0 0,1-1-1 0 0,-1 1 0 0 0,1-1 0 0 0,-1 1 1 0 0,1-1-1 0 0,0-3 0 0 0,-1 2 458 0 0,-5 4-85 0 0,0-1-319 0 0,12 5-52 0 0,1-2-58 0 0,-5-2-23 0 0,-1 1 1 0 0,1 0-1 0 0,0-1 0 0 0,0 1 0 0 0,-1 0 0 0 0,1 0 0 0 0,0 0 1 0 0,-1 0-1 0 0,1 0 0 0 0,2 3 0 0 0,-4-3-19 0 0,1 0 0 0 0,-1 0 0 0 0,0 0 0 0 0,0 0-1 0 0,0 0 1 0 0,0 0 0 0 0,0 0 0 0 0,0 0 0 0 0,0 0 0 0 0,0 0 0 0 0,0 0-1 0 0,0 0 1 0 0,0 1 0 0 0,-1-1 0 0 0,1 0 0 0 0,0 0 0 0 0,-1 0 0 0 0,1 0-1 0 0,-1 0 1 0 0,1-1 0 0 0,-2 3 0 0 0,-23 36 289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27.7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17 6824 0 0,'0'0'2774'0'0,"5"2"-2692"0"0,6 3 215 0 0,0 0 0 0 0,1-1 0 0 0,-1-1-1 0 0,1 0 1 0 0,0 0 0 0 0,17 1 0 0 0,111-8 4418 0 0,-55-3-3038 0 0,18 0 262 0 0,-80 7-1001 0 0,35-6 1 0 0,44-1-563 0 0,-67 4-121 0 0,52 1 1 0 0,-52 3 34 0 0,28 0-25 0 0,-24 1 11 0 0,52-5-1 0 0,-24-4-89 0 0,-27 5-112 0 0,-24 1-39 0 0,-1 1 1 0 0,1 0-1 0 0,24 3 1 0 0,13 1 55 0 0,-41-4-69 0 0,0 1 1 0 0,20 3-1 0 0,-18-2 14 0 0,0-1-1 0 0,0 0 1 0 0,0-1-1 0 0,14-2 1 0 0,11 0 66 0 0,-34 3-90 0 0,0-1 0 0 0,0 1 0 0 0,0-1 0 0 0,0 2 0 0 0,8 2 0 0 0,8 1 15 0 0,-18-4-21 0 0,1 0 1 0 0,0-1 0 0 0,0 0-1 0 0,-1 0 1 0 0,1 0-1 0 0,0 0 1 0 0,-1 0-1 0 0,5-2 1 0 0,10 0 18 0 0,59 2 64 0 0,-73 0-89 0 0,0 0 0 0 0,1 0-1 0 0,-5 0-6 0 0,-8 0 212 0 0,4 0-3639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29.6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448 66 96 0 0,'0'0'8178'0'0,"-4"-1"-7943"0"0,1 1-279 0 0,-72 0 1909 0 0,41 12-783 0 0,15-3-693 0 0,-2-3 78 0 0,16-5-316 0 0,0 0 0 0 0,1 1 0 0 0,-1 0 0 0 0,0 0 0 0 0,-7 4 0 0 0,-41 25 828 0 0,26-16-371 0 0,-34 26 0 0 0,50-33-488 0 0,8-6-66 0 0,0 0 0 0 0,0 0 0 0 0,0 1 0 0 0,0-1 0 0 0,1 1 0 0 0,-1 0 0 0 0,1-1 0 0 0,-1 1 0 0 0,1 1 0 0 0,0-1 0 0 0,-2 5 0 0 0,-62 148 1168 0 0,65-155-1212 0 0,0 1-1 0 0,1 0 1 0 0,-1 0-1 0 0,1 0 1 0 0,-1 0-1 0 0,1 0 1 0 0,0 0-1 0 0,0 0 1 0 0,0 0-1 0 0,0 0 1 0 0,0 0-1 0 0,0 0 1 0 0,1-1-1 0 0,-1 1 1 0 0,0 0-1 0 0,1 0 1 0 0,0 0-1 0 0,-1 0 1 0 0,1 0-1 0 0,0-1 1 0 0,0 1-1 0 0,1 2 1 0 0,3 1 31 0 0,0 0 0 0 0,0 0 1 0 0,0 0-1 0 0,12 8 0 0 0,-13-11 2 0 0,0 1 0 0 0,0 0 0 0 0,-1 0-1 0 0,1 0 1 0 0,-1 0 0 0 0,1 0 0 0 0,-1 1 0 0 0,0 0-1 0 0,-1-1 1 0 0,1 1 0 0 0,-1 0 0 0 0,1 0 0 0 0,1 5-1 0 0,0 3 332 0 0,-3-11-341 0 0,0 1 0 0 0,0 0-1 0 0,-1-1 1 0 0,1 1 0 0 0,-1-1 0 0 0,1 1 0 0 0,-1 0 0 0 0,0 0-1 0 0,0-1 1 0 0,1 3 0 0 0,-2 1 38 0 0,1 1 0 0 0,0-1-1 0 0,1 0 1 0 0,-1 0 0 0 0,1 1 0 0 0,0-1 0 0 0,0 0-1 0 0,1 0 1 0 0,3 9 0 0 0,3-1 164 0 0,-6-9-166 0 0,1 0 0 0 0,-1 0 0 0 0,1 1 1 0 0,-1-1-1 0 0,-1 1 0 0 0,3 8 0 0 0,-4-11-53 0 0,0-1-1 0 0,-1 0 1 0 0,0 0 0 0 0,1 1 0 0 0,-1-1 0 0 0,0 0 0 0 0,1 0 0 0 0,-1 0 0 0 0,0 0-1 0 0,0 0 1 0 0,0 0 0 0 0,0 0 0 0 0,0 0 0 0 0,0-1 0 0 0,0 1 0 0 0,-3 1 0 0 0,-10 13 189 0 0,14-15-200 0 0,0 1 1 0 0,0 0 0 0 0,0-1-1 0 0,0 1 1 0 0,0-1 0 0 0,0 1 0 0 0,0 0-1 0 0,0-1 1 0 0,1 1 0 0 0,-1 0-1 0 0,0-1 1 0 0,0 1 0 0 0,1-1-1 0 0,-1 1 1 0 0,0 0 0 0 0,1-1-1 0 0,-1 1 1 0 0,1-1 0 0 0,-1 1-1 0 0,0-1 1 0 0,1 1 0 0 0,-1-1 0 0 0,1 0-1 0 0,0 1 1 0 0,-1-1 0 0 0,1 1-1 0 0,-1-1 1 0 0,1 0 0 0 0,-1 0-1 0 0,1 1 1 0 0,0-1 0 0 0,0 0-1 0 0,15 7 140 0 0,-1 0 0 0 0,1-1 0 0 0,33 7 0 0 0,-1 0 101 0 0,-31-8-82 0 0,-1 0 0 0 0,1-1 1 0 0,0-1-1 0 0,0-1 1 0 0,0 0-1 0 0,33-2 0 0 0,-30-3 17 0 0,0-2 0 0 0,0 0 0 0 0,30-13 0 0 0,-48 17-167 0 0,32-13 194 0 0,-2-3 0 0 0,41-25 0 0 0,-37 20-110 0 0,62-42 114 0 0,-93 60-196 0 0,0-1 0 0 0,0 1-1 0 0,0-1 1 0 0,0 0-1 0 0,-1 0 1 0 0,0 0 0 0 0,0 0-1 0 0,-1-1 1 0 0,4-6 0 0 0,8-12 31 0 0,-8 13-21 0 0,-1 0 0 0 0,0-1-1 0 0,-1 0 1 0 0,0 0-1 0 0,-1 0 1 0 0,5-23 0 0 0,8-77 165 0 0,-19 77-107 0 0,-1 9-7 0 0,4 12-52 0 0,-2 0-1 0 0,0 0 1 0 0,-1 0-1 0 0,0 0 1 0 0,-1 0 0 0 0,-6-19-1 0 0,7 27-19 0 0,-1 1 0 0 0,0-1-1 0 0,0 1 1 0 0,0 0 0 0 0,0-1 0 0 0,-1 2-1 0 0,0-1 1 0 0,0 0 0 0 0,0 1 0 0 0,0 0-1 0 0,-1 0 1 0 0,0 0 0 0 0,0 0 0 0 0,0 1-1 0 0,0 0 1 0 0,0 0 0 0 0,-9-4 0 0 0,-8-1 3 0 0,-1 1 0 0 0,1 1 0 0 0,-1 1 1 0 0,0 1-1 0 0,0 1 0 0 0,-1 1 1 0 0,-33 1-1 0 0,19 3 7 0 0,1 2 0 0 0,-1 2 0 0 0,-66 19 0 0 0,82-19 330 0 0,-22 7-319 0 0,17-3-3645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30.5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19 161 14168 0 0,'0'0'3013'0'0,"-2"-4"-2923"0"0,1 3-91 0 0,-1-2 39 0 0,0-1-1 0 0,0 1 1 0 0,0-1 0 0 0,1 0-1 0 0,-1 0 1 0 0,1 0 0 0 0,0 0-1 0 0,0 0 1 0 0,0 0 0 0 0,1 0-1 0 0,0 0 1 0 0,-1 0 0 0 0,1 0-1 0 0,1 0 1 0 0,-1-1 0 0 0,0 1-1 0 0,1 0 1 0 0,0 0 0 0 0,1-4-1 0 0,5-9 38 0 0,-6 14-47 0 0,0 0 1 0 0,1-1-1 0 0,-1 1 0 0 0,1 0 0 0 0,0 0 1 0 0,-1 0-1 0 0,2 0 0 0 0,-1 0 0 0 0,0 0 1 0 0,5-4-1 0 0,-4 5 15 0 0,-1 0 1 0 0,1 0 0 0 0,-1 1 0 0 0,1-1-1 0 0,0 0 1 0 0,0 1 0 0 0,0 0-1 0 0,0 0 1 0 0,0 0 0 0 0,5-1-1 0 0,-7 2-30 0 0,1 0-1 0 0,-1 0 0 0 0,0 0 0 0 0,0 0 0 0 0,0 0 0 0 0,0 0 1 0 0,0 0-1 0 0,0 0 0 0 0,0 0 0 0 0,0 1 0 0 0,0-1 0 0 0,0 1 1 0 0,0-1-1 0 0,0 1 0 0 0,0-1 0 0 0,0 1 0 0 0,0-1 0 0 0,0 1 1 0 0,0 0-1 0 0,0-1 0 0 0,-1 1 0 0 0,1 0 0 0 0,0 0 0 0 0,-1 0 1 0 0,1-1-1 0 0,0 1 0 0 0,-1 0 0 0 0,1 0 0 0 0,-1 0 0 0 0,1 0 1 0 0,-1 0-1 0 0,0 0 0 0 0,1 0 0 0 0,-1 0 0 0 0,0 2 0 0 0,2 5 17 0 0,-1-1-1 0 0,0 0 0 0 0,0 1 0 0 0,-1-1 0 0 0,0 0 0 0 0,0 1 0 0 0,-1-1 0 0 0,0 1 0 0 0,0-1 1 0 0,-5 14-1 0 0,-17 20 273 0 0,19-35-280 0 0,1 0 0 0 0,-1 0 0 0 0,1 0-1 0 0,0 1 1 0 0,0-1 0 0 0,1 1 0 0 0,-3 12 0 0 0,2-1 61 0 0,-1 0 0 0 0,-6 19 0 0 0,9-36-40 0 0,1-1-1 0 0,-1 1 0 0 0,1 0 1 0 0,-1-1-1 0 0,1 1 1 0 0,-1 0-1 0 0,0-1 0 0 0,1 1 1 0 0,-1-1-1 0 0,0 1 0 0 0,1-1 1 0 0,-1 1-1 0 0,0-1 1 0 0,0 0-1 0 0,0 1 0 0 0,1-1 1 0 0,-1 0-1 0 0,0 0 0 0 0,0 1 1 0 0,0-1-1 0 0,0 0 0 0 0,1 0 1 0 0,-1 0-1 0 0,0 0 1 0 0,0 0-1 0 0,0 0 0 0 0,0 0 1 0 0,0-1-1 0 0,0 1 0 0 0,-4 0-50 0 0,4 0 288 0 0,23-5-190 0 0,-8-4-67 0 0,0 0 1 0 0,1 0-1 0 0,0 2 0 0 0,19-8 0 0 0,-23 11-14 0 0,20-9-233 0 0,-21 10-2290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32.7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53 96 0 0,'0'0'5672'0'0,"0"4"-5575"0"0,0 16 730 0 0,0-11 1098 0 0,0-15 396 0 0,0 5-2189 0 0,7-18 3175 0 0,6 12-2783 0 0,-6 3-235 0 0,0 1 1 0 0,0 0-1 0 0,1 0 1 0 0,8-2-1 0 0,-12 4-223 0 0,-1 0 0 0 0,1 1 0 0 0,0 0 0 0 0,0 0 1 0 0,-1 0-1 0 0,1 0 0 0 0,0 1 0 0 0,0 0 0 0 0,-1-1 0 0 0,1 1 0 0 0,6 3 0 0 0,-4-2-22 0 0,-1-1 1 0 0,0 1 0 0 0,1-1-1 0 0,-1-1 1 0 0,0 1 0 0 0,1-1-1 0 0,-1 0 1 0 0,1 0-1 0 0,9-2 1 0 0,51-14 410 0 0,-3 1 22 0 0,-15 10 239 0 0,58 1-1 0 0,-74 2-504 0 0,-26 1-177 0 0,0 0 1 0 0,0 1-1 0 0,0 0 1 0 0,0 0-1 0 0,0 0 1 0 0,0 1 0 0 0,0 0-1 0 0,0 0 1 0 0,0 0-1 0 0,0 1 1 0 0,7 2-1 0 0,-3 0-2 0 0,1-1 1 0 0,0 0-1 0 0,-1 0 0 0 0,1-2 0 0 0,0 1 0 0 0,0-1 0 0 0,0-1 0 0 0,0 0 0 0 0,0 0 0 0 0,0-1 0 0 0,0-1 1 0 0,12-2-1 0 0,-12 1 16 0 0,0 0 0 0 0,0 1 0 0 0,0 1 0 0 0,1-1 0 0 0,-1 2 0 0 0,1 0 0 0 0,-1 0 1 0 0,1 1-1 0 0,-1 1 0 0 0,0-1 0 0 0,14 5 0 0 0,-16-3 11 0 0,1-2 0 0 0,-1 1 0 0 0,1-1 0 0 0,0-1 0 0 0,0 1 0 0 0,15-3 0 0 0,3 1 61 0 0,352-3 776 0 0,-251 4-1001 0 0,-44-7-179 0 0,-31 1 85 0 0,3-1 149 0 0,14 7 124 0 0,-41 0-2672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34.1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492 53 7432 0 0,'0'0'4844'0'0,"-4"-1"-4639"0"0,-5-1-11 0 0,0 0 1 0 0,-1 1-1 0 0,1 0 0 0 0,-1 0 1 0 0,1 1-1 0 0,-1 0 0 0 0,1 1 1 0 0,-1 0-1 0 0,1 0 0 0 0,0 1 1 0 0,-1 0-1 0 0,-8 4 1 0 0,-18 11 32 0 0,-84 43 330 0 0,111-54-449 0 0,0 1 1 0 0,0 1 0 0 0,-11 11 0 0 0,-14 13 554 0 0,26-26-472 0 0,-1 1 0 0 0,1 0 0 0 0,0 1-1 0 0,1-1 1 0 0,0 2 0 0 0,0-1 0 0 0,1 1 0 0 0,0 0 0 0 0,0 0-1 0 0,1 1 1 0 0,0-1 0 0 0,1 1 0 0 0,0 0 0 0 0,0 1 0 0 0,-3 17-1 0 0,0 10 349 0 0,2 0 0 0 0,-2 54-1 0 0,7-82-419 0 0,0 0 0 0 0,1 1-1 0 0,1-1 1 0 0,-1 0 0 0 0,6 15-1 0 0,1 9 132 0 0,-7-26-167 0 0,1 0 0 0 0,0-1 0 0 0,1 1 0 0 0,-1 0 0 0 0,2-1 0 0 0,5 11 0 0 0,1-2 127 0 0,1-1-1 0 0,0 0 1 0 0,1-1-1 0 0,1 0 1 0 0,27 22-1 0 0,-30-28-127 0 0,0-1-1 0 0,1 0 1 0 0,0-1 0 0 0,1 0-1 0 0,-1-1 1 0 0,1 0-1 0 0,0-1 1 0 0,0 0 0 0 0,19 3-1 0 0,60 14 304 0 0,-57-12 32 0 0,48 6 0 0 0,-70-15-349 0 0,1-1 0 0 0,-1-1 0 0 0,1 0 0 0 0,-1-1 1 0 0,0 0-1 0 0,0-1 0 0 0,13-5 0 0 0,-16 6-21 0 0,17-8 126 0 0,44-25 1 0 0,15-7 184 0 0,-49 31-179 0 0,-25 9-136 0 0,-1-1 0 0 0,-1 1 0 0 0,1-1 0 0 0,11-7-1 0 0,-13 6-23 0 0,4-2 43 0 0,1 0 0 0 0,-2-1 0 0 0,1 0 0 0 0,-1-1 1 0 0,0-1-1 0 0,-1 0 0 0 0,14-16 0 0 0,-11 6 21 0 0,-2 0-1 0 0,0-1 1 0 0,-1 0 0 0 0,-1 0-1 0 0,-1-1 1 0 0,-1 0-1 0 0,-1 0 1 0 0,6-42-1 0 0,-6 35 20 0 0,-4 24-79 0 0,-1 0 0 0 0,0 0 0 0 0,0 0 0 0 0,0 0 0 0 0,-1 0 0 0 0,0 0 0 0 0,0 0 0 0 0,0-1 0 0 0,0 1-1 0 0,-1 0 1 0 0,-1-6 0 0 0,-12-33 115 0 0,-2 1-1 0 0,-36-71 0 0 0,48 106-129 0 0,-2 0 1 0 0,1 1-1 0 0,-1-1 0 0 0,0 1 0 0 0,0 0 0 0 0,-1 1 0 0 0,0-1 0 0 0,0 1 0 0 0,-1 1 0 0 0,1 0 0 0 0,-1 0 0 0 0,0 0 0 0 0,-1 1 1 0 0,1 0-1 0 0,-1 0 0 0 0,-15-3 0 0 0,-6-1 4 0 0,1 0 7 0 0,0 1 1 0 0,0 2-1 0 0,-57-4 0 0 0,59 7-12 0 0,23 1-6 0 0,1 0 0 0 0,-1 1 0 0 0,1-1 0 0 0,-1 1 0 0 0,0 0 0 0 0,1 0 0 0 0,-1 0 0 0 0,1 1 0 0 0,-1-1 0 0 0,0 1 0 0 0,1 0 0 0 0,-1 0 0 0 0,1 0 0 0 0,0 0 0 0 0,-1 1 0 0 0,-3 1 0 0 0,-19 13 770 0 0,7-5-5587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34.9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12552 0 0,'0'0'40'0'0,"4"0"-34"0"0,23 4 58 0 0,-20 3 50 0 0,-7-6-108 0 0,0 0 1 0 0,1-1-1 0 0,-1 1 0 0 0,0-1 0 0 0,1 1 0 0 0,-1-1 0 0 0,0 1 0 0 0,1-1 0 0 0,-1 1 0 0 0,1-1 1 0 0,-1 1-1 0 0,1-1 0 0 0,-1 1 0 0 0,1-1 0 0 0,-1 0 0 0 0,1 1 0 0 0,0-1 0 0 0,87 31 1628 0 0,-75-25-1357 0 0,-11-5-168 0 0,1 0 1 0 0,-1 0 0 0 0,0 0-1 0 0,1 0 1 0 0,-1 1-1 0 0,0-1 1 0 0,0 1 0 0 0,0-1-1 0 0,3 4 1 0 0,-4-4-64 0 0,-1 1 1 0 0,1-1-1 0 0,-1 0 1 0 0,1 1-1 0 0,-1-1 1 0 0,0 0-1 0 0,1 1 1 0 0,-1-1-1 0 0,0 1 1 0 0,0-1-1 0 0,0 1 1 0 0,0-1-1 0 0,0 0 1 0 0,-1 1-1 0 0,1-1 1 0 0,0 1-1 0 0,0-1 1 0 0,-1 0-1 0 0,1 1 1 0 0,-1-1-1 0 0,0 0 1 0 0,0 2-1 0 0,-5 11 363 0 0,-1-1 1 0 0,0 0-1 0 0,-14 18 0 0 0,17-26-248 0 0,4-4-113 0 0,-1 0 0 0 0,1-1 0 0 0,-1 1 0 0 0,1 0 0 0 0,-1 0 0 0 0,1-1 0 0 0,-1 1 0 0 0,1 0 1 0 0,0 0-1 0 0,-1 0 0 0 0,1 0 0 0 0,0-1 0 0 0,0 1 0 0 0,-1 0 0 0 0,1 0 0 0 0,0 0 0 0 0,0 0 0 0 0,0 2 726 0 0,18-1-548 0 0,-12 0-165 0 0,38 5 355 0 0,-42-6-398 0 0,-1 0 0 0 0,0 0 0 0 0,1 0 0 0 0,-1 1 0 0 0,0-1 0 0 0,0 0 0 0 0,0 1 0 0 0,0-1 0 0 0,0 1 0 0 0,0-1 0 0 0,0 1 0 0 0,0 0 0 0 0,-1-1 0 0 0,1 1 0 0 0,0 0 0 0 0,-1 0 0 0 0,0-1 0 0 0,1 1 0 0 0,-1 2 0 0 0,-1 2 19 0 0,-1 0 0 0 0,0-1 0 0 0,0 1 1 0 0,0 0-1 0 0,-1-1 0 0 0,0 0 0 0 0,0 1 0 0 0,0-1 0 0 0,-1 0 1 0 0,1-1-1 0 0,-6 6 0 0 0,-2 1 55 0 0,-1-1 0 0 0,0-1-1 0 0,-15 10 1 0 0,25-18-72 0 0,-1 1-1 0 0,0 0 0 0 0,0-1 1 0 0,0 0-1 0 0,0 0 1 0 0,0 0-1 0 0,-1 0 0 0 0,1 0 1 0 0,0 0-1 0 0,0-1 0 0 0,-1 0 1 0 0,-4 0-1 0 0,-11-3-2809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49.8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161 1 6016 0 0,'0'0'2878'0'0,"-3"4"-2707"0"0,-2 1 20 0 0,0-1 0 0 0,0 1 0 0 0,-1-1-1 0 0,0 1 1 0 0,0-2 0 0 0,0 1 0 0 0,-9 3 0 0 0,10-4-20 0 0,1 0 0 0 0,0 0 0 0 0,0 0 0 0 0,0 1-1 0 0,0-1 1 0 0,-5 7 0 0 0,-9 8 183 0 0,16-14-317 0 0,0-1 1 0 0,0 1-1 0 0,1-1 0 0 0,-1 1 0 0 0,1 0 0 0 0,-1 4 0 0 0,2-4-6 0 0,-1-1-1 0 0,1 1 1 0 0,-1-1-1 0 0,0 1 1 0 0,0-1-1 0 0,-1 0 1 0 0,-1 5-1 0 0,-6 17 121 0 0,7-9-57 0 0,1-5-39 0 0,-1 0 0 0 0,0-1 1 0 0,-5 18-1 0 0,6-27-54 0 0,0 3 4 0 0,-1 0 0 0 0,1 1 0 0 0,0-1 1 0 0,0 1-1 0 0,1-1 0 0 0,-1 0 0 0 0,1 1 1 0 0,0-1-1 0 0,1 9 0 0 0,-1 0 4 0 0,0-3-2 0 0,1-6-4 0 0,2-2-3 0 0,0 0 0 0 0,-1 0 0 0 0,1 0 0 0 0,-1 0 0 0 0,1 1 0 0 0,-1-1 0 0 0,0 1 0 0 0,0 0 0 0 0,3 5 0 0 0,-3-8 0 0 0,-1 17 4 0 0,-1-12-2 0 0,0-4 1 0 0,1 1 0 0 0,-1-1 0 0 0,1 0-1 0 0,-1 0 1 0 0,1 0 0 0 0,0 0 0 0 0,-1 0-1 0 0,1 0 1 0 0,0-1 0 0 0,0 1 0 0 0,0 0-1 0 0,0 0 1 0 0,-1 0 0 0 0,1-1 0 0 0,0 1 0 0 0,0 0-1 0 0,2 0 1 0 0,7 6 45 0 0,-2 0-12 0 0,-5-9-10 0 0,-2-9 23 0 0,-1 11-40 0 0,5 43-1 0 0,-5-41-5 0 0,0-1 1 0 0,0 1 0 0 0,1 0 0 0 0,-1 0-1 0 0,1-1 1 0 0,0 1 0 0 0,-1 0-1 0 0,1-1 1 0 0,0 1 0 0 0,0 0 0 0 0,0-1-1 0 0,0 1 1 0 0,0-1 0 0 0,1 0 0 0 0,-1 1-1 0 0,0-1 1 0 0,1 0 0 0 0,-1 0 0 0 0,3 2-1 0 0,1 0 12 0 0,-5-2-12 0 0,1-1 1 0 0,-1 0-1 0 0,1 0 0 0 0,-1 1 1 0 0,1-1-1 0 0,0 0 0 0 0,-1 0 1 0 0,1 0-1 0 0,-1 0 0 0 0,1 0 0 0 0,0 0 1 0 0,-1 0-1 0 0,1 0 0 0 0,-1 0 1 0 0,1 0-1 0 0,0 0 0 0 0,-1 0 1 0 0,1 0-1 0 0,-1-1 0 0 0,1 1 1 0 0,0 0-1 0 0,-1 0 0 0 0,1-1 1 0 0,-1 1-1 0 0,1 0 0 0 0,0-1 1 0 0,17-13 54 0 0,-13 10-34 0 0,29-28 113 0 0,-30 29-130 0 0,-1 1 0 0 0,0-1 0 0 0,0 1 1 0 0,0-1-1 0 0,0 0 0 0 0,-1 0 0 0 0,1 0 0 0 0,-1 0 0 0 0,5-8 0 0 0,-1 1 34 0 0,-4 8-16 0 0,1-1 1 0 0,-1 0-1 0 0,1 1 0 0 0,0-1 0 0 0,0 1 1 0 0,6-4-1 0 0,5-4 78 0 0,-7 6-85 0 0,14-18 46 0 0,-18 18-64 0 0,-3-1 0 0 0,0 1 0 0 0,0 0 0 0 0,0-3-6 0 0,-1-15-28 0 0,1 21 33 0 0,0 1 0 0 0,0-1 0 0 0,-1 1 0 0 0,1-1 0 0 0,0 1 0 0 0,0-1 0 0 0,-1 1 0 0 0,1-1 0 0 0,0 1-1 0 0,0 0 1 0 0,-1-1 0 0 0,1 1 0 0 0,0-1 0 0 0,-1 1 0 0 0,1 0 0 0 0,-1-1 0 0 0,1 1 0 0 0,-1 0 0 0 0,1-1 0 0 0,0 1 0 0 0,-1 0 0 0 0,1 0 0 0 0,-1-1 0 0 0,1 1 0 0 0,-1 0 0 0 0,1 0 0 0 0,-1 0-1 0 0,1 0 1 0 0,-1 0 0 0 0,0 0 0 0 0,0 0 0 0 0,0-1-4 0 0,0 0 4 0 0,0 0 1 0 0,0 0 0 0 0,-1 0-1 0 0,1 1 1 0 0,0-1-1 0 0,-1 1 1 0 0,1-1 0 0 0,0 1-1 0 0,-1-1 1 0 0,1 1-1 0 0,0 0 1 0 0,-1 0-1 0 0,1-1 1 0 0,-1 1 0 0 0,1 0-1 0 0,-1 0 1 0 0,1 0-1 0 0,0 1 1 0 0,-1-1-1 0 0,-1 1 1 0 0,0-1 0 0 0,-50 0 89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0.4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39 92 9144 0 0,'0'0'117'0'0,"-2"4"-64"0"0,-1 1 8 0 0,1-1 0 0 0,-2 0 0 0 0,1 0 0 0 0,0 0 0 0 0,-7 6 0 0 0,4-4 284 0 0,10-9 133 0 0,11-10-53 0 0,-9 8-349 0 0,-1 1 1 0 0,0-1-1 0 0,0 0 1 0 0,0 0-1 0 0,0 0 1 0 0,-1 0 0 0 0,0-1-1 0 0,5-7 1 0 0,-5 6 100 0 0,-2 5-84 0 0,0 0 0 0 0,-1 0 0 0 0,1-1 0 0 0,-1 1 0 0 0,0 0 0 0 0,0 0 0 0 0,1-1 0 0 0,-2 1 0 0 0,1-1 0 0 0,0 1 0 0 0,0-1 0 0 0,-1 1 0 0 0,1-1 0 0 0,-1 1 0 0 0,0-1 1 0 0,0 0-1 0 0,0 1 0 0 0,0-1 0 0 0,0 1 0 0 0,-2-5 0 0 0,2 6 16 0 0,-1 1-63 0 0,0 0 0 0 0,-1 0 0 0 0,1 1 0 0 0,0-1 0 0 0,0 1 0 0 0,-1-1-1 0 0,1 1 1 0 0,0-1 0 0 0,0 1 0 0 0,0 0 0 0 0,0 0 0 0 0,0-1 0 0 0,0 1 0 0 0,0 0 0 0 0,0 0 0 0 0,-1 2 0 0 0,-17 22 234 0 0,3-3-74 0 0,12-17-151 0 0,0-1 0 0 0,1 1 0 0 0,-1 0 1 0 0,1 1-1 0 0,0-1 0 0 0,1 1 0 0 0,-1-1 1 0 0,1 1-1 0 0,0 0 0 0 0,0 0 0 0 0,1 0 1 0 0,0 0-1 0 0,0 0 0 0 0,0 0 0 0 0,1 0 1 0 0,0 0-1 0 0,1 12 0 0 0,0-15-45 0 0,1-1 0 0 0,-1 1-1 0 0,0-1 1 0 0,1 0 0 0 0,-1 1 0 0 0,1-1-1 0 0,0 0 1 0 0,0 0 0 0 0,0 0-1 0 0,0 0 1 0 0,0-1 0 0 0,0 1 0 0 0,0 0-1 0 0,1-1 1 0 0,-1 0 0 0 0,0 1 0 0 0,1-1-1 0 0,0 0 1 0 0,-1 0 0 0 0,1-1-1 0 0,2 2 1 0 0,-1-1-9 0 0,0 0 1 0 0,0-1-1 0 0,0 1 0 0 0,-1-1 1 0 0,1 1-1 0 0,0-1 0 0 0,0 0 0 0 0,0-1 1 0 0,0 1-1 0 0,0-1 0 0 0,0 0 1 0 0,-1 1-1 0 0,1-2 0 0 0,4-1 1 0 0,0 0-2048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0.9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1 10544 0 0,'0'0'1740'0'0,"-7"20"-1251"0"0,6-1-312 0 0,1 30 0 0 0,0-34-91 0 0,0 0 0 0 0,-1 0 0 0 0,-3 25 1 0 0,3 0 399 0 0,1-39-452 0 0,14-27 252 0 0,12-28-140 0 0,-22 43-91 0 0,1 0-1 0 0,0 0 1 0 0,1 0 0 0 0,1 1 0 0 0,10-15 0 0 0,-13 21-7 0 0,0 0 0 0 0,0 1-1 0 0,1-1 1 0 0,-1 1 0 0 0,1-1 0 0 0,8-3 0 0 0,-11 6-27 0 0,0 0-1 0 0,0 0 1 0 0,0 1-1 0 0,0-1 1 0 0,0 0 0 0 0,0 1-1 0 0,0-1 1 0 0,0 1 0 0 0,0 0-1 0 0,0 0 1 0 0,1 0-1 0 0,-1 0 1 0 0,0 0 0 0 0,0 0-1 0 0,0 0 1 0 0,0 1-1 0 0,0-1 1 0 0,0 1 0 0 0,0-1-1 0 0,3 2 1 0 0,-3 0 1 0 0,1-1 1 0 0,-1 1 0 0 0,1-1-1 0 0,-1 1 1 0 0,0 0-1 0 0,1 0 1 0 0,-1 0-1 0 0,0 0 1 0 0,0 1-1 0 0,-1-1 1 0 0,1 0-1 0 0,0 1 1 0 0,-1-1 0 0 0,0 1-1 0 0,1 0 1 0 0,-1-1-1 0 0,0 1 1 0 0,0 0-1 0 0,-1 0 1 0 0,1 0-1 0 0,0 0 1 0 0,-1 5 0 0 0,7 40 201 0 0,-6-35-130 0 0,1 0 0 0 0,0 0 0 0 0,0-1 0 0 0,2 1 0 0 0,7 19-1 0 0,-10-30-232 0 0,-1-2 43 0 0,1 1 0 0 0,-1 0 0 0 0,1 0 0 0 0,-1-1 0 0 0,1 1 0 0 0,-1 0 0 0 0,1 0 0 0 0,-1 0 0 0 0,0 0 0 0 0,1 0 0 0 0,-1 0 0 0 0,0-1 0 0 0,0 1 0 0 0,0 0 0 0 0,0 0 0 0 0,0 0 0 0 0,0 1 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1.36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0 153 11152 0 0,'0'0'262'0'0,"4"2"-132"0"0,-1 1-86 0 0,-2-3-33 0 0,0 1-1 0 0,0 0 1 0 0,0-1-1 0 0,0 1 1 0 0,0 0-1 0 0,0-1 0 0 0,0 1 1 0 0,0-1-1 0 0,0 1 1 0 0,0-1-1 0 0,0 0 1 0 0,0 1-1 0 0,0-1 1 0 0,0 0-1 0 0,0 0 1 0 0,0 0-1 0 0,0 0 1 0 0,0 0-1 0 0,1 0 1 0 0,-1 0-1 0 0,0 0 0 0 0,1-1 1 0 0,2-1 107 0 0,0 0 0 0 0,0 0 0 0 0,0-1 0 0 0,0 1 0 0 0,-1-1 1 0 0,1 0-1 0 0,-1 0 0 0 0,0-1 0 0 0,0 1 0 0 0,0 0 0 0 0,-1-1 0 0 0,1 0 0 0 0,-1 0 0 0 0,1 0 0 0 0,-1 0 0 0 0,2-6 1 0 0,2-5 126 0 0,0-2 0 0 0,-1 1 0 0 0,2-18 0 0 0,-6 34-225 0 0,-1-1 1 0 0,0 0-1 0 0,0 1 1 0 0,1-1-1 0 0,-1 1 1 0 0,0-1-1 0 0,0 0 1 0 0,0 1-1 0 0,0-1 1 0 0,0 0-1 0 0,0 1 1 0 0,0-1-1 0 0,0 0 1 0 0,0 1-1 0 0,0-1 1 0 0,-1 0-1 0 0,1 1 1 0 0,0-1-1 0 0,0 0 1 0 0,0 1-1 0 0,-1-1 1 0 0,1 1-1 0 0,0-1 1 0 0,-1 0-1 0 0,1 1 1 0 0,-1-1-1 0 0,1 1 1 0 0,-1-1 0 0 0,1 1-1 0 0,-1-1 1 0 0,1 1-1 0 0,-1 0 1 0 0,1-1-1 0 0,-1 1 1 0 0,1 0-1 0 0,-2-1 1 0 0,-14 25 299 0 0,6-5-199 0 0,0 0 0 0 0,2 0 1 0 0,0 0-1 0 0,1 1 0 0 0,-7 33 0 0 0,13-46-72 0 0,0-1-1 0 0,0 0 0 0 0,0 0 0 0 0,1 1 0 0 0,0-1 0 0 0,0 0 0 0 0,0 1 0 0 0,1-1 0 0 0,0 0 1 0 0,0 0-1 0 0,1 1 0 0 0,3 8 0 0 0,0-5-122 0 0,-5-9-20 0 0,0 0 0 0 0,1 0 0 0 0,-1 1 0 0 0,1-1 0 0 0,-1 0 0 0 0,1 0 0 0 0,0 0 0 0 0,0 0 0 0 0,-1 0 0 0 0,1 1 0 0 0,0-2 0 0 0,0 1 0 0 0,0 0 0 0 0,0 0 0 0 0,0 0 0 0 0,0 0 0 0 0,0-1 0 0 0,1 1 1 0 0,0 0-1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1.7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 0 10344 0 0,'0'0'64'0'0,"1"4"-56"0"0,2 3 1 0 0,0 0-1 0 0,-1 0 1 0 0,0 0 0 0 0,0 0 0 0 0,0 1 0 0 0,-1-1 0 0 0,0 10-1 0 0,-4 70 241 0 0,-18 102 0 0 0,20-186-207 0 0,1 1 0 0 0,-1 0 0 0 0,0 0 0 0 0,0 0 0 0 0,0-1 0 0 0,0 1 0 0 0,-1 0 0 0 0,1-1 0 0 0,-1 1 0 0 0,0-1 0 0 0,0 0 0 0 0,0 1 0 0 0,-5 3 0 0 0,7-7-40 0 0,0 0 1 0 0,0 0 0 0 0,0 0 0 0 0,0 0 0 0 0,-1 1 0 0 0,1-1 0 0 0,0 0-1 0 0,0 0 1 0 0,0 0 0 0 0,0 0 0 0 0,0 0 0 0 0,-1-1 0 0 0,1 1 0 0 0,0 0-1 0 0,0 0 1 0 0,0 0 0 0 0,0 0 0 0 0,0 0 0 0 0,-1 0 0 0 0,1 0-1 0 0,0 0 1 0 0,0 0 0 0 0,0 0 0 0 0,0 0 0 0 0,0 0 0 0 0,0 0 0 0 0,0-1-1 0 0,-1 1 1 0 0,1 0 0 0 0,0 0 0 0 0,0 0 0 0 0,0 0 0 0 0,0 0-1 0 0,0 0 1 0 0,0-1 0 0 0,0 1 0 0 0,0 0 0 0 0,0 0 0 0 0,0 0 0 0 0,0 0-1 0 0,0 0 1 0 0,0 0 0 0 0,0-1 0 0 0,0 1 0 0 0,0 0 0 0 0,0 0 0 0 0,0 0-1 0 0,0 0 1 0 0,0 0 0 0 0,0-1 0 0 0,0 1 0 0 0,0 0 0 0 0,0 0-1 0 0,0 0 1 0 0,0-1 0 0 0,0-9 132 0 0,0-7-49 0 0,1 1-1 0 0,0-1 0 0 0,2 1 0 0 0,0 0 0 0 0,1 0 1 0 0,0 0-1 0 0,1 0 0 0 0,1 1 0 0 0,1-1 0 0 0,0 1 1 0 0,10-14-1 0 0,-9 17 34 0 0,1 0 0 0 0,0 1 0 0 0,1 0 0 0 0,0 0 0 0 0,1 1 0 0 0,0 0 0 0 0,15-9 0 0 0,-21 15-172 0 0,0-1 0 0 0,1 1-1 0 0,0 1 1 0 0,0-1 0 0 0,0 1 0 0 0,0 0 0 0 0,0 1 0 0 0,0 0 0 0 0,1-1-1 0 0,-1 2 1 0 0,1-1 0 0 0,0 1 0 0 0,-1 0 0 0 0,11 0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2.1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149 29 11552 0 0,'0'0'377'0'0,"-36"-7"1076"0"0,32 9-1408 0 0,0 0 1 0 0,0 0-1 0 0,0 0 0 0 0,0 1 0 0 0,0-1 0 0 0,1 1 0 0 0,-1 0 0 0 0,1 0 0 0 0,-1 0 1 0 0,-3 6-1 0 0,-2 1 56 0 0,1 0 1 0 0,-10 17 0 0 0,11-15 6 0 0,1-1 1 0 0,-6 18-1 0 0,10-25-74 0 0,1 1-1 0 0,0 0 1 0 0,0-1-1 0 0,0 1 0 0 0,0 0 1 0 0,1-1-1 0 0,0 1 1 0 0,0 0-1 0 0,0 0 0 0 0,2 5 1 0 0,-2-9-19 0 0,1 1 0 0 0,-1-1 0 0 0,1 1 0 0 0,0-1 0 0 0,-1 0 0 0 0,1 1 0 0 0,0-1 0 0 0,0 0 0 0 0,0 0 0 0 0,0 0 0 0 0,0 0 1 0 0,0 0-1 0 0,0 0 0 0 0,1 0 0 0 0,-1 0 0 0 0,0 0 0 0 0,1 0 0 0 0,-1 0 0 0 0,0-1 0 0 0,1 1 0 0 0,-1-1 0 0 0,1 1 0 0 0,-1-1 0 0 0,1 1 0 0 0,-1-1 0 0 0,1 0 0 0 0,-1 0 0 0 0,1 0 1 0 0,-1 0-1 0 0,1 0 0 0 0,-1 0 0 0 0,3-1 0 0 0,2 1 22 0 0,-1 0 0 0 0,1-1 0 0 0,-1 0 1 0 0,1 0-1 0 0,-1-1 0 0 0,0 0 0 0 0,9-4 1 0 0,1-3 65 0 0,-2 0 0 0 0,1-2 1 0 0,-2 0-1 0 0,1 0 0 0 0,-1-1 1 0 0,-1-1-1 0 0,0 0 0 0 0,-1 0 0 0 0,15-28 1 0 0,-20 29 40 0 0,0-1 0 0 0,4-19 0 0 0,-4 12 163 0 0,-3 18-85 0 0,-2 6 62 0 0,0 40-353 0 0,-1-6-556 0 0,1-1 0 0 0,7 42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2.5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11448 0 0,'0'0'713'0'0,"0"3"-625"0"0,9 135 563 0 0,-1-45 167 0 0,10 97 245 0 0,-16-177-893 0 0,12 79 357 0 0,-12-84-415 0 0,0 1 0 0 0,1-1 0 0 0,0 1 1 0 0,0-1-1 0 0,1 0 0 0 0,0 0 0 0 0,0 0 0 0 0,7 8 1 0 0,-5-10-2005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4.2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1 245 7432 0 0,'0'0'7680'0'0,"4"-1"-7590"0"0,32-5 167 0 0,-15 4-194 0 0,-1-2-1 0 0,1 0 1 0 0,-1-1-1 0 0,0-1 1 0 0,0-1-1 0 0,21-11 1 0 0,9-8-6 0 0,48-30 21 0 0,-97 56-76 0 0,0-1 0 0 0,0 1 0 0 0,0 0 0 0 0,0-1 1 0 0,0 0-1 0 0,0 1 0 0 0,0-1 0 0 0,-1 1 1 0 0,1-1-1 0 0,0 0 0 0 0,0 0 0 0 0,-1 1 1 0 0,1-1-1 0 0,0 0 0 0 0,-1 0 0 0 0,1 0 0 0 0,-1 0 1 0 0,1 0-1 0 0,-1 0 0 0 0,0 0 0 0 0,1 0 1 0 0,-1 0-1 0 0,0 0 0 0 0,0 0 0 0 0,1 0 1 0 0,-1 0-1 0 0,0 0 0 0 0,0 0 0 0 0,0 0 1 0 0,0 0-1 0 0,-1 0 0 0 0,1 0 0 0 0,0 0 0 0 0,0 0 1 0 0,-1 0-1 0 0,0-2 0 0 0,-1 0 4 0 0,0 1-1 0 0,0-1 0 0 0,-1 1 1 0 0,1-1-1 0 0,-1 1 0 0 0,0 0 1 0 0,0 0-1 0 0,1 0 0 0 0,-2 0 1 0 0,-3-1-1 0 0,-7-5 10 0 0,0 1-1 0 0,0 0 1 0 0,-1 2 0 0 0,1-1 0 0 0,-1 2 0 0 0,0 0-1 0 0,-1 1 1 0 0,1 0 0 0 0,-20 0 0 0 0,28 3-3 0 0,-1 0 0 0 0,0 0 0 0 0,1 1 0 0 0,-1 0 1 0 0,0 1-1 0 0,1-1 0 0 0,-1 1 0 0 0,-11 6 0 0 0,8-4 5 0 0,8-4-12 0 0,0 1 0 0 0,0 0-1 0 0,0 1 1 0 0,1-1 0 0 0,-1 0 0 0 0,0 1 0 0 0,1-1 0 0 0,-1 1 0 0 0,-3 3-1 0 0,3-1-4 0 0,-17 16 21 0 0,12-10 0 0 0,11 8 19 0 0,-4-10-33 0 0,0 0 0 0 0,0 0 0 0 0,0 0 0 0 0,1 0 0 0 0,2 14 0 0 0,0 6 4 0 0,-6 298 150 0 0,4-325-227 0 0,0-1-1 0 0,0 1 0 0 0,1-1 1 0 0,-1 0-1 0 0,0 1 0 0 0,1-1 1 0 0,-1 0-1 0 0,1 1 0 0 0,-1-1 0 0 0,1 0 1 0 0,-1 1-1 0 0,0-1 0 0 0,1 0 1 0 0,-1 0-1 0 0,1 0 0 0 0,-1 1 0 0 0,1-1 1 0 0,-1 0-1 0 0,1 0 0 0 0,-1 0 1 0 0,1 0-1 0 0,-1 0 0 0 0,1 0 1 0 0,0 0-1 0 0,-1 0 0 0 0,1 0 0 0 0,-1 0 1 0 0,1 0-1 0 0,-1-1 0 0 0,1 1 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4.5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11048 0 0,'0'0'266'0'0,"0"4"-219"0"0,8 40 312 0 0,16 60-1 0 0,-19-88-294 0 0,-3-6 24 0 0,1 0 0 0 0,8 18 0 0 0,-10-25-72 0 0,0-1 0 0 0,1 0 0 0 0,-1 0-1 0 0,0 0 1 0 0,1 0 0 0 0,0 0 0 0 0,-1 0 0 0 0,1 0-1 0 0,0 0 1 0 0,0-1 0 0 0,0 1 0 0 0,0-1-1 0 0,0 1 1 0 0,0-1 0 0 0,0 0 0 0 0,1 0-1 0 0,1 1 1 0 0,1-1-94 0 0,-1-1-1 0 0,0 1 0 0 0,0-1 1 0 0,0 0-1 0 0,0-1 1 0 0,0 1-1 0 0,1 0 0 0 0,-1-1 1 0 0,0 0-1 0 0,0 0 1 0 0,0 0-1 0 0,0-1 0 0 0,-1 0 1 0 0,1 1-1 0 0,0-1 0 0 0,5-4 1 0 0,-9 6 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4.9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65 144 8240 0 0,'-1'6'6'0'0,"3"-2"13"0"0,17 13-6 0 0,-17-16-12 0 0,-1-1-1 0 0,0 1 1 0 0,1-1-1 0 0,-1 0 1 0 0,1 1-1 0 0,-1-1 0 0 0,1 0 1 0 0,-1 0-1 0 0,1 0 1 0 0,-1 0-1 0 0,1 0 1 0 0,-1 0-1 0 0,0-1 0 0 0,1 1 1 0 0,-1 0-1 0 0,1-1 1 0 0,-1 1-1 0 0,0-1 1 0 0,3-1-1 0 0,-2 2 10 0 0,2-2 52 0 0,0 0 0 0 0,0 0 0 0 0,0-1-1 0 0,0 1 1 0 0,0-1 0 0 0,-1 0 0 0 0,1 0 0 0 0,-1 0 0 0 0,0 0 0 0 0,0-1-1 0 0,0 1 1 0 0,0-1 0 0 0,-1 0 0 0 0,1 0 0 0 0,-1 0 0 0 0,0 0-1 0 0,0 0 1 0 0,-1-1 0 0 0,2-5 0 0 0,-1 6 43 0 0,-1 0 0 0 0,0 0 0 0 0,0 0 0 0 0,-1-1 0 0 0,1 1-1 0 0,-1 0 1 0 0,0-1 0 0 0,0 1 0 0 0,0 0 0 0 0,-1-1 0 0 0,1 1 0 0 0,-1 0 0 0 0,0 0 0 0 0,-1-1 0 0 0,1 1-1 0 0,-1 0 1 0 0,1 0 0 0 0,-1 1 0 0 0,0-1 0 0 0,-5-7 0 0 0,6 11-76 0 0,0-1 0 0 0,0 1 0 0 0,0 0 0 0 0,0-1-1 0 0,0 1 1 0 0,0 0 0 0 0,0 0 0 0 0,1-1 0 0 0,-1 1 0 0 0,0 0 0 0 0,0 0 0 0 0,0 0 0 0 0,0 0-1 0 0,0 0 1 0 0,0 1 0 0 0,0-1 0 0 0,0 0 0 0 0,0 0 0 0 0,0 0 0 0 0,0 1 0 0 0,1-1 0 0 0,-1 1 0 0 0,0-1-1 0 0,0 0 1 0 0,0 1 0 0 0,1 0 0 0 0,-1-1 0 0 0,0 1 0 0 0,0-1 0 0 0,1 1 0 0 0,-1 0 0 0 0,0 0-1 0 0,-26 26 291 0 0,25-25-307 0 0,-10 12 101 0 0,0 0 0 0 0,1 0-1 0 0,0 1 1 0 0,1 1 0 0 0,1-1 0 0 0,0 2 0 0 0,2-1-1 0 0,-1 1 1 0 0,-7 32 0 0 0,14-42-86 0 0,0-1 0 0 0,1 1 1 0 0,0-1-1 0 0,0 1 0 0 0,1-1 0 0 0,0 0 1 0 0,0 1-1 0 0,0-1 0 0 0,1 0 1 0 0,0 0-1 0 0,0 1 0 0 0,1-1 0 0 0,-1-1 1 0 0,1 1-1 0 0,1 0 0 0 0,-1-1 0 0 0,1 0 1 0 0,0 1-1 0 0,7 6 0 0 0,0-8-1825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5.25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9744 0 0,'0'0'280'0'0,"0"3"-136"0"0,9 190 900 0 0,-3-14-171 0 0,-5-92-289 0 0,10-78-1981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5.6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270 89 9744 0 0,'0'0'180'0'0,"4"0"-151"0"0,10 0 3 0 0,-10 0 175 0 0,-20 15 26 0 0,1-7-130 0 0,1 0 0 0 0,-25 8 0 0 0,-11 7 147 0 0,18-8-142 0 0,23-11-41 0 0,0 0 0 0 0,1 0 0 0 0,-1 1-1 0 0,1 0 1 0 0,0 0 0 0 0,-11 11 0 0 0,13-11-13 0 0,-2 2 86 0 0,1 1 0 0 0,0 0 0 0 0,1-1 0 0 0,-7 12 0 0 0,12-18-118 0 0,0 0-1 0 0,0 0 0 0 0,0 0 1 0 0,1 0-1 0 0,-1 0 0 0 0,1 1 0 0 0,-1-1 1 0 0,1 0-1 0 0,-1 0 0 0 0,1 1 1 0 0,0-1-1 0 0,-1 0 0 0 0,1 0 1 0 0,0 1-1 0 0,0-1 0 0 0,0 0 0 0 0,0 1 1 0 0,0-1-1 0 0,0 0 0 0 0,0 0 1 0 0,1 1-1 0 0,-1-1 0 0 0,0 0 1 0 0,1 0-1 0 0,-1 1 0 0 0,1-1 0 0 0,0 0 1 0 0,-1 0-1 0 0,1 0 0 0 0,0 0 1 0 0,-1 0-1 0 0,1 0 0 0 0,0 0 1 0 0,0 0-1 0 0,0 0 0 0 0,0 0 0 0 0,0 0 1 0 0,0-1-1 0 0,0 1 0 0 0,0 0 1 0 0,0-1-1 0 0,3 2 0 0 0,-1-1 10 0 0,0 0 0 0 0,1 0 0 0 0,-1-1 0 0 0,0 1 0 0 0,1-1 0 0 0,-1 0 0 0 0,1 0-1 0 0,-1 0 1 0 0,0 0 0 0 0,1 0 0 0 0,-1-1 0 0 0,0 0 0 0 0,6-1 0 0 0,42-19 108 0 0,-45 19-116 0 0,11-6 82 0 0,-1-1-1 0 0,0 0 1 0 0,0-1 0 0 0,-1-1-1 0 0,0-1 1 0 0,-1 0 0 0 0,0-1-1 0 0,-1 0 1 0 0,0-1 0 0 0,-1 0-1 0 0,17-27 1 0 0,-27 36-45 0 0,1 1 1 0 0,-1 0 0 0 0,0-1-1 0 0,-1 0 1 0 0,1 1-1 0 0,-1-1 1 0 0,1 0-1 0 0,-1 0 1 0 0,-1 0-1 0 0,1 0 1 0 0,-1 0 0 0 0,0 1-1 0 0,0-1 1 0 0,0 0-1 0 0,-1 0 1 0 0,0 0-1 0 0,0 0 1 0 0,0 0-1 0 0,0 0 1 0 0,-1 1 0 0 0,0-1-1 0 0,0 1 1 0 0,-3-7-1 0 0,4 10-44 0 0,1 1-1 0 0,0-1 0 0 0,0 1 1 0 0,0-1-1 0 0,-1 1 1 0 0,1-1-1 0 0,0 1 0 0 0,0-1 1 0 0,-1 1-1 0 0,1 0 0 0 0,0-1 1 0 0,-1 1-1 0 0,1 0 1 0 0,0-1-1 0 0,-1 1 0 0 0,1 0 1 0 0,-1-1-1 0 0,1 1 1 0 0,-1 0-1 0 0,1 0 0 0 0,-1-1 1 0 0,1 1-1 0 0,-1 0 1 0 0,1 0-1 0 0,-1 0 0 0 0,1 0 1 0 0,-1 0-1 0 0,1-1 0 0 0,-1 1 1 0 0,1 0-1 0 0,-1 0 1 0 0,1 0-1 0 0,-1 1 0 0 0,1-1 1 0 0,-1 0-1 0 0,1 0 1 0 0,-1 0-1 0 0,1 0 0 0 0,-1 0 1 0 0,1 1-1 0 0,-1-1 1 0 0,1 0-1 0 0,-1 0 0 0 0,1 1 1 0 0,0-1-1 0 0,-1 0 0 0 0,1 1 1 0 0,-1-1-1 0 0,1 0 1 0 0,0 1-1 0 0,-1-1 0 0 0,1 1 1 0 0,0-1-1 0 0,-1 0 1 0 0,1 1-1 0 0,0-1 0 0 0,0 1 1 0 0,0-1-1 0 0,-1 1 1 0 0,1-1-1 0 0,0 2 0 0 0,-14 38 127 0 0,12-33-54 0 0,-5 19 5 0 0,1-1 0 0 0,2 1 0 0 0,0 0 0 0 0,2 0 0 0 0,1 0 1 0 0,1 0-1 0 0,1 0 0 0 0,1 0 0 0 0,6 26 0 0 0,-6-41-15 0 0,1-1 0 0 0,7 19 0 0 0,1-11-2342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6.3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211 1 12160 0 0,'0'0'454'0'0,"-2"4"-226"0"0,-4 11-37 0 0,0 1-1 0 0,1-1 1 0 0,1 1-1 0 0,1 1 0 0 0,0-1 1 0 0,1 0-1 0 0,0 1 1 0 0,2-1-1 0 0,0 1 0 0 0,2 18 1 0 0,9 5 66 0 0,-11-38-248 0 0,1 0 1 0 0,0 0-1 0 0,0 0 1 0 0,0 0-1 0 0,0 0 1 0 0,0 0-1 0 0,0 0 1 0 0,1-1 0 0 0,-1 1-1 0 0,1 0 1 0 0,-1-1-1 0 0,1 1 1 0 0,-1-1-1 0 0,1 1 1 0 0,2 1-1 0 0,-3-3-6 0 0,0 0-1 0 0,0 0 0 0 0,0 0 1 0 0,1 0-1 0 0,-1-1 1 0 0,0 1-1 0 0,0 0 0 0 0,0 0 1 0 0,0-1-1 0 0,0 1 1 0 0,0 0-1 0 0,0-1 1 0 0,0 1-1 0 0,0-1 0 0 0,0 1 1 0 0,-1-1-1 0 0,1 0 1 0 0,2-1-1 0 0,15-14 4 0 0,1-5 4 0 0,-2 0 1 0 0,24-38-1 0 0,-33 46-1 0 0,-1-1-1 0 0,0 0 1 0 0,7-22 0 0 0,-8 23 175 0 0,-9 33 63 0 0,0 3-192 0 0,3-7 22 0 0,1 1-1 0 0,6 30 1 0 0,-3-29-7 0 0,-1 0 1 0 0,0 22 0 0 0,-7 21 101 0 0,-3 1 0 0 0,-2-1 0 0 0,-21 70 0 0 0,24-103-65 0 0,-6 22 73 0 0,-1-1 0 0 0,-3 0-1 0 0,-1-1 1 0 0,-3-1-1 0 0,-43 73 1 0 0,55-107-123 0 0,-1-1-1 0 0,-1-1 1 0 0,0 0 0 0 0,0 0-1 0 0,-1-1 1 0 0,-1 0 0 0 0,1-1 0 0 0,-26 14-1 0 0,35-22-46 0 0,1 0 0 0 0,-1 0 0 0 0,1 0-1 0 0,-1-1 1 0 0,1 1 0 0 0,-1 0-1 0 0,0-1 1 0 0,1 0 0 0 0,-1 1 0 0 0,0-1-1 0 0,1 0 1 0 0,-1 0 0 0 0,0 0-1 0 0,1 0 1 0 0,-1 0 0 0 0,0 0-1 0 0,0 0 1 0 0,1-1 0 0 0,-1 1 0 0 0,0-1-1 0 0,1 1 1 0 0,-1-1 0 0 0,1 0-1 0 0,-1 1 1 0 0,1-1 0 0 0,-1 0 0 0 0,1 0-1 0 0,-2-2 1 0 0,1 1 1 0 0,0 0 1 0 0,0 0 0 0 0,0 0-1 0 0,1 0 1 0 0,-1-1-1 0 0,1 1 1 0 0,0-1-1 0 0,0 1 1 0 0,0-1-1 0 0,0 1 1 0 0,0-1-1 0 0,0 0 1 0 0,1 1-1 0 0,-1-1 1 0 0,1 0-1 0 0,-1-4 1 0 0,2 1 6 0 0,-1 0 1 0 0,1 0-1 0 0,0 0 1 0 0,0 0 0 0 0,1 0-1 0 0,0 0 1 0 0,0 1-1 0 0,0-1 1 0 0,1 1-1 0 0,3-6 1 0 0,4-4-461 0 0,21-27 0 0 0,-18 25-1194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7.1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183 1 8336 0 0,'0'0'2544'0'0,"4"2"-2400"0"0,1-1-318 0 0,18 11 1145 0 0,-22-11-925 0 0,-1-1 1 0 0,1 1 0 0 0,-1-1 0 0 0,0 1 0 0 0,1-1 0 0 0,-1 1 0 0 0,0-1-1 0 0,1 1 1 0 0,-1 0 0 0 0,0-1 0 0 0,0 1 0 0 0,1 0 0 0 0,-1-1-1 0 0,0 1 1 0 0,0 0 0 0 0,0-1 0 0 0,0 1 0 0 0,0 0 0 0 0,0-1 0 0 0,0 1-1 0 0,0 0 1 0 0,0-1 0 0 0,0 1 0 0 0,0 0 0 0 0,-1-1 0 0 0,1 1-1 0 0,0 0 1 0 0,0-1 0 0 0,-1 1 0 0 0,1-1 0 0 0,0 1 0 0 0,-1 0 0 0 0,1-1-1 0 0,-1 1 1 0 0,1-1 0 0 0,-1 1 0 0 0,1-1 0 0 0,-2 1 0 0 0,-17 24 426 0 0,14-19-343 0 0,0 1 1 0 0,0-1-1 0 0,-1 0 0 0 0,0 0 1 0 0,0 0-1 0 0,0-1 0 0 0,-1 0 1 0 0,-10 6-1 0 0,-18 4 125 0 0,23-10-149 0 0,0 0 0 0 0,1 0 1 0 0,-18 12-1 0 0,26-15-75 0 0,1-1 1 0 0,0 1-1 0 0,0 0 0 0 0,-1 0 0 0 0,1 0 1 0 0,0 0-1 0 0,1 1 0 0 0,-1-1 1 0 0,0 0-1 0 0,1 1 0 0 0,-1-1 1 0 0,1 1-1 0 0,0 0 0 0 0,0-1 1 0 0,0 1-1 0 0,0 0 0 0 0,0 0 1 0 0,1 0-1 0 0,-1 0 0 0 0,1 5 0 0 0,0-1 62 0 0,0 1 0 0 0,0 0 0 0 0,1 0 0 0 0,0 0 0 0 0,1 0 0 0 0,0 0 0 0 0,5 12 0 0 0,-6-17-70 0 0,0 0 1 0 0,1 0-1 0 0,0 0 0 0 0,0-1 0 0 0,0 1 1 0 0,0 0-1 0 0,0-1 0 0 0,1 0 1 0 0,-1 0-1 0 0,0 1 0 0 0,1-2 0 0 0,0 1 1 0 0,0 0-1 0 0,-1 0 0 0 0,1-1 1 0 0,0 1-1 0 0,0-1 0 0 0,0 0 1 0 0,1 0-1 0 0,-1 0 0 0 0,6 0 0 0 0,12 2 75 0 0,0-1 0 0 0,0-1 0 0 0,0-1 0 0 0,0-1 0 0 0,0 0 0 0 0,37-9 0 0 0,-27 2-23 0 0,-1-2 0 0 0,0 0 0 0 0,53-28 0 0 0,-66 29-2425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7.6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11152 0 0,'0'0'205'0'0,"3"0"-164"0"0,-2 0-33 0 0,1-1-1 0 0,-1 1 1 0 0,0 0-1 0 0,0 1 1 0 0,0-1-1 0 0,1 0 0 0 0,-1 0 1 0 0,0 0-1 0 0,0 1 1 0 0,0-1-1 0 0,0 0 1 0 0,2 2-1 0 0,-2-1 4 0 0,0-1 0 0 0,-1 1 0 0 0,1 0 1 0 0,-1 0-1 0 0,1 0 0 0 0,-1 0 0 0 0,0 0 0 0 0,1 0 0 0 0,-1 1 0 0 0,0-1 1 0 0,0 0-1 0 0,0 0 0 0 0,0 0 0 0 0,1 0 0 0 0,-1 0 0 0 0,-1 0 0 0 0,1 1 1 0 0,1 13 68 0 0,0 0 0 0 0,5 20 0 0 0,1 11 72 0 0,5 188 772 0 0,-12-163-1498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8.0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29 7936 0 0,'0'0'1936'0'0,"4"-1"-1623"0"0,10-2-160 0 0,118-17 1319 0 0,-105 18-1312 0 0,-1 0-1 0 0,0 2 0 0 0,32 3 1 0 0,1 3-650 0 0,1-2 1 0 0,88-7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3:59.6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10 96 0 0,'0'0'4473'0'0,"0"3"-4071"0"0,-1 42 2244 0 0,4-44-2543 0 0,0 0 0 0 0,0-1-1 0 0,0 1 1 0 0,0-1 0 0 0,0 0-1 0 0,0 1 1 0 0,0-2 0 0 0,5 1-1 0 0,-5 0 78 0 0,8-1 285 0 0,0 1 0 0 0,0-2 0 0 0,22-4 0 0 0,102-14 1312 0 0,5 15 1 0 0,-139 5-1747 0 0,1 0 0 0 0,-1 1 0 0 0,0-1 0 0 0,1 0 1 0 0,-1 1-1 0 0,0-1 0 0 0,1 1 0 0 0,-1 0 0 0 0,0-1 0 0 0,0 1 1 0 0,1 0-1 0 0,0 1 0 0 0,0-1 10 0 0,-1 0-1 0 0,1 0 1 0 0,-1 0 0 0 0,1 0-1 0 0,-1 0 1 0 0,1-1 0 0 0,-1 1-1 0 0,1 0 1 0 0,-1-1 0 0 0,1 1-1 0 0,0-1 1 0 0,0 0 0 0 0,1 1-1 0 0,30-2 1056 0 0,52-9 0 0 0,-4 3-308 0 0,-43 0-466 0 0,-28 5-244 0 0,0-1-1 0 0,-1 2 1 0 0,1-1-1 0 0,0 1 1 0 0,0 1-1 0 0,0-1 1 0 0,0 2-1 0 0,0-1 1 0 0,0 2-1 0 0,0-1 1 0 0,14 5-1 0 0,-11-3-31 0 0,0 0-1 0 0,0-1 0 0 0,0 0 1 0 0,0-1-1 0 0,0-1 1 0 0,0 0-1 0 0,14-2 1 0 0,14 0 38 0 0,-26 2-46 0 0,22 1 141 0 0,0-2 0 0 0,0-1 0 0 0,63-13 1 0 0,-77 11-51 0 0,0 1 1 0 0,1 1-1 0 0,-1 1 1 0 0,33 4-1 0 0,0-2-11 0 0,23-1 221 0 0,-75-2-285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1.6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583 186 7024 0 0,'0'0'2544'0'0,"-3"-1"-2160"0"0,-20-1 370 0 0,0 0 0 0 0,0 1 0 0 0,-27 3 0 0 0,40 0-558 0 0,1 0 0 0 0,0 0 0 0 0,1 1 1 0 0,-15 6-1 0 0,-3 1 448 0 0,14-5-412 0 0,1 0 1 0 0,0 1-1 0 0,0 0 0 0 0,1 0 1 0 0,-1 1-1 0 0,1 1 0 0 0,-9 8 1 0 0,-25 20 179 0 0,21-18-187 0 0,0 1-1 0 0,-27 29 1 0 0,29-24-111 0 0,1 1 0 0 0,1 1 0 0 0,1 1 0 0 0,2 1 0 0 0,-18 40 0 0 0,30-56-78 0 0,1 0-1 0 0,1 0 0 0 0,0 0 1 0 0,1 1-1 0 0,1-1 1 0 0,-1 0-1 0 0,3 14 1 0 0,-1 5 56 0 0,-1-24-65 0 0,1 0-1 0 0,0 0 1 0 0,1 0 0 0 0,4 13 0 0 0,1 8 55 0 0,-6-25-70 0 0,1 0 0 0 0,-1 0-1 0 0,0 0 1 0 0,1 0 0 0 0,-1 0 0 0 0,1 0 0 0 0,0-1-1 0 0,0 1 1 0 0,0-1 0 0 0,0 1 0 0 0,0-1-1 0 0,5 4 1 0 0,35 24 80 0 0,-27-20-42 0 0,-6-4-18 0 0,1-1 0 0 0,0 0 0 0 0,0 0 0 0 0,1-1 0 0 0,-1 0 0 0 0,1-1-1 0 0,0 0 1 0 0,22 3 0 0 0,3-3 229 0 0,52-3-1 0 0,-43 0 72 0 0,119-5 1122 0 0,-135 6-1243 0 0,22-1 111 0 0,0-2 0 0 0,50-8-1 0 0,-87 8-272 0 0,-1-1 1 0 0,0 0-1 0 0,0-2 0 0 0,0 1 0 0 0,0-1 0 0 0,-1-1 0 0 0,16-10 1 0 0,41-16 220 0 0,-31 7-10 0 0,43-35 0 0 0,-80 59-250 0 0,1-1 0 0 0,-1 1-1 0 0,0 0 1 0 0,0-1 0 0 0,0 0 0 0 0,0 1-1 0 0,0-1 1 0 0,0 1 0 0 0,0-1 0 0 0,-1 0-1 0 0,1 0 1 0 0,-1 1 0 0 0,1-1 0 0 0,-1 0-1 0 0,1 0 1 0 0,-1-2 0 0 0,0 2 0 0 0,0-1 1 0 0,1 1 0 0 0,-1-1-1 0 0,1 1 1 0 0,0 0 0 0 0,0 0-1 0 0,0-1 1 0 0,0 1 0 0 0,2-3-1 0 0,13-15 103 0 0,31-29-1 0 0,-6 6 22 0 0,-30 29-28 0 0,-1 0 0 0 0,0 0 0 0 0,-1-2 0 0 0,13-31 0 0 0,-4 11-1 0 0,-1-3 234 0 0,-2-1 0 0 0,15-63 1 0 0,-29 102-326 0 0,-1-4 23 0 0,1 0 0 0 0,-1 0 0 0 0,0 0 0 0 0,0 0 0 0 0,0 0 0 0 0,-1 0 0 0 0,1 0 0 0 0,-1 0 0 0 0,0 0 0 0 0,-1 0 0 0 0,0 0 0 0 0,1 0 0 0 0,-5-7 0 0 0,0 0 37 0 0,-1 0 0 0 0,0 1 0 0 0,-17-21 0 0 0,16 24-41 0 0,0 0 0 0 0,-1 0 0 0 0,0 0 0 0 0,0 1-1 0 0,-1 1 1 0 0,0-1 0 0 0,0 2 0 0 0,0-1 0 0 0,-1 2 0 0 0,0-1 0 0 0,0 1-1 0 0,0 1 1 0 0,-14-3 0 0 0,-7-2 25 0 0,1 0 0 0 0,-1 3-1 0 0,0 0 1 0 0,-1 2 0 0 0,1 2-1 0 0,-39 2 1 0 0,20 4 236 0 0,25-3-4042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2.5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237 414 7024 0 0,'0'0'7338'0'0,"1"-4"-7166"0"0,0-6 6 0 0,-1-1-1 0 0,0 1 1 0 0,-1 0-1 0 0,1-1 1 0 0,-2 1-1 0 0,0-1 1 0 0,-5-16 0 0 0,2 3-37 0 0,-3-10 270 0 0,3 16-146 0 0,1 0 1 0 0,1 0 0 0 0,0 0-1 0 0,2-1 1 0 0,0 1-1 0 0,2-22 1 0 0,11 2 393 0 0,-3 14-11 0 0,-8 21-551 0 0,0 0 0 0 0,0 0 0 0 0,0 0 0 0 0,0 0 0 0 0,1 0 0 0 0,-1 0 0 0 0,4-4 0 0 0,-5 7-55 0 0,0-1 1 0 0,0 1-1 0 0,0-1 1 0 0,0 1-1 0 0,0-1 1 0 0,0 1 0 0 0,0 0-1 0 0,0-1 1 0 0,0 1-1 0 0,0-1 1 0 0,0 1-1 0 0,-1-1 1 0 0,1 1-1 0 0,0-1 1 0 0,0 1 0 0 0,0 0-1 0 0,-1-1 1 0 0,1 1-1 0 0,0-1 1 0 0,0 1-1 0 0,-1 0 1 0 0,1-1-1 0 0,0 1 1 0 0,-1 0-1 0 0,1-1 1 0 0,-1 1 0 0 0,1 0-1 0 0,0 0 1 0 0,-1-1-1 0 0,1 1 1 0 0,-1 0-1 0 0,1 0 1 0 0,0 0-1 0 0,-1 0 1 0 0,1 0 0 0 0,-1-1-1 0 0,1 1 1 0 0,-1 0-1 0 0,1 0 1 0 0,-1 0-1 0 0,1 0 1 0 0,-1 0-1 0 0,1 0 1 0 0,-1 0 0 0 0,1 1-1 0 0,-1-1 1 0 0,-36 35 275 0 0,20-19-220 0 0,0 0 0 0 0,1 1 0 0 0,1 0-1 0 0,1 2 1 0 0,-20 30 0 0 0,-5 17 27 0 0,26-50-138 0 0,12-15-13 0 0,-1 0-1 0 0,1 0 1 0 0,0 1-1 0 0,0-1 0 0 0,-1 1 1 0 0,1-1-1 0 0,0 1 1 0 0,1-1-1 0 0,-1 1 0 0 0,0-1 1 0 0,0 1-1 0 0,1 0 0 0 0,-1-1 1 0 0,1 1-1 0 0,-1 2 1 0 0,8-5-50 0 0,0 1 0 0 0,0-1 0 0 0,0-1 0 0 0,11-2 0 0 0,0 0-19 0 0,186-22-441 0 0,-30 6-204 0 0,-152 17-2016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4.7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179 0 9944 0 0,'0'0'2144'0'0,"-1"4"-2016"0"0,0-2-110 0 0,0 0 1 0 0,0 0 0 0 0,0 0-1 0 0,0 0 1 0 0,0 0 0 0 0,0 0-1 0 0,0-1 1 0 0,-1 1 0 0 0,1 0-1 0 0,0-1 1 0 0,-1 1 0 0 0,0-1-1 0 0,1 0 1 0 0,-1 1 0 0 0,0-1-1 0 0,0 0 1 0 0,0 0 0 0 0,1 0-1 0 0,-1 0 1 0 0,-4 1 0 0 0,-21 11 393 0 0,-41 29 1 0 0,59-36-362 0 0,3-3 223 0 0,0 1 0 0 0,1 0 1 0 0,-1 0-1 0 0,-8 9 1 0 0,14-12-239 0 0,-1-1 1 0 0,1 1-1 0 0,0 0 1 0 0,-1-1 0 0 0,1 1-1 0 0,0 0 1 0 0,0 0 0 0 0,0-1-1 0 0,0 1 1 0 0,-1 0-1 0 0,1 0 1 0 0,0-1 0 0 0,0 1-1 0 0,0 0 1 0 0,0 0-1 0 0,1 0 1 0 0,-1-1 0 0 0,0 1-1 0 0,0 0 1 0 0,0 0 0 0 0,1-1-1 0 0,-1 1 1 0 0,0 0-1 0 0,1-1 1 0 0,-1 1 0 0 0,0 0-1 0 0,1-1 1 0 0,-1 1 0 0 0,1 0-1 0 0,-1-1 1 0 0,1 1-1 0 0,0-1 1 0 0,-1 1 0 0 0,1-1-1 0 0,-1 1 1 0 0,2 0 0 0 0,28 16 191 0 0,-24-14-82 0 0,6 3-54 0 0,-1-1-1 0 0,1-1 1 0 0,0 0 0 0 0,1 0-1 0 0,23 2 1 0 0,67 3 205 0 0,-72-8-155 0 0,1-2-13 0 0,-26 0-88 0 0,1 0 1 0 0,-1 1-1 0 0,0 0 1 0 0,10 1-1 0 0,-15-1-36 0 0,-1 0 0 0 0,1 1-1 0 0,-1-1 1 0 0,1 0 0 0 0,-1 0-1 0 0,1 0 1 0 0,-1 0 0 0 0,0 0 0 0 0,1 0-1 0 0,-1 1 1 0 0,1-1 0 0 0,-1 0-1 0 0,1 0 1 0 0,-1 1 0 0 0,0-1 0 0 0,1 0-1 0 0,-1 1 1 0 0,0-1 0 0 0,1 0-1 0 0,-1 1 1 0 0,0-1 0 0 0,0 0 0 0 0,1 1-1 0 0,-1-1 1 0 0,0 1 0 0 0,0-1-1 0 0,0 1 1 0 0,1-1 0 0 0,-1 0 0 0 0,0 1-1 0 0,0-1 1 0 0,0 1 0 0 0,0-1-1 0 0,0 1 1 0 0,0-1 0 0 0,0 1 0 0 0,0-1-1 0 0,0 1 1 0 0,0-1 0 0 0,0 1-1 0 0,0-1 1 0 0,0 0 0 0 0,-1 1 0 0 0,1 0-1 0 0,-12 17 109 0 0,-153 130 59 0 0,155-139-164 0 0,-70 66-6 0 0,66-67-50 0 0,10-6-2216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5.9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19 506 9648 0 0,'0'0'896'0'0,"4"-3"-888"0"0,2-3-4 0 0,0 0 1 0 0,0 0 0 0 0,-1 0-1 0 0,0-1 1 0 0,0 0 0 0 0,-1 0-1 0 0,0 0 1 0 0,0 0 0 0 0,4-12-1 0 0,5-15 17 0 0,-2-1 0 0 0,-1 0 0 0 0,8-55 0 0 0,0 0 462 0 0,-11 67-267 0 0,16-40 0 0 0,-7 25 992 0 0,-7 25-349 0 0,-9 13-821 0 0,0-1 0 0 0,1 1 1 0 0,-1 0-1 0 0,0 0 1 0 0,0-1-1 0 0,1 1 0 0 0,-1 0 1 0 0,0 0-1 0 0,0 0 0 0 0,1-1 1 0 0,-1 1-1 0 0,0 0 0 0 0,1 0 1 0 0,-1 0-1 0 0,0 0 0 0 0,1-1 1 0 0,-1 1-1 0 0,0 0 0 0 0,1 0 1 0 0,-1 0-1 0 0,0 0 1 0 0,1 0-1 0 0,-1 0 0 0 0,0 0 1 0 0,1 0-1 0 0,-1 0 0 0 0,0 0 1 0 0,1 0-1 0 0,-1 0 0 0 0,0 1 1 0 0,1-1-1 0 0,-1 0 0 0 0,0 0 1 0 0,1 0-1 0 0,-1 0 0 0 0,0 0 1 0 0,1 1-1 0 0,-1-1 1 0 0,-10 30 1516 0 0,-1 29-727 0 0,7-31-191 0 0,-11 37 0 0 0,12-57-504 0 0,1-1 1 0 0,-2 1-1 0 0,1 0 1 0 0,-1-1-1 0 0,0 0 1 0 0,-1 0-1 0 0,1 0 0 0 0,-1 0 1 0 0,-7 6-1 0 0,12-13-118 0 0,0 1 0 0 0,-1-1-1 0 0,1 0 1 0 0,0 1 0 0 0,-1-1-1 0 0,1 1 1 0 0,0-1 0 0 0,-1 0-1 0 0,1 1 1 0 0,-1-1 0 0 0,1 0-1 0 0,0 0 1 0 0,-1 1 0 0 0,1-1 0 0 0,-1 0-1 0 0,1 0 1 0 0,-1 0 0 0 0,1 1-1 0 0,-1-1 1 0 0,1 0 0 0 0,-1 0-1 0 0,1 0 1 0 0,-1 0 0 0 0,0 0-1 0 0,1 0 1 0 0,-1 0 0 0 0,1 0-1 0 0,-1 0 1 0 0,1-1 0 0 0,-1 1-1 0 0,-9-14 249 0 0,6 8-262 0 0,-80-151 751 0 0,82 152-665 0 0,-1 0-1 0 0,1 0 1 0 0,0 0-1 0 0,1 0 1 0 0,-1 0-1 0 0,1-1 1 0 0,0 1-1 0 0,0-8 1 0 0,22 26-132 0 0,-16-10-2554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6.5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254 0 10848 0 0,'0'0'4970'0'0,"-1"4"-4875"0"0,-1 1-63 0 0,0 1-1 0 0,-1-1 1 0 0,0 0-1 0 0,0 0 1 0 0,0 0 0 0 0,0-1-1 0 0,-1 1 1 0 0,0-1 0 0 0,0 1-1 0 0,0-1 1 0 0,0-1 0 0 0,-8 6-1 0 0,-8 5 50 0 0,-40 19 0 0 0,0 0-1 0 0,49-26-87 0 0,-16 10 239 0 0,27-16-224 0 0,-1-1 1 0 0,1 0-1 0 0,0 1 0 0 0,-1-1 0 0 0,1 1 0 0 0,-1-1 0 0 0,1 1 1 0 0,0-1-1 0 0,-1 1 0 0 0,1-1 0 0 0,0 1 0 0 0,0 0 0 0 0,-1-1 1 0 0,1 1-1 0 0,0-1 0 0 0,0 1 0 0 0,0 0 0 0 0,0-1 0 0 0,0 1 1 0 0,0-1-1 0 0,0 1 0 0 0,0 0 0 0 0,0-1 0 0 0,0 1 1 0 0,0 0-1 0 0,0-1 0 0 0,0 1 0 0 0,0-1 0 0 0,1 1 0 0 0,-1-1 1 0 0,0 1-1 0 0,0 0 0 0 0,1-1 0 0 0,-1 1 0 0 0,0-1 0 0 0,1 1 1 0 0,-1-1-1 0 0,1 1 0 0 0,0 0 0 0 0,8 7 40 0 0,1 0 0 0 0,0-1 0 0 0,1 0 0 0 0,-1-1 1 0 0,13 6-1 0 0,-12-6 27 0 0,0 0 1 0 0,0 0 0 0 0,-1 1-1 0 0,1 0 1 0 0,8 10 0 0 0,-18-16-64 0 0,0-1 0 0 0,0 1 0 0 0,0 0 1 0 0,-1 0-1 0 0,1 0 0 0 0,-1 0 0 0 0,1 0 0 0 0,0 0 1 0 0,-1 0-1 0 0,1 0 0 0 0,-1 0 0 0 0,0 0 0 0 0,1 0 1 0 0,-1 0-1 0 0,0 0 0 0 0,0 1 0 0 0,0-1 0 0 0,0 0 1 0 0,0 0-1 0 0,0 0 0 0 0,0 0 0 0 0,0 0 1 0 0,0 1-1 0 0,-1 0 0 0 0,0 0 1 0 0,0 1 1 0 0,0-1-1 0 0,0 1 1 0 0,-1-1-1 0 0,1 1 1 0 0,-1-1-1 0 0,0 0 1 0 0,0 0-1 0 0,-3 3 0 0 0,-4 3 14 0 0,0-1-1 0 0,0-1 0 0 0,-20 11 0 0 0,25-15-128 0 0,-65 30 314 0 0,39-23-2466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7.0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10040 0 0,'0'0'1537'0'0,"0"5"-1425"0"0,12 120 882 0 0,-6-80-629 0 0,0 47 0 0 0,-10 65-1090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7.3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256 22 9944 0 0,'-9'0'26'0'0,"1"1"0"0"0,-1 0 1 0 0,-14 5-1 0 0,15-4 2 0 0,-1 0-1 0 0,0-1 1 0 0,-14 2 0 0 0,-84-13 158 0 0,76 2 433 0 0,30 8-663 0 0,0-1-1 0 0,0 1 1 0 0,0-1-1 0 0,0 1 1 0 0,-1-1-1 0 0,1 1 0 0 0,0-1 1 0 0,0 0-1 0 0,0 1 1 0 0,0-1-1 0 0,1 0 1 0 0,-1 0-1 0 0,0 0 1 0 0,0 0-1 0 0,0 0 0 0 0,1 0 1 0 0,-1 0-1 0 0,0 0 1 0 0,1 0-1 0 0,-1 0 1 0 0,0-2-1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7.6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114 1 8240 0 0,'0'0'480'0'0,"-4"0"-416"0"0,-3 0 165 0 0,0 1 1 0 0,-1 0-1 0 0,1 0 1 0 0,0 1-1 0 0,-12 3 1 0 0,15-3-77 0 0,0-1 0 0 0,0 0 0 0 0,0 0 1 0 0,0-1-1 0 0,0 1 0 0 0,0-1 0 0 0,0 0 0 0 0,-6-1 0 0 0,-3 1 468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8.0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1 9040 0 0,'-10'162'864'0'0,"9"-86"993"0"0,1-75-1482 0 0,3-28 137 0 0,36-90 394 0 0,-36 108-749 0 0,-1-1 0 0 0,2 1-1 0 0,-1 0 1 0 0,1 0 0 0 0,1 1-1 0 0,-1-1 1 0 0,10-11 0 0 0,-13 19-111 0 0,0 0 0 0 0,-1 0 0 0 0,1 0 0 0 0,0 0 0 0 0,-1 1 0 0 0,1-1 0 0 0,0 0 0 0 0,0 1 0 0 0,0-1 0 0 0,0 0 0 0 0,-1 1 0 0 0,1-1 0 0 0,0 1 0 0 0,0-1 0 0 0,0 1 0 0 0,0 0 0 0 0,0-1 0 0 0,0 1 0 0 0,0 0 0 0 0,0 0 0 0 0,1 0 0 0 0,-1 0 0 0 0,0 0 0 0 0,0 0 0 0 0,0 0 0 0 0,2 0 0 0 0,-2 1-8 0 0,1 0 0 0 0,-1 0 1 0 0,1 0-1 0 0,-1 0 0 0 0,0 0 1 0 0,0 0-1 0 0,1 1 0 0 0,-1-1 1 0 0,0 0-1 0 0,0 1 0 0 0,0-1 1 0 0,0 1-1 0 0,0-1 0 0 0,1 3 1 0 0,2 7 82 0 0,0-1 0 0 0,-1 1 0 0 0,5 22 0 0 0,4 3 301 0 0,-5-18 14 0 0,-7-14-2538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8.35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344 0 13264 0 0,'0'0'1256'0'0,"-2"4"-983"0"0,-1-1-188 0 0,1 1 0 0 0,-1-1 0 0 0,0 0 0 0 0,0 0 0 0 0,0 0 0 0 0,-1-1 1 0 0,1 1-1 0 0,-1-1 0 0 0,1 0 0 0 0,-1 0 0 0 0,0 0 0 0 0,0 0 0 0 0,0 0 0 0 0,0-1 0 0 0,0 0 0 0 0,-5 1 1 0 0,-17 4 187 0 0,6-2-118 0 0,0 1 0 0 0,0 1-1 0 0,0 1 1 0 0,1 0 0 0 0,0 1 0 0 0,-27 17 0 0 0,43-23-137 0 0,0 1 0 0 0,0 0 1 0 0,0 0-1 0 0,1 0 0 0 0,-1 0 1 0 0,1 1-1 0 0,0-1 0 0 0,0 1 1 0 0,0-1-1 0 0,0 1 0 0 0,1 0 1 0 0,-1 0-1 0 0,1 0 0 0 0,-1 5 1 0 0,-2 10 58 0 0,-2 37 1 0 0,0-8-2 0 0,-3 9 5 0 0,4-21 70 0 0,-19 65 1 0 0,24-98 22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8.6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214 1 13264 0 0,'0'0'1490'0'0,"-5"3"-1212"0"0,-9 5-105 0 0,0-1 1 0 0,0 0 0 0 0,-1-1-1 0 0,0-1 1 0 0,-1 0 0 0 0,-22 3 0 0 0,-24 11 491 0 0,42-12-2344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09.0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102 117 12056 0 0,'0'4'224'0'0,"-1"-2"-209"0"0,1 3 95 0 0,-1 1-1 0 0,0 0 1 0 0,0-1-1 0 0,0 1 1 0 0,-1-1-1 0 0,0 1 1 0 0,0-1-1 0 0,-4 8 1 0 0,1-6-2 0 0,4-5 4 0 0,0 0 0 0 0,0 0 0 0 0,0-1 1 0 0,-1 1-1 0 0,1 0 0 0 0,-1 0 0 0 0,0-1 0 0 0,1 1 0 0 0,-1-1 0 0 0,0 1 0 0 0,0-1 0 0 0,-2 1 0 0 0,-2 2 363 0 0,6-4-455 0 0,-1 1 0 0 0,1-1-1 0 0,0 0 1 0 0,-1 1-1 0 0,1-1 1 0 0,-1 0 0 0 0,1 1-1 0 0,-1-1 1 0 0,1 0-1 0 0,-1 0 1 0 0,1 1 0 0 0,-1-1-1 0 0,1 0 1 0 0,-1 0-1 0 0,0 0 1 0 0,1 0 0 0 0,-1 0-1 0 0,1 0 1 0 0,-1 0-1 0 0,1 0 1 0 0,-1 0 0 0 0,1 0-1 0 0,-1 0 1 0 0,0 0-1 0 0,1 0 1 0 0,-1 0 0 0 0,1 0-1 0 0,-1 0 1 0 0,1-1-1 0 0,-1 1 1 0 0,1 0-1 0 0,-1-1 1 0 0,1 1 0 0 0,-1 0-1 0 0,1 0 1 0 0,-1-1-1 0 0,1 1 1 0 0,0-1 0 0 0,-1 1-1 0 0,1-1 1 0 0,0 1-1 0 0,-1 0 1 0 0,1-1 0 0 0,0 1-1 0 0,-1-1 1 0 0,1 1-1 0 0,0-1 1 0 0,0 1 0 0 0,0-1-1 0 0,-1 0 1 0 0,-4-11 82 0 0,0 0 0 0 0,1 1 0 0 0,1-1-1 0 0,-1-1 1 0 0,2 1 0 0 0,-2-14 0 0 0,3 18-15 0 0,1 0 0 0 0,0 0 0 0 0,0 0 0 0 0,0 0 0 0 0,1 0 0 0 0,0 0 0 0 0,1 0-1 0 0,0 0 1 0 0,0 0 0 0 0,5-11 0 0 0,-6 18-64 0 0,0 0 0 0 0,0 1 0 0 0,0-1 0 0 0,0 0 0 0 0,0 0 0 0 0,0 1 0 0 0,0-1 0 0 0,0 1 0 0 0,0-1 0 0 0,0 1 0 0 0,1-1 0 0 0,-1 1 0 0 0,0-1 0 0 0,0 1 0 0 0,0 0 0 0 0,1 0 0 0 0,-1 0 0 0 0,0 0 0 0 0,0 0 0 0 0,1 0 0 0 0,-1 0 0 0 0,0 0 0 0 0,0 0 0 0 0,1 1 0 0 0,-1-1 0 0 0,2 1 0 0 0,2 0 23 0 0,0 1 0 0 0,0-1 0 0 0,-1 1-1 0 0,1 0 1 0 0,7 4 0 0 0,-1 3 122 0 0,0 0-1 0 0,18 18 0 0 0,-12-7-2524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10.0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6 4720 0 0,'0'0'8233'0'0,"4"1"-8129"0"0,7 3-41 0 0,-7-3-23 0 0,0 1 1 0 0,0-1-1 0 0,0 0 0 0 0,0 0 0 0 0,0 0 1 0 0,0 0-1 0 0,0-1 0 0 0,0 0 1 0 0,1 0-1 0 0,-1 0 0 0 0,5-1 1 0 0,-3 0-23 0 0,0 1 1 0 0,0-1 0 0 0,1 1 0 0 0,8 1-1 0 0,-9-1-5 0 0,0 0 0 0 0,0 0-1 0 0,0 0 1 0 0,12-3 0 0 0,-5 1 3 0 0,-1 0 0 0 0,1 0 1 0 0,12 1-1 0 0,18-2 6 0 0,-18 0 89 0 0,1 2 0 0 0,34 3 0 0 0,-8-1 69 0 0,-41 0-121 0 0,-1 0 0 0 0,0 0 0 0 0,14 5 0 0 0,-14-4 37 0 0,1 1-1 0 0,-1-2 0 0 0,16 2 0 0 0,1-4 61 0 0,-16 0-28 0 0,0 1-1 0 0,0 0 0 0 0,17 2 1 0 0,0 8 162 0 0,-24-8-260 0 0,0 0 0 0 0,0-1 0 0 0,0 1 0 0 0,0-1 0 0 0,0 0 0 0 0,0 0 0 0 0,0-1 0 0 0,0 1 0 0 0,0-1 0 0 0,4 0 0 0 0,109-12 507 0 0,-72 9-398 0 0,-28 1-90 0 0,0 0-1 0 0,0 1 0 0 0,-1 1 0 0 0,1 1 1 0 0,0 1-1 0 0,22 4 0 0 0,82 25 275 0 0,-119-31-399 0 0,0 0 0 0 0,1 0 1 0 0,-1 0-1 0 0,0 0 0 0 0,0 0 1 0 0,1 0-1 0 0,-1-1 0 0 0,0 1 1 0 0,0-1-1 0 0,0 0 0 0 0,0 0 1 0 0,0 1-1 0 0,0-1 0 0 0,0-1 1 0 0,0 1-1 0 0,3-2 0 0 0,-3 2-798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11.96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220 54 3112 0 0,'0'0'-152'0'0,"0"3"-799"0"0,0 10 1183 0 0,0-4 462 0 0,-1-1 0 0 0,2 1 0 0 0,-1 0 0 0 0,1-1 0 0 0,1 1 0 0 0,-1 0 0 0 0,5 10 0 0 0,-4-11-90 0 0,-1-1-1 0 0,1 1 1 0 0,-1-1-1 0 0,0 1 1 0 0,-1-1-1 0 0,0 1 1 0 0,0-1-1 0 0,-2 9 1 0 0,1 10 1905 0 0,0-24-2435 0 0,1-1-1 0 0,-1 0 0 0 0,1 1 1 0 0,-1-1-1 0 0,0 0 0 0 0,0 0 1 0 0,0 0-1 0 0,1 1 0 0 0,-1-1 1 0 0,0 0-1 0 0,0 0 0 0 0,0 0 1 0 0,-1-1-1 0 0,1 1 0 0 0,0 0 1 0 0,0 0-1 0 0,0-1 0 0 0,-1 1 1 0 0,1 0-1 0 0,-3 0 0 0 0,-27 10 579 0 0,25-11-571 0 0,-1 1 1 0 0,1-1-1 0 0,0-1 0 0 0,0 1 0 0 0,0-1 1 0 0,0 0-1 0 0,0 0 0 0 0,0-1 0 0 0,0 0 1 0 0,0 0-1 0 0,0 0 0 0 0,1-1 1 0 0,-10-5-1 0 0,14 7-64 0 0,-4-2 62 0 0,0-1 1 0 0,0 1 0 0 0,0-1 0 0 0,1 0-1 0 0,-1 0 1 0 0,1-1 0 0 0,0 1-1 0 0,-4-7 1 0 0,-24-44 416 0 0,30 53-470 0 0,1-1 0 0 0,0 0-1 0 0,0 0 1 0 0,0 0 0 0 0,0 0-1 0 0,1-1 1 0 0,-1 1 0 0 0,1 0 0 0 0,0 0-1 0 0,0 0 1 0 0,0 0 0 0 0,0-1 0 0 0,0 1-1 0 0,1 0 1 0 0,-1 0 0 0 0,1 0 0 0 0,0 0-1 0 0,0 0 1 0 0,0 0 0 0 0,0 0 0 0 0,1 0-1 0 0,-1 0 1 0 0,1 1 0 0 0,0-1-1 0 0,3-4 1 0 0,1 1 24 0 0,0-1 1 0 0,1 1-1 0 0,-1 1 0 0 0,1-1 0 0 0,0 1 1 0 0,1 1-1 0 0,-1-1 0 0 0,12-4 0 0 0,0-1 97 0 0,17-6 209 0 0,-34 15-332 0 0,1 0 1 0 0,-1 1 0 0 0,0-1-1 0 0,1 1 1 0 0,-1 0-1 0 0,0 0 1 0 0,1-1-1 0 0,-1 2 1 0 0,0-1 0 0 0,1 0-1 0 0,-1 0 1 0 0,0 1-1 0 0,5 1 1 0 0,5 2 74 0 0,-9-3-85 0 0,-1 0 1 0 0,1 0-1 0 0,-1-1 0 0 0,1 2 1 0 0,-1-1-1 0 0,0 0 1 0 0,1 0-1 0 0,-1 1 1 0 0,0-1-1 0 0,0 1 1 0 0,0 0-1 0 0,0-1 1 0 0,0 1-1 0 0,0 0 0 0 0,-1 0 1 0 0,1 1-1 0 0,-1-1 1 0 0,3 4-1 0 0,15 45 332 0 0,1 0-3361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14.2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456 36 7832 0 0,'0'0'378'0'0,"-4"-1"-348"0"0,-132-24 435 0 0,128 23-449 0 0,-1 1 0 0 0,0 1 0 0 0,0 0 0 0 0,0 0 0 0 0,-9 1 0 0 0,-3 12 50 0 0,7-3 9 0 0,-6-1 20 0 0,14-6-28 0 0,1-1 1 0 0,-1 1-1 0 0,1-1 0 0 0,-1 1 0 0 0,1 1 1 0 0,0-1-1 0 0,0 1 0 0 0,1 0 0 0 0,-1 0 0 0 0,1 0 1 0 0,0 1-1 0 0,0 0 0 0 0,-6 8 0 0 0,6-6 53 0 0,-1-1-1 0 0,0 1 0 0 0,-1-1 0 0 0,-11 10 0 0 0,-7 8 403 0 0,13-12-247 0 0,7-7-165 0 0,0-1 0 0 0,0 1 0 0 0,0 0 0 0 0,0 0 0 0 0,1 0 0 0 0,0 1 0 0 0,0-1 0 0 0,0 1 1 0 0,-2 8-1 0 0,1-3 69 0 0,1-1 0 0 0,1 1 1 0 0,0-1-1 0 0,0 1 0 0 0,1 0 1 0 0,0 0-1 0 0,1 0 0 0 0,0 0 1 0 0,1 0-1 0 0,0 0 0 0 0,3 14 1 0 0,2 3-95 0 0,-4-18 59 0 0,0 0-1 0 0,0 1 1 0 0,1-1-1 0 0,0 0 1 0 0,1-1-1 0 0,0 1 1 0 0,0 0-1 0 0,8 11 1 0 0,32 31 781 0 0,-34-42-801 0 0,0 0 0 0 0,1 0 0 0 0,1-1 0 0 0,0-1 0 0 0,0 0 0 0 0,0 0 0 0 0,1-1 0 0 0,0-1 0 0 0,1 0 0 0 0,-1-1 0 0 0,1-1 0 0 0,0 0 0 0 0,21 3 0 0 0,22 3 162 0 0,-1 1 1 0 0,0 3-1 0 0,66 26 0 0 0,-116-37-248 0 0,0-1-1 0 0,0 1 0 0 0,1-2 0 0 0,-1 1 1 0 0,1 0-1 0 0,0-1 0 0 0,-1-1 1 0 0,1 1-1 0 0,0-1 0 0 0,0 0 0 0 0,-1 0 1 0 0,1-1-1 0 0,0 0 0 0 0,-1 0 0 0 0,1-1 1 0 0,0 0-1 0 0,-1 0 0 0 0,0 0 0 0 0,12-7 1 0 0,47-16 275 0 0,50-36 396 0 0,-87 46-456 0 0,-1-2 0 0 0,42-32 0 0 0,-65 45-222 0 0,0 0 1 0 0,0-1-1 0 0,0 1 0 0 0,-1-1 0 0 0,1 0 1 0 0,-1 0-1 0 0,-1 0 0 0 0,1 0 0 0 0,-1-1 1 0 0,1 1-1 0 0,1-10 0 0 0,2-9 106 0 0,4-34-1 0 0,-9 44-87 0 0,0 6-8 0 0,-1-1-1 0 0,0 1 0 0 0,0-1 0 0 0,-1 0 1 0 0,0 1-1 0 0,-1-1 0 0 0,-2-9 0 0 0,-4-18 96 0 0,6 13-62 0 0,-3-13 52 0 0,4 32-95 0 0,-1-1 1 0 0,-1 1-1 0 0,1 0 1 0 0,0 0-1 0 0,-1 0 1 0 0,0 0-1 0 0,0 0 1 0 0,-5-4-1 0 0,-33-30 58 0 0,20 19-40 0 0,8 9-10 0 0,-1 0 0 0 0,0 1 0 0 0,-28-13 1 0 0,27 14-17 0 0,4 3 2 0 0,0 1 0 0 0,0 0 0 0 0,-17-3 0 0 0,-4-2 16 0 0,-11-3 6 0 0,0 2 0 0 0,-1 2-1 0 0,0 2 1 0 0,0 1 0 0 0,0 3-1 0 0,-70 4 1 0 0,59 7 25 0 0,35-3-3224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16.0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218 18 96 0 0,'0'0'12646'0'0,"-3"-3"-12563"0"0,0 1-41 0 0,0 0-1 0 0,0 1 1 0 0,0-1-1 0 0,0 1 1 0 0,0-1 0 0 0,0 1-1 0 0,0 0 1 0 0,0 0 0 0 0,0 1-1 0 0,-1-1 1 0 0,1 1-1 0 0,0-1 1 0 0,-4 1 0 0 0,-108 0 1422 0 0,114 0-1449 0 0,1 0 1 0 0,-1 1 0 0 0,1-1 0 0 0,-1 0 0 0 0,1 0-1 0 0,-1 0 1 0 0,1 1 0 0 0,-1-1 0 0 0,0 0 0 0 0,1 1 0 0 0,0-1-1 0 0,-1 1 1 0 0,1-1 0 0 0,-1 1 0 0 0,1-1 0 0 0,-1 0-1 0 0,1 1 1 0 0,0-1 0 0 0,-1 1 0 0 0,1 0 0 0 0,0-1-1 0 0,-1 2 1 0 0,1-2-1 0 0,0 1 1 0 0,0 0-1 0 0,-1-1 0 0 0,1 1 0 0 0,0-1 0 0 0,-1 1 0 0 0,1-1 0 0 0,-1 1 0 0 0,1-1 0 0 0,-1 1 1 0 0,1-1-1 0 0,-1 1 0 0 0,1-1 0 0 0,-1 1 0 0 0,1-1 0 0 0,-1 0 0 0 0,1 1 0 0 0,-1-1 1 0 0,0 0-1 0 0,1 1 0 0 0,-1-1 0 0 0,0 0 0 0 0,0 0 0 0 0,-1 0 75 0 0,-1 0-1 0 0,1 0 0 0 0,-1 0 1 0 0,1 0-1 0 0,0 1 1 0 0,-1-1-1 0 0,1 1 0 0 0,-4 1 1 0 0,5-2-79 0 0,1 0 1 0 0,0 1-1 0 0,0-1 1 0 0,-1 0-1 0 0,1 0 1 0 0,0 0-1 0 0,0 1 1 0 0,-1-1-1 0 0,1 0 1 0 0,0 0-1 0 0,0 1 1 0 0,0-1-1 0 0,-1 0 1 0 0,1 1-1 0 0,0-1 1 0 0,0 0-1 0 0,0 1 1 0 0,0-1-1 0 0,0 0 1 0 0,0 1-1 0 0,0-1 1 0 0,0 0-1 0 0,0 0 1 0 0,0 1-1 0 0,0 0 1 0 0,7 13-49 0 0,1-2 105 0 0,0 0 1 0 0,-1 1-1 0 0,5 13 1 0 0,-8-17-33 0 0,0 0 1 0 0,0-1-1 0 0,0 1 1 0 0,1-1-1 0 0,1 0 1 0 0,-1 0-1 0 0,1-1 1 0 0,1 0-1 0 0,11 12 0 0 0,-6-10 57 0 0,-10-8-60 0 0,-1 1 0 0 0,1-1-1 0 0,-1 0 1 0 0,1 0-1 0 0,0 0 1 0 0,-1 0 0 0 0,1 0-1 0 0,0 0 1 0 0,0 0 0 0 0,0-1-1 0 0,0 1 1 0 0,0 0-1 0 0,0-1 1 0 0,0 0 0 0 0,0 1-1 0 0,0-1 1 0 0,4 0 1126 0 0,15 6-790 0 0,-18-3-323 0 0,-1 0-1 0 0,0 0 0 0 0,0 1 0 0 0,0-1 0 0 0,-1 0 0 0 0,1 1 0 0 0,-1-1 1 0 0,0 1-1 0 0,0 0 0 0 0,0-1 0 0 0,1 7 0 0 0,5 17 229 0 0,-6-25-257 0 0,0 0-1 0 0,-1 0 1 0 0,1 0-1 0 0,-1 0 1 0 0,1 0-1 0 0,-1 0 1 0 0,0 0-1 0 0,0 0 1 0 0,0 0-1 0 0,0 0 1 0 0,0 0-1 0 0,0 0 1 0 0,0 0-1 0 0,-1 0 1 0 0,1 0-1 0 0,-1-1 1 0 0,1 1-1 0 0,-1 0 1 0 0,0 0-1 0 0,0 0 1 0 0,0 0-1 0 0,0-1 1 0 0,0 1-1 0 0,0-1 1 0 0,0 1-1 0 0,-1 0 1 0 0,1-1-1 0 0,-1 0 1 0 0,1 1-1 0 0,-1-1 1 0 0,1 0-1 0 0,-1 0 1 0 0,0 0-1 0 0,1 0 1 0 0,-1 0-1 0 0,-2 1 1 0 0,-3 1 33 0 0,0 0-1 0 0,0 0 1 0 0,0-1-1 0 0,0 0 1 0 0,-1 0 0 0 0,1-1-1 0 0,-1 0 1 0 0,-9 0 0 0 0,10 0-25 0 0,-9-2 54 0 0,14-2-39 0 0,9-4-6 0 0,45-29 16 0 0,-35 23-2756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17.1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59 4 7232 0 0,'0'0'754'0'0,"0"4"-519"0"0,1 5-58 0 0,0 1-1 0 0,0-1 1 0 0,5 14 0 0 0,-3-13 21 0 0,-1 0 1 0 0,0-1 0 0 0,0 1 0 0 0,-1 0 0 0 0,0 13 0 0 0,-4-2 13 0 0,0 1-1 0 0,-1-1 1 0 0,-1 1-1 0 0,-1-1 1 0 0,-10 23-1 0 0,13-34-104 0 0,0-1 0 0 0,1 1 1 0 0,-1 11-1 0 0,3-15 1 0 0,-1 1 0 0 0,0-1 0 0 0,0 1 0 0 0,-1-1 0 0 0,0 0 0 0 0,0 1 0 0 0,0-1 0 0 0,-4 6 1 0 0,-1 6 635 0 0,7-18-723 0 0,-1 1 1 0 0,1-1 0 0 0,-1 1 0 0 0,1-1-1 0 0,-1 1 1 0 0,1 0 0 0 0,-1-1 0 0 0,1 1-1 0 0,0 0 1 0 0,-1-1 0 0 0,1 1 0 0 0,0 0-1 0 0,0 0 1 0 0,-1-1 0 0 0,1 1 0 0 0,0 0 0 0 0,0 0-1 0 0,0 0 1 0 0,0 0 68 0 0,0-1 0 0 0,0 0 0 0 0,0 1-1 0 0,0-1 1 0 0,0 0 0 0 0,0 0 0 0 0,0 1 0 0 0,0-1 0 0 0,0 0-1 0 0,0 0 1 0 0,0 1 0 0 0,0-1 0 0 0,0 0 0 0 0,1 0 0 0 0,-1 1-1 0 0,0-1 1 0 0,0 0 0 0 0,0 0 0 0 0,0 0 0 0 0,0 1 0 0 0,1-1-1 0 0,-1 0 1 0 0,0 0 0 0 0,0 0 0 0 0,1 1 0 0 0,-1-1 0 0 0,0 0 0 0 0,0 0-1 0 0,0 0 1 0 0,1 0 0 0 0,-1 0 0 0 0,0 0 0 0 0,0 0 0 0 0,1 1-1 0 0,-1-1 1 0 0,0 0 0 0 0,1 0 0 0 0,-1 0 0 0 0,0 0 0 0 0,0 0-1 0 0,1 0 1 0 0,-1 0 0 0 0,0 0 0 0 0,0 0 0 0 0,1-1 0 0 0,-1 1-1 0 0,33-8 52 0 0,-13 3-33 0 0,0-1 1 0 0,20-8-1 0 0,-33 11-81 0 0,0-1 1 0 0,0 0-1 0 0,0 0 1 0 0,0-1 0 0 0,0 0-1 0 0,-1 0 1 0 0,0-1-1 0 0,9-10 1 0 0,9-17 93 0 0,0-1 0 0 0,-3-1 0 0 0,32-70 0 0 0,-51 102-94 0 0,0-1 0 0 0,-1 0 0 0 0,0 0 0 0 0,1 0 1 0 0,-1 0-1 0 0,-1 0 0 0 0,1 0 0 0 0,-1 0 0 0 0,1 0 0 0 0,-1-1 1 0 0,0 1-1 0 0,-1 0 0 0 0,1 0 0 0 0,-1 0 0 0 0,1 0 1 0 0,-1 0-1 0 0,-1 0 0 0 0,1 0 0 0 0,0 0 0 0 0,-1 0 0 0 0,0 0 1 0 0,0 1-1 0 0,0-1 0 0 0,0 1 0 0 0,-1-1 0 0 0,0 1 0 0 0,1 0 1 0 0,-1 0-1 0 0,0 0 0 0 0,0 0 0 0 0,-1 1 0 0 0,1-1 0 0 0,0 1 1 0 0,-1 0-1 0 0,0 0 0 0 0,1 0 0 0 0,-1 0 0 0 0,0 1 0 0 0,0 0 1 0 0,0 0-1 0 0,-5-2 0 0 0,2 2 37 0 0,0 1-1 0 0,0-1 1 0 0,1 1-1 0 0,-1 0 1 0 0,0 0 0 0 0,1 1-1 0 0,-1 0 1 0 0,0 0-1 0 0,-12 5 1 0 0,-12 10-2468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18.0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225 156 9648 0 0,'0'0'1040'0'0,"3"4"-823"0"0,4 5-136 0 0,-2-4 86 0 0,-1 1 0 0 0,0-1 0 0 0,0 1 1 0 0,-1 0-1 0 0,3 7 0 0 0,-5-11-127 0 0,0 0 0 0 0,-1 0 0 0 0,1 0 1 0 0,-1-1-1 0 0,0 1 0 0 0,1 0 0 0 0,-1 0 0 0 0,0 0 0 0 0,0 0 1 0 0,0 0-1 0 0,0 0 0 0 0,-1 0 0 0 0,1 0 0 0 0,0 0 0 0 0,-1 0 1 0 0,0 0-1 0 0,1 0 0 0 0,-1 0 0 0 0,0-1 0 0 0,0 1 0 0 0,0 0 1 0 0,0 0-1 0 0,-3 2 0 0 0,0 1 12 0 0,-1 0 0 0 0,0 0 0 0 0,-1-1 1 0 0,1 0-1 0 0,-1 0 0 0 0,0 0 0 0 0,0-1 0 0 0,0 0 0 0 0,0 0 0 0 0,0 0 1 0 0,-1-1-1 0 0,1 0 0 0 0,-1 0 0 0 0,-13 1 0 0 0,14-2-26 0 0,0 0-1 0 0,0-1 1 0 0,0 0 0 0 0,0-1-1 0 0,0 1 1 0 0,0-1 0 0 0,0 0-1 0 0,0-1 1 0 0,0 1 0 0 0,1-1-1 0 0,-1 0 1 0 0,0-1 0 0 0,1 1-1 0 0,0-1 1 0 0,0 0 0 0 0,-1 0-1 0 0,-6-7 1 0 0,9 7 66 0 0,0-1 0 0 0,0 0 1 0 0,1 0-1 0 0,-1-1 0 0 0,1 1 0 0 0,0 0 1 0 0,0-1-1 0 0,0 1 0 0 0,-2-10 0 0 0,-7-44 303 0 0,9 42-114 0 0,1 0-1 0 0,0 0 0 0 0,1 0 1 0 0,1 0-1 0 0,0 1 0 0 0,5-19 1 0 0,-6 32-210 0 0,1 0-1 0 0,0 0 1 0 0,0 1 0 0 0,0-1 0 0 0,1 0 0 0 0,-1 0-1 0 0,0 1 1 0 0,1-1 0 0 0,-1 0 0 0 0,1 1 0 0 0,-1 0 0 0 0,1-1-1 0 0,0 1 1 0 0,0 0 0 0 0,-1 0 0 0 0,1 0 0 0 0,0 0-1 0 0,0 0 1 0 0,0 0 0 0 0,0 1 0 0 0,0-1 0 0 0,3 0-1 0 0,6-2 94 0 0,0 1 0 0 0,21-1 0 0 0,-28 3-42 0 0,2 0-67 0 0,-1 0 0 0 0,0 0 0 0 0,1 0 0 0 0,-1 0 0 0 0,0 1 0 0 0,1 0 0 0 0,-1 0-1 0 0,0 1 1 0 0,0 0 0 0 0,0-1 0 0 0,0 2 0 0 0,0-1 0 0 0,0 0 0 0 0,-1 1 0 0 0,1 0 0 0 0,-1 0-1 0 0,0 1 1 0 0,1-1 0 0 0,2 5 0 0 0,1 0 21 0 0,-2 1 1 0 0,1 0-1 0 0,-2 1 0 0 0,1-1 0 0 0,-1 1 1 0 0,0 0-1 0 0,-1 1 0 0 0,3 11 0 0 0,2 4-143 0 0,-5-17-2448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18.4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307 1 13360 0 0,'0'0'938'0'0,"-1"4"-686"0"0,-3 1-168 0 0,0 1-1 0 0,-1-1 1 0 0,1 0-1 0 0,-1-1 1 0 0,0 1-1 0 0,0-1 0 0 0,0 0 1 0 0,0 0-1 0 0,-11 5 1 0 0,-1 1 92 0 0,-91 59 597 0 0,88-55-581 0 0,1 1 1 0 0,0 1 0 0 0,-19 22 0 0 0,35-35-143 0 0,1 0 1 0 0,-1 0-1 0 0,1 0 1 0 0,-1 1 0 0 0,1-1-1 0 0,0 1 1 0 0,0 0-1 0 0,1 0 1 0 0,-1 0-1 0 0,1 0 1 0 0,0 0-1 0 0,0 0 1 0 0,-1 6 0 0 0,2-7-18 0 0,0 0 1 0 0,1 0-1 0 0,-1 0 1 0 0,0 0-1 0 0,1 0 1 0 0,0-1-1 0 0,0 1 1 0 0,0 0-1 0 0,0 0 1 0 0,0-1 0 0 0,1 1-1 0 0,-1 0 1 0 0,1-1-1 0 0,-1 1 1 0 0,1-1-1 0 0,0 0 1 0 0,0 0-1 0 0,0 0 1 0 0,5 4-1 0 0,4 3 48 0 0,1 0 0 0 0,0-1 0 0 0,1-1 0 0 0,0 0-1 0 0,22 8 1 0 0,71 17 544 0 0,-104-31-589 0 0,0 0 1 0 0,0-1-1 0 0,1 1 0 0 0,-1-1 1 0 0,0 1-1 0 0,0-1 1 0 0,1 0-1 0 0,-1 0 0 0 0,0 0 1 0 0,0 0-1 0 0,0-1 1 0 0,4 0-1 0 0,7-5-2547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19.5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325 1 8640 0 0,'0'0'289'0'0,"-5"2"-241"0"0,-27 17 449 0 0,14-9-171 0 0,0 0 1 0 0,0 1-1 0 0,1 2 1 0 0,-29 26-1 0 0,21-14-143 0 0,-68 79 990 0 0,86-92-1061 0 0,0 0 1 0 0,1 0-1 0 0,0 1 0 0 0,1-1 0 0 0,0 1 0 0 0,1 1 0 0 0,0-1 0 0 0,1 0 0 0 0,1 1 0 0 0,-1 23 1 0 0,3-31-41 0 0,0 0 0 0 0,1 0 0 0 0,0 0 1 0 0,0-1-1 0 0,1 1 0 0 0,-1 0 1 0 0,6 9-1 0 0,-3-3 26 0 0,-2-9-77 0 0,-1-1 0 0 0,1 1 1 0 0,0 0-1 0 0,0 0 1 0 0,0 0-1 0 0,0-1 1 0 0,1 0-1 0 0,-1 1 1 0 0,1-1-1 0 0,-1 0 1 0 0,1 0-1 0 0,0 0 0 0 0,0 0 1 0 0,3 1-1 0 0,1 0 15 0 0,0 1-1 0 0,0-2 1 0 0,0 1-1 0 0,0-1 1 0 0,10 2-1 0 0,-13-4-24 0 0,0 0-1 0 0,0 0 1 0 0,-1-1-1 0 0,1 1 0 0 0,0-1 1 0 0,0 0-1 0 0,0 0 1 0 0,0 0-1 0 0,-1 0 1 0 0,1-1-1 0 0,0 1 1 0 0,3-3-1 0 0,1-1 70 0 0,-1 1 0 0 0,0-1 0 0 0,0 0 0 0 0,9-9 0 0 0,-10 7 58 0 0,0-1 0 0 0,-1 1 0 0 0,0-1-1 0 0,0 0 1 0 0,5-12 0 0 0,1-1 178 0 0,-7 12-139 0 0,0-1-1 0 0,0 0 1 0 0,3-15 0 0 0,0-3 186 0 0,1 17-44 0 0,-8 10-300 0 0,1 0 1 0 0,-1 1-1 0 0,1-1 1 0 0,-1 0 0 0 0,1 1-1 0 0,-1-1 1 0 0,1 0-1 0 0,-1 1 1 0 0,0-1-1 0 0,1 0 1 0 0,-1 0-1 0 0,0 0 1 0 0,1 1-1 0 0,-1-1 1 0 0,0 0 0 0 0,0 0-1 0 0,0 0 1 0 0,0 0-1 0 0,0-1 1 0 0,0 0 1 0 0,0 1-1 0 0,0-1 1 0 0,0 1 0 0 0,0-1 0 0 0,0 1-1 0 0,1-1 1 0 0,-1 1 0 0 0,0-1 0 0 0,1 1 0 0 0,-1 0-1 0 0,1-1 1 0 0,0 1 0 0 0,-1-1 0 0 0,1 1 0 0 0,0 0-1 0 0,0 0 1 0 0,0 0 0 0 0,0-1 0 0 0,0 1 0 0 0,0 0-1 0 0,2-1 1 0 0,-2 1 206 0 0,-20 5-35 0 0,13 0-154 0 0,1-1 1 0 0,0 0-1 0 0,-1 0 0 0 0,0 0 1 0 0,0-1-1 0 0,1 0 1 0 0,-1 0-1 0 0,-8 1 1 0 0,-14 5-2464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0.0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182 188 13264 0 0,'4'0'145'0'0,"6"0"42"0"0,0 0 0 0 0,1-1 0 0 0,-1 0-1 0 0,0-1 1 0 0,18-5 0 0 0,-22 4-93 0 0,0 1 1 0 0,0-1-1 0 0,-1 0 0 0 0,1 0 1 0 0,-1 0-1 0 0,0-1 0 0 0,0 0 1 0 0,0 0-1 0 0,-1 0 0 0 0,1-1 1 0 0,5-7-1 0 0,-7 8-33 0 0,0 0-1 0 0,-1 0 0 0 0,0 0 1 0 0,0 0-1 0 0,0 0 0 0 0,0-1 1 0 0,0 1-1 0 0,-1-1 0 0 0,0 1 1 0 0,0-1-1 0 0,0 0 0 0 0,0 1 1 0 0,-1-1-1 0 0,0-8 0 0 0,0 11-35 0 0,-1 0 0 0 0,1-1 0 0 0,-1 1 0 0 0,1-1 0 0 0,-1 1 0 0 0,0 0 0 0 0,0 0 0 0 0,0-1 0 0 0,0 1 0 0 0,-1 0 0 0 0,1 0 0 0 0,0 0 0 0 0,-1 0 0 0 0,1 1 0 0 0,-1-1 0 0 0,0 0 0 0 0,0 1 0 0 0,0-1 0 0 0,0 1 0 0 0,0-1 0 0 0,0 1 0 0 0,0 0 0 0 0,0 0 0 0 0,0 0 0 0 0,0 0 0 0 0,-1 0 0 0 0,1 0 0 0 0,0 1 0 0 0,-1-1 0 0 0,-3 0 0 0 0,-4 0 34 0 0,1 1-1 0 0,-1-1 0 0 0,1 2 1 0 0,0-1-1 0 0,-1 1 1 0 0,1 0-1 0 0,-1 1 1 0 0,1 0-1 0 0,0 1 1 0 0,0 0-1 0 0,0 0 1 0 0,1 1-1 0 0,-1 0 0 0 0,1 1 1 0 0,0-1-1 0 0,0 2 1 0 0,0-1-1 0 0,0 1 1 0 0,-10 11-1 0 0,4-2 83 0 0,1 0-1 0 0,0 1 1 0 0,1 1-1 0 0,0 0 1 0 0,2 0-1 0 0,0 1 0 0 0,1 1 1 0 0,-8 22-1 0 0,16-36-84 0 0,-1-1-1 0 0,1 1 1 0 0,0 1-1 0 0,0-1 1 0 0,1 0-1 0 0,-1 0 1 0 0,1 0-1 0 0,0 0 1 0 0,0 0-1 0 0,1 1 1 0 0,0-1-1 0 0,0 0 1 0 0,0 0-1 0 0,0 0 1 0 0,5 9-1 0 0,-5-12-23 0 0,0 0-1 0 0,0 0 1 0 0,0 0-1 0 0,0 0 1 0 0,1 0-1 0 0,-1 0 1 0 0,1 0-1 0 0,0-1 1 0 0,-1 1-1 0 0,1 0 0 0 0,0-1 1 0 0,0 1-1 0 0,0-1 1 0 0,0 0-1 0 0,0 0 1 0 0,0 0-1 0 0,0 0 1 0 0,1 0-1 0 0,-1 0 1 0 0,0 0-1 0 0,0-1 1 0 0,1 1-1 0 0,-1-1 1 0 0,0 0-1 0 0,1 0 0 0 0,-1 0 1 0 0,1 0-1 0 0,-1 0 1 0 0,4-1-1 0 0,2 0 22 0 0,0 0-1 0 0,0-1 1 0 0,0 0-1 0 0,-1 0 0 0 0,13-6 1 0 0,0-2-2778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0.4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1 12664 0 0,'0'0'196'0'0,"0"4"-186"0"0,-5 123 711 0 0,4-53-338 0 0,-6 35 2116 0 0,7-108-2011 0 0,10-30-8 0 0,0-16-221 0 0,-6 22-120 0 0,2 1 0 0 0,14-41 0 0 0,-17 56-107 0 0,1 0 0 0 0,0 0 0 0 0,0 0 0 0 0,0 0 1 0 0,1 1-1 0 0,0 0 0 0 0,0 0 0 0 0,1 0 1 0 0,0 0-1 0 0,0 1 0 0 0,0 0 0 0 0,9-5 0 0 0,-11 7 10 0 0,1 0-1 0 0,1 0 0 0 0,-1 1 0 0 0,0 0 1 0 0,1 0-1 0 0,10-2 0 0 0,-14 3-28 0 0,0 1 0 0 0,1 0 0 0 0,-1-1 0 0 0,1 1 0 0 0,-1 1 0 0 0,0-1 0 0 0,1 0-1 0 0,-1 0 1 0 0,0 1 0 0 0,1-1 0 0 0,-1 1 0 0 0,0 0 0 0 0,1 0 0 0 0,-1 0 0 0 0,0 0 0 0 0,0 0-1 0 0,0 0 1 0 0,0 1 0 0 0,3 2 0 0 0,0 2 20 0 0,0-1 1 0 0,0 1-1 0 0,-1 0 0 0 0,0 0 1 0 0,0 0-1 0 0,-1 0 0 0 0,0 1 0 0 0,0-1 1 0 0,4 14-1 0 0,0 7 57 0 0,4 35 0 0 0,-2-8 68 0 0,-6-36-227 0 0,-2-13-97 0 0,-1-1 0 0 0,1 0-1 0 0,-1 0 1 0 0,1 0 0 0 0,0 0 0 0 0,1 0 0 0 0,-1 0 0 0 0,1 0 0 0 0,0 0-1 0 0,0 0 1 0 0,2 4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3.8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15 287 8536 0 0,'0'0'6973'0'0,"4"2"-6856"0"0,-2-1-137 0 0,1 1 71 0 0,0 0 1 0 0,-1-1-1 0 0,1 0 1 0 0,0 0 0 0 0,0 0-1 0 0,0 0 1 0 0,0 0-1 0 0,0 0 1 0 0,0-1-1 0 0,0 1 1 0 0,0-1 0 0 0,0 0-1 0 0,0 0 1 0 0,0 0-1 0 0,0-1 1 0 0,0 1 0 0 0,5-2-1 0 0,13-5 104 0 0,0-1 0 0 0,36-20 0 0 0,-31 15-49 0 0,-11 6-25 0 0,-11 6-62 0 0,0-1 0 0 0,-1 1 0 0 0,1-1 0 0 0,0 0 1 0 0,-1 0-1 0 0,1-1 0 0 0,-1 1 0 0 0,0-1 0 0 0,0 1 0 0 0,0-1 0 0 0,0 0 0 0 0,0 0 1 0 0,-1 0-1 0 0,1-1 0 0 0,-1 1 0 0 0,0-1 0 0 0,2-3 0 0 0,33-64 313 0 0,-36 68-325 0 0,-1 0-1 0 0,0 1 1 0 0,1-1-1 0 0,-1 0 1 0 0,0 1-1 0 0,0-1 0 0 0,-1 0 1 0 0,1 1-1 0 0,-1-1 1 0 0,1 0-1 0 0,-1 1 1 0 0,0-1-1 0 0,0 1 1 0 0,0-1-1 0 0,0 1 1 0 0,0-1-1 0 0,-2-2 1 0 0,0 1-1 0 0,1-1 1 0 0,-1 1 0 0 0,0 0 0 0 0,-1 0-1 0 0,1 0 1 0 0,-1 0 0 0 0,1 1 0 0 0,-7-5-1 0 0,4 4 2 0 0,1 1-1 0 0,-1 0 0 0 0,0 0 0 0 0,0 1 1 0 0,0 0-1 0 0,0 0 0 0 0,0 0 0 0 0,-1 1 1 0 0,1 0-1 0 0,-13-1 0 0 0,8 3 0 0 0,0 0 0 0 0,0 0 0 0 0,0 1 0 0 0,0 1 0 0 0,-17 5 0 0 0,23-7-23 0 0,0 1 0 0 0,1-1 0 0 0,-1 1 0 0 0,1-1 0 0 0,-1 1 0 0 0,1 1 0 0 0,0-1 0 0 0,0 1 0 0 0,0-1 0 0 0,0 1 0 0 0,0 1 0 0 0,0-1 0 0 0,1 0 0 0 0,0 1 0 0 0,-5 6 0 0 0,-2 4-77 0 0,-4 8-102 0 0,10-12 161 0 0,3-8 29 0 0,0 0 0 0 0,0 0 0 0 0,1 0 0 0 0,-1 0 0 0 0,1 0 0 0 0,-1 0-1 0 0,1 0 1 0 0,0 0 0 0 0,-1 0 0 0 0,1 0 0 0 0,0 0 0 0 0,0 0 0 0 0,1 3-1 0 0,-2 52 579 0 0,-1-28 36 0 0,2 1 0 0 0,4 30 0 0 0,4-33-99 0 0,-6-24-352 0 0,-1 1-1 0 0,0-1 0 0 0,0 1 0 0 0,0-1 1 0 0,0 1-1 0 0,0-1 0 0 0,0 7 0 0 0,-1-9-115 0 0,0 0 0 0 0,0-1 0 0 0,0 1 0 0 0,0 0 0 0 0,0-1 0 0 0,0 1 0 0 0,0 0 0 0 0,0-1 0 0 0,1 1 0 0 0,-1 0 0 0 0,0-1 0 0 0,0 1 0 0 0,1-1 0 0 0,-1 1 0 0 0,1 0 0 0 0,-1-1 0 0 0,0 1 0 0 0,1-1 0 0 0,-1 1-1 0 0,1-1 1 0 0,-1 1 0 0 0,2 0 0 0 0,5 0-2703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4.3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1 154 15576 0 0,'0'0'1711'0'0,"3"4"-1492"0"0,0 1-160 0 0,1 0 0 0 0,-1 1 0 0 0,0-1 0 0 0,-1 1 0 0 0,1-1 0 0 0,-1 1 0 0 0,0 0 0 0 0,-1 0 0 0 0,2 11-1 0 0,7 107 909 0 0,-10-124-703 0 0,-1 0-258 0 0,0 0-1 0 0,1 0 1 0 0,-1 0-1 0 0,1 0 1 0 0,-1-1-1 0 0,1 1 1 0 0,-1 0-1 0 0,0-1 1 0 0,1 1-1 0 0,-1 0 1 0 0,1-1-1 0 0,-1 1 1 0 0,1 0-1 0 0,0-1 0 0 0,-1 1 1 0 0,1-1-1 0 0,-1 1 1 0 0,1-1-1 0 0,0 1 1 0 0,-1-1-1 0 0,1 0 1 0 0,0 1-1 0 0,0-1 1 0 0,-1 1-1 0 0,1-1 1 0 0,0 1-1 0 0,0-1 1 0 0,0 0-1 0 0,0 0 1 0 0,-3-24 44 0 0,3 18-16 0 0,-2-5 6 0 0,1-1-1 0 0,0 1 1 0 0,1 0-1 0 0,1 0 0 0 0,0 0 1 0 0,0 0-1 0 0,1 0 1 0 0,1 0-1 0 0,0 0 0 0 0,5-12 1 0 0,-3 13 30 0 0,2 1 1 0 0,-1-1-1 0 0,1 1 0 0 0,1 0 1 0 0,0 1-1 0 0,0 0 1 0 0,1 0-1 0 0,17-12 0 0 0,12-14 159 0 0,-36 32-187 0 0,1 0 0 0 0,0 1-1 0 0,0 0 1 0 0,-1-1 0 0 0,1 1-1 0 0,1 0 1 0 0,5-3 0 0 0,-8 5-25 0 0,1-1 0 0 0,-1 1 0 0 0,1 0 1 0 0,-1 0-1 0 0,1 0 0 0 0,-1 0 0 0 0,1 0 0 0 0,-1 0 1 0 0,1 0-1 0 0,-1 0 0 0 0,1 0 0 0 0,-1 1 0 0 0,1-1 1 0 0,-1 1-1 0 0,1-1 0 0 0,-1 1 0 0 0,0 0 0 0 0,1-1 1 0 0,-1 1-1 0 0,2 2 0 0 0,17 13 223 0 0,-14-9-2929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4.7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153 106 14168 0 0,'0'0'801'0'0,"2"3"-558"0"0,2 2-167 0 0,0-1 1 0 0,0 1 0 0 0,0-2 0 0 0,1 1 0 0 0,7 5 0 0 0,-10-7-34 0 0,-1-2-12 0 0,-1 0 0 0 0,1 1 0 0 0,-1-1 0 0 0,1 0 0 0 0,-1 1 0 0 0,0-1 1 0 0,1 1-1 0 0,-1-1 0 0 0,1 1 0 0 0,-1-1 0 0 0,0 0 0 0 0,0 1 0 0 0,1-1 1 0 0,-1 1-1 0 0,0-1 0 0 0,0 1 0 0 0,0-1 0 0 0,1 1 0 0 0,-1 0 0 0 0,0-1 1 0 0,0 1-1 0 0,0-1 0 0 0,0 1 0 0 0,0-1 0 0 0,0 1 0 0 0,0-1 0 0 0,0 1 1 0 0,0 0-1 0 0,-12 13 383 0 0,8-11-350 0 0,-1 0 0 0 0,0 0-1 0 0,1-1 1 0 0,-11 5-1 0 0,5-4 2 0 0,0 0-1 0 0,0-1 1 0 0,0 0-1 0 0,-18 1 0 0 0,26-2-59 0 0,-1-1 0 0 0,1 0 0 0 0,-1-1 0 0 0,1 1 0 0 0,-1 0 0 0 0,1-1-1 0 0,0 0 1 0 0,-1 1 0 0 0,1-1 0 0 0,0 0 0 0 0,-1 0 0 0 0,1 0-1 0 0,0 0 1 0 0,0-1 0 0 0,0 1 0 0 0,0-1 0 0 0,0 1 0 0 0,0-1 0 0 0,0 0-1 0 0,1 1 1 0 0,-1-1 0 0 0,0 0 0 0 0,1 0 0 0 0,0 0 0 0 0,-2-3-1 0 0,-2-4 18 0 0,1-1 0 0 0,0 1 0 0 0,0-1-1 0 0,1 0 1 0 0,0 0 0 0 0,-1-12-1 0 0,3 20 11 0 0,1-1 0 0 0,0 0-1 0 0,0 0 1 0 0,0 0 0 0 0,0 0 0 0 0,1 1-1 0 0,-1-1 1 0 0,1 0 0 0 0,-1 0-1 0 0,1 1 1 0 0,0-1 0 0 0,0 0 0 0 0,0 1-1 0 0,1-1 1 0 0,-1 1 0 0 0,1-1 0 0 0,-1 1-1 0 0,1 0 1 0 0,0 0 0 0 0,0 0-1 0 0,0-1 1 0 0,0 2 0 0 0,0-1 0 0 0,0 0-1 0 0,0 0 1 0 0,1 1 0 0 0,2-2-1 0 0,-3 2-23 0 0,3-2 113 0 0,-1 0 0 0 0,1 1 1 0 0,0 0-1 0 0,0 0 0 0 0,1 0 0 0 0,-1 0 1 0 0,0 1-1 0 0,7-1 0 0 0,-10 2 118 0 0,-2 1-189 0 0,1 0 1 0 0,0 0-1 0 0,0 0 1 0 0,-1-1-1 0 0,1 1 1 0 0,0 0-1 0 0,0 0 1 0 0,0-1-1 0 0,0 1 1 0 0,0 0-1 0 0,1-1 1 0 0,-1 1 0 0 0,0-1-1 0 0,0 1 1 0 0,0-1-1 0 0,0 0 1 0 0,2 1-1 0 0,4 1-2427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5.3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196 55 15976 0 0,'0'0'2286'0'0,"2"-4"-1826"0"0,-1 0-547 0 0,0-5 1194 0 0,-16 13-114 0 0,-3 4-837 0 0,0 1 0 0 0,1 0 0 0 0,0 2 0 0 0,0 0 0 0 0,1 1 0 0 0,1 0-1 0 0,0 2 1 0 0,0-1 0 0 0,-14 20 0 0 0,28-32-143 0 0,1 0 0 0 0,-1 0 0 0 0,0 0 0 0 0,0 0 0 0 0,1 0 0 0 0,-1 0 0 0 0,1 1 0 0 0,-1-1 0 0 0,1 0 0 0 0,-1 0 0 0 0,1 1 0 0 0,0-1 0 0 0,0 0 0 0 0,0 0 0 0 0,0 1 0 0 0,0-1 0 0 0,0 0 0 0 0,0 1 0 0 0,0-1 0 0 0,0 0 0 0 0,1 3 0 0 0,0-2 2 0 0,0 0-1 0 0,0 0 1 0 0,0 1 0 0 0,1-1 0 0 0,-1 0 0 0 0,0 0-1 0 0,1 0 1 0 0,0 0 0 0 0,-1-1 0 0 0,5 4 0 0 0,-2-2-2 0 0,1 1 1 0 0,-1-1 0 0 0,1 0 0 0 0,0-1 0 0 0,0 1-1 0 0,0-1 1 0 0,0 0 0 0 0,1 0 0 0 0,7 1 0 0 0,-4-2-1 0 0,0-1 1 0 0,-1 0 0 0 0,1 0 0 0 0,0-1-1 0 0,0 0 1 0 0,0 0 0 0 0,-1-1-1 0 0,1-1 1 0 0,0 1 0 0 0,9-6 0 0 0,-13 6-6 0 0,-1 0 0 0 0,1 0 0 0 0,-1-1 0 0 0,0 1 1 0 0,0-1-1 0 0,0 0 0 0 0,0-1 0 0 0,-1 1 0 0 0,1-1 0 0 0,-1 1 1 0 0,0-1-1 0 0,0 0 0 0 0,0 0 0 0 0,0-1 0 0 0,-1 1 1 0 0,0-1-1 0 0,0 1 0 0 0,0-1 0 0 0,1-6 0 0 0,1-7 76 0 0,-1-2 1 0 0,0-19-1 0 0,-1 6 29 0 0,-1 28-73 0 0,0 0 0 0 0,0 0 0 0 0,0 0 0 0 0,1 0 0 0 0,0 1 0 0 0,2-7 0 0 0,-4 11-24 0 0,0-1 0 0 0,0 1 0 0 0,0-1 1 0 0,0 1-1 0 0,0-1 0 0 0,-1 1 0 0 0,1-1 1 0 0,0 1-1 0 0,-1-1 0 0 0,1 1 0 0 0,0-1 1 0 0,-1 1-1 0 0,1-1 0 0 0,0 1 0 0 0,-1 0 1 0 0,1-1-1 0 0,-1 1 0 0 0,1 0 0 0 0,-1-1 1 0 0,1 1-1 0 0,-1 0 0 0 0,1-1 0 0 0,-1 1 1 0 0,1 0-1 0 0,-1 0 0 0 0,-2 8 26 0 0,0 0 0 0 0,0 0 0 0 0,1 0 1 0 0,1 0-1 0 0,-1 0 0 0 0,1 1 0 0 0,1-1 0 0 0,-1 1 0 0 0,1-1 0 0 0,2 12 0 0 0,-1 13 47 0 0,-7 42 90 0 0,-2 0 1 0 0,-26 99-1 0 0,18-97-67 0 0,-15 52 73 0 0,-2 13 4 0 0,29-135-184 0 0,4-5-5 0 0,-1-1 0 0 0,0 1 1 0 0,0-1-1 0 0,1 0 0 0 0,-1 1 1 0 0,1-1-1 0 0,-1 1 0 0 0,1-1 1 0 0,0 1-1 0 0,0-1 1 0 0,-1 1-1 0 0,1 0 0 0 0,1 2 1 0 0,-15-55-99 0 0,14 28 3 0 0,-1 8 37 0 0,1 0 1 0 0,1 0 0 0 0,0 0-1 0 0,1 0 1 0 0,6-22-1 0 0,21-40-311 0 0,-15 49-2946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5.7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45 14672 0 0,'0'0'673'0'0,"0"-3"-588"0"0,11-25 882 0 0,-11 31-871 0 0,1 0 1 0 0,0 1-1 0 0,-1-1 1 0 0,1 0 0 0 0,-1 0-1 0 0,0 0 1 0 0,0 0-1 0 0,-1 4 1 0 0,1-5 19 0 0,1 54 707 0 0,1-25-504 0 0,-2 0-1 0 0,-2-1 1 0 0,-5 38-1 0 0,6-61-216 0 0,0 0-1 0 0,1 0 1 0 0,-1 1-1 0 0,2 7 0 0 0,1 8 774 0 0,-11-54-401 0 0,7 14-403 0 0,1-1 0 0 0,1 1 0 0 0,0-1 0 0 0,1 0 0 0 0,1 1 0 0 0,1 0 0 0 0,0-1 0 0 0,11-29 0 0 0,-12 42-47 0 0,1 0 0 0 0,0-1 1 0 0,0 1-1 0 0,1 0 0 0 0,-1 1 0 0 0,1-1 1 0 0,0 1-1 0 0,0-1 0 0 0,1 1 0 0 0,-1 0 0 0 0,1 1 1 0 0,0-1-1 0 0,8-4 0 0 0,6-2 55 0 0,1 1 0 0 0,27-9 0 0 0,-42 16-71 0 0,-3 1 1 0 0,1 0 0 0 0,0 0 1 0 0,-1 0-1 0 0,1 0 0 0 0,0 1 0 0 0,-1-1 0 0 0,1 1 1 0 0,0 0-1 0 0,0 0 0 0 0,-1 0 0 0 0,1 0 1 0 0,0 0-1 0 0,0 1 0 0 0,3 0 0 0 0,10 10-2876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6.2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56 210 12256 0 0,'18'7'254'0'0,"-16"-7"-234"0"0,1 0 0 0 0,-1-1 0 0 0,1 1 0 0 0,-1-1-1 0 0,1 0 1 0 0,-1 0 0 0 0,0 0 0 0 0,1 0 0 0 0,-1-1 0 0 0,0 1-1 0 0,0 0 1 0 0,0-1 0 0 0,0 0 0 0 0,0 1 0 0 0,0-1 0 0 0,-1 0-1 0 0,1 0 1 0 0,0 0 0 0 0,-1 0 0 0 0,2-3 0 0 0,4-6 146 0 0,0-1 0 0 0,7-19 1 0 0,-9 20 111 0 0,1-2-68 0 0,-1-1 0 0 0,4-18-1 0 0,-7 28-127 0 0,-2 1-1 0 0,1-1 0 0 0,0 1 1 0 0,-1-1-1 0 0,1 0 0 0 0,-1 1 1 0 0,0-1-1 0 0,0 1 0 0 0,-1-1 0 0 0,1 1 1 0 0,-1-1-1 0 0,0 1 0 0 0,1-1 1 0 0,-4-6-1 0 0,4 10-60 0 0,-1-1 0 0 0,1 1 0 0 0,-1 0 1 0 0,1 0-1 0 0,0 0 0 0 0,-1-1 0 0 0,1 1 0 0 0,-1 0 0 0 0,1 0 1 0 0,0 0-1 0 0,-1 0 0 0 0,1 0 0 0 0,-1 0 0 0 0,1 0 1 0 0,-1 0-1 0 0,1 0 0 0 0,0 0 0 0 0,-1 0 0 0 0,1 0 0 0 0,-1 0 1 0 0,1 0-1 0 0,-1 0 0 0 0,1 0 0 0 0,0 0 0 0 0,-1 1 1 0 0,1-1-1 0 0,-1 0 0 0 0,1 0 0 0 0,0 0 0 0 0,-1 1 0 0 0,1-1 1 0 0,0 0-1 0 0,-1 1 0 0 0,1-1 0 0 0,0 0 0 0 0,0 1 0 0 0,-1-1 1 0 0,1 0-1 0 0,0 1 0 0 0,-1 0 0 0 0,-13 16 96 0 0,13-16-88 0 0,-101 127 1083 0 0,97-119-1026 0 0,0-1-1 0 0,1 1 0 0 0,0 0 0 0 0,0 0 0 0 0,1 1 0 0 0,0-1 0 0 0,1 1 0 0 0,0-1 0 0 0,0 1 0 0 0,0 14 0 0 0,2-22-53 0 0,0 0-1 0 0,0 1 0 0 0,-1-1 0 0 0,1 0 0 0 0,1 1 0 0 0,-1-1 1 0 0,0 1-1 0 0,1-1 0 0 0,-1 0 0 0 0,1 0 0 0 0,-1 1 0 0 0,1-1 1 0 0,0 0-1 0 0,0 0 0 0 0,0 0 0 0 0,1 0 0 0 0,-1 0 0 0 0,0 0 1 0 0,1 0-1 0 0,1 2 0 0 0,0-2 4 0 0,-1 0 0 0 0,1 0 1 0 0,0 0-1 0 0,0-1 0 0 0,0 1 0 0 0,0-1 0 0 0,0 0 1 0 0,0 0-1 0 0,0 0 0 0 0,0 0 0 0 0,0-1 1 0 0,1 1-1 0 0,2-1 0 0 0,3 1 17 0 0,-1-1-1 0 0,1 0 1 0 0,-1-1-1 0 0,1 0 1 0 0,-1-1-1 0 0,1 0 1 0 0,-1 0-1 0 0,0 0 1 0 0,0-1 0 0 0,9-5-1 0 0,-2-1-2516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6.6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164 44 14368 0 0,'0'0'422'0'0,"0"-4"-211"0"0,0-10-16 0 0,0 13-185 0 0,0 1 0 0 0,0 0 0 0 0,0-1 0 0 0,0 1 0 0 0,0-1 0 0 0,0 1 0 0 0,0-1 0 0 0,0 1 0 0 0,1 0 1 0 0,-1-1-1 0 0,0 1 0 0 0,0-1 0 0 0,1 1 0 0 0,-1 0 0 0 0,0-1 0 0 0,0 1 0 0 0,1 0 0 0 0,-1-1 1 0 0,0 1-1 0 0,1 0 0 0 0,-1 0 0 0 0,0-1 0 0 0,1 1 0 0 0,-1 0 0 0 0,1 0 0 0 0,-1 0 0 0 0,1-1 0 0 0,-1 1 39 0 0,1 0 0 0 0,-1 0 0 0 0,1 0 0 0 0,-1-1 0 0 0,0 1 0 0 0,1 0 0 0 0,-1 0 0 0 0,1 0 0 0 0,-1-1-1 0 0,0 1 1 0 0,1 0 0 0 0,-1-1 0 0 0,0 1 0 0 0,0 0 0 0 0,1-1 0 0 0,-1 1 0 0 0,0 0 0 0 0,0-1-1 0 0,1 1 1 0 0,-1-1 0 0 0,0 1 0 0 0,0 0 0 0 0,0-1 0 0 0,0 1 0 0 0,0-1 0 0 0,0 1 0 0 0,0-1-1 0 0,0 1-31 0 0,1-1-1 0 0,-1 1 0 0 0,0 0 0 0 0,0 0 0 0 0,0 0 0 0 0,0-1 0 0 0,0 1 0 0 0,0 0 0 0 0,0 0 0 0 0,0 0 0 0 0,0-1 0 0 0,-1 1 0 0 0,1 0 0 0 0,0 0 0 0 0,0 0 0 0 0,0-1 0 0 0,0 1 0 0 0,0 0 0 0 0,0 0 0 0 0,0 0 0 0 0,0-1 0 0 0,0 1 0 0 0,-1 0 0 0 0,1 0 0 0 0,0 0 0 0 0,0 0 0 0 0,0 0 0 0 0,0-1 0 0 0,-1 1 0 0 0,1 0 0 0 0,0 0 0 0 0,0 0 0 0 0,0 0 0 0 0,0 0 0 0 0,-1 0 0 0 0,1 0 0 0 0,0 0 0 0 0,0 0 0 0 0,0 0 0 0 0,-1 0 1 0 0,1 0-1 0 0,0 0 0 0 0,-11 5 411 0 0,-8 11-144 0 0,19-16-283 0 0,-30 24 294 0 0,24-20-250 0 0,1 0 0 0 0,0 1-1 0 0,-1-1 1 0 0,2 1 0 0 0,-1 0 0 0 0,-4 6-1 0 0,-9 16 98 0 0,1 1 0 0 0,-20 50 0 0 0,36-77-134 0 0,1 1-1 0 0,0 0 1 0 0,-1-1-1 0 0,1 1 1 0 0,0 0-1 0 0,0 0 1 0 0,0-1-1 0 0,0 1 1 0 0,0 0-1 0 0,1 0 1 0 0,-1-1 0 0 0,1 1-1 0 0,-1 0 1 0 0,1-1-1 0 0,0 3 1 0 0,17 30 97 0 0,-1 1-25 0 0,-13-21-64 0 0,-3-11-8 0 0,0-1 0 0 0,0 1 0 0 0,0 0 0 0 0,0-1 0 0 0,0 1 0 0 0,-1 0 0 0 0,0 0 0 0 0,1 0 1 0 0,-1-1-1 0 0,0 1 0 0 0,0 0 0 0 0,0 0 0 0 0,-1 0 0 0 0,1 0 0 0 0,-1-1 0 0 0,0 1 0 0 0,1 0 0 0 0,-1 0 0 0 0,-1-1 0 0 0,-1 5 0 0 0,1-4-181 0 0,-11 19 621 0 0,13-22-593 0 0,-1 1 0 0 0,1-1 1 0 0,-1 1-1 0 0,1-1 0 0 0,-1 1 1 0 0,1-1-1 0 0,-1 1 0 0 0,0-1 0 0 0,1 1 1 0 0,-1-1-1 0 0,0 0 0 0 0,1 0 1 0 0,-1 1-1 0 0,0-1 0 0 0,0 0 1 0 0,1 0-1 0 0,-2 0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7.1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346 1 13056 0 0,'0'0'1624'0'0,"-4"1"-1399"0"0,-7 4-87 0 0,1 0 1 0 0,0 1-1 0 0,-12 8 1 0 0,-22 14 143 0 0,32-21-213 0 0,0 0 1 0 0,1 1-1 0 0,0 0 1 0 0,1 1-1 0 0,0 0 1 0 0,0 1-1 0 0,1 0 1 0 0,-10 14-1 0 0,12-16 10 0 0,4-5-51 0 0,0 0-1 0 0,0 0 1 0 0,0 1 0 0 0,1-1 0 0 0,0 1 0 0 0,-3 6 0 0 0,4-9-20 0 0,1 0-1 0 0,0 0 1 0 0,-1 1-1 0 0,1-1 1 0 0,0 0 0 0 0,0 0-1 0 0,0 1 1 0 0,0-1 0 0 0,0 0-1 0 0,0 1 1 0 0,1-1 0 0 0,-1 0-1 0 0,0 0 1 0 0,1 0 0 0 0,-1 1-1 0 0,1-1 1 0 0,-1 0 0 0 0,1 0-1 0 0,-1 0 1 0 0,1 0 0 0 0,0 0-1 0 0,-1 0 1 0 0,1 0 0 0 0,0 0-1 0 0,0 0 1 0 0,0 0-1 0 0,2 1 1 0 0,37 26 115 0 0,-29-22-77 0 0,1 2 0 0 0,14 11 0 0 0,-24-16-14 0 0,1-1 1 0 0,-1 1-1 0 0,1 0 0 0 0,-1-1 0 0 0,0 1 0 0 0,0 0 1 0 0,0 0-1 0 0,-1 0 0 0 0,1 1 0 0 0,-1-1 1 0 0,1 0-1 0 0,-1 1 0 0 0,1 5 0 0 0,-2-6-7 0 0,0 0 0 0 0,-1 0-1 0 0,1 0 1 0 0,-1-1 0 0 0,1 1 0 0 0,-1 0-1 0 0,0-1 1 0 0,0 1 0 0 0,0-1 0 0 0,-1 1-1 0 0,1-1 1 0 0,-1 1 0 0 0,-2 2 0 0 0,-25 30 239 0 0,4-14 55 0 0,-39 26 0 0 0,22-17-93 0 0,-3-2 145 0 0,25-17-2804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8.5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81 10656 0 0,'0'0'2158'0'0,"0"3"-2012"0"0,-6 41 206 0 0,-2 16 293 0 0,2 0 0 0 0,3 88 1 0 0,3-131-449 0 0,2 0 1 0 0,0-1 0 0 0,1 1 0 0 0,0-1-1 0 0,10 27 1 0 0,-11-34 808 0 0,-6-7 1224 0 0,-10-10-442 0 0,13 7-1615 0 0,1-2-85 0 0,0 2-13 0 0,-1 0 1 0 0,1 0-1 0 0,0 0 1 0 0,0 0 0 0 0,0 0-1 0 0,0-1 1 0 0,0 1-1 0 0,0 0 1 0 0,1 0-1 0 0,-1 0 1 0 0,0 0 0 0 0,0 0-1 0 0,1 0 1 0 0,-1 0-1 0 0,1-1 1 0 0,1 1-55 0 0,-1 1 1 0 0,1-1-1 0 0,-1 1 1 0 0,1-1-1 0 0,0 1 0 0 0,-1 0 1 0 0,1-1-1 0 0,-1 1 0 0 0,1 0 1 0 0,0 0-1 0 0,2 1 1 0 0,14-1 20 0 0,106-4 112 0 0,-109 2-143 0 0,1 0 0 0 0,-1-2 0 0 0,0 1 0 0 0,0-2 0 0 0,27-10 0 0 0,-22 1 2 0 0,4-2 17 0 0,-23 16-28 0 0,0 0 1 0 0,-1-1-1 0 0,1 1 1 0 0,0-1-1 0 0,0 0 1 0 0,-1 1-1 0 0,1-1 1 0 0,0 1-1 0 0,-1-1 1 0 0,1 0-1 0 0,-1 1 1 0 0,1-1 0 0 0,-1 0-1 0 0,1 0 1 0 0,-1 0-1 0 0,0 1 1 0 0,1-1-1 0 0,-1 0 1 0 0,0 0-1 0 0,0 0 1 0 0,1 0-1 0 0,-1 0 1 0 0,0 1-1 0 0,0-1 1 0 0,0-2-1 0 0,-3-19 36 0 0,2 19-38 0 0,0 1 1 0 0,0-1 0 0 0,-1 1 0 0 0,1 0-1 0 0,-1-1 1 0 0,1 1 0 0 0,-1 0-1 0 0,0 0 1 0 0,0 0 0 0 0,0 0 0 0 0,0 0-1 0 0,0 1 1 0 0,-5-4 0 0 0,-34-12 14 0 0,7 4-10 0 0,30 11-4 0 0,2 1-1 0 0,0-1 1 0 0,0 1 0 0 0,-1 0 0 0 0,1 0 0 0 0,-1 1-1 0 0,1-1 1 0 0,0 0 0 0 0,-1 1 0 0 0,-2-1-1 0 0,4 1 1 0 0,1 0 0 0 0,-1 0 0 0 0,1 0 0 0 0,-1 0 0 0 0,0 0 0 0 0,1 0 0 0 0,-1 0 0 0 0,1 0 0 0 0,-1 0 0 0 0,0-1 0 0 0,1 1 0 0 0,-1 0 0 0 0,1 0 0 0 0,-1-1 0 0 0,1 1 0 0 0,-1 0 1 0 0,1-1-1 0 0,-1 1 0 0 0,1-1 0 0 0,0 1 0 0 0,-1 0 0 0 0,1-1 0 0 0,-1 1 0 0 0,1-1 0 0 0,0 1 0 0 0,0-1 0 0 0,-1 1 0 0 0,1-1 0 0 0,0 1 0 0 0,0-1 0 0 0,-1 0 0 0 0,1 1 0 0 0,0-1 0 0 0,0 1 0 0 0,0-1 0 0 0,0 0 0 0 0,0 1 0 0 0,0-1 0 0 0,0 1 0 0 0,0-1 0 0 0,0 1 0 0 0,0-1 0 0 0,0 0 0 0 0,1 1 0 0 0,-1-1 0 0 0,26-17 13 0 0,-21 15-5 0 0,1 0-1 0 0,-1-1 0 0 0,0 0 0 0 0,1 0 1 0 0,7-9-1 0 0,-4 3 13 0 0,0-1 1 0 0,-1 1-1 0 0,0-1 1 0 0,-1-1-1 0 0,0 1 1 0 0,-1-1-1 0 0,0 0 1 0 0,7-22-1 0 0,11-38 90 0 0,-25 70-110 0 0,1 1 0 0 0,0 0-1 0 0,0 0 1 0 0,-1-1 0 0 0,1 1 0 0 0,-1 0 0 0 0,1 0-1 0 0,-1 0 1 0 0,1-1 0 0 0,-1 1 0 0 0,0 0 0 0 0,0 0-1 0 0,1 0 1 0 0,-1 0 0 0 0,0 0 0 0 0,0 0 0 0 0,0 0-1 0 0,0 1 1 0 0,0-1 0 0 0,0 0 0 0 0,-2 0 0 0 0,-25-16 14 0 0,18 13-15 0 0,-1 1 0 0 0,1 1 0 0 0,-1-1 0 0 0,1 2 0 0 0,-1 0 0 0 0,0 0 0 0 0,0 1 0 0 0,0 0 0 0 0,0 0 0 0 0,1 2 0 0 0,-17 2 0 0 0,23-3 0 0 0,1 0 0 0 0,-1-1-1 0 0,0 1 1 0 0,0 1-1 0 0,1-1 1 0 0,-1 1 0 0 0,0-1-1 0 0,1 1 1 0 0,0 0-1 0 0,-1 0 1 0 0,1 0 0 0 0,0 1-1 0 0,0-1 1 0 0,0 1 0 0 0,0 0-1 0 0,1 0 1 0 0,-1 0-1 0 0,1 0 1 0 0,0 0 0 0 0,-4 7-1 0 0,3-1 146 0 0,-9 23 93 0 0,8-13-3750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9.1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225 50 11656 0 0,'0'0'56'0'0,"-5"1"-48"0"0,-27 8-24 0 0,-35 15 0 0 0,56-20-2 0 0,-1 2-1 0 0,1-1 1 0 0,0 2 0 0 0,0-1-1 0 0,1 1 1 0 0,-15 14 0 0 0,21-17 57 0 0,1 0 0 0 0,0 0 0 0 0,1 0 1 0 0,-1 0-1 0 0,1 1 0 0 0,0 0 0 0 0,0-1 1 0 0,0 1-1 0 0,0 0 0 0 0,1 0 0 0 0,0 0 1 0 0,0 0-1 0 0,0 0 0 0 0,1 0 0 0 0,0 0 1 0 0,0 0-1 0 0,0 0 0 0 0,0 0 0 0 0,1 0 1 0 0,0 0-1 0 0,0 0 0 0 0,3 8 0 0 0,-4-11 2 0 0,0-1 0 0 0,0 1 0 0 0,1-1 0 0 0,-1 1 0 0 0,1-1 0 0 0,-1 1 0 0 0,1-1 0 0 0,-1 1-1 0 0,1-1 1 0 0,0 0 0 0 0,-1 1 0 0 0,1-1 0 0 0,0 0 0 0 0,0 0 0 0 0,0 1 0 0 0,0-1 0 0 0,0 0 0 0 0,1 0-1 0 0,-1 0 1 0 0,0 0 0 0 0,0-1 0 0 0,1 1 0 0 0,-1 0 0 0 0,0 0 0 0 0,1-1 0 0 0,-1 1 0 0 0,1-1 0 0 0,-1 1-1 0 0,1-1 1 0 0,1 1 0 0 0,6 0 61 0 0,0 0-1 0 0,-1-1 0 0 0,1 0 1 0 0,0 0-1 0 0,-1 0 0 0 0,1-1 1 0 0,0-1-1 0 0,-1 0 0 0 0,1 0 1 0 0,-1 0-1 0 0,0-1 0 0 0,0 0 1 0 0,0-1-1 0 0,0 0 0 0 0,0 0 1 0 0,-1-1-1 0 0,0 0 0 0 0,0 0 1 0 0,0 0-1 0 0,0-1 0 0 0,-1 0 1 0 0,0 0-1 0 0,0-1 0 0 0,7-11 1 0 0,-4 1 132 0 0,0-1 0 0 0,-1 0 0 0 0,0 0 0 0 0,-2-1 0 0 0,0 0 0 0 0,-1 0 1 0 0,3-29-1 0 0,-8 45-241 0 0,0 2 47 0 0,0 0 0 0 0,0 0 0 0 0,0 0 0 0 0,0 0 1 0 0,1 0-1 0 0,-1 0 0 0 0,0 0 0 0 0,0 0 0 0 0,1 0 0 0 0,-1 0 0 0 0,0 0 1 0 0,1 0-1 0 0,-1 0 0 0 0,1 1 0 0 0,-1-1 0 0 0,1 0 0 0 0,-1 0 1 0 0,1 0-1 0 0,0 1 0 0 0,-1-1 0 0 0,1 0 0 0 0,0 1 0 0 0,0-1 0 0 0,0 0 1 0 0,-1 1-1 0 0,1-1 0 0 0,2 0 0 0 0,-7 31 409 0 0,-1 7-179 0 0,-1 9-19 0 0,2-1-1 0 0,2 1 1 0 0,4 53-1 0 0,0-92-202 0 0,-1 1-1 0 0,1-1 0 0 0,1 1 0 0 0,-1-1 0 0 0,1 0 0 0 0,1 0 1 0 0,7 12-1 0 0,-9-17-25 0 0,1 0 0 0 0,0-1-1 0 0,-1 1 1 0 0,1-1 0 0 0,0 1 0 0 0,0-1 0 0 0,0 0 0 0 0,-1 0 0 0 0,1 0 0 0 0,0 0 0 0 0,1-1 0 0 0,-1 1 0 0 0,0-1 0 0 0,4 0 0 0 0,11-2-2713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8T16:14:29.5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13 113 13168 0 0,'0'0'392'0'0,"0"4"-191"0"0,1 14 95 0 0,6 28 0 0 0,-4-27 121 0 0,2 33-1 0 0,-9 99 1021 0 0,4-148-1396 0 0,0-1-1 0 0,0 1 0 0 0,-1 0 0 0 0,1-1 0 0 0,-1 1 0 0 0,0-1 0 0 0,0 1 0 0 0,0-1 0 0 0,0 1 1 0 0,0-1-1 0 0,-3 4 0 0 0,4-6-36 0 0,0 0 1 0 0,-1 1-1 0 0,1-1 0 0 0,0 0 1 0 0,0 0-1 0 0,-1 0 0 0 0,1 0 1 0 0,0 0-1 0 0,0 0 1 0 0,-1 0-1 0 0,1 0 0 0 0,0 0 1 0 0,0 0-1 0 0,-1-1 0 0 0,1 1 1 0 0,0 0-1 0 0,0 0 1 0 0,-1 0-1 0 0,1 0 0 0 0,0 0 1 0 0,0 0-1 0 0,0 0 0 0 0,-1-1 1 0 0,1 1-1 0 0,0 0 1 0 0,0 0-1 0 0,0 0 0 0 0,0-1 1 0 0,-1 1-1 0 0,1 0 0 0 0,0 0 1 0 0,0 0-1 0 0,0-1 0 0 0,0 1 1 0 0,0 0-1 0 0,0 0 1 0 0,0-1-1 0 0,0 1 0 0 0,-1 0 1 0 0,-2-11 28 0 0,0-26 266 0 0,5-73 1 0 0,-1 89-245 0 0,0 8 5 0 0,0 0-1 0 0,1-1 1 0 0,0 1-1 0 0,1 0 0 0 0,1 0 1 0 0,0 0-1 0 0,1 1 0 0 0,0-1 1 0 0,1 1-1 0 0,0 0 1 0 0,1 1-1 0 0,12-16 0 0 0,-14 20-10 0 0,1 1 0 0 0,0 0 0 0 0,0 0 0 0 0,0 1 0 0 0,1-1 0 0 0,0 1 0 0 0,0 1-1 0 0,1-1 1 0 0,-1 1 0 0 0,1 1 0 0 0,0-1 0 0 0,0 1 0 0 0,0 1 0 0 0,0-1 0 0 0,0 1 0 0 0,1 1-1 0 0,-1 0 1 0 0,1 0 0 0 0,-1 0 0 0 0,14 2 0 0 0,32 8-2185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37.8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379 1 12864 0 0,'0'0'8714'0'0,"-4"3"-8437"0"0,0 0-251 0 0,0 0 127 0 0,1 0 0 0 0,-1-1 0 0 0,0 1-1 0 0,0-1 1 0 0,0 0 0 0 0,0 0-1 0 0,0 0 1 0 0,0-1 0 0 0,0 1-1 0 0,-1-1 1 0 0,1 0 0 0 0,-1 0 0 0 0,-6 0-1 0 0,1-1-26 0 0,-1 0-1 0 0,1 1 0 0 0,0 0 1 0 0,-1 1-1 0 0,-15 4 0 0 0,17-4-22 0 0,1 0 1 0 0,-1 0-1 0 0,-17 0 0 0 0,-13 2 280 0 0,33-2-288 0 0,1 1 0 0 0,-1 0-1 0 0,1 0 1 0 0,-1 0 0 0 0,1 1-1 0 0,0 0 1 0 0,-4 5 0 0 0,-13 11 547 0 0,17-16-401 0 0,-1 0 0 0 0,1 1 0 0 0,0 0 0 0 0,1 0 0 0 0,-1 1 0 0 0,1-1-1 0 0,0 1 1 0 0,-4 9 0 0 0,3-5-81 0 0,4-7-64 0 0,0-1-1 0 0,-1 1 0 0 0,1-1 0 0 0,1 1 0 0 0,-1-1 0 0 0,0 1 1 0 0,1 0-1 0 0,-1-1 0 0 0,1 5 0 0 0,-5 4 330 0 0,0 2 54 0 0,5-12-439 0 0,0-1 0 0 0,1 1 1 0 0,-1-1-1 0 0,0 1 0 0 0,0 0 0 0 0,0-1 0 0 0,1 1 0 0 0,-1-1 1 0 0,0 1-1 0 0,1-1 0 0 0,-1 1 0 0 0,1-1 0 0 0,-1 1 1 0 0,0-1-1 0 0,1 0 0 0 0,-1 1 0 0 0,1-1 0 0 0,-1 1 0 0 0,1-1 1 0 0,-1 0-1 0 0,1 0 0 0 0,-1 1 0 0 0,1-1 0 0 0,0 0 1 0 0,-1 0-1 0 0,1 1 0 0 0,-1-1 0 0 0,1 0 0 0 0,0 0 0 0 0,1 0-23 0 0,-1 1-1 0 0,1-1 1 0 0,-1 1-1 0 0,1 0 1 0 0,-1-1-1 0 0,0 1 1 0 0,1 0-1 0 0,-1 0 1 0 0,0 0 0 0 0,0 0-1 0 0,0 0 1 0 0,2 1-1 0 0,2 4 22 0 0,-1 1-1 0 0,1 0 1 0 0,-1-1-1 0 0,5 15 1 0 0,-6-16-38 0 0,1 0 0 0 0,-3-4 0 0 0,0 0 0 0 0,0 0 0 0 0,0 0 0 0 0,0 0 0 0 0,0 0 0 0 0,1 0 0 0 0,-1 0 0 0 0,0 0 0 0 0,1 0 0 0 0,-1 0 0 0 0,1-1 0 0 0,-1 1 0 0 0,1-1 0 0 0,2 2 0 0 0,-2-2 0 0 0,0 0 0 0 0,-1 1 0 0 0,1 0 0 0 0,0-1 0 0 0,0 1 0 0 0,-1 0 0 0 0,1 0 0 0 0,-1 0 0 0 0,3 2 0 0 0,-2-3 0 0 0,0 1 0 0 0,0-1 0 0 0,-1 0 0 0 0,1 0 0 0 0,0 0 0 0 0,0 0 0 0 0,0-1 0 0 0,-1 1 0 0 0,1 0 0 0 0,0-1 0 0 0,0 1 0 0 0,1-2 0 0 0,12-1 0 0 0,9 3 0 0 0,-11 1 0 0 0,0-1 0 0 0,0 0 0 0 0,0-1 0 0 0,-1-1 0 0 0,24-5 0 0 0,-30 6 0 0 0,0 0 0 0 0,1 1 0 0 0,-1-1 0 0 0,0 1 0 0 0,1 0 0 0 0,-1 1 0 0 0,0 0 0 0 0,0 0 0 0 0,9 2 0 0 0,-14-2 0 0 0,1 0 0 0 0,-1 0 0 0 0,1 0 0 0 0,0 0 0 0 0,-1 0 0 0 0,1 0 0 0 0,0 0 0 0 0,-1-1 0 0 0,1 1 0 0 0,0-1 0 0 0,0 1 0 0 0,0-1 0 0 0,-1 0 0 0 0,1 0 0 0 0,0 0 0 0 0,0 0 0 0 0,0 0 0 0 0,0 0 0 0 0,-1 0 0 0 0,1 0 0 0 0,0-1 0 0 0,0 1 0 0 0,0-1 0 0 0,-1 1 0 0 0,1-1 0 0 0,0 0 0 0 0,-1 0 0 0 0,1 0 0 0 0,-1 0 0 0 0,1 0 0 0 0,-1 0 0 0 0,1 0 0 0 0,1-2 0 0 0,1-1 0 0 0,0 1 0 0 0,1 0 0 0 0,0 0 0 0 0,-1 0 0 0 0,1 0 0 0 0,0 1 0 0 0,0 0 0 0 0,0 0 0 0 0,1 0 0 0 0,-1 0 0 0 0,0 1 0 0 0,1 0 0 0 0,5 0 0 0 0,8 1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38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14168 0 0,'0'0'10607'0'0,"-1"3"-10541"0"0,0 6-41 0 0,0 1 1 0 0,0-1 0 0 0,1 0-1 0 0,0 1 1 0 0,1-1 0 0 0,0 0-1 0 0,4 17 1 0 0,2 16 63 0 0,-3 2 23 0 0,2 10 131 0 0,-3 1 0 0 0,-4 81 1 0 0,0-101-58 0 0,4 54 1 0 0,0-9-28 0 0,5 15 153 0 0,-1 1 890 0 0,-6-95-1157 0 0,-1 1-1 0 0,1 0 1 0 0,0 0-1 0 0,-1-1 1 0 0,1 1 0 0 0,0 0-1 0 0,0-1 1 0 0,0 1-1 0 0,1-1 1 0 0,-1 1 0 0 0,0-1-1 0 0,0 1 1 0 0,1-1-1 0 0,-1 0 1 0 0,3 2-1 0 0,-3 5 771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38.8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20207 0 0,'0'0'2043'0'0,"0"5"-1443"0"0,-1 148 2049 0 0,0-56-1222 0 0,1-32-258 0 0,0-40-840 0 0,0-24-314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39.1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25599 0 0,'0'0'152'0'0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39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52 141 15576 0 0,'0'0'973'0'0,"4"2"-488"0"0,0 2-322 0 0,-2-2-116 0 0,-1-1 0 0 0,1 1-1 0 0,-1-1 1 0 0,1 0 0 0 0,-1 0 0 0 0,1 0-1 0 0,0 0 1 0 0,0 0 0 0 0,3 1 0 0 0,0-3 308 0 0,0 0 1 0 0,0 0 0 0 0,0 0-1 0 0,0-1 1 0 0,5-2-1 0 0,-8 3-146 0 0,5-3-5 0 0,-1 0-1 0 0,0 0 1 0 0,0-1-1 0 0,0 1 0 0 0,0-1 1 0 0,-1-1-1 0 0,0 1 1 0 0,0-1-1 0 0,-1 0 1 0 0,1 0-1 0 0,-1-1 0 0 0,0 1 1 0 0,5-14-1 0 0,-7 16-55 0 0,-1-1 0 0 0,0 1-1 0 0,0 0 1 0 0,0 0 0 0 0,0 0-1 0 0,-1-1 1 0 0,1-6-1 0 0,-1 10-121 0 0,-1 0 0 0 0,1 0-1 0 0,0 0 1 0 0,0 0 0 0 0,-1 1-1 0 0,1-1 1 0 0,0 0-1 0 0,-1 0 1 0 0,1 0 0 0 0,-1 0-1 0 0,1 1 1 0 0,-1-1 0 0 0,1 0-1 0 0,-1 0 1 0 0,0 1 0 0 0,1-1-1 0 0,-1 0 1 0 0,0 1-1 0 0,0-1 1 0 0,1 1 0 0 0,-1-1-1 0 0,0 1 1 0 0,0-1 0 0 0,0 1-1 0 0,0 0 1 0 0,0-1-1 0 0,1 1 1 0 0,-1 0 0 0 0,0 0-1 0 0,0-1 1 0 0,0 1 0 0 0,0 0-1 0 0,0 0 1 0 0,0 0-1 0 0,0 0 1 0 0,0 0 0 0 0,0 1-1 0 0,0-1 1 0 0,0 0 0 0 0,-1 1-1 0 0,-3 0 6 0 0,-1 0 0 0 0,0 1 0 0 0,1 0 0 0 0,-1 0 0 0 0,1 1 0 0 0,0-1 0 0 0,0 1 0 0 0,0 0 0 0 0,0 1 0 0 0,0-1-1 0 0,1 1 1 0 0,-1 0 0 0 0,-4 6 0 0 0,1-2 24 0 0,0 1 0 0 0,1 1 0 0 0,0-1 0 0 0,1 1 0 0 0,-9 19 0 0 0,3-3 84 0 0,-12 44 0 0 0,21-61-87 0 0,1 1 1 0 0,1 0-1 0 0,-1-1 0 0 0,1 1 0 0 0,1 0 0 0 0,0 0 0 0 0,0 0 1 0 0,3 14-1 0 0,-1-19-24 0 0,-1 0 0 0 0,1 0-1 0 0,0 0 1 0 0,0 0 0 0 0,1 0 0 0 0,-1 0 0 0 0,1-1 0 0 0,0 1 0 0 0,1-1-1 0 0,-1 0 1 0 0,1 0 0 0 0,-1 0 0 0 0,1 0 0 0 0,1-1 0 0 0,-1 1-1 0 0,0-1 1 0 0,1 0 0 0 0,-1-1 0 0 0,1 1 0 0 0,0-1 0 0 0,0 0 0 0 0,0 0-1 0 0,0 0 1 0 0,0-1 0 0 0,1 0 0 0 0,9 2 0 0 0,-8-3-3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39.9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 16184 0 0,'0'-7'731'0'0,"0"-2"1225"0"0,1 19 732 0 0,22 113-1168 0 0,-17-63-1217 0 0,-3-21 108 0 0,11 52-1 0 0,-11-69-94 0 0,1 6 345 0 0,-3-27-625 0 0,-1 0-1 0 0,1 0 1 0 0,-1 0 0 0 0,1 0 0 0 0,0 0 0 0 0,-1 0-1 0 0,1 1 1 0 0,0-2 0 0 0,0 1 0 0 0,0 0-1 0 0,0 0 1 0 0,0 0 0 0 0,0 0 0 0 0,0 0-1 0 0,0-1 1 0 0,0 1 0 0 0,0-1 0 0 0,0 1-1 0 0,3 0 1 0 0,-4-1-22 0 0,0 0 0 0 0,1 0 1 0 0,-1 0-1 0 0,0 0 0 0 0,1 0 0 0 0,-1-1 0 0 0,0 1 0 0 0,1 0 0 0 0,-1 0 0 0 0,0 0 0 0 0,1-1 0 0 0,-1 1 0 0 0,0 0 1 0 0,1-1-1 0 0,-1 1 0 0 0,0 0 0 0 0,0 0 0 0 0,0-1 0 0 0,1 1 0 0 0,-1 0 0 0 0,0-1 0 0 0,0 1 0 0 0,0 0 1 0 0,0-1-1 0 0,1 1 0 0 0,-1-1 0 0 0,0 1 0 0 0,0 0 0 0 0,0-1 0 0 0,0 1 0 0 0,0 0 0 0 0,0-1 0 0 0,0 1 1 0 0,0-1-1 0 0,0 1 0 0 0,0-1 0 0 0,0-18 165 0 0,0 17-168 0 0,2-40 179 0 0,2 0 0 0 0,1 1 0 0 0,15-53 0 0 0,-16 77-53 0 0,1 0 0 0 0,0 0-1 0 0,1 0 1 0 0,1 1 0 0 0,1 0 0 0 0,16-27-1 0 0,-23 42-107 0 0,0 0 0 0 0,0 0 0 0 0,0 0 0 0 0,0 1 0 0 0,0-1 0 0 0,0 0 0 0 0,0 0 0 0 0,1 1-1 0 0,-1-1 1 0 0,0 1 0 0 0,0-1 0 0 0,0 1 0 0 0,1-1 0 0 0,-1 1 0 0 0,0 0 0 0 0,1 0 0 0 0,-1 0-1 0 0,0-1 1 0 0,0 1 0 0 0,1 0 0 0 0,-1 1 0 0 0,0-1 0 0 0,1 0 0 0 0,-1 0 0 0 0,0 1 0 0 0,1-1-1 0 0,1 1 1 0 0,-1 0 0 0 0,1 0-1 0 0,-1 0 0 0 0,1 0 0 0 0,-1 1 1 0 0,1-1-1 0 0,-1 1 0 0 0,0-1 0 0 0,0 1 1 0 0,0 0-1 0 0,0 0 0 0 0,3 3 0 0 0,3 8 25 0 0,-1-1 0 0 0,0 1 0 0 0,-1 1 0 0 0,0-1 0 0 0,4 18 0 0 0,13 72 174 0 0,-1-1-22 0 0,20 3 125 0 0,-41-103-312 0 0,-1 1 0 0 0,1 0-1 0 0,0-1 1 0 0,1 1-1 0 0,-1 0 1 0 0,0-1 0 0 0,1 1-1 0 0,0-1 1 0 0,-1 0 0 0 0,1 1-1 0 0,0-1 1 0 0,0 0-1 0 0,0 0 1 0 0,0 0 0 0 0,1-1-1 0 0,-1 1 1 0 0,0 0-1 0 0,4 1 1 0 0,-1-2-2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0.3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17487 0 0,'0'0'6224'0'0,"4"4"-6080"0"0,-2-1-45 0 0,0 0-1 0 0,0 0 0 0 0,-1 0 1 0 0,1 0-1 0 0,0 0 1 0 0,-1 0-1 0 0,0 0 0 0 0,0 1 1 0 0,0-1-1 0 0,0 0 1 0 0,0 1-1 0 0,-1-1 0 0 0,1 1 1 0 0,-1 3-1 0 0,1 7 187 0 0,0 0-1 0 0,4 19 1 0 0,3 15 120 0 0,-4-9-188 0 0,2 0 0 0 0,17 60 0 0 0,-16-71 48 0 0,-1 1 1 0 0,-1 0 0 0 0,-2 0 0 0 0,0 38 0 0 0,-3-66-246 0 0,0 0 0 0 0,0 0-1 0 0,1-1 1 0 0,-1 1 0 0 0,0 0 0 0 0,0 0 0 0 0,0-1 0 0 0,1 1 0 0 0,-1 0-1 0 0,0-1 1 0 0,1 1 0 0 0,-1 0 0 0 0,1-1 0 0 0,-1 1 0 0 0,1 0 0 0 0,-1-1-1 0 0,1 1 1 0 0,0 0 0 0 0,0 0 14 0 0,0-1 1 0 0,-1 1-1 0 0,1 0 0 0 0,-1-1 1 0 0,1 1-1 0 0,-1 0 0 0 0,1 0 1 0 0,-1-1-1 0 0,1 1 0 0 0,-1 0 1 0 0,1 0-1 0 0,-1 0 0 0 0,0-1 1 0 0,0 1-1 0 0,1 0 0 0 0,-1 0 0 0 0,0 0 1 0 0,0 2-1 0 0,0 1 54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0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188 14 19199 0 0,'0'0'2767'0'0,"-4"-2"-2628"0"0,0 0 71 0 0,-1 0 0 0 0,1 0 0 0 0,-1 1 0 0 0,0-1 1 0 0,0 1-1 0 0,0 0 0 0 0,0 1 0 0 0,1-1 0 0 0,-1 1 0 0 0,0 0 1 0 0,0 0-1 0 0,-10 2 0 0 0,3 1 96 0 0,0 0 1 0 0,0 1-1 0 0,0 0 0 0 0,-14 8 1 0 0,-7 6 218 0 0,28-14-412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2.5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391 34 96 0 0,'0'0'17306'0'0,"-4"-4"-17294"0"0,2 2-219 0 0,-15-14 516 0 0,1 9-3015 0 0,16 7 2605 0 0,-1 0-109 0 0,1 0 214 0 0,-1-1 0 0 0,1 1 0 0 0,0-1 0 0 0,-1 1-1 0 0,1 0 1 0 0,-1 0 0 0 0,0-1 0 0 0,1 1 0 0 0,-1 0-1 0 0,1 0 1 0 0,-1-1 0 0 0,1 1 0 0 0,-1 0 0 0 0,1 0-1 0 0,-1 0 1 0 0,0 0 0 0 0,1 0 0 0 0,-1 0 0 0 0,1 0-1 0 0,-1 0 1 0 0,0 0 0 0 0,1 0 0 0 0,-1 0 0 0 0,1 1-1 0 0,-1-1 1 0 0,1 0 0 0 0,-2 1 0 0 0,-15 4 766 0 0,14-3-657 0 0,1 0 1 0 0,-1 0 0 0 0,1-1 0 0 0,-1 1 0 0 0,1-1 0 0 0,-1 0 0 0 0,0 0 0 0 0,0 0 0 0 0,0 0 0 0 0,0 0 0 0 0,1 0 0 0 0,-1-1-1 0 0,0 1 1 0 0,-4-1 0 0 0,-5 2 377 0 0,-27 1 801 0 0,33-3-1056 0 0,1 0 0 0 0,-1 0-1 0 0,1 1 1 0 0,0-1 0 0 0,-1 1 0 0 0,1 1-1 0 0,0-1 1 0 0,0 1 0 0 0,-7 2 0 0 0,4 0 149 0 0,-1 0-1 0 0,1-1 1 0 0,-1 0 0 0 0,1 0 0 0 0,-1-1 0 0 0,0 0-1 0 0,-12 1 1 0 0,18-2-294 0 0,0 0-1 0 0,0 1 0 0 0,0 0 1 0 0,0-1-1 0 0,1 1 1 0 0,-1 1-1 0 0,-4 3 0 0 0,-2 1 190 0 0,5-3-199 0 0,0 0-1 0 0,0-1 1 0 0,1 2 0 0 0,0-1 0 0 0,-1 0 0 0 0,1 1-1 0 0,1-1 1 0 0,-1 1 0 0 0,1 0 0 0 0,-1 0 0 0 0,2 0-1 0 0,-1 0 1 0 0,0 0 0 0 0,1 0 0 0 0,0 1 0 0 0,0-1-1 0 0,0 9 1 0 0,0 0 95 0 0,1-1 0 0 0,1 1 0 0 0,0 0-1 0 0,1-1 1 0 0,6 25 0 0 0,-7-34-105 0 0,0-1-1 0 0,1 0 1 0 0,0 1-1 0 0,0-1 1 0 0,0 0-1 0 0,0 0 1 0 0,0 0-1 0 0,1 0 1 0 0,-1-1 0 0 0,1 1-1 0 0,-1-1 1 0 0,1 1-1 0 0,5 2 1 0 0,44 24 604 0 0,-46-25-597 0 0,-1-3-24 0 0,0 0 0 0 0,0 0 0 0 0,0-1 0 0 0,0 1-1 0 0,0-1 1 0 0,0 0 0 0 0,0 0 0 0 0,6-2 0 0 0,8 1 103 0 0,-13 2-132 0 0,0-1 1 0 0,0 0-1 0 0,-1-1 1 0 0,1 1-1 0 0,0-1 0 0 0,-1 0 1 0 0,1-1-1 0 0,0 1 1 0 0,-1-1-1 0 0,0 0 1 0 0,7-3-1 0 0,-8 3 2 0 0,1 1 1 0 0,0 0-1 0 0,-1 0 0 0 0,1 0 0 0 0,0 0 1 0 0,0 1-1 0 0,0 0 0 0 0,8 1 1 0 0,17-2 85 0 0,-8-1-40 0 0,-16 0-49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3.1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230 253 25471 0 0,'0'0'64'0'0,"1"4"-57"0"0,0-3-7 0 0,-1 0 0 0 0,0 0 0 0 0,0 1 1 0 0,0-1-1 0 0,0 0 0 0 0,0 0 0 0 0,0 0 0 0 0,0 0 0 0 0,0 0 1 0 0,0 0-1 0 0,0 0 0 0 0,-1 0 0 0 0,1 0 0 0 0,0 0 0 0 0,-1 0 1 0 0,1 0-1 0 0,0 0 0 0 0,-1 0 0 0 0,0 0 0 0 0,1 0 0 0 0,-1 0 1 0 0,0 0-1 0 0,0 1 0 0 0,-29 16 22 0 0,29-18-21 0 0,-9 4 4 0 0,0 0 1 0 0,0-1 0 0 0,0-1 0 0 0,-16 2 0 0 0,2 1 19 0 0,23-5-23 0 0,0 0 1 0 0,-1 0-1 0 0,1-1 0 0 0,-1 1 0 0 0,1 0 1 0 0,0 0-1 0 0,-1-1 0 0 0,1 1 0 0 0,0 0 0 0 0,-1-1 1 0 0,1 0-1 0 0,0 1 0 0 0,-1-1 0 0 0,1 0 1 0 0,0 1-1 0 0,0-1 0 0 0,0 0 0 0 0,0 0 1 0 0,0 0-1 0 0,0 0 0 0 0,0 0 0 0 0,-1-2 0 0 0,-19-28 60 0 0,18 25-44 0 0,0 1-18 0 0,-6-10 67 0 0,0-1 1 0 0,-13-33-1 0 0,20 44-39 0 0,1 0 0 0 0,0 0 0 0 0,-1 0-1 0 0,2 0 1 0 0,-1 0 0 0 0,1 0 0 0 0,-1 0 0 0 0,1 0-1 0 0,1-1 1 0 0,-1 1 0 0 0,1 0 0 0 0,0 0-1 0 0,0 0 1 0 0,0 0 0 0 0,3-6 0 0 0,5-15 245 0 0,-9 23-238 0 0,1 0-1 0 0,0 0 1 0 0,0 0 0 0 0,-1 1 0 0 0,2-1 0 0 0,-1 0 0 0 0,0 1 0 0 0,0-1-1 0 0,1 1 1 0 0,0-1 0 0 0,-1 1 0 0 0,1 0 0 0 0,0-1 0 0 0,0 1 0 0 0,0 0 0 0 0,0 0-1 0 0,1 1 1 0 0,-1-1 0 0 0,0 0 0 0 0,6-2 0 0 0,0 0 28 0 0,0 1 0 0 0,1 0 1 0 0,0 0-1 0 0,0 1 0 0 0,0 0 0 0 0,0 0 1 0 0,0 1-1 0 0,0 1 0 0 0,1-1 0 0 0,-1 1 1 0 0,0 1-1 0 0,0 0 0 0 0,0 0 0 0 0,0 1 1 0 0,10 2-1 0 0,-14-3-9 0 0,-1 1 0 0 0,1-1 0 0 0,-1 1 0 0 0,0 0 0 0 0,0 0 0 0 0,1 1 0 0 0,5 3 0 0 0,-8-3-30 0 0,0-1 0 0 0,0 1-1 0 0,0-1 1 0 0,0 1 0 0 0,-1-1 0 0 0,1 1-1 0 0,-1 0 1 0 0,0 0 0 0 0,1 0 0 0 0,-1 0 0 0 0,0 0-1 0 0,0 6 1 0 0,3 9 37 0 0,-1 0 1 0 0,-2 0-1 0 0,1 1 0 0 0,-2 0 1 0 0,-1-1-1 0 0,0 1 0 0 0,-1-1 1 0 0,-6 22-1 0 0,1-20 163 0 0,6-13-176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3.7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18191 0 0,'0'0'3242'0'0,"0"4"-2772"0"0,17 99 1728 0 0,-14-35-1363 0 0,-3-49-618 0 0,0 0 0 0 0,2 0 0 0 0,0 0 1 0 0,7 27-1 0 0,-8-40-102 0 0,0 0 0 0 0,-1 1 0 0 0,0-1 0 0 0,0 0 0 0 0,-1 7 0 0 0,1-12-52 0 0,-6-14 107 0 0,6-9-95 0 0,-1 0-11 0 0,1 1 0 0 0,1-1 0 0 0,1 0 0 0 0,1 1-1 0 0,8-28 1 0 0,-5 27-23 0 0,8-24 137 0 0,-12 43-151 0 0,-1-1 0 0 0,1 1 0 0 0,0 0 0 0 0,0 0 0 0 0,0 0-1 0 0,0 0 1 0 0,0 0 0 0 0,1 0 0 0 0,-1 1 0 0 0,5-4 0 0 0,-6 5-16 0 0,0 0 1 0 0,0 0 0 0 0,0 0-1 0 0,1 0 1 0 0,-1 1-1 0 0,0-1 1 0 0,0 0 0 0 0,1 1-1 0 0,-1-1 1 0 0,0 1-1 0 0,1 0 1 0 0,-1-1 0 0 0,1 1-1 0 0,-1 0 1 0 0,0 0-1 0 0,1 0 1 0 0,-1 0-1 0 0,1 0 1 0 0,-1 0 0 0 0,0 0-1 0 0,1 0 1 0 0,-1 1-1 0 0,1-1 1 0 0,-1 1 0 0 0,0-1-1 0 0,1 1 1 0 0,1 0-1 0 0,15 5 90 0 0,-5-5-16 0 0,-12-1-80 0 0,0 0 0 0 0,0 0-1 0 0,0 0 1 0 0,0 0 0 0 0,0 0 0 0 0,1 0-1 0 0,-1 0 1 0 0,0 1 0 0 0,-1-1-1 0 0,1 0 1 0 0,0 1 0 0 0,0-1-1 0 0,0 1 1 0 0,0-1 0 0 0,0 1 0 0 0,0-1-1 0 0,0 1 1 0 0,0-1 0 0 0,-1 1-1 0 0,1 0 1 0 0,0 0 0 0 0,-1-1-1 0 0,1 1 1 0 0,1 1 0 0 0,5 9 35 0 0,1 0-1 0 0,-1 0 1 0 0,-1 0 0 0 0,0 1 0 0 0,-1 0 0 0 0,0 0 0 0 0,-1 1 0 0 0,5 19-1 0 0,41 177 320 0 0,-43-192-286 0 0,-6-16-58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4.6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6 13168 0 0,'0'0'4323'0'0,"4"-1"-4053"0"0,7-1-664 0 0,0 0 3960 0 0,-29 1-1205 0 0,8 2-2206 0 0,-1 0 1 0 0,0 0-1 0 0,1 1 0 0 0,-1 0 1 0 0,1 1-1 0 0,0 0 1 0 0,0 1-1 0 0,0 0 0 0 0,0 1 1 0 0,1 0-1 0 0,0 0 0 0 0,0 1 1 0 0,0 0-1 0 0,-10 9 1 0 0,18-13-123 0 0,-1 0 1 0 0,0 0-1 0 0,0 1 1 0 0,1-1-1 0 0,0 1 1 0 0,-1-1-1 0 0,1 1 1 0 0,0-1-1 0 0,0 1 1 0 0,0 0 0 0 0,1 0-1 0 0,-1-1 1 0 0,1 1-1 0 0,-1 3 1 0 0,-3 13 309 0 0,1-13-114 0 0,2-2 32 0 0,7 0-48 0 0,-4-2-180 0 0,1-1 0 0 0,-1 0 0 0 0,1-1-1 0 0,-1 1 1 0 0,1 0 0 0 0,-1-1 0 0 0,1 1 0 0 0,-1-1-1 0 0,1 0 1 0 0,-1 0 0 0 0,1 0 0 0 0,-1 0-1 0 0,1 0 1 0 0,4-2 0 0 0,-5 2-14 0 0,0-1-1 0 0,1 1 1 0 0,-1-1 0 0 0,0 1 0 0 0,1 0-1 0 0,-1 0 1 0 0,1 0 0 0 0,-1 0-1 0 0,0 1 1 0 0,1-1 0 0 0,-1 1 0 0 0,0-1-1 0 0,0 1 1 0 0,1 0 0 0 0,-1 0 0 0 0,0 0-1 0 0,0 0 1 0 0,0 0 0 0 0,3 2-1 0 0,14 9 275 0 0,-17-11-276 0 0,-1-1-1 0 0,1 1 0 0 0,-1 0 1 0 0,1 0-1 0 0,-1 0 1 0 0,0 0-1 0 0,1 0 1 0 0,-1 0-1 0 0,0 0 0 0 0,0 0 1 0 0,1 0-1 0 0,-1 1 1 0 0,0-1-1 0 0,0 0 1 0 0,0 1-1 0 0,1 2 0 0 0,7 15 118 0 0,-6-14-114 0 0,-1 0 0 0 0,1 0 0 0 0,-1 1 0 0 0,0-1 0 0 0,1 8 0 0 0,-3-11-8 0 0,1 0 1 0 0,-1 0 0 0 0,0-1-1 0 0,1 1 1 0 0,-1 0-1 0 0,1 0 1 0 0,0-1 0 0 0,0 1-1 0 0,0 0 1 0 0,0-1 0 0 0,0 1-1 0 0,1 1 1 0 0,-10 15 183 0 0,3 0-108 0 0,-1-2 1 0 0,-16 31-1 0 0,15-29-28 0 0,6-15-43 0 0,0 0 0 0 0,0-1 0 0 0,0 1 0 0 0,0 0 0 0 0,-1 0 0 0 0,1 0 0 0 0,-1-1 0 0 0,1 1 0 0 0,-1-1 0 0 0,0 0 0 0 0,0 1 0 0 0,0-1 0 0 0,-1 0 0 0 0,1 0 0 0 0,0 0 0 0 0,-1 0 0 0 0,1 0 1 0 0,-1-1-1 0 0,1 1 0 0 0,-1-1 0 0 0,-5 2 0 0 0,-20-2 120 0 0,24-2-116 0 0,1 1 1 0 0,-1 0-1 0 0,1 0 1 0 0,0 0 0 0 0,-1 0-1 0 0,-6 2 1 0 0,4 0 11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5.3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19 17887 0 0,'0'0'7392'0'0,"-2"4"-7248"0"0,-5 10 61 0 0,1 1 1 0 0,0-1-1 0 0,1 1 0 0 0,1 1 0 0 0,0-1 0 0 0,1 1 1 0 0,1-1-1 0 0,0 1 0 0 0,1 0 0 0 0,2 24 0 0 0,0-32-183 0 0,0 1-1 0 0,1-1 1 0 0,0 1-1 0 0,0-1 1 0 0,1 0-1 0 0,0 0 0 0 0,0 0 1 0 0,1 0-1 0 0,0 0 1 0 0,0-1-1 0 0,1 0 0 0 0,0 1 1 0 0,1-2-1 0 0,-1 1 1 0 0,10 8-1 0 0,-13-14-13 0 0,-1 0 1 0 0,1 0-1 0 0,0 0 1 0 0,-1 0-1 0 0,1 0 0 0 0,0 0 1 0 0,0 0-1 0 0,0-1 0 0 0,0 1 1 0 0,0-1-1 0 0,0 1 0 0 0,0-1 1 0 0,0 0-1 0 0,0 1 0 0 0,0-1 1 0 0,0 0-1 0 0,0-1 0 0 0,2 1 1 0 0,0-1 4 0 0,0 0 0 0 0,-1 0 1 0 0,1-1-1 0 0,-1 1 1 0 0,1-1-1 0 0,-1 0 1 0 0,0 0-1 0 0,1 0 1 0 0,3-3-1 0 0,-2 0 2 0 0,0 1 0 0 0,-1-1 0 0 0,1 1 0 0 0,-1-2 0 0 0,0 1 0 0 0,0 0 0 0 0,-1-1-1 0 0,1 1 1 0 0,-1-1 0 0 0,0 0 0 0 0,2-8 0 0 0,-1-9 36 0 0,-1 1 0 0 0,0-1 0 0 0,-2 0 0 0 0,-3-33-1 0 0,3-31 177 0 0,1 77-92 0 0,1-5 84 0 0,-3 15-192 0 0,0-1 0 0 0,0 1 1 0 0,0 0-1 0 0,0-1 0 0 0,0 1 0 0 0,0 0 0 0 0,0-1 1 0 0,0 1-1 0 0,0 0 0 0 0,0-1 0 0 0,-1 1 0 0 0,1 0 1 0 0,0-1-1 0 0,0 1 0 0 0,0 0 0 0 0,-1 0 1 0 0,1-1-1 0 0,0 1 0 0 0,0 0 0 0 0,-1 0 0 0 0,1 0 1 0 0,0-1-1 0 0,0 1 0 0 0,-1 0 0 0 0,1 0 0 0 0,0 0 1 0 0,-1 0-1 0 0,1 0 0 0 0,0-1 0 0 0,-1 1 0 0 0,1 0 1 0 0,0 0-1 0 0,-1 0 0 0 0,1 0 0 0 0,0 0 0 0 0,-1 0 1 0 0,1 0-1 0 0,-1 0 0 0 0,0 1-11 0 0,1-1-1 0 0,-1 1 1 0 0,1-1-1 0 0,-1 1 1 0 0,0-1-1 0 0,1 1 1 0 0,-1-1 0 0 0,1 1-1 0 0,-1 0 1 0 0,1-1-1 0 0,0 1 1 0 0,-1 0-1 0 0,1-1 1 0 0,0 1 0 0 0,-1 0-1 0 0,1-1 1 0 0,0 1-1 0 0,0 0 1 0 0,0 0-1 0 0,-1-1 1 0 0,1 1 0 0 0,0 0-1 0 0,0 0 1 0 0,0-1-1 0 0,0 1 1 0 0,1 1-1 0 0,-1 26 59 0 0,0-27-56 0 0,0 163 485 0 0,-1-146-392 0 0,0 1 1 0 0,2-1-1 0 0,0 1 1 0 0,1-1-1 0 0,1 0 1 0 0,1 0-1 0 0,11 32 1 0 0,-15-50-100 0 0,0 1 0 0 0,0-1 0 0 0,0 1 0 0 0,0-1 1 0 0,0 0-1 0 0,0 1 0 0 0,1-1 0 0 0,-1 1 0 0 0,0-1 1 0 0,0 0-1 0 0,1 1 0 0 0,-1-1 0 0 0,0 0 0 0 0,0 1 1 0 0,1-1-1 0 0,-1 0 0 0 0,0 1 0 0 0,1-1 0 0 0,-1 0 0 0 0,0 0 1 0 0,1 1-1 0 0,-1-1 0 0 0,1 0 0 0 0,-1 0 0 0 0,0 0 1 0 0,1 0-1 0 0,-1 1 0 0 0,1-1 0 0 0,-1 0 0 0 0,0 0 1 0 0,1 0-1 0 0,-1 0 0 0 0,1 0 0 0 0,0 0 0 0 0,4-5 23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5.6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26 28111 0 0,'-6'-20'0'0'0,"1"15"0"0"0,5 52 0 0 0,4-13 0 0 0,-1 0 0 0 0,-1 1 0 0 0,-5 39 0 0 0,2-6 30 0 0,8 73 0 0 0,-2-77-18 0 0,-5 5 32 0 0,-1-43 36 0 0,2 27 0 0 0,4 5 404 0 0,-4-57-471 0 0,-1-1 1 0 0,0 1-1 0 0,1-1 1 0 0,-1 1-1 0 0,1-1 0 0 0,-1 0 1 0 0,1 1-1 0 0,-1-1 1 0 0,1 0-1 0 0,-1 1 0 0 0,1-1 1 0 0,0 0-1 0 0,-1 1 0 0 0,1-1 1 0 0,-1 0-1 0 0,1 0 1 0 0,0 0-1 0 0,-1 0 0 0 0,1 0 1 0 0,0 0-1 0 0,-1 0 0 0 0,1 0 1 0 0,0 0-1 0 0,-1 0 1 0 0,1 0-1 0 0,-1 0 0 0 0,1 0 1 0 0,0 0-1 0 0,-1 0 0 0 0,2-1 1 0 0,3-2 75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6.0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 26479 0 0,'0'0'8'0'0,"-3"3"0"0"0,-1 3-3 0 0,0 0 0 0 0,1-1 0 0 0,0 2 1 0 0,0-1-1 0 0,1 0 0 0 0,-1 1 0 0 0,2-1 0 0 0,-1 1 0 0 0,1-1 0 0 0,-2 12 0 0 0,0 14 45 0 0,2 0-1 0 0,1 1 0 0 0,1-1 1 0 0,9 47-1 0 0,-2-6 146 0 0,-5-54-47 0 0,0 0 0 0 0,2 0 0 0 0,10 28 0 0 0,-2-8 459 0 0,-11-10 394 0 0,-2-23-363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6.3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296 1 18695 0 0,'0'0'5531'0'0,"-4"2"-4911"0"0,-30 10 47 0 0,0-1 0 0 0,-57 10-1 0 0,-34 11 151 0 0,118-30-769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6.8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217 0 15976 0 0,'0'0'2254'0'0,"3"4"-2037"0"0,1 1-154 0 0,11 11 354 0 0,-15-16-376 0 0,1 1 0 0 0,-1-1-1 0 0,0 0 1 0 0,0 0-1 0 0,0 1 1 0 0,0-1 0 0 0,0 0-1 0 0,0 1 1 0 0,1-1 0 0 0,-1 0-1 0 0,0 0 1 0 0,0 1-1 0 0,0-1 1 0 0,0 0 0 0 0,0 1-1 0 0,0-1 1 0 0,0 0 0 0 0,0 0-1 0 0,0 1 1 0 0,0-1-1 0 0,-1 0 1 0 0,1 1 0 0 0,0-1-1 0 0,0 0 1 0 0,0 0-1 0 0,0 1 1 0 0,0-1 0 0 0,0 0-1 0 0,-1 0 1 0 0,1 1 0 0 0,0-1-1 0 0,0 0 1 0 0,0 0-1 0 0,-1 1 1 0 0,1-1 0 0 0,0 0-1 0 0,0 0 1 0 0,0 0-1 0 0,-1 0 1 0 0,1 1 0 0 0,0-1-1 0 0,-1 0 1 0 0,1 0 0 0 0,0 0-1 0 0,0 0 1 0 0,-1 0-1 0 0,1 0 1 0 0,0 0 0 0 0,-1 0-1 0 0,1 0 1 0 0,-18 7 74 0 0,18-7-38 0 0,-28 10 543 0 0,-48 23 0 0 0,65-27-557 0 0,0 1-1 0 0,0 0 1 0 0,1 0 0 0 0,0 1 0 0 0,0 1-1 0 0,-14 15 1 0 0,21-19-42 0 0,0-1 1 0 0,0 1 0 0 0,0 0-1 0 0,1 0 1 0 0,0 0-1 0 0,0 0 1 0 0,0 1-1 0 0,1-1 1 0 0,0 0-1 0 0,0 1 1 0 0,0-1-1 0 0,1 8 1 0 0,0-11-13 0 0,1 0 1 0 0,0 0-1 0 0,0 0 0 0 0,0 0 1 0 0,0 0-1 0 0,0 0 1 0 0,1-1-1 0 0,-1 1 0 0 0,0 0 1 0 0,1-1-1 0 0,0 1 0 0 0,-1-1 1 0 0,1 0-1 0 0,0 1 1 0 0,-1-1-1 0 0,1 0 0 0 0,0 0 1 0 0,0 0-1 0 0,0 0 0 0 0,3 0 1 0 0,42 15 89 0 0,-44-16-87 0 0,1 1-1 0 0,0-1 1 0 0,-1 0 0 0 0,1 0-1 0 0,0 0 1 0 0,-1 0 0 0 0,1-1-1 0 0,-1 1 1 0 0,1-1 0 0 0,-1 0-1 0 0,1 0 1 0 0,-1 0 0 0 0,1-1-1 0 0,-1 1 1 0 0,0-1 0 0 0,0 0 0 0 0,1 0-1 0 0,-1 0 1 0 0,-1 0 0 0 0,1 0-1 0 0,0-1 1 0 0,-1 1 0 0 0,1-1-1 0 0,-1 0 1 0 0,1 0 0 0 0,-1 0-1 0 0,0 0 1 0 0,1-4 0 0 0,5-7 36 0 0,-1 0 0 0 0,-1 0 0 0 0,0 0 0 0 0,-1-1 0 0 0,4-20 0 0 0,-8 30 11 0 0,0 0 1 0 0,0 0 0 0 0,-1 0-1 0 0,1 1 1 0 0,-1-1 0 0 0,0 0-1 0 0,-1 0 1 0 0,1 0 0 0 0,-1 0-1 0 0,0 0 1 0 0,-2-6 0 0 0,3 11-58 0 0,-2-26 565 0 0,1 18-26 0 0,3 19-222 0 0,7 26-67 0 0,0-6-107 0 0,-2 3 8 0 0,0 8 46 0 0,2-1 1 0 0,1 0-1 0 0,30 72 1 0 0,-35-105-139 0 0,-1 0 1 0 0,1 0-1 0 0,1 0 1 0 0,0-1 0 0 0,9 9-1 0 0,-8-9 11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7.3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 15880 0 0,'0'0'3255'0'0,"4"-3"-3024"0"0,-2 1-26 0 0,-1 1-105 0 0,-1 0 0 0 0,1 0 0 0 0,0 0 0 0 0,0 0 0 0 0,0 0 0 0 0,0 1 0 0 0,0-1 0 0 0,0 0 0 0 0,0 1 0 0 0,0-1 0 0 0,0 1 0 0 0,1-1 0 0 0,-1 1 0 0 0,0-1 0 0 0,0 1 0 0 0,2 0 0 0 0,-2 0-41 0 0,0 1 0 0 0,0 0-1 0 0,1 0 1 0 0,-1 0 0 0 0,0 0-1 0 0,0 0 1 0 0,0 0 0 0 0,0 0-1 0 0,0 1 1 0 0,-1-1 0 0 0,1 0-1 0 0,0 0 1 0 0,-1 1 0 0 0,1-1-1 0 0,0 0 1 0 0,-1 1 0 0 0,0-1-1 0 0,1 3 1 0 0,2 2 100 0 0,3 10 109 0 0,0-1 1 0 0,-1 2 0 0 0,-1-1-1 0 0,0 0 1 0 0,2 30 0 0 0,-3 85 450 0 0,-3-84-338 0 0,9 61 1049 0 0,-9-107-1421 0 0,0-1-1 0 0,0 0 0 0 0,0 0 1 0 0,0 0-1 0 0,0 1 0 0 0,0-1 1 0 0,0 0-1 0 0,0 0 0 0 0,0 0 1 0 0,0 1-1 0 0,0-1 0 0 0,0 0 1 0 0,0 0-1 0 0,0 0 0 0 0,0 1 1 0 0,0-1-1 0 0,0 0 0 0 0,0 0 1 0 0,0 0-1 0 0,0 1 0 0 0,0-1 1 0 0,0 0-1 0 0,0 0 0 0 0,0 0 1 0 0,0 1-1 0 0,1-1 0 0 0,-1 0 1 0 0,0 0-1 0 0,0 0 0 0 0,0 0 1 0 0,0 0-1 0 0,1 1 0 0 0,-1-1 1 0 0,0 0-1 0 0,0 0 0 0 0,0 0 1 0 0,0 0-1 0 0,1 0 1 0 0,-1 0-1 0 0,0 0 0 0 0,0 0 1 0 0,0 0-1 0 0,1 0 0 0 0,-1 0 1 0 0,0 0-1 0 0,0 0 0 0 0,0 0 1 0 0,1 0-1 0 0,-1 0 0 0 0,0 0 1 0 0,0 0-1 0 0,1 0 0 0 0,-1 0 1 0 0,0 0-1 0 0,0 0 0 0 0,0 0 1 0 0,1 0-1 0 0,-1 0 0 0 0,0 0 1 0 0,0 0-1 0 0,8-10 346 0 0,-4-5-192 0 0,1 0 0 0 0,7-16 1 0 0,4-17 48 0 0,-10 31-113 0 0,1-1 0 0 0,1 1 0 0 0,0 0 0 0 0,1 1-1 0 0,1 0 1 0 0,12-17 0 0 0,-18 28-57 0 0,6-10 33 0 0,-7 9-13 0 0,0 1-1 0 0,1-1 0 0 0,0 1 0 0 0,0 0 0 0 0,0 0 1 0 0,0 1-1 0 0,1-1 0 0 0,-1 1 0 0 0,1 0 0 0 0,0 1 1 0 0,1-1-1 0 0,5-3 0 0 0,-8 6-19 0 0,0 0 0 0 0,0-1 1 0 0,0 1-1 0 0,0 0 0 0 0,0 0 0 0 0,0 1 0 0 0,0-1 0 0 0,0 1 1 0 0,0-1-1 0 0,6 1 0 0 0,-7 0-22 0 0,0 1-1 0 0,-1 0 1 0 0,1-1 0 0 0,0 1 0 0 0,0 0-1 0 0,-1 0 1 0 0,1 0 0 0 0,-1 0 0 0 0,1 0-1 0 0,-1 0 1 0 0,1 0 0 0 0,-1 0 0 0 0,0 1 0 0 0,1-1-1 0 0,-1 1 1 0 0,0-1 0 0 0,0 1 0 0 0,0-1-1 0 0,2 4 1 0 0,4 11 60 0 0,-1 0 1 0 0,0 1-1 0 0,-1-1 1 0 0,-1 1-1 0 0,4 32 0 0 0,-1-5 32 0 0,-2-11 24 0 0,1 48-1 0 0,1 2 54 0 0,-7-79-172 0 0,0-1 4 0 0,0 1 1 0 0,1-1-1 0 0,-1 0 0 0 0,1 1 1 0 0,0-1-1 0 0,0 0 1 0 0,0 0-1 0 0,0 0 1 0 0,1 0-1 0 0,-1 1 0 0 0,1-2 1 0 0,3 6-1 0 0,-2-5 3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7.6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17583 0 0,'0'0'2906'0'0,"2"4"-2690"0"0,7 21 516 0 0,-2 1 0 0 0,0-1 0 0 0,4 37 1 0 0,1 86 400 0 0,-11-88-886 0 0,0-26 14 0 0,0 0 1 0 0,9 50-1 0 0,-1-51 55 0 0,12 31 0 0 0,-10-31 341 0 0,-6-27-364 0 0,-5-6-273 0 0,0 0 0 0 0,1 0 0 0 0,-1 0 0 0 0,0 1 0 0 0,1-1-1 0 0,-1 0 1 0 0,0 1 0 0 0,0-1 0 0 0,1 0 0 0 0,-1 1 0 0 0,0-1-1 0 0,0 0 1 0 0,1 1 0 0 0,-1-1 0 0 0,0 0 0 0 0,0 1 0 0 0,0-1-1 0 0,0 1 1 0 0,0-1 0 0 0,0 0 0 0 0,0 1 0 0 0,0-1 0 0 0,0 1-1 0 0,0 3 60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1:48.0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310 0 16280 0 0,'0'0'1943'0'0,"-4"0"-1379"0"0,-3 0-319 0 0,0 1 0 0 0,1-1-1 0 0,-1 1 1 0 0,0 1 0 0 0,-6 1-1 0 0,-1 1 446 0 0,-1-1 0 0 0,1 0 0 0 0,-21 1 0 0 0,21-2-539 0 0,0-1-1 0 0,0 2 1 0 0,0 0-1 0 0,-13 5 0 0 0,-55 20 641 0 0,66-21-678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7:29.8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18 235 8432 0 0,'0'0'8001'0'0,"4"-1"-7827"0"0,18-6 134 0 0,-1 2-1 0 0,1 0 0 0 0,0 2 0 0 0,1 0 1 0 0,-1 2-1 0 0,25 0 0 0 0,-40 2-260 0 0,-1 0 0 0 0,0-1-1 0 0,1 0 1 0 0,-1-1 0 0 0,0 1-1 0 0,0-1 1 0 0,1 0 0 0 0,-1-1-1 0 0,0 0 1 0 0,0 0 0 0 0,8-3 0 0 0,-5-1 46 0 0,0 1 1 0 0,-1-1 0 0 0,1-1-1 0 0,-1 0 1 0 0,14-15 0 0 0,-15 16-5 0 0,0 0 1 0 0,0 0 0 0 0,13-7 0 0 0,13-11 316 0 0,-32 24-381 0 0,1-1-1 0 0,-1 0 1 0 0,0 0 0 0 0,1 1 0 0 0,-1-1-1 0 0,1 0 1 0 0,-1 1 0 0 0,1 0-1 0 0,0-1 1 0 0,-1 1 0 0 0,1 0 0 0 0,-1 0-1 0 0,1 0 1 0 0,0 0 0 0 0,2 0 0 0 0,-2 0 34 0 0,0 0 0 0 0,-1 0 0 0 0,1 0 0 0 0,0 0 0 0 0,0 0 0 0 0,-1 0 0 0 0,1-1 0 0 0,0 1 1 0 0,0-1-1 0 0,-1 1 0 0 0,1-1 0 0 0,1 0 0 0 0,-2 0 24 0 0,-1 0-52 0 0,-1 0 1 0 0,1 1 0 0 0,0-1-1 0 0,-1 0 1 0 0,1 0 0 0 0,-1 0 0 0 0,1 0-1 0 0,-1 1 1 0 0,0-1 0 0 0,1 0-1 0 0,-1 0 1 0 0,1 1 0 0 0,-1-1-1 0 0,0 1 1 0 0,0-1 0 0 0,0 0 0 0 0,1 1-1 0 0,-1-1 1 0 0,0 1 0 0 0,-1-1-1 0 0,-23-9 41 0 0,18 7-12 0 0,-32-18 118 0 0,31 16-130 0 0,0 0-1 0 0,0 1 1 0 0,0 0-1 0 0,-10-3 1 0 0,15 6-33 0 0,-1 0 1 0 0,1 1-1 0 0,0-1 1 0 0,-1 1-1 0 0,1 0 1 0 0,0 0-1 0 0,-1 0 0 0 0,1 0 1 0 0,0 0-1 0 0,-1 1 1 0 0,1 0-1 0 0,0 0 0 0 0,0 0 1 0 0,-1 0-1 0 0,-2 2 1 0 0,-4 0 43 0 0,1 0 0 0 0,-1-1 0 0 0,1 0 1 0 0,-1 0-1 0 0,0-1 0 0 0,0 0 0 0 0,0-1 1 0 0,-17-2-1 0 0,-1 2 5 0 0,25 0-61 0 0,1 0 0 0 0,-1 1 0 0 0,0-1 0 0 0,0 1 0 0 0,1 0-1 0 0,-1 0 1 0 0,0 0 0 0 0,1 0 0 0 0,-4 2 0 0 0,2-1 0 0 0,0 0-1 0 0,0 0 1 0 0,0-1-1 0 0,0 1 1 0 0,0-1-1 0 0,0 0 1 0 0,-1 0 0 0 0,1 0-1 0 0,0-1 1 0 0,-5 0-1 0 0,-34-1-131 0 0,42 1 149 0 0,1 57 129 0 0,0-28-38 0 0,4 46 0 0 0,-2-53-30 0 0,-2 0 1 0 0,-1-1 0 0 0,0 1-1 0 0,-1 0 1 0 0,-10 38 0 0 0,-4 37 286 0 0,16-90-287 0 0,-1-1 0 0 0,1 1-1 0 0,1-1 1 0 0,-1 1 0 0 0,1-1-1 0 0,1 1 1 0 0,-1-1 0 0 0,1 0-1 0 0,5 12 1 0 0,-5-11 442 0 0,-2-6-515 0 0,0-1 0 0 0,0 1 0 0 0,0-1 0 0 0,0 0 0 0 0,0 1 0 0 0,0-1 0 0 0,0 0 0 0 0,0 1 0 0 0,0-1 0 0 0,1 0 0 0 0,-1 1 0 0 0,0-1 0 0 0,0 0 0 0 0,0 0 0 0 0,0 1 0 0 0,1-1 0 0 0,-1 0 0 0 0,0 1 0 0 0,0-1 0 0 0,1 0 0 0 0,-1 0 0 0 0,0 0 0 0 0,0 1 0 0 0,1-1 0 0 0,-1 0 0 0 0,0 0 0 0 0,1 0 0 0 0,-1 0 0 0 0,0 1 0 0 0,1-1 0 0 0,-1 0 0 0 0,0 0 0 0 0,1 0 0 0 0,-1 0 0 0 0,0 0 0 0 0,1 0 0 0 0,-1 0 0 0 0,0 0 0 0 0,1 0 0 0 0,-1 0 0 0 0,0 0 0 0 0,1 0 0 0 0,-1 0 0 0 0,0 0 0 0 0,1 0 0 0 0,0-1 0 0 0,6-1 134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7:30.3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0 16575 0 0,'0'0'4207'0'0,"0"5"-4047"0"0,-3 42 363 0 0,4 85-1 0 0,1-115-426 0 0,2 0 0 0 0,6 23-1 0 0,-6-28 14 0 0,-1-1 0 0 0,0 1 0 0 0,-1 0-1 0 0,0 0 1 0 0,-1 0 0 0 0,0 14-1 0 0,-14-9 320 0 0,12-17-410 0 0,0 1 0 0 0,0-1-1 0 0,0 0 1 0 0,0 0 0 0 0,0 0 0 0 0,0 0-1 0 0,0 0 1 0 0,0 0 0 0 0,0 0 0 0 0,0 0-1 0 0,0 0 1 0 0,0-1 0 0 0,0 1 0 0 0,0 0-1 0 0,0-1 1 0 0,0 1 0 0 0,0 0 0 0 0,0-1-1 0 0,1 1 1 0 0,-1-1 0 0 0,0 0 0 0 0,0 1-1 0 0,0-1 1 0 0,1 0 0 0 0,-1 1-1 0 0,-1-2 1 0 0,-22-23 153 0 0,22 21-150 0 0,0 0 1 0 0,1 0-1 0 0,-1 0 1 0 0,1-1 0 0 0,0 1-1 0 0,0 0 1 0 0,0 0-1 0 0,0-1 1 0 0,1 1 0 0 0,0-1-1 0 0,-1 1 1 0 0,2 0-1 0 0,-1-1 1 0 0,1 1 0 0 0,-1-1-1 0 0,1 1 1 0 0,0 0-1 0 0,1 0 1 0 0,1-6 0 0 0,5-9 105 0 0,0 1 0 0 0,20-31 1 0 0,-26 46-110 0 0,5-8 44 0 0,1 0 0 0 0,0 0 0 0 0,1 0 0 0 0,0 1 0 0 0,1 0 0 0 0,0 1 0 0 0,1 0 0 0 0,0 1 1 0 0,0 0-1 0 0,0 1 0 0 0,25-12 0 0 0,-32 18-29 0 0,0 1-1 0 0,1-1 1 0 0,-1 1 0 0 0,0 0-1 0 0,1 0 1 0 0,-1 0 0 0 0,5 1-1 0 0,-5 0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7:30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129 148 23047 0 0,'56'28'-8'0'0,"-55"-27"7"0"0,0 0 0 0 0,0-1 0 0 0,0 1 0 0 0,0 0 0 0 0,0 0 0 0 0,0 1 0 0 0,0-1 0 0 0,0 0 0 0 0,-1 0 0 0 0,1 0-1 0 0,0 0 1 0 0,-1 1 0 0 0,1-1 0 0 0,-1 0 0 0 0,1 1 0 0 0,-1-1 0 0 0,0 0 0 0 0,0 1 0 0 0,1 1 0 0 0,-2 25-40 0 0,0-26 40 0 0,0 5-18 0 0,-1 0 0 0 0,0 0 1 0 0,0 0-1 0 0,-5 9 1 0 0,6-14 10 0 0,0 0 1 0 0,0 0 0 0 0,-1 0-1 0 0,1-1 1 0 0,-1 1-1 0 0,1-1 1 0 0,-1 1-1 0 0,0-1 1 0 0,1 1 0 0 0,-1-1-1 0 0,0 0 1 0 0,0 0-1 0 0,0 0 1 0 0,0 0 0 0 0,0 0-1 0 0,0 0 1 0 0,0-1-1 0 0,-4 2 1 0 0,-2 0-3 0 0,0-1-1 0 0,0 0 1 0 0,0 0 0 0 0,0-1 0 0 0,0 0-1 0 0,0 0 1 0 0,1-1 0 0 0,-11-2 0 0 0,14 2 6 0 0,1 0 0 0 0,0 0 0 0 0,-1 0 0 0 0,1-1 0 0 0,0 0 0 0 0,0 1 0 0 0,0-1 0 0 0,0 0 0 0 0,0-1 0 0 0,1 1 1 0 0,-1 0-1 0 0,0-1 0 0 0,1 0 0 0 0,0 1 0 0 0,0-1 0 0 0,0 0 0 0 0,0 0 0 0 0,0 0 0 0 0,0 0 0 0 0,-2-7 0 0 0,2 3 8 0 0,1 0-1 0 0,-1 0 1 0 0,1 1-1 0 0,0-1 0 0 0,1 0 1 0 0,0 0-1 0 0,0 0 1 0 0,0 0-1 0 0,3-10 0 0 0,0-2 10 0 0,2 0 0 0 0,7-21-1 0 0,-10 34 5 0 0,1-1-1 0 0,0 1 1 0 0,0-1-1 0 0,1 1 0 0 0,0 0 1 0 0,0 1-1 0 0,0-1 1 0 0,1 1-1 0 0,0-1 1 0 0,0 1-1 0 0,7-5 1 0 0,-9 8 1 0 0,-1 0 1 0 0,1 0 0 0 0,0 1 0 0 0,-1-1 0 0 0,1 1 0 0 0,0 0 0 0 0,0-1-1 0 0,0 1 1 0 0,0 0 0 0 0,0 1 0 0 0,1-1 0 0 0,-1 1 0 0 0,0-1 0 0 0,0 1 0 0 0,0 0-1 0 0,1 0 1 0 0,-1 0 0 0 0,0 1 0 0 0,0-1 0 0 0,0 1 0 0 0,0 0 0 0 0,0 0-1 0 0,0 0 1 0 0,0 0 0 0 0,0 0 0 0 0,6 4 0 0 0,-1-1 43 0 0,-1 1 1 0 0,1 0-1 0 0,-1 1 1 0 0,0 0-1 0 0,0 0 1 0 0,0 0-1 0 0,-1 1 0 0 0,0 0 1 0 0,-1 0-1 0 0,1 1 1 0 0,-1-1-1 0 0,-1 1 1 0 0,0 1-1 0 0,0-1 0 0 0,0 0 1 0 0,4 16-1 0 0,-4-7 28 0 0,-3-10 4 0 0,1 0 1 0 0,-1 0 0 0 0,2-1-1 0 0,-1 1 1 0 0,6 10 0 0 0,-8-12 10 0 0,0-4-52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7:31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125 0 16072 0 0,'0'0'4519'0'0,"6"16"-3792"0"0,-5-10-652 0 0,0 0 0 0 0,0 0 0 0 0,0 1 1 0 0,-1-1-1 0 0,0 0 0 0 0,0 1 0 0 0,-2 6 0 0 0,0 14 183 0 0,2 9 98 0 0,-3 165 1864 0 0,3-199-2178 0 0,0 1 1 0 0,0-1 0 0 0,0 0 0 0 0,-1 0 0 0 0,1 1 0 0 0,-1-1 0 0 0,0 0 0 0 0,0 0 0 0 0,0 0-1 0 0,0 0 1 0 0,0 0 0 0 0,0 0 0 0 0,0 0 0 0 0,-1 0 0 0 0,1 0 0 0 0,-1 0 0 0 0,1-1 0 0 0,-4 4-1 0 0,1-3 29 0 0,0 0 1 0 0,0 0-1 0 0,0 0 0 0 0,0 0 0 0 0,0 0 0 0 0,0-1 0 0 0,0 0 0 0 0,-6 1 0 0 0,8-2-47 0 0,0 1-1 0 0,0-1 1 0 0,0 0 0 0 0,0-1-1 0 0,0 1 1 0 0,0 0 0 0 0,0-1-1 0 0,1 1 1 0 0,-1-1-1 0 0,0 1 1 0 0,0-1 0 0 0,0 0-1 0 0,1 1 1 0 0,-1-1-1 0 0,0 0 1 0 0,1 0 0 0 0,-3-3-1 0 0,0 1 28 0 0,0 0-1 0 0,1-1 1 0 0,0 1-1 0 0,0-1 1 0 0,-5-8-1 0 0,2 2 14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7:31.6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16687 0 0,'0'0'4792'0'0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7:32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72 102 14272 0 0,'0'0'288'0'0,"4"2"0"0"0,1 0-152 0 0,0 1 0 0 0,1-1 0 0 0,-1 0 1 0 0,1 0-1 0 0,-1-1 0 0 0,1 0 1 0 0,0 0-1 0 0,-1 0 0 0 0,1-1 1 0 0,0 1-1 0 0,0-1 0 0 0,-1-1 1 0 0,1 1-1 0 0,0-1 0 0 0,-1 0 0 0 0,1 0 1 0 0,0-1-1 0 0,-1 0 0 0 0,0 0 1 0 0,1 0-1 0 0,-1 0 0 0 0,0-1 1 0 0,0 0-1 0 0,0 0 0 0 0,0-1 1 0 0,-1 1-1 0 0,1-1 0 0 0,-1 0 0 0 0,7-8 1 0 0,-8 8-40 0 0,-1-1 0 0 0,0 1 1 0 0,1 0-1 0 0,-2-1 0 0 0,1 0 1 0 0,1-5-1 0 0,-2-11 381 0 0,-1 21-459 0 0,0-1 0 0 0,0 1-1 0 0,0-1 1 0 0,0 0 0 0 0,-1 1 0 0 0,1-1-1 0 0,0 1 1 0 0,0-1 0 0 0,-1 1 0 0 0,1-1-1 0 0,0 1 1 0 0,-1-1 0 0 0,1 1 0 0 0,-1-1-1 0 0,1 1 1 0 0,0-1 0 0 0,-1 1-1 0 0,1 0 1 0 0,-1-1 0 0 0,1 1 0 0 0,-1 0-1 0 0,1-1 1 0 0,-1 1 0 0 0,0 0 0 0 0,0 0-1 0 0,-4 0 32 0 0,-1 0-1 0 0,1 1 0 0 0,0 0 0 0 0,0 0 1 0 0,0 0-1 0 0,0 1 0 0 0,-10 4 0 0 0,7-3 3 0 0,-11 6 69 0 0,1 0 1 0 0,0 2-1 0 0,0 0 1 0 0,-20 17-1 0 0,32-23-102 0 0,0 0 19 0 0,0 1-1 0 0,1 0 0 0 0,-1 0 0 0 0,1 0 1 0 0,1 0-1 0 0,-1 1 0 0 0,1 0 0 0 0,0 0 1 0 0,1 0-1 0 0,-6 15 0 0 0,5-11 23 0 0,1-1 0 0 0,0 1 0 0 0,1 0 1 0 0,0 0-1 0 0,1 0 0 0 0,0 1 0 0 0,2 14 0 0 0,-1-23-33 0 0,0 0 0 0 0,0 0 1 0 0,0 0-1 0 0,1-1 0 0 0,0 1 0 0 0,-1 0 1 0 0,1 0-1 0 0,0-1 0 0 0,1 1 0 0 0,-1-1 1 0 0,0 1-1 0 0,1-1 0 0 0,-1 1 0 0 0,1-1 1 0 0,0 0-1 0 0,-1 0 0 0 0,6 4 0 0 0,-3-3 11 0 0,0-1 0 0 0,0 1 0 0 0,1-1 0 0 0,-1-1 0 0 0,1 1 0 0 0,0 0 0 0 0,0-1 0 0 0,-1 0-1 0 0,9 0 1 0 0,-4 1 4 0 0,-1-1-1 0 0,0 0 1 0 0,1-1-1 0 0,-1 0 1 0 0,1 0-1 0 0,14-4 1 0 0,-4-1 11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7:32.3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229 0 14968 0 0,'0'0'5463'0'0,"-4"1"-5197"0"0,-10 3-139 0 0,0 0 0 0 0,1 1 0 0 0,-1 1 0 0 0,1 0-1 0 0,1 1 1 0 0,-1 0 0 0 0,1 1 0 0 0,1 0 0 0 0,-1 1 0 0 0,1 0 0 0 0,1 1 0 0 0,0 0 0 0 0,-10 13 0 0 0,12-12-40 0 0,1 0 0 0 0,1 0 1 0 0,-10 22-1 0 0,14-29-62 0 0,1 1 1 0 0,-1-1 0 0 0,1 1-1 0 0,0 0 1 0 0,0 0 0 0 0,1 0-1 0 0,-1 0 1 0 0,1 0 0 0 0,0-1-1 0 0,1 1 1 0 0,-1 0 0 0 0,1 0-1 0 0,1 7 1 0 0,0-9-10 0 0,0 1 1 0 0,-1-1-1 0 0,1 1 0 0 0,0-1 0 0 0,1 0 1 0 0,-1 1-1 0 0,1-1 0 0 0,-1 0 0 0 0,1-1 1 0 0,0 1-1 0 0,0 0 0 0 0,0-1 1 0 0,0 0-1 0 0,1 1 0 0 0,-1-1 0 0 0,1-1 1 0 0,-1 1-1 0 0,1 0 0 0 0,0-1 1 0 0,-1 0-1 0 0,1 0 0 0 0,4 1 0 0 0,4 0 20 0 0,1 0-1 0 0,-1 0 1 0 0,0-1-1 0 0,1-1 0 0 0,19-1 1 0 0,-15-1 3 0 0,-1-1 1 0 0,0 0-1 0 0,0-1 0 0 0,22-9 1 0 0,-23 7-15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7:32.7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0 15680 0 0,'0'0'2926'0'0,"0"4"-2451"0"0,-13 119 1061 0 0,3-30-919 0 0,5-53-333 0 0,1 0-1 0 0,3 0 0 0 0,3 50 0 0 0,-1-79-235 0 0,5 30 297 0 0,-5-39-291 0 0,-1-1-1 0 0,1 1 1 0 0,-1 0-1 0 0,1 0 1 0 0,0-1-1 0 0,-1 1 1 0 0,1 0-1 0 0,0-1 1 0 0,0 1-1 0 0,0-1 1 0 0,0 1-1 0 0,1-1 1 0 0,-1 0-1 0 0,0 1 1 0 0,1-1-1 0 0,-1 0 1 0 0,1 0-1 0 0,1 2 1 0 0,2-3 64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7:33.0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433 6 22559 0 0,'-28'-6'18'0'0,"11"8"0"0"0,0 0 0 0 0,1 0 0 0 0,-33 11 1 0 0,-16 2 41 0 0,-143 15 156 0 0,176-25-191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2.2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255 0 9536 0 0,'0'0'8914'0'0,"0"4"-8765"0"0,0-2-119 0 0,0-1 0 0 0,0 1-1 0 0,-1-1 1 0 0,1 1-1 0 0,-1-1 1 0 0,1 1-1 0 0,-1-1 1 0 0,1 0 0 0 0,-1 1-1 0 0,1-1 1 0 0,-1 1-1 0 0,0-1 1 0 0,0 0 0 0 0,0 0-1 0 0,0 0 1 0 0,0 1-1 0 0,0-1 1 0 0,0 0-1 0 0,0 0 1 0 0,-1 0 0 0 0,1-1-1 0 0,0 1 1 0 0,-1 0-1 0 0,1 0 1 0 0,0-1-1 0 0,-1 1 1 0 0,1-1 0 0 0,-1 1-1 0 0,1-1 1 0 0,-1 1-1 0 0,1-1 1 0 0,-1 0-1 0 0,1 0 1 0 0,-1 0 0 0 0,1 0-1 0 0,-1 0 1 0 0,-1 0-1 0 0,-1 0 19 0 0,-1 0-1 0 0,1 0 0 0 0,0 0 0 0 0,-1 1 0 0 0,1-1 0 0 0,0 1 0 0 0,0 0 1 0 0,-1 1-1 0 0,1-1 0 0 0,-5 3 0 0 0,-15 6 153 0 0,-11 7 207 0 0,12-3-192 0 0,19-12-154 0 0,-1 0 1 0 0,1 0-1 0 0,0 1 1 0 0,0 0 0 0 0,0 0-1 0 0,0 0 1 0 0,0 1-1 0 0,1-1 1 0 0,-4 5-1 0 0,1 3 69 0 0,1 0 1 0 0,0 0-1 0 0,0 1 0 0 0,1 0 0 0 0,0 0 0 0 0,-1 13 0 0 0,4-23-113 0 0,0 1-1 0 0,1-1 1 0 0,0 0 0 0 0,-1 1-1 0 0,1-1 1 0 0,0 1 0 0 0,0-1 0 0 0,1 0-1 0 0,-1 1 1 0 0,0-1 0 0 0,1 0-1 0 0,-1 1 1 0 0,1-1 0 0 0,0 0-1 0 0,0 0 1 0 0,0 1 0 0 0,0-1-1 0 0,0 0 1 0 0,0 0 0 0 0,1 0-1 0 0,-1 0 1 0 0,1 0 0 0 0,-1-1 0 0 0,1 1-1 0 0,0 0 1 0 0,3 2 0 0 0,1 2 20 0 0,1 1 0 0 0,0-1 0 0 0,0 0 0 0 0,1 0 0 0 0,-1-1 0 0 0,1 0 0 0 0,1-1 0 0 0,-1 0 0 0 0,0 0 0 0 0,1-1 0 0 0,0 0 0 0 0,0 0 0 0 0,11 1 0 0 0,-7-1 7 0 0,18 2 267 0 0,63 3 1 0 0,-87-8-100 0 0,0 0-1 0 0,0-1 1 0 0,0 0 0 0 0,0 0-1 0 0,0-1 1 0 0,0 0 0 0 0,12-5-1 0 0,-14 5-107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2.7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230 127 24383 0 0,'33'0'74'0'0,"-29"1"-62"0"0,0 3-10 0 0,-2 0-2 0 0,-3-2-1 0 0,1 0-1 0 0,0 0 1 0 0,0-1 0 0 0,-1 1-1 0 0,1 0 1 0 0,-1-1 0 0 0,0 1-1 0 0,1 0 1 0 0,-1-1-1 0 0,-2 4 1 0 0,-1 3 0 0 0,2-3-2 0 0,0 1 1 0 0,0-1-1 0 0,0 1 0 0 0,0-1 0 0 0,-1 0 0 0 0,0 0 0 0 0,0 0 1 0 0,-1 0-1 0 0,1-1 0 0 0,-1 0 0 0 0,0 1 0 0 0,0-1 1 0 0,0 0-1 0 0,-1-1 0 0 0,1 1 0 0 0,-1-1 0 0 0,0 0 0 0 0,0 0 1 0 0,0-1-1 0 0,0 1 0 0 0,-1-1 0 0 0,1 0 0 0 0,-1 0 0 0 0,-8 1 1 0 0,7-2-4 0 0,-1 2-8 0 0,0-2-1 0 0,0 1 0 0 0,0-1 1 0 0,0 0-1 0 0,-14-1 0 0 0,20 0 14 0 0,-1-1-1 0 0,0 1 0 0 0,1-1 1 0 0,-1 0-1 0 0,1 0 0 0 0,-1 0 0 0 0,1 0 1 0 0,-1 0-1 0 0,1-1 0 0 0,0 1 1 0 0,-1-1-1 0 0,1 1 0 0 0,0-1 1 0 0,0 0-1 0 0,0 0 0 0 0,0 0 0 0 0,1 0 1 0 0,-1 0-1 0 0,0 0 0 0 0,1-1 1 0 0,-2-2-1 0 0,-3-6 1 0 0,1 1 1 0 0,0-1-1 0 0,1 0 1 0 0,1 0-1 0 0,-1 0 1 0 0,2-1-1 0 0,-1 1 0 0 0,2-1 1 0 0,-1 1-1 0 0,2-1 1 0 0,1-23-1 0 0,-1 31 4 0 0,1 1-1 0 0,0-1 1 0 0,0 0-1 0 0,0 1 0 0 0,0-1 1 0 0,1 0-1 0 0,0 1 1 0 0,0 0-1 0 0,0-1 1 0 0,0 1-1 0 0,0 0 1 0 0,0 0-1 0 0,1 0 0 0 0,0 0 1 0 0,-1 1-1 0 0,1-1 1 0 0,0 1-1 0 0,0-1 1 0 0,0 1-1 0 0,1 0 0 0 0,-1 0 1 0 0,1 1-1 0 0,-1-1 1 0 0,1 1-1 0 0,-1-1 1 0 0,1 1-1 0 0,0 0 1 0 0,7 0-1 0 0,-5-1 2 0 0,1 1 0 0 0,0 1 1 0 0,0-1-1 0 0,0 1 0 0 0,-1 1 0 0 0,1-1 0 0 0,0 1 1 0 0,0 0-1 0 0,-1 1 0 0 0,1-1 0 0 0,-1 1 0 0 0,1 1 1 0 0,-1-1-1 0 0,0 1 0 0 0,11 7 0 0 0,-12-7 2 0 0,0 0 0 0 0,-1 1 0 0 0,0-1 0 0 0,0 1 0 0 0,0 0 0 0 0,0 1 0 0 0,0-1 0 0 0,-1 1 0 0 0,0 0 0 0 0,0-1 0 0 0,0 1 0 0 0,0 1 0 0 0,-1-1 0 0 0,0 0 0 0 0,0 1 0 0 0,0-1 0 0 0,-1 1 0 0 0,0-1 0 0 0,1 8 0 0 0,-2 8 19 0 0,0 0 0 0 0,-1 0 0 0 0,-2 0 0 0 0,-6 28 0 0 0,9-42-22 0 0,0-3 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3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53 21823 0 0,'29'0'0'0'0,"-28"0"1"0"0,-1 0-1 0 0,0 0 0 0 0,1 1 1 0 0,-1-1-1 0 0,1 1 0 0 0,-1-1 1 0 0,0 0-1 0 0,1 1 0 0 0,-1-1 0 0 0,0 1 1 0 0,1-1-1 0 0,-1 1 0 0 0,0-1 1 0 0,0 1-1 0 0,0-1 0 0 0,1 1 1 0 0,-1-1-1 0 0,0 1 0 0 0,0-1 1 0 0,0 1-1 0 0,0-1 0 0 0,0 1 1 0 0,0-1-1 0 0,0 1 0 0 0,0-1 0 0 0,0 1 1 0 0,0 0-1 0 0,0 21 17 0 0,0-16-11 0 0,1 35 42 0 0,0-22 28 0 0,-1 0-1 0 0,0 0 0 0 0,-4 24 1 0 0,2-37-2 0 0,1 0 1 0 0,-1 0-1 0 0,0-1 1 0 0,-1 1-1 0 0,1 0 1 0 0,-1-1-1 0 0,0 0 1 0 0,0 0-1 0 0,-8 10 1 0 0,11-15-68 0 0,0 0 0 0 0,-1 0 0 0 0,1 0 0 0 0,0 0 0 0 0,0 0 0 0 0,0 0 1 0 0,0 0-1 0 0,0 0 0 0 0,0 0 0 0 0,0 0 0 0 0,0 0 0 0 0,0 0 0 0 0,-1 0 0 0 0,1 0 0 0 0,0 0 0 0 0,0 0 0 0 0,0 0 0 0 0,0 0 0 0 0,0 0 1 0 0,0 0-1 0 0,0 0 0 0 0,0 0 0 0 0,0 0 0 0 0,-1 0 0 0 0,1 0 0 0 0,0-1 0 0 0,0 1 0 0 0,0 0 0 0 0,0 0 0 0 0,0 0 0 0 0,0 0 0 0 0,0 0 1 0 0,0 0-1 0 0,0 0 0 0 0,0 0 0 0 0,0 0 0 0 0,0 0 0 0 0,0 0 0 0 0,0 0 0 0 0,0-1 0 0 0,0 1 0 0 0,-1 0 0 0 0,1 0 0 0 0,0 0 0 0 0,0 0 1 0 0,0 0-1 0 0,0 0 0 0 0,0 0 0 0 0,0 0 0 0 0,0 0 0 0 0,0-1 0 0 0,0 1 0 0 0,0 0 0 0 0,0 0 0 0 0,1 0 0 0 0,-1 0 0 0 0,0 0 0 0 0,0 0 1 0 0,-1-13 136 0 0,3-11-41 0 0,8-17 43 0 0,12-36 76 0 0,-17 66-180 0 0,0 1-1 0 0,1 0 1 0 0,9-12-1 0 0,6-11 113 0 0,5-9 112 0 0,3 28 127 0 0,-27 14-372 0 0,-1 1 0 0 0,0-1 0 0 0,0 0 1 0 0,0 0-1 0 0,0 0 0 0 0,1 1 0 0 0,-1-1 0 0 0,0 1 1 0 0,0-1-1 0 0,0 1 0 0 0,0-1 0 0 0,0 1 0 0 0,0 0 0 0 0,0-1 1 0 0,0 1-1 0 0,0 0 0 0 0,-1 0 0 0 0,1 0 0 0 0,1 1 1 0 0,0 1 15 0 0,0 0 0 0 0,0 0 0 0 0,0 1 0 0 0,-1-1 0 0 0,0 1 0 0 0,2 4 1 0 0,1 9 50 0 0,-1 0 0 0 0,1 19 1 0 0,-2-22-31 0 0,0 24 225 0 0,-2 55 0 0 0,-2-29 576 0 0,2-64-822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3.7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17887 0 0,'0'0'4680'0'0,"0"3"-4545"0"0,-7 276 1468 0 0,7-277-1581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4.1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301 1 14872 0 0,'0'0'1160'0'0,"-14"6"-163"0"0,10-3-823 0 0,0-1 1 0 0,0 0-1 0 0,0 0 1 0 0,-1-1-1 0 0,1 0 1 0 0,-1 1-1 0 0,1-1 1 0 0,-1-1-1 0 0,0 1 1 0 0,1-1-1 0 0,-1 0 1 0 0,-8 0-1 0 0,-4 0-56 0 0,-178 29 2026 0 0,187-27-2080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4.4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30 13864 0 0,'0'0'1436'0'0,"-1"4"-1146"0"0,-8 33 710 0 0,1 2 0 0 0,-3 52 0 0 0,2-6 49 0 0,1-43 722 0 0,9-68-1640 0 0,0 0-1 0 0,1 0 1 0 0,2 1 0 0 0,1-1-1 0 0,1 1 1 0 0,1 0 0 0 0,13-31-1 0 0,-14 41-86 0 0,-3 6 16 0 0,1 1 0 0 0,0-1-1 0 0,9-13 1 0 0,-12 20-45 0 0,1 0-1 0 0,-1 0 1 0 0,1 1 0 0 0,-1-1 0 0 0,1 0 0 0 0,0 1-1 0 0,-1 0 1 0 0,1-1 0 0 0,0 1 0 0 0,0 0 0 0 0,0 0-1 0 0,0 0 1 0 0,0 0 0 0 0,0 0 0 0 0,1 0 0 0 0,-1 0-1 0 0,0 1 1 0 0,0 0 0 0 0,1-1 0 0 0,2 1 0 0 0,21-5 199 0 0,-17 4-134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4.9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226 39 15680 0 0,'5'-15'2399'0'0,"-8"14"-2248"0"0,0 0 0 0 0,1-1 0 0 0,-1 2 0 0 0,0-1 0 0 0,0 0 0 0 0,0 1-1 0 0,0-1 1 0 0,0 1 0 0 0,0 0 0 0 0,0 0 0 0 0,0 0 0 0 0,1 0-1 0 0,-1 0 1 0 0,-4 1 0 0 0,-4 0 26 0 0,4 0-96 0 0,0-1-1 0 0,0 2 0 0 0,0-1 0 0 0,0 1 1 0 0,0 0-1 0 0,0 0 0 0 0,0 1 0 0 0,1 0 1 0 0,-1 0-1 0 0,1 1 0 0 0,0-1 0 0 0,-6 6 0 0 0,3-2-6 0 0,0 0 0 0 0,1 1-1 0 0,0-1 1 0 0,1 1-1 0 0,0 1 1 0 0,0-1 0 0 0,-7 14-1 0 0,12-19-54 0 0,1 0-1 0 0,-1 1 1 0 0,1-1-1 0 0,0 1 1 0 0,0-1-1 0 0,0 1 0 0 0,0-1 1 0 0,1 1-1 0 0,0 0 1 0 0,-1-1-1 0 0,1 1 1 0 0,1 0-1 0 0,-1-1 1 0 0,1 7-1 0 0,0-8-12 0 0,-1 0-1 0 0,1 0 1 0 0,0 0 0 0 0,-1 0 0 0 0,1 0-1 0 0,0 0 1 0 0,0 0 0 0 0,0-1-1 0 0,0 1 1 0 0,1 0 0 0 0,-1 0 0 0 0,0-1-1 0 0,1 1 1 0 0,-1-1 0 0 0,1 0-1 0 0,-1 1 1 0 0,1-1 0 0 0,0 0 0 0 0,0 0-1 0 0,-1 0 1 0 0,1 0 0 0 0,0 0-1 0 0,0 0 1 0 0,0-1 0 0 0,4 2 0 0 0,1-1 0 0 0,1-1 0 0 0,-1 0 1 0 0,0 0-1 0 0,0-1 1 0 0,1 0-1 0 0,-1 0 0 0 0,0 0 1 0 0,0-1-1 0 0,0 0 1 0 0,9-5-1 0 0,-5 3 7 0 0,0-1 1 0 0,-1-1-1 0 0,0 0 1 0 0,0-1-1 0 0,15-13 0 0 0,-23 18-8 0 0,0 0 0 0 0,-1 0-1 0 0,1 0 1 0 0,0-1 0 0 0,-1 1-1 0 0,1-1 1 0 0,-1 1 0 0 0,0-1-1 0 0,0 1 1 0 0,0-1 0 0 0,0 0-1 0 0,0 0 1 0 0,-1 1 0 0 0,1-1-1 0 0,-1-5 1 0 0,1-4 21 0 0,-2 0 0 0 0,-2-18 0 0 0,0-4 24 0 0,3 32-30 0 0,0 0 0 0 0,0 0 0 0 0,0 0 0 0 0,0 0 0 0 0,-1 0 0 0 0,1 0 1 0 0,-1 0-1 0 0,0 0 0 0 0,1 0 0 0 0,-1 0 0 0 0,0 0 0 0 0,0 1 0 0 0,-2-4 0 0 0,3 5-11 0 0,-1 0-1 0 0,1-1 1 0 0,0 1-1 0 0,0 0 1 0 0,0 0-1 0 0,-1 0 1 0 0,1 0-1 0 0,0-1 1 0 0,-1 1 0 0 0,1 0-1 0 0,0 0 1 0 0,0 0-1 0 0,-1 0 1 0 0,1 0-1 0 0,0 0 1 0 0,-1 0-1 0 0,1 0 1 0 0,0-1-1 0 0,0 1 1 0 0,-1 0 0 0 0,1 0-1 0 0,0 1 1 0 0,-1-1-1 0 0,1 0 1 0 0,0 0-1 0 0,-1 0 1 0 0,1 0-1 0 0,0 0 1 0 0,0 0-1 0 0,-1 0 1 0 0,1 1-1 0 0,-1-1 5 0 0,0 1 0 0 0,0 0-1 0 0,0 0 1 0 0,0 0 0 0 0,0 0-1 0 0,1 0 1 0 0,-1 0-1 0 0,0 1 1 0 0,1-1 0 0 0,-1 0-1 0 0,1 0 1 0 0,-1 2 0 0 0,-6 20 95 0 0,2 0 0 0 0,0 0 0 0 0,2 0 0 0 0,0 1 1 0 0,2-1-1 0 0,1 26 0 0 0,0-45-79 0 0,0 0 0 0 0,1 0 0 0 0,-1 0 1 0 0,1 0-1 0 0,0 0 0 0 0,0 0 0 0 0,0-1 0 0 0,0 1 0 0 0,1 0 1 0 0,-1-1-1 0 0,1 1 0 0 0,0-1 0 0 0,0 1 0 0 0,0-1 1 0 0,1 0-1 0 0,-1 0 0 0 0,1 0 0 0 0,0 0 0 0 0,0 0 0 0 0,0-1 1 0 0,0 1-1 0 0,0-1 0 0 0,0 0 0 0 0,7 3 0 0 0,0-3 43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5.3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197 1 22119 0 0,'0'0'24'0'0,"-4"1"-17"0"0,-8 5-11 0 0,1-1 1 0 0,0 1-1 0 0,0 1 1 0 0,0 0-1 0 0,1 1 1 0 0,0 0-1 0 0,1 0 1 0 0,-10 11-1 0 0,6-5-21 0 0,1 1-1 0 0,1 0 0 0 0,0 1 1 0 0,-16 34-1 0 0,24-46 19 0 0,2-1-2 0 0,-1-1-1 0 0,1 1 1 0 0,-1 0-1 0 0,1 0 0 0 0,0 0 1 0 0,0-1-1 0 0,1 1 1 0 0,-1 0-1 0 0,0 0 0 0 0,1 0 1 0 0,0 0-1 0 0,0 0 0 0 0,0 0 1 0 0,0 0-1 0 0,0 0 1 0 0,0 0-1 0 0,1 0 0 0 0,1 4 1 0 0,-1-3-3 0 0,0-1 0 0 0,1 1 1 0 0,0-1-1 0 0,-1 0 0 0 0,2 1 1 0 0,-1-1-1 0 0,0 0 0 0 0,0 0 0 0 0,1 0 1 0 0,0-1-1 0 0,-1 1 0 0 0,1-1 1 0 0,0 1-1 0 0,0-1 0 0 0,1 0 1 0 0,-1 0-1 0 0,0 0 0 0 0,1-1 0 0 0,-1 1 1 0 0,1-1-1 0 0,-1 0 0 0 0,1 0 1 0 0,5 1-1 0 0,0 0-11 0 0,-1 0-1 0 0,0-1 1 0 0,1 0 0 0 0,-1-1 0 0 0,1 0-1 0 0,-1 0 1 0 0,1-1 0 0 0,-1 0 0 0 0,15-4-1 0 0,10-8-46 0 0,-22 7 44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5.6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22 17895 0 0,'0'-4'-6'0'0,"0"-10"3"0"0,0 11-1 0 0,1 6 8 0 0,3 14 2 0 0,0 1-1 0 0,-1 0 1 0 0,-1-1-1 0 0,-1 1 1 0 0,-1 24-1 0 0,-11 96 228 0 0,5-84-120 0 0,1 72 957 0 0,5-125-1025 0 0,0 1-1 0 0,1-1 1 0 0,-1 0-1 0 0,0 1 1 0 0,1-1-1 0 0,-1 0 1 0 0,1 1-1 0 0,-1-1 1 0 0,1 0-1 0 0,0 0 0 0 0,0 0 1 0 0,1 3-1 0 0,3 3 121 0 0,-5-6-68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5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229 37 18919 0 0,'4'-1'11'0'0,"-1"0"0"0"0,0 0 0 0 0,1 0-1 0 0,-1 0 1 0 0,0-1 0 0 0,0 1 0 0 0,0-1 0 0 0,0 0-1 0 0,0 0 1 0 0,0 0 0 0 0,-1 0 0 0 0,1-1-1 0 0,4-4 1 0 0,-2-1 313 0 0,-13 7 89 0 0,-2 2-250 0 0,-11 0 13 0 0,0 1 0 0 0,1 1 0 0 0,-34 10 0 0 0,-26 4 532 0 0,70-15-549 0 0,0 0 0 0 0,0 1 1 0 0,0 0-1 0 0,-12 7 0 0 0,17-9-90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6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201 90 14872 0 0,'0'0'816'0'0,"2"5"-402"0"0,-1 1-236 0 0,0 1-1 0 0,0-1 1 0 0,-1 1-1 0 0,0-1 1 0 0,0 1-1 0 0,0-1 1 0 0,-1 1-1 0 0,0-1 0 0 0,-1 1 1 0 0,1-1-1 0 0,-1 1 1 0 0,0-1-1 0 0,0 0 1 0 0,-1 0-1 0 0,-5 8 1 0 0,6-9-60 0 0,-1-1 0 0 0,1 1 0 0 0,-1-1 1 0 0,0 1-1 0 0,-1-1 0 0 0,1 0 0 0 0,-1 0 1 0 0,0-1-1 0 0,0 1 0 0 0,0-1 0 0 0,-1 0 1 0 0,1 0-1 0 0,-1 0 0 0 0,1-1 0 0 0,-1 1 1 0 0,0-1-1 0 0,0 0 0 0 0,0 0 0 0 0,0-1 0 0 0,-8 2 1 0 0,9-3-83 0 0,1 0 0 0 0,0 0 0 0 0,0 0-1 0 0,0 0 1 0 0,-1-1 0 0 0,1 1 0 0 0,0-1 0 0 0,0 0 0 0 0,0 0 0 0 0,0 0 0 0 0,0 0 0 0 0,0-1 0 0 0,0 1 0 0 0,0-1 0 0 0,0 0 0 0 0,1 1 0 0 0,-1-1 0 0 0,1 0 0 0 0,-1-1 0 0 0,1 1 0 0 0,0 0 0 0 0,-4-6 0 0 0,3 3-4 0 0,0 0 1 0 0,1 0 0 0 0,-1-1 0 0 0,1 1 0 0 0,0-1 0 0 0,0 1 0 0 0,1-1-1 0 0,0 0 1 0 0,0 1 0 0 0,0-1 0 0 0,0-10 0 0 0,1 5 53 0 0,1 0 0 0 0,0-1 1 0 0,0 1-1 0 0,1 0 0 0 0,3-12 0 0 0,-3 19-55 0 0,-1 1-1 0 0,0-1 1 0 0,1 0-1 0 0,0 1 1 0 0,0-1-1 0 0,0 1 1 0 0,0-1-1 0 0,0 1 1 0 0,1 0-1 0 0,-1 0 1 0 0,1 0 0 0 0,0 0-1 0 0,0 1 1 0 0,0-1-1 0 0,1 1 1 0 0,-1 0-1 0 0,6-4 1 0 0,3 1 59 0 0,0 0 0 0 0,1 1 0 0 0,-1 1 0 0 0,1-1 1 0 0,21-1-1 0 0,-21 5-1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46.6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37 157 23271 0 0,'0'0'10'0'0,"-3"26"14"0"0,-1 231 240 0 0,-3-226 277 0 0,7-31-426 0 0,-8-16 165 0 0,5 7-244 0 0,0 1 0 0 0,1 0 0 0 0,0-1 0 0 0,0 0 0 0 0,1 1 1 0 0,0-1-1 0 0,1-11 0 0 0,0 4 29 0 0,1 0 0 0 0,0 0 0 0 0,5-18 0 0 0,-3 21-30 0 0,0-1-1 0 0,1 1 1 0 0,1 0 0 0 0,0 0-1 0 0,0 0 1 0 0,1 0 0 0 0,1 1-1 0 0,0 0 1 0 0,1 1 0 0 0,0 0-1 0 0,1 0 1 0 0,0 0 0 0 0,1 1-1 0 0,18-15 1 0 0,-15 16-9 0 0,9-8 82 0 0,2 1-1 0 0,35-18 1 0 0,-51 30-90 0 0,0 1 0 0 0,0 0 0 0 0,0 0 0 0 0,0 1 0 0 0,1 0 0 0 0,0 0 0 0 0,-1 1 0 0 0,1 0 0 0 0,0 1 1 0 0,-1 0-1 0 0,1 0 0 0 0,10 2 0 0 0,5 3 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0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8136 0 0,'0'0'11254'0'0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3.2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249 0 12456 0 0,'0'0'7830'0'0,"-5"1"-7358"0"0,-27 8 268 0 0,-44 18 0 0 0,65-22-548 0 0,0 0 0 0 0,1 1 1 0 0,-1 0-1 0 0,1 1 0 0 0,1 0 0 0 0,-1 1 0 0 0,-14 16 0 0 0,18-18-49 0 0,0 1-1 0 0,1 0 1 0 0,-8 14-1 0 0,11-18-106 0 0,1-1 0 0 0,0 1-1 0 0,0-1 1 0 0,0 1 0 0 0,0 0 0 0 0,0-1-1 0 0,1 1 1 0 0,-1 0 0 0 0,1 0 0 0 0,0 0-1 0 0,0-1 1 0 0,0 1 0 0 0,0 0-1 0 0,0 0 1 0 0,1 0 0 0 0,0 3 0 0 0,1-2-13 0 0,1 0 1 0 0,0-1-1 0 0,0 1 1 0 0,0 0-1 0 0,1-1 1 0 0,-1 0 0 0 0,1 0-1 0 0,0 0 1 0 0,-1 0-1 0 0,1-1 1 0 0,1 1-1 0 0,3 1 1 0 0,16 11 44 0 0,25 17 50 0 0,-40-27-77 0 0,1 0-1 0 0,-1 1 1 0 0,0 0 0 0 0,-1 1-1 0 0,16 14 1 0 0,-23-19-17 0 0,1 0 0 0 0,0 0 0 0 0,-1 0 1 0 0,0 0-1 0 0,1 1 0 0 0,-1-1 1 0 0,0 0-1 0 0,0 0 0 0 0,0 1 1 0 0,0-1-1 0 0,-1 1 0 0 0,1-1 1 0 0,-1 1-1 0 0,1-1 0 0 0,-1 1 0 0 0,0-1 1 0 0,0 1-1 0 0,0-1 0 0 0,-1 4 1 0 0,0-2 2 0 0,0-1 1 0 0,0 0 0 0 0,0 0-1 0 0,-1 1 1 0 0,0-1 0 0 0,1 0-1 0 0,-1 0 1 0 0,0-1 0 0 0,0 1-1 0 0,-1 0 1 0 0,1-1 0 0 0,-5 4-1 0 0,-2 1 64 0 0,0 0 0 0 0,-1-1 0 0 0,1 0 0 0 0,-1-1 0 0 0,-1 0 0 0 0,1 0 0 0 0,-18 4 0 0 0,25-8-44 0 0,1 0 1 0 0,0 0 0 0 0,0 0-1 0 0,0 0 1 0 0,-1 0-1 0 0,1 0 1 0 0,0 1 0 0 0,1-1-1 0 0,-4 3 1 0 0,4-3-3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3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84 17183 0 0,'0'0'2619'0'0,"-1"5"-2280"0"0,-2 26 253 0 0,1 3-120 0 0,-12 52 1 0 0,12-78-438 0 0,0-1 0 0 0,0 0 1 0 0,1 1-1 0 0,1-1 0 0 0,-1 0 0 0 0,1 1 0 0 0,0-1 0 0 0,1 1 1 0 0,0-1-1 0 0,0 0 0 0 0,1 1 0 0 0,3 10 0 0 0,-5-15-30 0 0,0-2-5 0 0,0 0 1 0 0,0 0-1 0 0,0 0 1 0 0,0 0-1 0 0,1 0 1 0 0,-1-1-1 0 0,0 1 1 0 0,0 0-1 0 0,1 0 1 0 0,-1 0-1 0 0,1 0 1 0 0,-1-1-1 0 0,1 1 1 0 0,-1 0-1 0 0,1-1 0 0 0,-1 1 1 0 0,1 0-1 0 0,-1-1 1 0 0,1 1-1 0 0,0-1 1 0 0,-1 1-1 0 0,1-1 1 0 0,1 1-1 0 0,-2 0 0 0 0,1 0 0 0 0,-1-1 0 0 0,1 1 0 0 0,0-1 0 0 0,-1 1 0 0 0,1-1 0 0 0,0 0 0 0 0,0 1-1 0 0,-1-1 1 0 0,1 0 0 0 0,0 1 0 0 0,0-1 0 0 0,-1 0 0 0 0,1 0 0 0 0,0 1 0 0 0,0-1 0 0 0,0 0 0 0 0,0 0 0 0 0,-1 0-1 0 0,1 0 1 0 0,0 0 0 0 0,0-1 0 0 0,0 1 0 0 0,-1 0 0 0 0,1 0 0 0 0,0 0 0 0 0,0-1 0 0 0,0 1 0 0 0,-1 0-1 0 0,1-1 1 0 0,0 1 0 0 0,-1-1 0 0 0,1 1 0 0 0,1-1 0 0 0,15-19-6 0 0,-16 19 6 0 0,6-9-1 0 0,-1 1 0 0 0,-1-2 0 0 0,0 1 0 0 0,0-1 0 0 0,-1 1 0 0 0,5-22 0 0 0,8-71 3 0 0,-14 71 60 0 0,12-46 1 0 0,-14 67-48 0 0,-1 9 12 0 0,1 0 0 0 0,-1 0 0 0 0,0 0-1 0 0,0 0 1 0 0,1 0 0 0 0,-1 0 0 0 0,1 0 0 0 0,0 0 0 0 0,-1 0 0 0 0,1 0 0 0 0,0 1 0 0 0,0-1 0 0 0,0 0 0 0 0,3-3 0 0 0,-6 14 178 0 0,0 1 0 0 0,0-1 0 0 0,1 0 0 0 0,0 10 0 0 0,-3 27-80 0 0,-2-16 17 0 0,-1 7 142 0 0,2-1 1 0 0,1 1 0 0 0,2 42-1 0 0,2-75-210 0 0,1-1 1 0 0,-1 1-1 0 0,1 0 0 0 0,0-1 0 0 0,0 1 0 0 0,0 0 0 0 0,4 6 1 0 0,-5-10 11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4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127 0 24591 0 0,'0'0'32'0'0,"-1"4"-24"0"0,-1 8-1 0 0,-1 0 0 0 0,-1-1 0 0 0,0 1-1 0 0,-9 16 1 0 0,-10 30 13 0 0,-35 240 6 0 0,55-279-26 0 0,-1 12 9 0 0,1 0-1 0 0,2 41 1 0 0,1-72-1 0 0,-2-2-7 0 0,1-1 1 0 0,1 0 0 0 0,-1 0 0 0 0,0 0-1 0 0,1 1 1 0 0,-1-1 0 0 0,1 0 0 0 0,0-5 0 0 0,-1-28 3 0 0,1 11 0 0 0,3-44 0 0 0,-2 62-4 0 0,0 0-1 0 0,0-1 1 0 0,1 1 0 0 0,0 0 0 0 0,1 1 0 0 0,-1-1-1 0 0,1 0 1 0 0,1 1 0 0 0,-1-1 0 0 0,8-9 0 0 0,-3 7 3 0 0,-5 4-3 0 0,1 0 0 0 0,-1 1 0 0 0,1 0 0 0 0,0 0 0 0 0,0 0 0 0 0,1 1 0 0 0,-1-1 0 0 0,8-3 0 0 0,-8 4 0 0 0,1 0 0 0 0,0 1 0 0 0,0 0 0 0 0,0 0 0 0 0,0 1 0 0 0,0-1 0 0 0,0 1 0 0 0,10-1 0 0 0,-12 1 0 0 0,0 1-1 0 0,0 0 0 0 0,0 0 0 0 0,0 0 1 0 0,0 0-1 0 0,0 0 0 0 0,0 1 0 0 0,0-1 1 0 0,0 1-1 0 0,0 0 0 0 0,0 0 0 0 0,-1 0 1 0 0,1 0-1 0 0,0 1 0 0 0,0-1 1 0 0,-1 1-1 0 0,1-1 0 0 0,-1 1 0 0 0,0 0 1 0 0,1 0-1 0 0,-1 0 0 0 0,0 0 0 0 0,0 1 1 0 0,0-1-1 0 0,0 1 0 0 0,-1-1 0 0 0,1 1 1 0 0,-1-1-1 0 0,2 4 0 0 0,-1 0 1 0 0,0 0-1 0 0,0 0 1 0 0,-1 0 0 0 0,0 0-1 0 0,0 1 1 0 0,0-1-1 0 0,-1 0 1 0 0,0 1-1 0 0,0-1 1 0 0,-1 0 0 0 0,1 1-1 0 0,-2-1 1 0 0,-1 8-1 0 0,0-5-1 0 0,0-1 0 0 0,-1 0-1 0 0,1 1 1 0 0,-2-2 0 0 0,1 1 0 0 0,-1 0-1 0 0,0-1 1 0 0,-1 0 0 0 0,1 0-1 0 0,-2-1 1 0 0,-11 12 0 0 0,-5-1-7 0 0,-1-1 1 0 0,-34 18-1 0 0,36-21 6 0 0,13-9-6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5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259 17 14168 0 0,'0'0'1826'0'0,"-4"-3"-1618"0"0,1 1-58 0 0,-1 0 0 0 0,1 1 0 0 0,-1-1 0 0 0,0 1 0 0 0,1-1 0 0 0,-1 1 0 0 0,0 1 0 0 0,0-1 0 0 0,0 0 0 0 0,0 1 0 0 0,0 0 0 0 0,0 0 0 0 0,0 0 0 0 0,0 0 0 0 0,0 1-1 0 0,-7 1 1 0 0,1 1-29 0 0,0-1-1 0 0,0 2 0 0 0,1-1 1 0 0,-1 2-1 0 0,1-1 0 0 0,0 1 1 0 0,0 0-1 0 0,1 1 0 0 0,-1 0 1 0 0,1 0-1 0 0,1 1 0 0 0,-1 0 1 0 0,1 1-1 0 0,0-1 0 0 0,1 1 1 0 0,0 1-1 0 0,0-1 0 0 0,1 1 1 0 0,-7 15-1 0 0,9-17-36 0 0,0 0-1 0 0,0 1 1 0 0,1 0-1 0 0,0-1 1 0 0,0 1-1 0 0,1 0 1 0 0,0 0 0 0 0,0 0-1 0 0,1 0 1 0 0,1 10-1 0 0,-1-14-45 0 0,1 0 0 0 0,0-1 0 0 0,0 0 0 0 0,1 1 0 0 0,-1-1 0 0 0,1 1 0 0 0,-1-1-1 0 0,1 0 1 0 0,0 0 0 0 0,0 0 0 0 0,1 0 0 0 0,-1 0 0 0 0,1-1 0 0 0,-1 1 0 0 0,1-1 0 0 0,0 1-1 0 0,0-1 1 0 0,0 0 0 0 0,0 0 0 0 0,0 0 0 0 0,0-1 0 0 0,1 1 0 0 0,-1-1 0 0 0,7 2 0 0 0,0 0 16 0 0,1 0 0 0 0,0-1 1 0 0,0-1-1 0 0,0 0 1 0 0,0 0-1 0 0,0-1 0 0 0,0 0 1 0 0,0-1-1 0 0,0 0 0 0 0,0-1 1 0 0,0 0-1 0 0,-1-1 1 0 0,16-6-1 0 0,-5-1 47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5.3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256 131 14568 0 0,'2'2'113'0'0,"-1"0"1"0"0,1-1 0 0 0,0 1-1 0 0,-1 0 1 0 0,0 0 0 0 0,1 0-1 0 0,-1 0 1 0 0,0 0 0 0 0,0 0-1 0 0,0 0 1 0 0,0 1 0 0 0,0-1-1 0 0,-1 0 1 0 0,1 1 0 0 0,-1-1-1 0 0,0 0 1 0 0,1 1 0 0 0,-1-1-1 0 0,0 0 1 0 0,0 1 0 0 0,0-1-1 0 0,-1 0 1 0 0,1 1 0 0 0,-2 4-1 0 0,1-5 26 0 0,0 1-1 0 0,-1-1 0 0 0,1 1 0 0 0,-1-1 0 0 0,0 1 1 0 0,1-1-1 0 0,-1 0 0 0 0,0 0 0 0 0,0 0 0 0 0,-1 0 1 0 0,1 0-1 0 0,0-1 0 0 0,-1 1 0 0 0,1 0 0 0 0,-1-1 0 0 0,1 0 1 0 0,-1 0-1 0 0,0 0 0 0 0,1 0 0 0 0,-5 1 0 0 0,-4 0-94 0 0,0 0-1 0 0,0 0 0 0 0,0-1 1 0 0,-1-1-1 0 0,1 0 0 0 0,0 0 0 0 0,0-1 1 0 0,-1-1-1 0 0,-20-5 0 0 0,27 6-26 0 0,0-1-1 0 0,0 1 0 0 0,0-1 1 0 0,1-1-1 0 0,-1 1 0 0 0,0-1 1 0 0,1 1-1 0 0,0-1 0 0 0,-1-1 1 0 0,1 1-1 0 0,0 0 1 0 0,1-1-1 0 0,-1 0 0 0 0,1 0 1 0 0,-1 0-1 0 0,1 0 0 0 0,1-1 1 0 0,-1 1-1 0 0,0-1 0 0 0,1 0 1 0 0,0 0-1 0 0,0 0 0 0 0,-1-6 1 0 0,2 6 7 0 0,1 1 1 0 0,-1 0-1 0 0,1-1 0 0 0,0 1 1 0 0,0 0-1 0 0,1-1 1 0 0,-1 1-1 0 0,1 0 1 0 0,0 0-1 0 0,0 0 0 0 0,0 0 1 0 0,1-1-1 0 0,0 1 1 0 0,-1 1-1 0 0,1-1 0 0 0,1 0 1 0 0,-1 0-1 0 0,0 1 1 0 0,1-1-1 0 0,0 1 1 0 0,0 0-1 0 0,0 0 0 0 0,6-5 1 0 0,-3 3 17 0 0,0 1 0 0 0,1 0 0 0 0,-1 0 0 0 0,1 1 0 0 0,0 0 0 0 0,-1 0 0 0 0,1 0 0 0 0,1 1 0 0 0,-1 0 0 0 0,0 0 0 0 0,0 1 0 0 0,1 0 0 0 0,8 0 0 0 0,-6 1 24 0 0,-1 0 0 0 0,1 1 0 0 0,-1 0 0 0 0,0 1 0 0 0,11 3 0 0 0,-17-4-43 0 0,0 0 1 0 0,0 0 0 0 0,0 0 0 0 0,0 0 0 0 0,-1 1 0 0 0,1 0 0 0 0,0-1 0 0 0,-1 1 0 0 0,1 0 0 0 0,-1 0-1 0 0,1 1 1 0 0,-1-1 0 0 0,0 0 0 0 0,0 1 0 0 0,0-1 0 0 0,0 1 0 0 0,-1 0 0 0 0,4 5 0 0 0,-3 1 46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5.8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 15776 0 0,'14'-2'822'0'0,"-14"2"-754"0"0,1-1-1 0 0,-1 1 0 0 0,1 0 0 0 0,0 0 0 0 0,-1 0 0 0 0,1-1 1 0 0,0 1-1 0 0,-1 0 0 0 0,1 0 0 0 0,-1 0 0 0 0,1 0 0 0 0,0 0 0 0 0,-1 0 1 0 0,1 0-1 0 0,0 0 0 0 0,-1 0 0 0 0,1 0 0 0 0,0 1 0 0 0,-1-1 1 0 0,1 0-1 0 0,-1 0 0 0 0,1 0 0 0 0,0 1 0 0 0,-1-1 0 0 0,1 0 1 0 0,-1 1-1 0 0,1-1 0 0 0,-1 1 0 0 0,1-1 0 0 0,-1 0 0 0 0,1 1 0 0 0,-1-1 1 0 0,0 1-1 0 0,1-1 0 0 0,-1 1 0 0 0,0 0 0 0 0,1-1 0 0 0,-1 1 1 0 0,0-1-1 0 0,0 1 0 0 0,1 0 0 0 0,-1-1 0 0 0,0 1 0 0 0,0-1 0 0 0,0 1 1 0 0,0 0-1 0 0,0-1 0 0 0,0 1 0 0 0,0 0 0 0 0,0 0 0 0 0,3 22 267 0 0,-2 1 0 0 0,0-1 0 0 0,-2 0-1 0 0,0 1 1 0 0,-9 40 0 0 0,3-6 207 0 0,-2-16 462 0 0,17-72-382 0 0,7-49 1 0 0,8-36-297 0 0,-20 106-271 0 0,1 0 0 0 0,0 1 1 0 0,0-1-1 0 0,1 1 0 0 0,0 0 0 0 0,1 0 1 0 0,0 1-1 0 0,0-1 0 0 0,11-9 1 0 0,-16 16-39 0 0,0 0 0 0 0,0 0 0 0 0,0 0 0 0 0,0 0 0 0 0,1 1 0 0 0,-1-1 0 0 0,0 0 1 0 0,1 0-1 0 0,-1 1 0 0 0,0-1 0 0 0,1 1 0 0 0,-1-1 0 0 0,1 1 0 0 0,-1 0 0 0 0,0-1 1 0 0,1 1-1 0 0,-1 0 0 0 0,1 0 0 0 0,-1 0 0 0 0,1 0 0 0 0,-1 0 0 0 0,1 1 0 0 0,2 0 1 0 0,-2 0-5 0 0,0 0 1 0 0,0 0 0 0 0,-1 0-1 0 0,1 1 1 0 0,0-1 0 0 0,-1 1-1 0 0,1-1 1 0 0,-1 1 0 0 0,1 0 0 0 0,-1 0-1 0 0,0-1 1 0 0,1 1 0 0 0,-1 0-1 0 0,1 2 1 0 0,2 6 15 0 0,-1-1-1 0 0,0 1 1 0 0,0-1-1 0 0,-1 1 1 0 0,3 18-1 0 0,-5-5 38 0 0,0 0-1 0 0,-2 0 1 0 0,-5 32-1 0 0,-1 3 104 0 0,8-45 38 0 0,0-12-174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6.1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1 17791 0 0,'0'0'2100'0'0,"2"4"-1869"0"0,-1 4 153 0 0,0-1 1 0 0,0 1-1 0 0,-1 0 1 0 0,0-1-1 0 0,0 1 1 0 0,-3 13-1 0 0,2-5-398 0 0,-3 25 227 0 0,-2 36 688 0 0,-19 86 1 0 0,10-86-478 0 0,19-53-32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6.6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194 1 15472 0 0,'0'0'3871'0'0,"-5"1"-3413"0"0,-12 4-239 0 0,0-1 0 0 0,0 0 0 0 0,0-1 0 0 0,-31 0 0 0 0,-3 1 411 0 0,40-1-525 0 0,1 0-1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7.0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93 15072 0 0,'0'0'1009'0'0,"0"4"-703"0"0,-2 18 301 0 0,-1 0-1 0 0,0-1 1 0 0,-8 25-1 0 0,-7 36 668 0 0,17-74-1076 0 0,1 0-1 0 0,-1 0 0 0 0,1 0 1 0 0,0 0-1 0 0,2 11 0 0 0,-1 30 2042 0 0,-1-49-1935 0 0,0-15 323 0 0,0-22-364 0 0,3 0 1 0 0,1 0 0 0 0,1 0-1 0 0,13-40 1 0 0,-15 66-193 0 0,1 0-1 0 0,0 0 0 0 0,1 1 0 0 0,0-1 1 0 0,1 1-1 0 0,0 1 0 0 0,0-1 1 0 0,15-15-1 0 0,-17 20-26 0 0,1 1-1 0 0,0 0 1 0 0,0-1 0 0 0,0 2-1 0 0,0-1 1 0 0,1 0-1 0 0,0 1 1 0 0,-1 0 0 0 0,1 1-1 0 0,0-1 1 0 0,0 1 0 0 0,1 0-1 0 0,-1 0 1 0 0,0 1 0 0 0,1 0-1 0 0,11 0 1 0 0,-12 1-7 0 0,0 0 0 0 0,1 1 0 0 0,-1 0 0 0 0,0 0-1 0 0,0 0 1 0 0,0 1 0 0 0,-1 0 0 0 0,1 0 0 0 0,9 5 0 0 0,0 2 35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7.3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327 114 16280 0 0,'0'0'5295'0'0,"-16"-3"-4837"0"0,7 4-284 0 0,-28 3 325 0 0,0 2 1 0 0,-51 15-1 0 0,78-18-469 0 0,1 0 0 0 0,-1 1 0 0 0,1 0 0 0 0,0 1 0 0 0,0 0 0 0 0,0 0 0 0 0,1 1 0 0 0,0 0 0 0 0,0 0 0 0 0,0 1 0 0 0,1 0 0 0 0,0 1 0 0 0,0-1 0 0 0,-6 10 0 0 0,5 8 29 0 0,8-24-56 0 0,0 0 0 0 0,0-1 0 0 0,0 1 0 0 0,0 0 0 0 0,-1 0 0 0 0,1 0 0 0 0,0 0 0 0 0,1 0 0 0 0,-1 0 0 0 0,0-1 0 0 0,0 1 0 0 0,0 0 0 0 0,0 0 0 0 0,1 0 0 0 0,-1 0 0 0 0,0-1 0 0 0,1 1 0 0 0,-1 0 0 0 0,1 0 0 0 0,-1-1 0 0 0,1 1 0 0 0,-1 0 0 0 0,1-1 1 0 0,-1 1-1 0 0,2 0 0 0 0,4 2 0 0 0,1-1 0 0 0,0 1 0 0 0,0-2 0 0 0,1 1 1 0 0,-1-1-1 0 0,0 0 0 0 0,0-1 0 0 0,1 1 0 0 0,-1-1 1 0 0,0-1-1 0 0,0 0 0 0 0,1 0 0 0 0,-1 0 0 0 0,0-1 1 0 0,0 0-1 0 0,0 0 0 0 0,8-4 0 0 0,8-4 4 0 0,-1-1-1 0 0,-1-1 1 0 0,37-27 0 0 0,-53 35-6 0 0,-1 0 1 0 0,1-1-1 0 0,-1 1 0 0 0,0-1 1 0 0,0 0-1 0 0,0 0 1 0 0,-1-1-1 0 0,0 1 1 0 0,0-1-1 0 0,0 1 1 0 0,-1-1-1 0 0,0 0 1 0 0,3-12-1 0 0,-2 6 7 0 0,-1 0 1 0 0,-1-1 0 0 0,0 1-1 0 0,0 0 1 0 0,-1 0-1 0 0,-3-17 1 0 0,-3 12 35 0 0,6 17-42 0 0,0-1 1 0 0,0 1-1 0 0,0 0 1 0 0,-1-1 0 0 0,1 1-1 0 0,0 0 1 0 0,0 0-1 0 0,-1-1 1 0 0,1 1-1 0 0,0 0 1 0 0,-1 0-1 0 0,1 0 1 0 0,0-1 0 0 0,-1 1-1 0 0,1 0 1 0 0,0 0-1 0 0,-1 0 1 0 0,1 0-1 0 0,0 0 1 0 0,-1 0-1 0 0,1 0 1 0 0,0-1-1 0 0,-1 1 1 0 0,1 0 0 0 0,-1 0-1 0 0,1 1 1 0 0,0-1-1 0 0,-1 0 1 0 0,1 0-1 0 0,0 0 1 0 0,-1 0-1 0 0,1 0 1 0 0,0 0 0 0 0,-1 0-1 0 0,1 0 1 0 0,0 1-1 0 0,-1-1 1 0 0,1 0-1 0 0,0 0 1 0 0,-1 1-1 0 0,1-1 1 0 0,0 0 0 0 0,0 0-1 0 0,-1 1 1 0 0,1-1-1 0 0,0 0 1 0 0,-1 1-1 0 0,-13 26 90 0 0,8-12-49 0 0,-3 3 9 0 0,0 0-1 0 0,1 0 1 0 0,-7 26 0 0 0,14-37-20 0 0,-1 0 1 0 0,1 1-1 0 0,0-1 1 0 0,0 0-1 0 0,1 1 1 0 0,0-1-1 0 0,1 0 1 0 0,-1 1-1 0 0,1-1 1 0 0,1 0-1 0 0,-1 0 1 0 0,5 10-1 0 0,-5-13-11 0 0,0-1-1 0 0,0 0-1 0 0,0-1 1 0 0,0 1-1 0 0,0-1 1 0 0,0 1-1 0 0,0-1 1 0 0,1 1-1 0 0,-1-1 1 0 0,1 0-1 0 0,-1 0 1 0 0,1 1-1 0 0,0-1 1 0 0,0-1-1 0 0,0 1 1 0 0,0 0-1 0 0,1 0 1 0 0,2 1-1 0 0,3 0 61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7.6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233 0 17383 0 0,'0'0'2424'0'0,"-4"0"-2280"0"0,-5 1 199 0 0,0 1-1 0 0,0-1 0 0 0,0 2 1 0 0,1-1-1 0 0,-1 1 0 0 0,0 1 0 0 0,1-1 1 0 0,-10 7-1 0 0,4-2-168 0 0,0 0 0 0 0,1 1 1 0 0,0 0-1 0 0,-15 15 0 0 0,22-18-110 0 0,0 1 0 0 0,1 0 0 0 0,0-1 0 0 0,0 1 0 0 0,0 1 0 0 0,1-1 0 0 0,0 1 0 0 0,1 0 0 0 0,0 0-1 0 0,0 0 1 0 0,0 0 0 0 0,1 0 0 0 0,1 1 0 0 0,-1-1 0 0 0,0 12 0 0 0,2-18-55 0 0,1 1 1 0 0,-1-1-1 0 0,0 0 1 0 0,1 1-1 0 0,0-1 1 0 0,-1 0-1 0 0,1 1 1 0 0,0-1-1 0 0,0 0 1 0 0,0 0-1 0 0,0 0 1 0 0,1 1 0 0 0,-1-1-1 0 0,1-1 1 0 0,-1 1-1 0 0,1 0 1 0 0,0 0-1 0 0,-1 0 1 0 0,1-1-1 0 0,0 1 1 0 0,0-1-1 0 0,0 0 1 0 0,0 0-1 0 0,0 1 1 0 0,1-1-1 0 0,-1 0 1 0 0,0-1-1 0 0,4 2 1 0 0,1 0 1 0 0,1-1 0 0 0,-1 0 0 0 0,1-1 1 0 0,-1 0-1 0 0,1 0 0 0 0,-1 0 1 0 0,0-1-1 0 0,8-2 0 0 0,4-1 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8.0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15680 0 0,'0'0'806'0'0,"4"0"-403"0"0,42-4 2770 0 0,-46 5-3159 0 0,1-1 1 0 0,-1 0-1 0 0,1 1 0 0 0,0-1 0 0 0,-1 1 0 0 0,1-1 1 0 0,-1 1-1 0 0,1-1 0 0 0,-1 1 0 0 0,0 0 1 0 0,1-1-1 0 0,-1 1 0 0 0,0-1 0 0 0,1 1 0 0 0,-1 0 1 0 0,0-1-1 0 0,0 1 0 0 0,1 0 0 0 0,-1 0 1 0 0,0-1-1 0 0,0 2 0 0 0,3 15 290 0 0,-3-2 60 0 0,0 1-1 0 0,-2 16 1 0 0,-1 11-109 0 0,15 262 1335 0 0,-12-287-1422 0 0,0-13-104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8.3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277 1 14464 0 0,'16'1'851'0'0,"-13"3"1069"0"0,-22 11 1341 0 0,16-14-3204 0 0,-10 8 202 0 0,-1-1 0 0 0,-1-1 0 0 0,1 0 0 0 0,-1-1 0 0 0,-29 8 0 0 0,9-7 55 0 0,-55 5 0 0 0,89-12-309 0 0,-2 0 27 0 0,-1 1-1 0 0,1-1 1 0 0,0 1-1 0 0,-1 0 1 0 0,1 0-1 0 0,-5 1 1 0 0,3 1 54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8.7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195 181 16575 0 0,'4'2'234'0'0,"7"3"-134"0"0,-8-4-45 0 0,-1 0 0 0 0,0 0 0 0 0,1 0 0 0 0,-1 0 0 0 0,0 0 1 0 0,0 1-1 0 0,0-1 0 0 0,0 1 0 0 0,0-1 0 0 0,0 1 0 0 0,0 0 0 0 0,0 0 1 0 0,0 0-1 0 0,-1 0 0 0 0,1 0 0 0 0,-1 0 0 0 0,0 0 0 0 0,0 1 0 0 0,2 1 0 0 0,0 5 1249 0 0,-3-9-1274 0 0,1 1 0 0 0,-1-1 0 0 0,0 1 1 0 0,0 0-1 0 0,1-1 0 0 0,-1 1 0 0 0,0 0 1 0 0,0-1-1 0 0,0 1 0 0 0,0 0 0 0 0,0-1 0 0 0,0 1 1 0 0,0 0-1 0 0,0-1 0 0 0,0 1 0 0 0,0 0 1 0 0,0 0-1 0 0,0-1 0 0 0,0 1 0 0 0,-1 0 1 0 0,1-1-1 0 0,0 1 0 0 0,0-1 0 0 0,-1 1 0 0 0,1 0 1 0 0,-1-1-1 0 0,1 1 0 0 0,0-1 0 0 0,-1 1 1 0 0,1-1-1 0 0,-1 1 0 0 0,-3 3 33 0 0,1 0 0 0 0,0 0 0 0 0,-1-1 0 0 0,0 1 1 0 0,1-1-1 0 0,-1 0 0 0 0,-1 0 0 0 0,1 0 0 0 0,0-1 0 0 0,-1 0 0 0 0,1 0 0 0 0,-1 0 0 0 0,0 0 0 0 0,1-1 0 0 0,-1 1 1 0 0,0-1-1 0 0,0 0 0 0 0,0-1 0 0 0,0 1 0 0 0,0-1 0 0 0,0 0 0 0 0,0 0 0 0 0,0-1 0 0 0,0 0 0 0 0,0 1 0 0 0,0-2 1 0 0,-8-2-1 0 0,-10-2-18 0 0,14 4 63 0 0,-1 0 1 0 0,1-1 0 0 0,-14-6-1 0 0,21 8-83 0 0,0 0 0 0 0,0-1-1 0 0,0 1 1 0 0,0 0-1 0 0,0-1 1 0 0,0 1-1 0 0,0-1 1 0 0,1 0-1 0 0,-1 1 1 0 0,1-1-1 0 0,-1 0 1 0 0,1 0 0 0 0,-1 0-1 0 0,1 0 1 0 0,0 0-1 0 0,0-1 1 0 0,0 1-1 0 0,1 0 1 0 0,-2-4-1 0 0,2 5 8 0 0,-3-12 225 0 0,0-1 1 0 0,2 1 0 0 0,-1-26-1 0 0,2 35-204 0 0,0 0 0 0 0,1-1 0 0 0,0 1 0 0 0,0 0 0 0 0,0 0 0 0 0,0 0 0 0 0,1 0 0 0 0,0 0 0 0 0,-1 0 0 0 0,1 1 0 0 0,1-1 0 0 0,-1 0 0 0 0,1 1 0 0 0,-1 0 0 0 0,1-1 0 0 0,5-3 0 0 0,2-2 29 0 0,1 0 1 0 0,0 1 0 0 0,1 0-1 0 0,0 1 1 0 0,0 1-1 0 0,0-1 1 0 0,1 2-1 0 0,0 0 1 0 0,0 1 0 0 0,1 0-1 0 0,-1 0 1 0 0,14 0-1 0 0,-4 3-2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2:59.1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9 135 17487 0 0,'0'26'2984'0'0,"-4"58"504"0"0,1-53-3025 0 0,2 0 1 0 0,3 38 0 0 0,-1-64-383 0 0,0 0 0 0 0,1 0-1 0 0,-1 0 1 0 0,1 0 0 0 0,5 8 0 0 0,2 9 242 0 0,-6-11-5 0 0,-7-14-43 0 0,-5-20-60 0 0,6 5-170 0 0,0 0 0 0 0,2 0-1 0 0,0 0 1 0 0,1-1 0 0 0,0 1 0 0 0,2 0 0 0 0,0 0 0 0 0,1 0 0 0 0,1 0 0 0 0,1 1 0 0 0,10-27-1 0 0,-8 28 21 0 0,-1 1 0 0 0,17-27-1 0 0,-19 37-48 0 0,-1 1 0 0 0,1-1 0 0 0,0 0 0 0 0,1 1 0 0 0,-1 0 0 0 0,1 0 0 0 0,0 0 0 0 0,0 1 0 0 0,0-1 0 0 0,0 1 0 0 0,7-3 0 0 0,17-6 55 0 0,1 1 0 0 0,0 2 1 0 0,37-7-1 0 0,-30 9 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8:10.5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 8640 0 0,'0'0'13487'0'0,"4"-3"-13280"0"0,-4 3-206 0 0,1-1 36 0 0,0 0 0 0 0,1 0 0 0 0,-1 0-1 0 0,1 0 1 0 0,-1 0 0 0 0,1 0 0 0 0,-1 0 0 0 0,1 1-1 0 0,-1-1 1 0 0,1 1 0 0 0,-1-1 0 0 0,1 1 0 0 0,0-1-1 0 0,-1 1 1 0 0,1 0 0 0 0,0 0 0 0 0,-1 0 0 0 0,1 0-1 0 0,0 0 1 0 0,-1 0 0 0 0,1 1 0 0 0,0-1 0 0 0,-1 0-1 0 0,1 1 1 0 0,0-1 0 0 0,-1 1 0 0 0,1 0 0 0 0,-1 0-1 0 0,2 1 1 0 0,18 15 497 0 0,-16-13-345 0 0,0 1 0 0 0,1-1 1 0 0,-1 0-1 0 0,8 3 0 0 0,-8-3-68 0 0,0-1 0 0 0,-1 1 0 0 0,1 0 0 0 0,-1 0 0 0 0,0 0 0 0 0,6 8 1 0 0,5 6 305 0 0,15 13 43 0 0,18 18 640 0 0,24 23 490 0 0,-68-67-1442 0 0,68 85 1488 0 0,-49-61-1119 0 0,-2 2 0 0 0,25 46 0 0 0,-35-58-527 0 0,5 7 0 0 0,28 35 0 0 0,17 18 0 0 0,34 42 0 0 0,-12-19 0 0 0,-72-90 0 0 0,-5-6 0 0 0,0 1 0 0 0,0-1 0 0 0,-1 1 0 0 0,0 0 0 0 0,0 0 0 0 0,5 10 0 0 0,62 119 0 0 0,-21-24 0 0 0,-11-17 0 0 0,6-10 0 0 0,47 59 0 0 0,-50-81 0 0 0,-16-31 0 0 0,-21-27 0 0 0,-1 1 0 0 0,0 0 0 0 0,0 0 0 0 0,6 12 0 0 0,8 13 0 0 0,4 10 0 0 0,12 31 0 0 0,-11-31 0 0 0,-17-31 0 0 0,-1 0 0 0 0,0 1 0 0 0,0-1 0 0 0,5 18 0 0 0,-9-24 0 0 0,0 1 0 0 0,0-1 0 0 0,0 0 0 0 0,0 0 0 0 0,1 0 0 0 0,0 0 0 0 0,5 7 0 0 0,-4-8 0 0 0,-1 1 0 0 0,-1 0 0 0 0,1-1 0 0 0,0 1 0 0 0,-1 0 0 0 0,0 1 0 0 0,3 7 0 0 0,52 138 0 0 0,-43-125 0 0 0,-11-20 0 0 0,0-1 0 0 0,0 1 0 0 0,-1 0 0 0 0,0 0 0 0 0,0 0 0 0 0,3 10 0 0 0,-5-11 0 0 0,1 1 0 0 0,1-1 0 0 0,1 0 0 0 0,1 1 0 0 0,0 0 0 0 0,-1 1 0 0 0,-2-2 0 0 0,-1 0 0 0 0,2 0 0 0 0,-2 1 0 0 0,0-1 0 0 0,0 0 0 0 0,0 1 0 0 0,14-29 0 0 0,46-141 0 0 0,-34 93 0 0 0,-25 48 0 0 0,-12 96 0 0 0,-1-28 0 0 0,10-37 0 0 0,-1 0 0 0 0,1 1 0 0 0,0-1 0 0 0,1 0 0 0 0,-1 13 0 0 0,0-6 0 0 0,0 1 0 0 0,-1-1 0 0 0,-1 1 0 0 0,0-1 0 0 0,-1 0 0 0 0,-1 0 0 0 0,-14 25 0 0 0,19-37 0 0 0,0 0 0 0 0,-1-1 0 0 0,1 1 0 0 0,-1-1 0 0 0,0 1 0 0 0,1-1 0 0 0,-1 0 0 0 0,0 1 0 0 0,0-1 0 0 0,0 0 0 0 0,0 0 0 0 0,0 0 0 0 0,0-1 0 0 0,0 1 0 0 0,0 0 0 0 0,0-1 0 0 0,0 1 0 0 0,0-1 0 0 0,0 0 0 0 0,-1 0 0 0 0,1 0 0 0 0,0 0 0 0 0,0 0 0 0 0,0 0 0 0 0,-4-1 0 0 0,-8-1 0 0 0,1-1 0 0 0,-23-7 0 0 0,32 9 0 0 0,-3-1 0 0 0,-2-1 0 0 0,1 1 0 0 0,0 0 0 0 0,-1 0 0 0 0,1 1 0 0 0,-1 0 0 0 0,-14 1 0 0 0,19 0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8:12.2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10040 0 0,'0'0'11393'0'0,"2"4"-11121"0"0,8 12 264 0 0,-2 0 0 0 0,0 1 0 0 0,-1 1 0 0 0,8 28 0 0 0,-2-7-118 0 0,26 56 1 0 0,-6-39-177 0 0,-24-42-128 0 0,-1 0 0 0 0,0 0 0 0 0,6 18 1 0 0,-8-19 20 0 0,1-1 1 0 0,0 1 0 0 0,0-1 0 0 0,1-1 0 0 0,17 20-1 0 0,-13-18 11 0 0,-1 1 0 0 0,-1 1-1 0 0,10 16 1 0 0,-10-7 142 0 0,-1 0 1 0 0,-1 1-1 0 0,6 31 1 0 0,8 24 465 0 0,-18-71-652 0 0,0 0-1 0 0,0 0 1 0 0,1 0 0 0 0,7 9-1 0 0,-6-10 21 0 0,-1 0-1 0 0,0 0 1 0 0,-1 1-1 0 0,6 14 1 0 0,34 105 804 0 0,-40-118-835 0 0,0 0 0 0 0,9 18-1 0 0,-9-22-41 0 0,-1 0-1 0 0,-1 0 0 0 0,1-1 1 0 0,-1 1-1 0 0,0 1 0 0 0,0-1 1 0 0,0 7-1 0 0,2 6 53 0 0,1 0-1 0 0,0 0 1 0 0,1 0 0 0 0,1-1-1 0 0,13 24 1 0 0,11 30 127 0 0,-24-55-228 0 0,1-1 0 0 0,1 0 0 0 0,1 0 0 0 0,0-1 0 0 0,23 26 0 0 0,21 31 0 0 0,-38-46 0 0 0,6 7 0 0 0,29 60 0 0 0,19 50 0 0 0,-62-128 0 0 0,-5-9 0 0 0,1 1 0 0 0,-1 0 0 0 0,-1-1 0 0 0,1 1 0 0 0,2 11 0 0 0,-1-2 0 0 0,1 0 0 0 0,0 0 0 0 0,12 21 0 0 0,4 15 0 0 0,-12-28 0 0 0,1 0 0 0 0,1-1 0 0 0,15 23 0 0 0,-19-33 0 0 0,-1 0 0 0 0,7 19 0 0 0,-9-21 0 0 0,1-1 0 0 0,-1 1 0 0 0,2-1 0 0 0,6 11 0 0 0,-9-16 0 0 0,1 1 0 0 0,-2-1 0 0 0,1 1 0 0 0,-1 0 0 0 0,3 9 0 0 0,-3-9 0 0 0,0 1 0 0 0,0-1 0 0 0,1 0 0 0 0,5 9 0 0 0,-6-10 0 0 0,1-1 0 0 0,-1 1 0 0 0,0 0 0 0 0,0 0 0 0 0,2 9 0 0 0,-3-8 0 0 0,1 0 0 0 0,0 0 0 0 0,1 0 0 0 0,-1 0 0 0 0,7 11 0 0 0,-8-15 0 0 0,0 0 0 0 0,0 0 0 0 0,0 0 0 0 0,-1 1 0 0 0,1-1 0 0 0,-1 0 0 0 0,0 0 0 0 0,1 1 0 0 0,-1-1 0 0 0,0 0 0 0 0,-1 1 0 0 0,1-1 0 0 0,-1 5 0 0 0,0 2 0 0 0,1-8 0 0 0,0 1 0 0 0,1-1 0 0 0,-1 1 0 0 0,0-1 0 0 0,1 0 0 0 0,-1 1 0 0 0,1-1 0 0 0,-1 0 0 0 0,1 0 0 0 0,0 0 0 0 0,-1 1 0 0 0,1-1 0 0 0,2 2 0 0 0,-2-2 0 0 0,0 0 0 0 0,0 0 0 0 0,0 1 0 0 0,0-1 0 0 0,-1 1 0 0 0,1-1 0 0 0,0 0 0 0 0,-1 1 0 0 0,1-1 0 0 0,-1 1 0 0 0,1 0 0 0 0,-1-1 0 0 0,0 1 0 0 0,1 1 0 0 0,-3 3 0 0 0,3-2 0 0 0,15 15 0 0 0,-11-13 0 0 0,-1-1 0 0 0,0-1 0 0 0,1 0 0 0 0,-1 0 0 0 0,1 3 0 0 0,0-1 0 0 0,-1 1 0 0 0,0 0 0 0 0,0 0 0 0 0,-1 0 0 0 0,0 1 0 0 0,0-1 0 0 0,3 15 0 0 0,-5-15 0 0 0,1 0 0 0 0,1 0 0 0 0,-1-1 0 0 0,1 1 0 0 0,0 0 0 0 0,7 10 0 0 0,-3-11 0 0 0,2 5 0 0 0,-9-10 0 0 0,1-1 0 0 0,0 1 0 0 0,-1 0 0 0 0,1 0 0 0 0,0-1 0 0 0,0 1 0 0 0,-1-1 0 0 0,1 1 0 0 0,0-1 0 0 0,0 1 0 0 0,0-1 0 0 0,0 1 0 0 0,0-1 0 0 0,-1 0 0 0 0,1 1 0 0 0,0-1 0 0 0,0 0 0 0 0,0 0 0 0 0,0 0 0 0 0,0 0 0 0 0,0 0 0 0 0,0 0 0 0 0,0 0 0 0 0,0 0 0 0 0,0 0 0 0 0,0 0 0 0 0,1-1 0 0 0,2 1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8:14.2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74 9344 0 0,'0'0'11671'0'0,"0"-3"-11572"0"0,0-45 356 0 0,0 47-466 0 0,0-8-93 0 0,0 5 92 0 0,0-1 9 0 0,0 2 18 0 0,0 2 549 0 0,21 2 1177 0 0,-20-1-1677 0 0,0 1-1 0 0,0 0 1 0 0,0 0-1 0 0,0-1 1 0 0,0 1-1 0 0,0 0 1 0 0,-1 0-1 0 0,1 0 1 0 0,0 0 0 0 0,0 0-1 0 0,-1 0 1 0 0,1 0-1 0 0,-1 0 1 0 0,1 0-1 0 0,-1 0 1 0 0,1 1-1 0 0,-1-1 1 0 0,0 0-1 0 0,0 0 1 0 0,1 2-1 0 0,2 23 930 0 0,-2-20-783 0 0,0 1-1 0 0,1 0 1 0 0,0 0 0 0 0,0-1 0 0 0,6 12 0 0 0,-2-3 63 0 0,-6-13-216 0 0,1-1 0 0 0,0 1 0 0 0,0-1 0 0 0,0 1 0 0 0,0-1 0 0 0,0 0-1 0 0,0 1 1 0 0,0-1 0 0 0,1 0 0 0 0,-1 0 0 0 0,2 1 0 0 0,-1-1-11 0 0,-1 0 0 0 0,0 1-1 0 0,1-1 1 0 0,-1 0 0 0 0,0 0-1 0 0,0 1 1 0 0,1-1 0 0 0,-1 1-1 0 0,0-1 1 0 0,0 1 0 0 0,-1-1-1 0 0,2 3 1 0 0,9 30 520 0 0,-4-9 182 0 0,19 40-1 0 0,43 76 1056 0 0,-36-96-1803 0 0,23 34 0 0 0,-38-51 0 0 0,10 18 0 0 0,13 29 0 0 0,-29-55 0 0 0,0 1 0 0 0,-2 0 0 0 0,13 35 0 0 0,-18-41 0 0 0,1-1 0 0 0,10 18 0 0 0,3 5 0 0 0,-17-34 0 0 0,-2-3 0 0 0,0 0 0 0 0,0 0 0 0 0,0 0 0 0 0,0 0 0 0 0,0 0 0 0 0,0 0 0 0 0,0 0 0 0 0,0 0 0 0 0,0 1 0 0 0,0-1 0 0 0,0 0 0 0 0,0 0 0 0 0,0 0 0 0 0,0 0 0 0 0,0 0 0 0 0,0 0 0 0 0,0 0 0 0 0,0 0 0 0 0,1 0 0 0 0,-1 0 0 0 0,0 0 0 0 0,0 0 0 0 0,0 0 0 0 0,0 0 0 0 0,0 0 0 0 0,0 0 0 0 0,0 0 0 0 0,0 0 0 0 0,0 0 0 0 0,0 0 0 0 0,0 0 0 0 0,0 0 0 0 0,0 0 0 0 0,0 0 0 0 0,0 0 0 0 0,0 0 0 0 0,1 0 0 0 0,-1 0 0 0 0,0 0 0 0 0,0 0 0 0 0,0-1 0 0 0,0 1 0 0 0,0 0 0 0 0,0 0 0 0 0,0 0 0 0 0,0 0 0 0 0,0 0 0 0 0,0 0 0 0 0,0 0 0 0 0,0 0 0 0 0,0 0 0 0 0,0 0 0 0 0,0 0 0 0 0,0 0 0 0 0,0 0 0 0 0,17 27 0 0 0,-15-22 0 0 0,1-2 0 0 0,1-2 0 0 0,0-1 0 0 0,-2-1 0 0 0,-1 1 0 0 0,1-1 0 0 0,-1 0 0 0 0,0 0 0 0 0,1 0 0 0 0,-1 0 0 0 0,0 0 0 0 0,0 0 0 0 0,0 0 0 0 0,0 0 0 0 0,0 0 0 0 0,0-1 0 0 0,0 1 0 0 0,0 0 0 0 0,0-1 0 0 0,-1 1 0 0 0,1 0 0 0 0,0-1 0 0 0,0-1 0 0 0,0 0 0 0 0,7-13 0 0 0,13-35 0 0 0,-3 6 0 0 0,-13 38 0 0 0,-2-1 0 0 0,-2-21 0 0 0,-1 26 0 0 0,0 6 0 0 0,0 2 0 0 0,0-2 0 0 0,0 1 0 0 0,0-1 0 0 0,-1 1 0 0 0,1-1 0 0 0,-1 0 0 0 0,-2 7 0 0 0,-1 5 0 0 0,1-6 0 0 0,1 0 0 0 0,-2 0 0 0 0,1-1 0 0 0,-9 15 0 0 0,6-11 0 0 0,4-8 0 0 0,0 0 0 0 0,0 0 0 0 0,0-1 0 0 0,-1 1 0 0 0,1-1 0 0 0,-1 1 0 0 0,0-1 0 0 0,0 0 0 0 0,0 0 0 0 0,0 0 0 0 0,-1 0 0 0 0,1-1 0 0 0,-1 0 0 0 0,0 1 0 0 0,0-1 0 0 0,0 0 0 0 0,0-1 0 0 0,0 1 0 0 0,0-1 0 0 0,-9 2 0 0 0,0-2 0 0 0,-1 0 0 0 0,0-1 0 0 0,0-1 0 0 0,0 0 0 0 0,-17-4 0 0 0,20 3 0 0 0,-34-6 0 0 0,26 4 0 0 0,0 0 0 0 0,-33 0 0 0 0,21 4 0 0 0,27 0 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0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282 235 96 0 0,'0'0'941'0'0,"2"-3"-471"0"0,0 1-276 0 0,-1-1 166 0 0,2 0 1 0 0,-1 0-1 0 0,0 0 0 0 0,1 0 1 0 0,-1 0-1 0 0,1 0 1 0 0,4-2-1 0 0,14-15 1857 0 0,-21 19-2170 0 0,0 1 0 0 0,1-1-1 0 0,-1 1 1 0 0,0-1 0 0 0,0 1-1 0 0,1-1 1 0 0,-1 1 0 0 0,0-1-1 0 0,0 1 1 0 0,0-1 0 0 0,0 1 0 0 0,0-1-1 0 0,0 1 1 0 0,0-1 0 0 0,0 0-1 0 0,0 1 1 0 0,0-1 0 0 0,0 1 0 0 0,0-1-1 0 0,0 1 1 0 0,0-2 0 0 0,-1 2-16 0 0,1-1-1 0 0,0 0 1 0 0,0 1 0 0 0,0-1 0 0 0,0 1 0 0 0,0-1 0 0 0,0 0 0 0 0,0 1 0 0 0,0-1 0 0 0,0 0 0 0 0,0 1 0 0 0,0-1 0 0 0,0 1 0 0 0,0-1-1 0 0,0 0 1 0 0,1 1 0 0 0,-1-1 0 0 0,0 1 0 0 0,0-1 0 0 0,1 1 0 0 0,-1-1 0 0 0,0 1 0 0 0,1-1 0 0 0,-1 1 0 0 0,1-1 0 0 0,-1 1-1 0 0,1-1 1 0 0,0 1 39 0 0,0-1 0 0 0,-1 1 0 0 0,1-1-1 0 0,0 1 1 0 0,0-1 0 0 0,-1 0-1 0 0,1 1 1 0 0,0-1 0 0 0,-1 0-1 0 0,1 1 1 0 0,-1-1 0 0 0,1 0-1 0 0,-1 0 1 0 0,1 1 0 0 0,-1-1 0 0 0,1 0-1 0 0,-1 0 1 0 0,0 0 0 0 0,1 0-1 0 0,-1 0 1 0 0,0 0 0 0 0,0 0-1 0 0,0 1 1 0 0,0-1 0 0 0,0 0 0 0 0,0 0-1 0 0,0 0 1 0 0,0-1 0 0 0,0 1 190 0 0,0-8 2095 0 0,0 1 426 0 0,0 7-2612 0 0,-5-40 1831 0 0,-6 1-600 0 0,11 40-992 0 0,-22-14 2213 0 0,14 11-2327 0 0,0 0-1 0 0,-1 1 1 0 0,0 0 0 0 0,1 0 0 0 0,-1 1-1 0 0,-12 0 1 0 0,-187-2 5678 0 0,207 3-5850 0 0,-6 2 630 0 0,6-2-736 0 0,1 0-1 0 0,0 0 1 0 0,-1 0-1 0 0,1 0 1 0 0,0 0-1 0 0,-1 0 1 0 0,1 0-1 0 0,0 0 1 0 0,-1 0-1 0 0,1 0 1 0 0,0 0-1 0 0,-1 0 1 0 0,1 1-1 0 0,0-1 1 0 0,-1 0-1 0 0,1 0 0 0 0,0 0 1 0 0,-1 0-1 0 0,1 1 1 0 0,0-1-1 0 0,-1 0 1 0 0,1 0-1 0 0,0 1 1 0 0,0-1-1 0 0,0 0 1 0 0,-1 0-1 0 0,1 1 1 0 0,0-1-1 0 0,0 0 1 0 0,0 1-1 0 0,0-1 1 0 0,-1 1-1 0 0,-2 8 30 0 0,1 0 0 0 0,0 0 0 0 0,0 0-1 0 0,1 1 1 0 0,0-1 0 0 0,1 0 0 0 0,0 1 0 0 0,0-1 0 0 0,1 1-1 0 0,3 12 1 0 0,0 33 98 0 0,-4-33-143 0 0,-1-14 0 0 0,1 1 0 0 0,0 0 0 0 0,0-1 0 0 0,1 1 0 0 0,0 0 0 0 0,5 14 0 0 0,-4-14 0 0 0,-1 0 0 0 0,0 0 0 0 0,0 0 0 0 0,-1 1 0 0 0,0-1 0 0 0,0 0 0 0 0,-1 0 0 0 0,-2 11 0 0 0,2-10 0 0 0,-3-2 0 0 0,3-6 0 0 0,0 0 0 0 0,0 0 0 0 0,1 0 0 0 0,-1 0 0 0 0,0 0 0 0 0,1 0 0 0 0,-1 0 0 0 0,1 0 0 0 0,0 0 0 0 0,0 0 0 0 0,-1 0 0 0 0,1 0 0 0 0,1 0 0 0 0,-1 0 0 0 0,1 3 0 0 0,-1 0 0 0 0,0-1 0 0 0,0 0 0 0 0,0 0 0 0 0,0 1 0 0 0,0-1 0 0 0,0 0 0 0 0,0-3 0 0 0,0-1 0 0 0,0 1 0 0 0,1-1 0 0 0,-1 0 0 0 0,0 1 0 0 0,1-1 0 0 0,-1 0 0 0 0,1 0 0 0 0,-1 1 0 0 0,0-1 0 0 0,1 0 0 0 0,-1 0 0 0 0,1 1 0 0 0,-1-1 0 0 0,1 0 0 0 0,-1 0 0 0 0,0 0 0 0 0,1 0 0 0 0,-1 0 0 0 0,1 0 0 0 0,-1 0 0 0 0,1 0 0 0 0,-1 0 0 0 0,1 0 0 0 0,-1 0 0 0 0,1 0 0 0 0,0 0 0 0 0,16-2 0 0 0,-15 2 0 0 0,20-3 0 0 0,30-8 0 0 0,-26 5 0 0 0,-24 6 0 0 0,0 0 0 0 0,0 1 0 0 0,0-1 0 0 0,0 0 0 0 0,0 1 0 0 0,0-1 0 0 0,0 1 0 0 0,0 0 0 0 0,0-1 0 0 0,0 1 0 0 0,0 0 0 0 0,2 2 0 0 0,0-1 0 0 0,0 0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0.8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288 1 18695 0 0,'0'0'6000'0'0,"-12"3"-4702"0"0,-5 2-1195 0 0,0-1 1 0 0,1 0-1 0 0,-1-1 1 0 0,-1 0-1 0 0,-33-1 1 0 0,39-1-64 0 0,-114-1 128 0 0,125 0-159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1.2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262 80 15376 0 0,'0'0'2458'0'0,"0"-3"-1941"0"0,4-15 384 0 0,-2 15-723 0 0,-1-1 0 0 0,0 1 0 0 0,-1-1 0 0 0,1 1 0 0 0,0-1 0 0 0,-1 1 0 0 0,0-1 1 0 0,0 1-1 0 0,0-1 0 0 0,0 0 0 0 0,-1 1 0 0 0,-1-5 0 0 0,2 7-91 0 0,-1 0-1 0 0,0 0 1 0 0,1 1-1 0 0,-1-1 1 0 0,0 0-1 0 0,0 1 1 0 0,0-1-1 0 0,1 1 1 0 0,-1-1-1 0 0,0 1 1 0 0,0 0-1 0 0,0-1 0 0 0,0 1 1 0 0,0 0-1 0 0,0-1 1 0 0,0 1-1 0 0,0 0 1 0 0,0 0-1 0 0,0 0 1 0 0,0 0-1 0 0,0 0 1 0 0,0 0-1 0 0,0 0 1 0 0,0 1-1 0 0,0-1 1 0 0,0 0-1 0 0,0 0 1 0 0,-1 1-1 0 0,-31 11 57 0 0,23-4-11 0 0,0 1 0 0 0,1-1 0 0 0,0 2-1 0 0,0-1 1 0 0,-11 19 0 0 0,-9 8 45 0 0,14-17 57 0 0,-20 33 0 0 0,-10 12 145 0 0,43-62-305 0 0,0 1 0 0 0,0 0 0 0 0,0 1 0 0 0,1-1 0 0 0,-1 0 0 0 0,1 0 0 0 0,-1 1 0 0 0,1-1 0 0 0,0 0 0 0 0,1 1 0 0 0,-1-1 0 0 0,1 1 0 0 0,-1 0 0 0 0,1-1 0 0 0,0 7 0 0 0,0-6-44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1.6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42 23295 0 0,'0'0'176'0'0,"-4"-2"-124"0"0,3 2-8 0 0,-1-1 0 0 0,1 1 0 0 0,-1-1 0 0 0,1 0 0 0 0,-1 0 1 0 0,1 1-1 0 0,0-1 0 0 0,-1 0 0 0 0,1 0 0 0 0,0 0 0 0 0,0 0 0 0 0,0-1 0 0 0,0 1 0 0 0,0 0 0 0 0,0 0 0 0 0,0-1 0 0 0,0 1 0 0 0,0 0 0 0 0,0-1 0 0 0,1 1 0 0 0,-1-1 0 0 0,1 1 0 0 0,-1-1 0 0 0,1 1 0 0 0,-1-1 0 0 0,1 0 0 0 0,0 1 0 0 0,0-1 0 0 0,0 1 1 0 0,0-3-1 0 0,0 3 122 0 0,35 19 1073 0 0,-1 1-982 0 0,-27-17-142 0 0,-1 2-1 0 0,0-1 1 0 0,0 1 0 0 0,0 0-1 0 0,0 0 1 0 0,-1 0 0 0 0,10 10-1 0 0,4 11 478 0 0,19 31-1 0 0,-28-39-284 0 0,-7-14-181 0 0,-1 0 0 0 0,1 0 0 0 0,0 0 0 0 0,0 0 0 0 0,0 0 0 0 0,0 0 0 0 0,0-1 0 0 0,1 0 0 0 0,-1 0 0 0 0,5 3 0 0 0,11 6 536 0 0,-14-7-461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2.1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67 16479 0 0,'3'3'719'0'0,"1"3"-433"0"0,-2-2 0 0 0,0-1 1 0 0,0 1-1 0 0,0-1 0 0 0,0 0 1 0 0,1 0-1 0 0,5 5 1 0 0,13-13 2486 0 0,21 11-1611 0 0,-37-5-1137 0 0,1 0 1 0 0,-1 0 0 0 0,0 0-1 0 0,0-1 1 0 0,0 1 0 0 0,0-1-1 0 0,1-1 1 0 0,-1 1 0 0 0,0-1-1 0 0,7-1 1 0 0,-1-2 76 0 0,22-9 169 0 0,-31 12-262 0 0,-1 0 0 0 0,1-1 0 0 0,-1 1 1 0 0,1 0-1 0 0,-1-1 0 0 0,0 1 0 0 0,1-1 0 0 0,-1 1 0 0 0,0-1 0 0 0,0 0 0 0 0,0 1 0 0 0,0-1 0 0 0,-1 0 0 0 0,1 0 0 0 0,1-3 1 0 0,-2 3-3 0 0,1 0 0 0 0,-1 0 1 0 0,1 0-1 0 0,-1 1 0 0 0,0-1 1 0 0,0 0-1 0 0,0 0 0 0 0,0 0 1 0 0,0 0-1 0 0,0 1 0 0 0,0-1 1 0 0,0 0-1 0 0,-1 0 0 0 0,1 0 1 0 0,-1 0-1 0 0,0 1 0 0 0,1-1 1 0 0,-1 0-1 0 0,0 1 1 0 0,-2-4-1 0 0,1 3-1 0 0,0 1 1 0 0,0-1-1 0 0,0 1 1 0 0,0-1-1 0 0,-1 1 1 0 0,1 0-1 0 0,-1 0 1 0 0,1 0 0 0 0,-1 0-1 0 0,1 0 1 0 0,-1 0-1 0 0,1 1 1 0 0,-1 0-1 0 0,-3-1 1 0 0,-10-1 17 0 0,-1 1 1 0 0,1 1 0 0 0,-17 1 0 0 0,26 0-13 0 0,-1 0 0 0 0,0 0 1 0 0,1 1-1 0 0,0 0 0 0 0,-1 0 0 0 0,1 0 0 0 0,0 1 1 0 0,-12 7-1 0 0,12-4 2 0 0,0 1-1 0 0,1 0 1 0 0,0 1-1 0 0,0-1 1 0 0,0 1 0 0 0,1 0-1 0 0,1 0 1 0 0,-1 1 0 0 0,1-1-1 0 0,1 1 1 0 0,0 0 0 0 0,-5 18-1 0 0,7-17 6 0 0,-1 0-1 0 0,1 0 1 0 0,1 1 0 0 0,0-1-1 0 0,0 0 1 0 0,1 0 0 0 0,4 15-1 0 0,-5-21-10 0 0,1-1-1 0 0,0 0 1 0 0,0 0-1 0 0,0 0 0 0 0,1 0 1 0 0,-1 0-1 0 0,1 0 1 0 0,0 0-1 0 0,0-1 1 0 0,0 1-1 0 0,0-1 1 0 0,0 1-1 0 0,0-1 1 0 0,1 0-1 0 0,-1 1 1 0 0,1-1-1 0 0,0 0 1 0 0,-1-1-1 0 0,1 1 1 0 0,0-1-1 0 0,0 1 1 0 0,0-1-1 0 0,0 0 0 0 0,1 0 1 0 0,-1 0-1 0 0,5 1 1 0 0,34-1 43 0 0,-24-2-37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2.7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286 0 11352 0 0,'0'0'5270'0'0,"-4"0"-4571"0"0,-16 1 116 0 0,0 0 0 0 0,-41 8 0 0 0,44-5-475 0 0,0 0 1 0 0,0 2-1 0 0,-21 9 1 0 0,30-11-250 0 0,0 0 1 0 0,1 1 0 0 0,-1 0-1 0 0,1 0 1 0 0,0 1 0 0 0,1 0-1 0 0,-1 0 1 0 0,-9 13 0 0 0,14-17-61 0 0,0 0-1 0 0,1 0 1 0 0,-1 0 0 0 0,1 0 0 0 0,-1 1 0 0 0,1-1 0 0 0,0 1 0 0 0,0-1 0 0 0,0 1 0 0 0,0-1 0 0 0,1 1 0 0 0,-1-1 0 0 0,1 1-1 0 0,-1 0 1 0 0,1-1 0 0 0,0 1 0 0 0,0 0 0 0 0,0-1 0 0 0,0 1 0 0 0,1 0 0 0 0,-1 0 0 0 0,1-1 0 0 0,-1 1 0 0 0,1-1-1 0 0,0 1 1 0 0,0-1 0 0 0,0 1 0 0 0,0-1 0 0 0,1 1 0 0 0,-1-1 0 0 0,1 0 0 0 0,-1 0 0 0 0,1 0 0 0 0,0 0 0 0 0,0 0-1 0 0,0 0 1 0 0,4 2 0 0 0,3 4 51 0 0,0 0-1 0 0,1-1 1 0 0,0 0-1 0 0,0-1 1 0 0,1 0-1 0 0,-1-1 0 0 0,1 0 1 0 0,21 6-1 0 0,-22-9-12 0 0,0-1-1 0 0,0 1 1 0 0,0-1-1 0 0,0-1 1 0 0,0 0-1 0 0,0 0 1 0 0,0-1-1 0 0,0-1 1 0 0,0 1-1 0 0,19-7 1 0 0,27-14 260 0 0,-49 19-257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3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64 22727 0 0,'0'0'443'0'0,"-1"5"-318"0"0,-6 37-56 0 0,6-38-36 0 0,1 0 1 0 0,0 0 0 0 0,0 0-1 0 0,1 0 1 0 0,-1 0 0 0 0,1 0-1 0 0,0 0 1 0 0,0-1 0 0 0,0 1-1 0 0,2 6 1 0 0,3 1 42 0 0,-1 0 0 0 0,-1 1 0 0 0,4 16 0 0 0,-5-18-12 0 0,-1-1 0 0 0,2 1 0 0 0,-1-1 0 0 0,1 1 0 0 0,1-1 0 0 0,7 13 0 0 0,-11-21-33 0 0,0 0-1 0 0,1 0 1 0 0,-1 1 0 0 0,0-1 0 0 0,0 0 0 0 0,1 0-1 0 0,-1 0 1 0 0,0 0 0 0 0,1 0 0 0 0,-1 0-1 0 0,1-1 1 0 0,-1 1 0 0 0,1 0 0 0 0,0-1 0 0 0,-1 1-1 0 0,1-1 1 0 0,-1 0 0 0 0,1 0 0 0 0,0 1-1 0 0,-1-1 1 0 0,1 0 0 0 0,0 0 0 0 0,-1 0 0 0 0,1-1-1 0 0,0 1 1 0 0,-1 0 0 0 0,1-1 0 0 0,0 1-1 0 0,-1-1 1 0 0,3 0 0 0 0,-1 0 18 0 0,0-1 0 0 0,0 1 0 0 0,-1-1 0 0 0,1 0 0 0 0,0 0 1 0 0,-1 0-1 0 0,1 0 0 0 0,-1 0 0 0 0,0-1 0 0 0,1 1 0 0 0,-1-1 0 0 0,0 0 0 0 0,0 1 0 0 0,2-5 1 0 0,11-16 166 0 0,-12 20-187 0 0,-1 0 0 0 0,0 0 0 0 0,1 0 0 0 0,-1 0 0 0 0,-1 0 0 0 0,1-1 0 0 0,2-4 0 0 0,0-8 40 0 0,-2 1 1 0 0,1-1 0 0 0,-1-28 0 0 0,5-26 351 0 0,-5 60-371 0 0,-1 5 17 0 0,0 1 0 0 0,0 0 1 0 0,-1 0-1 0 0,1-1 0 0 0,-1 1 0 0 0,0 0 0 0 0,0-1 1 0 0,0 1-1 0 0,-2-5 0 0 0,-1 4 949 0 0,1 16-700 0 0,3 17-153 0 0,14 101 463 0 0,-14-120-551 0 0,1 0-1 0 0,0 0 0 0 0,0-1 0 0 0,1 1 0 0 0,0-1 0 0 0,1 1 0 0 0,0-1 0 0 0,0 0 0 0 0,1 0 1 0 0,0-1-1 0 0,8 10 0 0 0,-11-13-39 0 0,0 0 0 0 0,1 1 0 0 0,-2-1 1 0 0,1 0-1 0 0,0 1 0 0 0,-1-1 0 0 0,2 9 1 0 0,2 9 103 0 0,-2-16-91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3.7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16879 0 0,'0'4'714'0'0,"0"31"1157"0"0,0-9 3942 0 0,1-24-5688 0 0,4 8-46 0 0,-1 0 1 0 0,0 0-1 0 0,0 1 0 0 0,-1-1 0 0 0,-1 1 1 0 0,0 0-1 0 0,0 0 0 0 0,-1 0 1 0 0,-1 21-1 0 0,2 3 52 0 0,0-23-42 0 0,0 0 1 0 0,1 0-1 0 0,1-1 1 0 0,5 15-1 0 0,6 17 57 0 0,-11-28-85 0 0,-2-9 33 0 0,0 0 0 0 0,0 1 0 0 0,-1-1 0 0 0,1 12 0 0 0,14-6 350 0 0,-15-9-355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4.1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269 11 17183 0 0,'-12'-11'2816'0'0,"-22"14"-1868"0"0,0 1-1 0 0,1 1 1 0 0,-41 12-1 0 0,28-6-178 0 0,15 2-536 0 0,27-11-233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4.4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1 12664 0 0,'0'0'3133'0'0,"-1"3"-2557"0"0,-13 41 566 0 0,2 0 0 0 0,-9 68 0 0 0,21-106-999 0 0,1 1-1 0 0,0-1 1 0 0,0 1 0 0 0,1-1-1 0 0,-1 1 1 0 0,1-1-1 0 0,1 0 1 0 0,-1 0-1 0 0,4 6 1 0 0,0-6 207 0 0,-2-4-262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4.8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15176 0 0,'0'0'2247'0'0,"2"3"-2103"0"0,7 15 5336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5.1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275 24 16983 0 0,'0'0'3138'0'0,"-1"4"-2677"0"0,0-2-386 0 0,1 0 0 0 0,-1 0 0 0 0,0 0 0 0 0,0 0 0 0 0,0-1-1 0 0,0 1 1 0 0,0 0 0 0 0,0 0 0 0 0,-1-1 0 0 0,1 1 0 0 0,-1-1 0 0 0,1 1 0 0 0,-1-1 0 0 0,1 0 0 0 0,-1 1-1 0 0,-2 0 1 0 0,-2 4 129 0 0,0 0 0 0 0,0 1 0 0 0,1-1 0 0 0,-1 1 0 0 0,-6 13 0 0 0,9-14-90 0 0,0 1-1 0 0,1-1 0 0 0,0 1 0 0 0,-2 8 1 0 0,2-9-60 0 0,1 0 1 0 0,-1 0 0 0 0,0 0 0 0 0,0 0 0 0 0,-1 0 0 0 0,-4 6 0 0 0,-40 72 1100 0 0,19-54 1782 0 0,24-53-1629 0 0,-24-60-282 0 0,-13-36 688 0 0,13 39-1125 0 0,28 76-589 0 0,1 1 0 0 0,8 13 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29:35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43 168 19087 0 0,'0'0'5792'0'0,"0"3"-5281"0"0,0-1-540 0 0,0-1 64 0 0,0 0 0 0 0,0 0-1 0 0,-1 0 1 0 0,1-1 0 0 0,0 1-1 0 0,0 0 1 0 0,0 0 0 0 0,0 0 0 0 0,0-1-1 0 0,1 1 1 0 0,-1 0 0 0 0,0 0-1 0 0,0 0 1 0 0,0-1 0 0 0,1 1 0 0 0,-1 0-1 0 0,0 0 1 0 0,1-1 0 0 0,-1 1-1 0 0,1 0 1 0 0,-1-1 0 0 0,1 1 0 0 0,-1 0-1 0 0,1-1 1 0 0,-1 1 0 0 0,1-1-1 0 0,0 1 1 0 0,-1-1 0 0 0,1 1 0 0 0,0-1-1 0 0,-1 0 1 0 0,1 1 0 0 0,0-1-1 0 0,-1 0 1 0 0,1 1 0 0 0,0-1 0 0 0,0 0-1 0 0,0 0 1 0 0,-1 0 0 0 0,1 1-1 0 0,0-1 1 0 0,0 0 0 0 0,1-1 0 0 0,1 1-16 0 0,0 0 1 0 0,0-1-1 0 0,0 0 1 0 0,0 0-1 0 0,0 0 1 0 0,0 0-1 0 0,0 0 1 0 0,0-1-1 0 0,0 1 1 0 0,-1-1-1 0 0,1 1 1 0 0,0-1-1 0 0,-1 0 1 0 0,0 0-1 0 0,1-1 1 0 0,-1 1-1 0 0,0 0 1 0 0,0-1-1 0 0,0 1 1 0 0,0-1-1 0 0,-1 0 1 0 0,3-3-1 0 0,-2 2-10 0 0,0 0 0 0 0,1 0 1 0 0,0 0-1 0 0,0 1 0 0 0,0-1 0 0 0,0 1 0 0 0,0 0 1 0 0,1 0-1 0 0,-1 0 0 0 0,1 0 0 0 0,0 1 0 0 0,8-5 0 0 0,-8 5 0 0 0,0 1 0 0 0,1 0 1 0 0,-1-1-1 0 0,0 1 1 0 0,0-1-1 0 0,0 0 1 0 0,0 0-1 0 0,0-1 1 0 0,0 1-1 0 0,-1-1 0 0 0,1 0 1 0 0,-1 0-1 0 0,0 0 1 0 0,0 0-1 0 0,0-1 1 0 0,0 1-1 0 0,0-1 1 0 0,2-5-1 0 0,18-25 82 0 0,-23 33-83 0 0,-1 0 0 0 0,0 0 0 0 0,0 0 1 0 0,0-1-1 0 0,0 1 0 0 0,0 0 0 0 0,0 1 0 0 0,0-1 1 0 0,0 0-1 0 0,0 0 0 0 0,0 0 0 0 0,-2-1 0 0 0,-6 1 20 0 0,0-1-1 0 0,0 1 1 0 0,0 1-1 0 0,0-1 1 0 0,-13 3-1 0 0,-29-3 88 0 0,47 0-99 0 0,0 1 0 0 0,0-1 0 0 0,-1 1 0 0 0,1 0 0 0 0,-1 0 0 0 0,1 0 0 0 0,0 1 0 0 0,-1-1 0 0 0,1 1 0 0 0,0 0 0 0 0,0 1 0 0 0,0-1 0 0 0,0 1 0 0 0,0-1 0 0 0,0 1 0 0 0,0 0 0 0 0,0 1 0 0 0,1-1 0 0 0,-1 1 0 0 0,1 0 0 0 0,-1-1 0 0 0,1 1-1 0 0,0 1 1 0 0,0-1 0 0 0,1 0 0 0 0,-1 1 0 0 0,1 0 0 0 0,0-1 0 0 0,-1 1 0 0 0,-1 7 0 0 0,0-5 14 0 0,2 1 0 0 0,-1-1 0 0 0,1 0 0 0 0,0 1 0 0 0,0-1 0 0 0,0 1 0 0 0,1 0 0 0 0,0-1 0 0 0,1 1 0 0 0,0 0 0 0 0,0 0 0 0 0,0 0 0 0 0,0-1-1 0 0,3 10 1 0 0,0-3 53 0 0,1-1 0 0 0,0 0 0 0 0,9 19-1 0 0,-10-26-61 0 0,0-1-1 0 0,1 1 1 0 0,-1-1 0 0 0,1 1-1 0 0,0-1 1 0 0,0 0-1 0 0,0 0 1 0 0,0-1 0 0 0,1 1-1 0 0,7 3 1 0 0,0 0 13 0 0,-1-2 1 0 0,1 0-1 0 0,0 0 1 0 0,0-1-1 0 0,1-1 1 0 0,-1 0-1 0 0,1-1 1 0 0,16 2 0 0 0,12-2 86 0 0,52-5 1 0 0,-11-1-11 0 0,-50 4-62 0 0,1-2 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2:04.0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26 633 96 0 0,'0'0'12866'0'0,"-4"-4"-12627"0"0,-18-17 640 0 0,54 17 4976 0 0,-26 0-5610 0 0,0 1 0 0 0,0 0-1 0 0,1 0 1 0 0,8-3-1 0 0,19-9 920 0 0,-30 13-1009 0 0,0 1 1 0 0,1-1-1 0 0,-1 1 1 0 0,0 0-1 0 0,0 0 1 0 0,1 0-1 0 0,7 0 0 0 0,17-4 786 0 0,-3-4 101 0 0,49-27 0 0 0,-5 3-134 0 0,-33 23-674 0 0,-31 9-190 0 0,-1 0-1 0 0,0 0 1 0 0,0 0 0 0 0,-1-1-1 0 0,10-3 1 0 0,7-5 64 0 0,2 2 0 0 0,-1 1 1 0 0,37-7-1 0 0,-46 11-89 0 0,130-36 493 0 0,-67 24-298 0 0,46-12 13 0 0,-114 26-200 0 0,-1-1-1 0 0,1 1 0 0 0,0 1 1 0 0,9 0-1 0 0,-15 0-15 0 0,-1-2 12 0 0,-5-3 29 0 0,0 1 18 0 0,11 4-53 0 0,0-1 0 0 0,-1-1 1 0 0,0 1-1 0 0,12-5 0 0 0,17-4 20 0 0,56-11 70 0 0,-29 6-66 0 0,28-5 41 0 0,25-21 5 0 0,7-7-14 0 0,15 10-10 0 0,-29 9-24 0 0,-43 18-15 0 0,-55 8-9 0 0,-5 2-10 0 0,0-1-1 0 0,0 1 1 0 0,1 0-1 0 0,-1 1 1 0 0,7-1-1 0 0,-10 1 2 0 0,-2-1-6 0 0,1 1 1 0 0,0-1-1 0 0,0 1 1 0 0,0-1-1 0 0,0 1 0 0 0,0-1 1 0 0,0 1-1 0 0,0 0 1 0 0,0-1-1 0 0,0 1 1 0 0,0 0-1 0 0,0 0 1 0 0,0 0-1 0 0,1 0 0 0 0,-1 0 1 0 0,0 0-1 0 0,2 0 1 0 0,-2 0-1 0 0,0 1 1 0 0,0-1 0 0 0,1 0-1 0 0,-1 0 1 0 0,0 0 0 0 0,0 0-1 0 0,0 0 1 0 0,1-1 0 0 0,-1 1-1 0 0,0 0 1 0 0,0-1 0 0 0,0 1-1 0 0,0 0 1 0 0,0-1 0 0 0,2-1-1 0 0,2-2 6 0 0,-1 1-4 0 0,0 1 4 0 0,1 0-5 0 0,-1 0-1 0 0,0 1 0 0 0,0 0 0 0 0,1 1 3 0 0,-1-4 7 0 0,0 0-6 0 0,1-1 2 0 0,0 1-4 0 0,-1 4 4 0 0,0 0-4 0 0,0 0 4 0 0,1 0-4 0 0,-1 0 4 0 0,0 0-4 0 0,0 0 5 0 0,1 0 1 0 0,0 0-1 0 0,-1-2-3 0 0,0 0 8 0 0,1-1-3 0 0,-1 2-2 0 0,0 1-5 0 0,-1 0 5 0 0,-3-1 1 0 0,-2 0-7 0 0,0 1 1 0 0,-1-1-1 0 0,1 0 0 0 0,0 1 1 0 0,-1-1-1 0 0,1 1 0 0 0,-1 0 1 0 0,1 0-1 0 0,-1 0 0 0 0,1 0 1 0 0,-1 0-1 0 0,-4 1 0 0 0,-1 0 5 0 0,-90-4 19 0 0,94 3-25 0 0,-1-1 0 0 0,1 1 0 0 0,-1 0 0 0 0,1 0 0 0 0,0 0 0 0 0,-1 0 0 0 0,2-1 0 0 0,3 1 0 0 0,1-5 0 0 0,0 5 0 0 0,0-1 0 0 0,0 1 0 0 0,1-1 0 0 0,-1 1 0 0 0,0 0 0 0 0,0-1 0 0 0,0 1 0 0 0,1 0 0 0 0,-1 0 0 0 0,0-1 0 0 0,0 1 0 0 0,1 0 0 0 0,0 1 0 0 0,139-1 0 0 0,-140 0 0 0 0,0 0 0 0 0,0 1 0 0 0,1-1 0 0 0,-1 1 0 0 0,0-1 0 0 0,0 1 0 0 0,0-1 0 0 0,0 1 0 0 0,0 0 0 0 0,0-1 0 0 0,0 1 0 0 0,0 0 0 0 0,-1 0 0 0 0,3 2 0 0 0,2 2 0 0 0,6-1 0 0 0,-4-1 0 0 0,-1 0 0 0 0,1 0 0 0 0,-1-1 0 0 0,1 0 0 0 0,-1-1 0 0 0,1 0 0 0 0,0 0 0 0 0,0 0 0 0 0,14-1 0 0 0,17 0 0 0 0,-33 0 0 0 0,0 0 0 0 0,6-1-7 0 0,-11 1 6 0 0,1-1 0 0 0,0 1 0 0 0,0-1 0 0 0,0 1 0 0 0,0 0 0 0 0,0 0 0 0 0,0 0 0 0 0,0 0 0 0 0,0-1 0 0 0,-1 1 0 0 0,1 0 0 0 0,0 0 0 0 0,0 1 0 0 0,0-1 0 0 0,0 0 1 0 0,0 0-1 0 0,0 0 0 0 0,0 1 0 0 0,0-1 0 0 0,0 0 0 0 0,-1 1 0 0 0,1-1 0 0 0,0 1 0 0 0,0-1 0 0 0,0 1 0 0 0,-1-1 0 0 0,1 1 0 0 0,0 0 0 0 0,-1-1 0 0 0,1 1 0 0 0,0 0 0 0 0,-1-1 0 0 0,1 1 0 0 0,-1 0 0 0 0,1 0 0 0 0,-1 0 0 0 0,1 0 0 0 0,-1-1 0 0 0,0 1 0 0 0,0 0 0 0 0,1 0 0 0 0,-1 0 0 0 0,0 0 0 0 0,0 0 0 0 0,0 0 1 0 0,0 0-1 0 0,0 0 0 0 0,0 0 0 0 0,0 0 0 0 0,0 0 0 0 0,-1 1 0 0 0,0 2-5 0 0,-6 6 5 0 0,-1 0-1 0 0,0-1 0 0 0,0 0 0 0 0,-15 12 0 0 0,-1 0 2 0 0,-17 12 0 0 0,35-29 0 0 0,-1 0 0 0 0,1 1 0 0 0,-1 0 0 0 0,1 1 0 0 0,1-1 0 0 0,-1 1 0 0 0,-8 11 0 0 0,-1 1-7 0 0,13-14 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18.7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7 115 96 0 0,'0'0'11304'0'0,"2"0"-11163"0"0,60 0 3636 0 0,-60 0-3706 0 0,0 0 0 0 0,0-1 0 0 0,-1 0 0 0 0,1 1 1 0 0,0-1-1 0 0,0 0 0 0 0,-1 0 0 0 0,1 0 0 0 0,1-1 0 0 0,7-4 253 0 0,-5 5-192 0 0,-3 0-41 0 0,0 0 0 0 0,0 1 0 0 0,1-1 0 0 0,-1 1 1 0 0,0-1-1 0 0,1 1 0 0 0,2 0 0 0 0,5-1 123 0 0,-3 0 8 0 0,-3 1-34 0 0,-3 0-157 0 0,0 0 0 0 0,0-1 0 0 0,0 1-1 0 0,-1-1 1 0 0,1 1 0 0 0,0-1 0 0 0,0 0 0 0 0,0 1 0 0 0,-1-1-1 0 0,1 0 1 0 0,0 0 0 0 0,-1 1 0 0 0,2-3 0 0 0,8-6 260 0 0,-9 8-265 0 0,-1 0 0 0 0,1 0 1 0 0,-1 0-1 0 0,1 0 1 0 0,-1 0-1 0 0,0 0 0 0 0,1 0 1 0 0,-1 0-1 0 0,0 0 0 0 0,1 0 1 0 0,-1 0-1 0 0,0-1 1 0 0,0 1-1 0 0,0 0 0 0 0,0 0 1 0 0,0-1-1 0 0,0 0 4 0 0,0 1 0 0 0,-1-1 0 0 0,1 0 0 0 0,0 1 0 0 0,0-1 0 0 0,0 1 0 0 0,-1-1-1 0 0,1 1 1 0 0,-1-1 0 0 0,0 1 0 0 0,1-1 0 0 0,-2-1 0 0 0,-1 0 19 0 0,0 0 1 0 0,0 0-1 0 0,0 0 0 0 0,0 1 1 0 0,-1-1-1 0 0,1 1 0 0 0,-1 0 1 0 0,0 0-1 0 0,1 0 0 0 0,-8-2 1 0 0,6 3-14 0 0,1 0 1 0 0,-1 0-1 0 0,0 0 0 0 0,1 1 1 0 0,-7-1-1 0 0,11 1-1 0 0,-19 0 148 0 0,-38 0 326 0 0,57 0-252 0 0,-2 67 87 0 0,7-2-106 0 0,-3-46 21 0 0,0 1 0 0 0,-3 34 0 0 0,-10 7 474 0 0,2-16-2 0 0,9-13 725 0 0,0-30-1359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19.4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23495 0 0,'0'0'-8'0'0,"2"3"-304"0"0,3 8 312 0 0,1 0 0 0 0,-2 1 0 0 0,1 0 0 0 0,2 14 0 0 0,-5-21 36 0 0,0 1 0 0 0,0-1 0 0 0,1 0 0 0 0,-1 0 0 0 0,5 5 0 0 0,0-2 107 0 0,-4-5-110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20.5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75 15272 0 0,'0'0'5943'0'0,"0"2"-5881"0"0,0 6-42 0 0,1-7-18 0 0,-1 1 0 0 0,1-2 1 0 0,0 1-1 0 0,0 0 0 0 0,0 0 1 0 0,0 0-1 0 0,0 0 0 0 0,0 0 1 0 0,0-1-1 0 0,1 1 0 0 0,-1-1 1 0 0,2 2-1 0 0,-3-2 0 0 0,2 1-3 0 0,0-1 0 0 0,0 1 0 0 0,0-1 0 0 0,0 1 0 0 0,1-1 0 0 0,-1 0 0 0 0,0 0 0 0 0,0 0 0 0 0,0 0 0 0 0,0 0 0 0 0,0-1 0 0 0,1 1 0 0 0,-1 0 0 0 0,0-1 1 0 0,0 0-1 0 0,0 1 0 0 0,0-1 0 0 0,0 0 0 0 0,2-2 0 0 0,3 0-25 0 0,-1-2 1 0 0,1 1-1 0 0,11-11 0 0 0,-16 13 9 0 0,0-1-1 0 0,0 1 0 0 0,-1-1 0 0 0,1 0 0 0 0,0 0 1 0 0,-1 0-1 0 0,0 0 0 0 0,1 0 0 0 0,-1 0 1 0 0,0 0-1 0 0,0-5 0 0 0,-1 7 17 0 0,0 0 0 0 0,0 1 0 0 0,0-1 0 0 0,0 0 0 0 0,0 0 0 0 0,0 0 1 0 0,0 0-1 0 0,-1 0 0 0 0,1 1 0 0 0,0-1 0 0 0,-1 0 0 0 0,1 0 0 0 0,0 0 0 0 0,-1 1 0 0 0,1-1 0 0 0,-1 0 0 0 0,1 1 0 0 0,-1-1 1 0 0,1 0-1 0 0,-1 1 0 0 0,0-1 0 0 0,1 1 0 0 0,-1-1 0 0 0,0 1 0 0 0,0-1 0 0 0,1 1 0 0 0,-1-1 0 0 0,0 1 0 0 0,0 0 0 0 0,1-1 0 0 0,-1 1 1 0 0,0 0-1 0 0,-1 0 0 0 0,-2-2-3 0 0,0 2 1 0 0,0-1 0 0 0,0 0 0 0 0,0 1 0 0 0,-7-1-1 0 0,7 2 6 0 0,-1 0 0 0 0,1-1 0 0 0,0 1 0 0 0,0 1 0 0 0,0-1 0 0 0,0 1 0 0 0,1-1-1 0 0,-1 1 1 0 0,0 0 0 0 0,1 0 0 0 0,-1 1 0 0 0,1-1 0 0 0,0 1 0 0 0,-1 0 0 0 0,1 0-1 0 0,-3 4 1 0 0,1-1 3 0 0,0 1 0 0 0,1-1 0 0 0,-1 1 0 0 0,2 0 0 0 0,-1 0 0 0 0,1 0 0 0 0,-5 15 0 0 0,6-14 28 0 0,0 0 0 0 0,0 1-1 0 0,0-1 1 0 0,1 1-1 0 0,0 16 1 0 0,2-23-11 0 0,-1 1 0 0 0,0-1 0 0 0,0 0-1 0 0,1 0 1 0 0,0 1 0 0 0,-1-1 0 0 0,1 0 0 0 0,0 0 0 0 0,0 0 0 0 0,0 0 0 0 0,0 0-1 0 0,1 0 1 0 0,-1 0 0 0 0,0 0 0 0 0,1-1 0 0 0,-1 1 0 0 0,1 0 0 0 0,0-1-1 0 0,0 1 1 0 0,-1-1 0 0 0,1 0 0 0 0,0 1 0 0 0,0-1 0 0 0,0 0 0 0 0,0 0 0 0 0,0-1-1 0 0,3 2 1 0 0,0-1 9 0 0,-1 0 1 0 0,1 0-1 0 0,-1 0 0 0 0,1-1 0 0 0,-1 0 0 0 0,1 0 0 0 0,-1 0 0 0 0,1 0 0 0 0,-1-1 0 0 0,1 0 0 0 0,-1 1 0 0 0,7-4 1 0 0,1 0 83 0 0,-1-1 0 0 0,0 0 0 0 0,15-10 1 0 0,-20 10-54 0 0,1 1 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21.0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14776 0 0,'0'0'2286'0'0,"0"2"-1963"0"0,6 59 681 0 0,-4-43-742 0 0,0 0-1 0 0,-1 31 1 0 0,-3 13 168 0 0,2-38-40 0 0,-5 43-1 0 0,3-48 376 0 0,0 35-1 0 0,2-49-470 0 0,0-4-181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21.7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0 14272 0 0,'0'0'2585'0'0,"-2"0"-2244"0"0,-8 2-127 0 0,-1 0-1 0 0,1 1 1 0 0,0 0 0 0 0,0 0-1 0 0,1 1 1 0 0,-1 0 0 0 0,1 1-1 0 0,-17 11 1 0 0,23-13-176 0 0,-1 0 1 0 0,1 0-1 0 0,0 0 0 0 0,0 0 1 0 0,0 1-1 0 0,1-1 1 0 0,-4 6-1 0 0,5-7-28 0 0,0 0 1 0 0,0-1-1 0 0,0 1 0 0 0,0 0 0 0 0,1 0 0 0 0,-1 0 1 0 0,0 0-1 0 0,1 0 0 0 0,0 0 0 0 0,-1 0 0 0 0,1 0 1 0 0,0 0-1 0 0,0 0 0 0 0,0 0 0 0 0,0 0 0 0 0,1 0 1 0 0,-1 0-1 0 0,1 3 0 0 0,0-4-8 0 0,0 1 0 0 0,0-1 0 0 0,0 1 0 0 0,0 0 0 0 0,0-1 0 0 0,0 0 0 0 0,0 1-1 0 0,1-1 1 0 0,-1 0 0 0 0,0 1 0 0 0,1-1 0 0 0,-1 0 0 0 0,1 0 0 0 0,0 0 0 0 0,-1-1 0 0 0,1 1 0 0 0,3 1 0 0 0,2 0 8 0 0,1 0 1 0 0,-1 0-1 0 0,9 0 1 0 0,-4 0-7 0 0,-8-2-3 0 0,0 0-1 0 0,1 1 1 0 0,-1-1-1 0 0,0-1 1 0 0,0 1-1 0 0,0-1 1 0 0,0 1-1 0 0,0-1 0 0 0,1 0 1 0 0,-2-1-1 0 0,1 1 1 0 0,0-1-1 0 0,0 0 1 0 0,0 0-1 0 0,-1 0 1 0 0,1 0-1 0 0,3-3 0 0 0,-6 3 3 0 0,0 1 0 0 0,0-1 0 0 0,0 1 0 0 0,0-1 0 0 0,0 1 0 0 0,0-1 0 0 0,-1 1 0 0 0,1-1 0 0 0,-1 0 0 0 0,1 1-1 0 0,-1-1 1 0 0,0 0 0 0 0,1 1 0 0 0,-1-4 0 0 0,0 1 12 0 0,0-1 1 0 0,0 0-1 0 0,-2-9 1 0 0,-16-49 488 0 0,18 63-494 0 0,0 0 0 0 0,0 0 0 0 0,0 0 0 0 0,0-1 1 0 0,0 1-1 0 0,0 0 0 0 0,0 0 0 0 0,0 0 0 0 0,0 0 1 0 0,0 0-1 0 0,0 0 0 0 0,0 0 0 0 0,0 0 0 0 0,0 0 0 0 0,0 0 1 0 0,0-1-1 0 0,0 1 0 0 0,0 0 0 0 0,-1 0 0 0 0,1 0 1 0 0,0 0-1 0 0,0 0 0 0 0,0 0 0 0 0,0 0 0 0 0,0 0 0 0 0,0 0 1 0 0,0 0-1 0 0,0 0 0 0 0,0 0 0 0 0,0 0 0 0 0,-1 0 1 0 0,1 0-1 0 0,0 0 0 0 0,0 0 0 0 0,0 0 0 0 0,0 0 0 0 0,0 0 1 0 0,0 0-1 0 0,0 0 0 0 0,0 0 0 0 0,0 0 0 0 0,-1 0 1 0 0,1 0-1 0 0,0 0 0 0 0,0 0 0 0 0,0 0 0 0 0,0 0 1 0 0,0 0-1 0 0,0 0 0 0 0,0 0 0 0 0,-5 6 387 0 0,-1 7-49 0 0,6-2-116 0 0,0 0 1 0 0,0 0 0 0 0,1 0-1 0 0,0 0 1 0 0,1-1 0 0 0,0 1-1 0 0,5 12 1 0 0,0-3 207 0 0,-4-13-351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22.5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54 360 13864 0 0,'0'0'4705'0'0,"1"-2"-4223"0"0,5-9-82 0 0,-1 0 0 0 0,-1 0-1 0 0,0 0 1 0 0,3-14 0 0 0,0 1-240 0 0,28-88 629 0 0,-26 82-598 0 0,-5 18-73 0 0,-1 0 1 0 0,2 1-1 0 0,7-17 0 0 0,-5 10 58 0 0,-6 15-68 0 0,0 0 0 0 0,0 1 0 0 0,0-1 0 0 0,1 0 0 0 0,-1 0 0 0 0,1 1 0 0 0,2-5 0 0 0,-5 7 673 0 0,-2 5-608 0 0,-21 68 580 0 0,-5 12 236 0 0,29-84-985 0 0,0-1 0 0 0,0 1-1 0 0,0-1 1 0 0,0 0 0 0 0,0 1-1 0 0,0-1 1 0 0,0 1 0 0 0,0-1-1 0 0,-1 0 1 0 0,1 1 0 0 0,0-1-1 0 0,0 0 1 0 0,0 1 0 0 0,0-1-1 0 0,-1 0 1 0 0,1 0 0 0 0,0 1-1 0 0,-1-1 1 0 0,1 0 0 0 0,0 0-1 0 0,0 1 1 0 0,-1-1 0 0 0,1 0-1 0 0,0 0 1 0 0,-1 0 0 0 0,1 1-1 0 0,0-1 1 0 0,-1 0 0 0 0,1 0-1 0 0,-1 0 1 0 0,1 0 0 0 0,0 0-1 0 0,-1 0 1 0 0,1 0 0 0 0,0 0 0 0 0,-1 0-1 0 0,1 0 1 0 0,-1 0 0 0 0,1 0-1 0 0,0 0 1 0 0,-1 0 0 0 0,1 0-1 0 0,0 0 1 0 0,-1 0 0 0 0,1-1-1 0 0,-1 1 1 0 0,1 0 0 0 0,0 0-1 0 0,-1 0 1 0 0,1 0 0 0 0,0-1-1 0 0,-1 0 1 0 0,-2-1 1 0 0,1-1-1 0 0,0 0 1 0 0,-1 1-1 0 0,-2-6 1 0 0,2 3-7 0 0,-10-15 11 0 0,2 0 0 0 0,-17-39-1 0 0,11 21 29 0 0,14 33-18 0 0,3 3-2 0 0,-1 1-1 0 0,1-1 1 0 0,-1 1 0 0 0,1-1 0 0 0,-1 1 0 0 0,0 0-1 0 0,0-1 1 0 0,0 1 0 0 0,0 0 0 0 0,0-1 0 0 0,0 1-1 0 0,-2-2 1 0 0,3 3-14 0 0,0 0-1 0 0,-1 0 0 0 0,1 0 1 0 0,0 0-1 0 0,0 0 0 0 0,0 1 1 0 0,0-1-1 0 0,0 0 0 0 0,0 0 1 0 0,0 0-1 0 0,0 0 1 0 0,0 0-1 0 0,0 0 0 0 0,0 0 1 0 0,0 0-1 0 0,0 0 0 0 0,0 0 1 0 0,-1 0-1 0 0,1 0 1 0 0,0 0-1 0 0,0 0 0 0 0,0 1 1 0 0,0-1-1 0 0,0 0 0 0 0,0 0 1 0 0,0 0-1 0 0,0 0 0 0 0,0 0 1 0 0,0 0-1 0 0,0 0 1 0 0,0 0-1 0 0,0 0 0 0 0,0 0 1 0 0,0 1-1 0 0,0-1 0 0 0,0 0 1 0 0,0 0-1 0 0,0 0 0 0 0,0 0 1 0 0,0 0-1 0 0,0 0 1 0 0,1 0-1 0 0,-1 0 0 0 0,0 0 1 0 0,0 0-1 0 0,0 0 0 0 0,0 0 1 0 0,0 1-1 0 0,0-1 1 0 0,2 6 32 0 0,-1-5-6 0 0,0 4 32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44.8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205 0 11448 0 0,'0'0'6727'0'0,"-3"2"-6237"0"0,-8 3 170 0 0,-21 6 0 0 0,4-1 221 0 0,12-4-421 0 0,6-3-193 0 0,1 1-1 0 0,-15 7 1 0 0,14-5-124 0 0,4-2-10 0 0,-1 0 0 0 0,0 0-1 0 0,-10 9 1 0 0,15-10-106 0 0,0-1 0 0 0,0 0 0 0 0,0 1 0 0 0,0-1 0 0 0,1 1 0 0 0,-1 0 0 0 0,1-1 0 0 0,-1 1 0 0 0,1 0 0 0 0,0 0 0 0 0,0 0 0 0 0,-1 6 0 0 0,1-2 54 0 0,0 0 0 0 0,0 1 0 0 0,0 12-1 0 0,1-18-62 0 0,1 0 0 0 0,-1 0-1 0 0,0 0 1 0 0,1 1-1 0 0,-1-1 1 0 0,1 0-1 0 0,-1 0 1 0 0,1 0-1 0 0,0 0 1 0 0,0 0-1 0 0,0 0 1 0 0,0 0-1 0 0,0-1 1 0 0,1 1-1 0 0,-1 0 1 0 0,1-1-1 0 0,2 3 1 0 0,1 0 8 0 0,0 0 1 0 0,1-1-1 0 0,0 0 0 0 0,-1 0 0 0 0,1-1 1 0 0,0 0-1 0 0,0 0 0 0 0,1 0 1 0 0,-1 0-1 0 0,0-1 0 0 0,1 0 0 0 0,-1-1 1 0 0,0 1-1 0 0,1-1 0 0 0,-1-1 1 0 0,1 1-1 0 0,-1-1 0 0 0,0 0 0 0 0,1 0 1 0 0,6-3-1 0 0,51-15 110 0 0,-48 14-111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45.7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18 21687 0 0,'0'0'-9'0'0,"0"-3"-38"0"0,0-11-2 0 0,0 14 36 0 0,-2 11-310 0 0,-3 6 305 0 0,1 1 0 0 0,1 0 0 0 0,0 1 0 0 0,1-1 0 0 0,1 0-1 0 0,2 26 1 0 0,0-41 20 0 0,0 0 0 0 0,1 0-1 0 0,-1 0 1 0 0,1 0-1 0 0,-1-1 1 0 0,1 1 0 0 0,0 0-1 0 0,0-1 1 0 0,0 1 0 0 0,0-1-1 0 0,1 0 1 0 0,-1 0-1 0 0,4 3 1 0 0,-3-3 7 0 0,0-1 0 0 0,0 1 1 0 0,0-1-1 0 0,1 1 0 0 0,-1-1 0 0 0,0 0 1 0 0,8 1-1 0 0,-10-2 23 0 0,0 0 1 0 0,1 0 0 0 0,-1 0-1 0 0,0 0 1 0 0,1 0 0 0 0,-1 0-1 0 0,0 0 1 0 0,0-1-1 0 0,1 1 1 0 0,-1 0 0 0 0,0-1-1 0 0,1 1 1 0 0,-1-1-1 0 0,0 1 1 0 0,0-1 0 0 0,0 0-1 0 0,0 1 1 0 0,1-1 0 0 0,-1 0-1 0 0,0 0 1 0 0,0 0-1 0 0,1-2 1 0 0,6-2 336 0 0,-8 4-355 0 0,1 1 0 0 0,0 0-1 0 0,-1-1 1 0 0,1 1 0 0 0,0-1 0 0 0,-1 1-1 0 0,1-1 1 0 0,-1 1 0 0 0,1-1-1 0 0,-1 1 1 0 0,1-1 0 0 0,-1 1 0 0 0,1-2-1 0 0,3-7 95 0 0,-1 0 1 0 0,-1 0-1 0 0,1 0 0 0 0,-2 0 0 0 0,1 0 0 0 0,-1-16 0 0 0,4-17 214 0 0,-2 21 799 0 0,-1-24-1 0 0,-2 73-705 0 0,-1-10-262 0 0,1 0-1 0 0,1 0 1 0 0,4 19 0 0 0,-2-4 162 0 0,1 3 47 0 0,6 9 104 0 0,-10-42-403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46.2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42 24327 0 0,'4'-8'-3'0'0,"0"-1"-1"0"0,5-16 1 0 0,-9 26 2 0 0,0-1 1 0 0,0 0 0 0 0,0 0-1 0 0,0 0 1 0 0,0 0-1 0 0,0 0 1 0 0,0 0 0 0 0,0 0-1 0 0,0 0 1 0 0,0 0 0 0 0,0 0-1 0 0,0 0 1 0 0,0 0 0 0 0,1 0-1 0 0,-1 0 1 0 0,0 0-1 0 0,0 0 1 0 0,0 0 0 0 0,0 0-1 0 0,0 1 1 0 0,0-1 0 0 0,0 0-1 0 0,0 0 1 0 0,0 0 0 0 0,0 0-1 0 0,0 0 1 0 0,0 0-1 0 0,0 0 1 0 0,0 0 0 0 0,0 0-1 0 0,0 0 1 0 0,1 0 0 0 0,-1 0-1 0 0,0 0 1 0 0,0 0 0 0 0,0 0-1 0 0,0 0 1 0 0,0 0-1 0 0,0 0 1 0 0,0 0 0 0 0,0 0-1 0 0,0 0 1 0 0,0-1 0 0 0,0 1-1 0 0,0 0 1 0 0,0 0 0 0 0,0 0-1 0 0,0 0 1 0 0,1 0-1 0 0,-1 0 1 0 0,0 0 0 0 0,0 0-1 0 0,0 0 1 0 0,0 0 0 0 0,0 0-1 0 0,0 0 1 0 0,0 0 0 0 0,0 0-1 0 0,2 7-60 0 0,-7 71-108 0 0,4 85 545 0 0,3-178-319 0 0,-1 1 0 0 0,2 0 0 0 0,0 0 1 0 0,1 0-1 0 0,9-24 0 0 0,-3 10 56 0 0,-9 24-92 0 0,1-1 0 0 0,0 1 0 0 0,0 0 0 0 0,0 0 0 0 0,0 0 1 0 0,1 0-1 0 0,-1 1 0 0 0,1-1 0 0 0,0 1 0 0 0,0-1 0 0 0,0 1 1 0 0,1 0-1 0 0,-1 0 0 0 0,1 1 0 0 0,4-4 0 0 0,-7 6-19 0 0,1-2 3 0 0,0 1 0 0 0,0-1 0 0 0,0 1 0 0 0,1 0 0 0 0,-1 0 0 0 0,1 0 0 0 0,-1 0 1 0 0,1 0-1 0 0,-1 1 0 0 0,1-1 0 0 0,0 1 0 0 0,3-1 0 0 0,1 1 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46.8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0 13672 0 0,'0'0'3415'0'0,"-1"14"-2989"0"0,-15 129 1355 0 0,13-45-417 0 0,3-81-388 0 0,-3-42-537 0 0,3 0-219 0 0,4-26 0 0 0,-3 42-123 0 0,1-1 0 0 0,0 0 0 0 0,1 1 0 0 0,0 0 0 0 0,7-16 0 0 0,-7 21-52 0 0,1 0-1 0 0,-1 0 0 0 0,1 0 0 0 0,0 0 0 0 0,0 0 1 0 0,0 1-1 0 0,0 0 0 0 0,1 0 0 0 0,0 0 1 0 0,-1 0-1 0 0,10-3 0 0 0,-8 5 0 0 0,0 0-3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47.2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50 103 14168 0 0,'0'0'1458'0'0,"9"13"561"0"0,-8-12-1871 0 0,-1-1 1 0 0,1 1-1 0 0,0 0 1 0 0,0-1-1 0 0,0 1 0 0 0,0-1 1 0 0,0 1-1 0 0,0-1 1 0 0,0 1-1 0 0,0-1 1 0 0,0 0-1 0 0,0 1 0 0 0,2-1 1 0 0,-2 0-75 0 0,1-1-1 0 0,0 0 1 0 0,-1 1 0 0 0,1-1-1 0 0,-1 0 1 0 0,1 0 0 0 0,0 0 0 0 0,1-2-1 0 0,-2 3-66 0 0,2-2 28 0 0,0-1 0 0 0,0 0 0 0 0,0 1 0 0 0,-1-1 0 0 0,1 0 0 0 0,-1-1 0 0 0,0 1 0 0 0,1 0 0 0 0,-2-1 0 0 0,4-5 0 0 0,-1 0 50 0 0,-1 0 1 0 0,0-1 0 0 0,2-10 0 0 0,-5 19-78 0 0,0 0 1 0 0,0 0 0 0 0,1 1 0 0 0,-1-1-1 0 0,0 0 1 0 0,0 0 0 0 0,0 0 0 0 0,0 0-1 0 0,0 1 1 0 0,0-1 0 0 0,0 0 0 0 0,-1 0-1 0 0,1 0 1 0 0,0 0 0 0 0,0 1-1 0 0,-1-1 1 0 0,1 0 0 0 0,0 0 0 0 0,-1 1-1 0 0,1-1 1 0 0,-1 0 0 0 0,1 0 0 0 0,-1 1-1 0 0,1-1 1 0 0,-1 1 0 0 0,1-1 0 0 0,-1 0-1 0 0,0 1 1 0 0,1-1 0 0 0,-1 1 0 0 0,0 0-1 0 0,1-1 1 0 0,-1 1 0 0 0,0-1-1 0 0,0 1 1 0 0,0 0 0 0 0,1 0 0 0 0,-1-1-1 0 0,0 1 1 0 0,-1 0 0 0 0,0 0 9 0 0,-1 0 0 0 0,1-1 0 0 0,0 2-1 0 0,-1-1 1 0 0,1 0 0 0 0,-1 0 0 0 0,1 1 0 0 0,-1-1 0 0 0,1 1 0 0 0,0 0 0 0 0,0 0-1 0 0,-4 1 1 0 0,1 2 6 0 0,-1 0 1 0 0,1 0-1 0 0,1 0 0 0 0,-1 0 0 0 0,1 1 0 0 0,0 0 0 0 0,0 0 0 0 0,0 0 0 0 0,-3 6 0 0 0,1 0 30 0 0,0 0-1 0 0,1 1 1 0 0,-7 18-1 0 0,10-25-21 0 0,1 0 0 0 0,0 0 0 0 0,-1 0 0 0 0,2 0 0 0 0,-1 0 1 0 0,0 0-1 0 0,1 0 0 0 0,0 0 0 0 0,0 0 0 0 0,1 0 0 0 0,0-1 0 0 0,-1 1 0 0 0,1 0 0 0 0,4 9 0 0 0,-1-11 56 0 0,0-1-40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48.0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0 20735 0 0,'0'0'394'0'0,"-2"3"-325"0"0,-1 10 15 0 0,0 1 0 0 0,0 0 0 0 0,-1 23 0 0 0,-4 24 293 0 0,4-36 177 0 0,0 1 0 0 0,2 0 0 0 0,1 33 0 0 0,1-59-352 0 0,0-1-173 0 0,0-1 1 0 0,0 1-1 0 0,0 0 1 0 0,1-1-1 0 0,-1 1 1 0 0,1 0 0 0 0,-1-1-1 0 0,1 1 1 0 0,0 0-1 0 0,1-2 1 0 0,5-13 60 0 0,0 1 0 0 0,-1-1 0 0 0,0 0 0 0 0,4-26 0 0 0,-1 9 21 0 0,-6 24-55 0 0,1 0 0 0 0,0 0 0 0 0,9-15 0 0 0,5-10 191 0 0,-18 34-238 0 0,0-1 1 0 0,0 0 0 0 0,1 1-1 0 0,-1-1 1 0 0,0 0-1 0 0,1 1 1 0 0,-1-1-1 0 0,0 1 1 0 0,1-1-1 0 0,-1 1 1 0 0,1-1 0 0 0,-1 1-1 0 0,1-1 1 0 0,-1 1-1 0 0,1-1 1 0 0,-1 1-1 0 0,1-1 1 0 0,0 1-1 0 0,-1 0 1 0 0,2-1 0 0 0,-1 1-4 0 0,-1 0 1 0 0,1 0 0 0 0,0 0 0 0 0,-1 0 0 0 0,1 0 0 0 0,-1 1 0 0 0,1-1 0 0 0,0 0-1 0 0,-1 0 1 0 0,1 0 0 0 0,-1 1 0 0 0,1-1 0 0 0,-1 0 0 0 0,1 1 0 0 0,-1-1 0 0 0,1 0-1 0 0,-1 1 1 0 0,1 0 0 0 0,2 1 11 0 0,-1 1-1 0 0,0-1 0 0 0,0 1 1 0 0,-1 0-1 0 0,1 0 1 0 0,0 0-1 0 0,1 5 1 0 0,0 3 5 0 0,0 1 0 0 0,0 0 0 0 0,-1 0 1 0 0,-1 1-1 0 0,1 14 0 0 0,-3 3 37 0 0,-4 29-1 0 0,1-35-5 0 0,-6 23-1 0 0,8-41-41 0 0,2-3-3 0 0,0-1-1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48.4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6 24159 0 0,'0'0'15'0'0,"2"-1"-7"0"0,8-4-7 0 0,-10 5-1 0 0,1 0 0 0 0,-1 0 0 0 0,0 0 0 0 0,0 1 0 0 0,0-1 0 0 0,0 0 0 0 0,0 0 0 0 0,1 0 0 0 0,-1 0 0 0 0,0 0 0 0 0,0 0 0 0 0,0 0 0 0 0,0 0 0 0 0,0 0 0 0 0,1 0 0 0 0,-1 0 0 0 0,0 0 0 0 0,0 1 0 0 0,0-1 0 0 0,0 0 0 0 0,0 0 0 0 0,0 0 0 0 0,0 0 0 0 0,0 0 0 0 0,0 0 0 0 0,0 1 0 0 0,1-1 0 0 0,-1 0 0 0 0,0 0 0 0 0,0 0 0 0 0,0 0 0 0 0,0 0 0 0 0,0 1 0 0 0,0-1 0 0 0,0 0 0 0 0,0 0 0 0 0,0 0 0 0 0,0 0 0 0 0,0 1 0 0 0,0-1 0 0 0,0 0 0 0 0,0 0 0 0 0,0 0 0 0 0,-1 0 0 0 0,1 0 0 0 0,0 1 0 0 0,0-1 0 0 0,-2 10 0 0 0,2-8 0 0 0,-27 147 18 0 0,27-147-14 0 0,0 0 0 0 0,0 0 0 0 0,0 0 0 0 0,0 0 0 0 0,0 0 0 0 0,1 0 0 0 0,0 3 0 0 0,2 12 177 0 0,-3-15-154 0 0,0-1 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48.7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174 28 15272 0 0,'-5'-14'2375'0'0,"4"13"-2246"0"0,-1 0 0 0 0,1-1 0 0 0,-1 1 0 0 0,1 0 0 0 0,-1 0 0 0 0,1 0 0 0 0,-1 0 0 0 0,1 0 0 0 0,-1 1 0 0 0,0-1 0 0 0,0 0 0 0 0,1 1 0 0 0,-1-1 0 0 0,0 1 0 0 0,0 0 0 0 0,0-1 0 0 0,-3 1 0 0 0,-34 1 498 0 0,37 0-624 0 0,-15 0 180 0 0,4 0 63 0 0,0 0 0 0 0,0 1 0 0 0,-18 5 0 0 0,23-4-149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49.5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0 6424 0 0,'0'0'8798'0'0,"0"3"-8603"0"0,-7 73 658 0 0,1-23-373 0 0,6-17 480 0 0,0-36-871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0.5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 7736 0 0,'0'0'7838'0'0,"-1"2"-7732"0"0,-4 35 260 0 0,2-1 1 0 0,1 53-1 0 0,2-80-274 0 0,1 4 138 0 0,0 0 0 0 0,6 23 0 0 0,-3-14 464 0 0,-3 3 396 0 0,-1-14 324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0.8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166 0 18695 0 0,'0'0'387'0'0,"-3"1"-350"0"0,-6 2-1 0 0,0-1-1 0 0,0 0 0 0 0,1-1 0 0 0,-15 1 0 0 0,-42-3 180 0 0,26 0 52 0 0,39 1-253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1.3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36 12664 0 0,'0'0'3238'0'0,"0"2"-2677"0"0,-5 72 1440 0 0,-1 5-8 0 0,6-44-300 0 0,0-35-1580 0 0,0 0-98 0 0,-1 0-1 0 0,1-1 1 0 0,0 1-1 0 0,-1 0 0 0 0,1-1 1 0 0,0 1-1 0 0,-1 0 0 0 0,1-1 1 0 0,0 1-1 0 0,-1 0 1 0 0,1-1-1 0 0,0 1 0 0 0,0-1 1 0 0,0 1-1 0 0,-1-1 1 0 0,1 1-1 0 0,0-1 0 0 0,0 1 1 0 0,0-1-1 0 0,0 1 1 0 0,0-1-1 0 0,-3-13 124 0 0,3 13-111 0 0,-1-7 32 0 0,0 0 0 0 0,1 0 0 0 0,0 0 0 0 0,1-1 0 0 0,-1 1 0 0 0,2 0 0 0 0,2-11 1 0 0,0 4 81 0 0,2 0 0 0 0,12-26 0 0 0,-12 27-57 0 0,-4 9 9 0 0,0 0-1 0 0,1 1 1 0 0,-1-1 0 0 0,1 1-1 0 0,6-8 1 0 0,-9 11-74 0 0,1 0 0 0 0,0 1 0 0 0,0-1 0 0 0,0 1 0 0 0,0-1 0 0 0,0 1 0 0 0,0-1 0 0 0,0 1 0 0 0,0 0 0 0 0,0 0 0 0 0,0-1 0 0 0,0 1 0 0 0,0 0 0 0 0,0 0 0 0 0,0 0 0 0 0,0 0 0 0 0,0 0 0 0 0,0 0 0 0 0,0 0 0 0 0,0 1 0 0 0,0-1 0 0 0,0 0 0 0 0,0 0 0 0 0,0 1 0 0 0,0-1 0 0 0,0 1 0 0 0,0-1 0 0 0,0 1 0 0 0,0-1 0 0 0,-1 1 0 0 0,1 0 0 0 0,0-1 0 0 0,1 2 0 0 0,2 4 37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1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151 42 22719 0 0,'8'-12'95'0'0,"-9"12"-92"0"0,1 0-1 0 0,-1-1 1 0 0,1 1 0 0 0,-1 0-1 0 0,1 0 1 0 0,-1-1 0 0 0,1 1-1 0 0,-1 0 1 0 0,1 0 0 0 0,-1 0-1 0 0,1-1 1 0 0,-1 1 0 0 0,0 0-1 0 0,1 0 1 0 0,-1 0 0 0 0,1 0-1 0 0,-1 0 1 0 0,1 0 0 0 0,-1 0 0 0 0,1 1-1 0 0,-1-1 1 0 0,1 0 0 0 0,-1 0-1 0 0,1 0 1 0 0,-1 0 0 0 0,1 1-1 0 0,-1-1 1 0 0,0 1 0 0 0,-17 11 5 0 0,9-4 5 0 0,-3 0-8 0 0,2 0 1 0 0,-1 1-1 0 0,1 0 1 0 0,1 0-1 0 0,-13 17 1 0 0,16-19-4 0 0,1 0 0 0 0,1 0 0 0 0,0 0 0 0 0,0 1 0 0 0,0 0 0 0 0,1 0 0 0 0,0 0 0 0 0,0 0 0 0 0,-2 15 0 0 0,5-22-2 0 0,0 0 0 0 0,0-1 1 0 0,-1 1-1 0 0,1 0 0 0 0,0 0 0 0 0,0-1 0 0 0,0 1 0 0 0,1 0 1 0 0,-1-1-1 0 0,0 1 0 0 0,0 0 0 0 0,0-1 0 0 0,0 1 1 0 0,1 0-1 0 0,-1-1 0 0 0,0 1 0 0 0,1 0 0 0 0,-1-1 0 0 0,0 1 1 0 0,1-1-1 0 0,-1 1 0 0 0,1-1 0 0 0,-1 1 0 0 0,1-1 1 0 0,-1 1-1 0 0,1-1 0 0 0,-1 1 0 0 0,1-1 0 0 0,-1 1 0 0 0,2-1 1 0 0,-1 1-1 0 0,1-1 0 0 0,-1 1 0 0 0,0-1 1 0 0,1 0-1 0 0,-1 0 0 0 0,0 0 0 0 0,1 0 1 0 0,-1 0-1 0 0,0 0 0 0 0,1 0 0 0 0,-1 0 1 0 0,0-1-1 0 0,1 1 0 0 0,0-1 0 0 0,4-1 2 0 0,0-1-1 0 0,0 0 1 0 0,0-1-1 0 0,-1 1 1 0 0,0-1-1 0 0,1 0 0 0 0,-2-1 1 0 0,1 1-1 0 0,0-1 1 0 0,-1 0-1 0 0,0 0 1 0 0,0 0-1 0 0,0-1 1 0 0,-1 1-1 0 0,0-1 1 0 0,0 0-1 0 0,0 0 0 0 0,-1 0 1 0 0,0 0-1 0 0,0 0 1 0 0,2-12-1 0 0,1-94 651 0 0,-5 139-282 0 0,6 37 0 0 0,-5-52-209 0 0,2-1 1 0 0,-1 1-1 0 0,2-1 0 0 0,-1 0 0 0 0,11 20 0 0 0,-12-28-65 0 0,0 1 124 0 0,0 0-1 0 0,0 1 1 0 0,1-2 0 0 0,6 8 0 0 0,-8-10-156 0 0,1-1-2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2.4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14 16280 0 0,'0'0'2215'0'0,"-1"3"-1999"0"0,-7 20 642 0 0,1 0-1 0 0,2 0 0 0 0,-6 47 1 0 0,9-21 273 0 0,2-29-633 0 0,1-16-277 0 0,-1-6-22 0 0,0-8-159 0 0,2 0 0 0 0,-1 0-1 0 0,4-12 1 0 0,1-3 25 0 0,-3 9-20 0 0,-1 1 20 0 0,1 1-1 0 0,0-1 0 0 0,1 1 1 0 0,1 0-1 0 0,0 0 1 0 0,8-14-1 0 0,-11 25 39 0 0,0 0 1 0 0,0 0-1 0 0,1 0 1 0 0,5-4-1 0 0,-8 7-90 0 0,0 0 1 0 0,1 0-1 0 0,-1 0 0 0 0,0 0 0 0 0,1 0 0 0 0,-1 0 0 0 0,0 0 0 0 0,1-1 1 0 0,-1 1-1 0 0,0 0 0 0 0,1 0 0 0 0,-1 0 0 0 0,1 0 0 0 0,-1 0 0 0 0,0 1 1 0 0,1-1-1 0 0,-1 0 0 0 0,0 0 0 0 0,1 0 0 0 0,-1 0 0 0 0,0 0 1 0 0,0 0-1 0 0,1 1 0 0 0,-1-1 0 0 0,0 0 0 0 0,1 0 0 0 0,-1 0 0 0 0,0 1 1 0 0,0-1-1 0 0,1 0 0 0 0,-1 0 0 0 0,0 1 0 0 0,0-1 0 0 0,0 0 0 0 0,1 0 1 0 0,-1 1-1 0 0,0-1 0 0 0,0 0 0 0 0,0 1 0 0 0,0-1 0 0 0,6 14 109 0 0,-6-14-116 0 0,4 13 97 0 0,-1 0-1 0 0,0 1 1 0 0,-1-1 0 0 0,0 1-1 0 0,-2 0 1 0 0,1-1 0 0 0,-4 26-1 0 0,2-23-19 0 0,-3 68 743 0 0,4-82-787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3.1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198 0 15272 0 0,'0'0'7455'0'0,"-3"0"-7341"0"0,-15 3-2 0 0,0 0 0 0 0,0 1 0 0 0,0 1 1 0 0,0 0-1 0 0,-22 11 0 0 0,29-11-67 0 0,0 1 1 0 0,0 0-1 0 0,-10 9 0 0 0,20-14-41 0 0,0-1 0 0 0,0 1-1 0 0,1 0 1 0 0,-1 0 0 0 0,0-1-1 0 0,1 1 1 0 0,-1 0 0 0 0,0 0-1 0 0,1 0 1 0 0,-1-1 0 0 0,1 1 0 0 0,-1 0-1 0 0,1 0 1 0 0,0 0 0 0 0,-1 0-1 0 0,1 0 1 0 0,0 0 0 0 0,0 0-1 0 0,0 0 1 0 0,0 0 0 0 0,-1 0-1 0 0,1 0 1 0 0,1 0 0 0 0,-1 0 0 0 0,0 0-1 0 0,0 0 1 0 0,0 0 0 0 0,0 0-1 0 0,1 0 1 0 0,-1 0 0 0 0,0 0-1 0 0,1 0 1 0 0,-1 0 0 0 0,1 0-1 0 0,-1 0 1 0 0,1 0 0 0 0,0-1-1 0 0,1 3 1 0 0,1 0 4 0 0,0 1 0 0 0,0-1 0 0 0,1 0 0 0 0,-1 1 0 0 0,1-1 0 0 0,7 4 0 0 0,58 26 72 0 0,-67-32-75 0 0,1 1-1 0 0,0-1 1 0 0,-1 1 0 0 0,0 0-1 0 0,1-1 1 0 0,-1 1-1 0 0,2 3 1 0 0,-3-4-1 0 0,0-1 1 0 0,-1 1 0 0 0,1 0-1 0 0,-1 0 1 0 0,1 0-1 0 0,-1-1 1 0 0,1 1-1 0 0,-1 0 1 0 0,0 0-1 0 0,1 0 1 0 0,-1 0 0 0 0,0 0-1 0 0,0 0 1 0 0,0 0-1 0 0,0 0 1 0 0,1 0-1 0 0,-1 0 1 0 0,-1 0 0 0 0,1-1-1 0 0,0 1 1 0 0,0 0-1 0 0,0 0 1 0 0,0 0-1 0 0,-1 1 1 0 0,-1 1 5 0 0,1 0 0 0 0,-1-1 1 0 0,0 1-1 0 0,0-1 0 0 0,0 1 0 0 0,-1-1 1 0 0,1 0-1 0 0,0 0 0 0 0,-1 0 0 0 0,1 0 1 0 0,-1 0-1 0 0,0-1 0 0 0,0 1 0 0 0,0-1 0 0 0,1 0 1 0 0,-1 0-1 0 0,-5 1 0 0 0,-5 2 63 0 0,-1-1 0 0 0,-21 2 0 0 0,15-5 93 0 0,19 0-134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3.7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259 3 14872 0 0,'0'0'4875'0'0,"-3"0"-4655"0"0,-3-1-112 0 0,1 0-1 0 0,-1 1 0 0 0,0-1 0 0 0,0 1 1 0 0,1 1-1 0 0,-1-1 0 0 0,-6 2 1 0 0,-43 13 799 0 0,4-2-177 0 0,44-11-637 0 0,0-1-1 0 0,0 2 0 0 0,0-1 1 0 0,0 1-1 0 0,0 0 0 0 0,1 0 1 0 0,-8 5-1 0 0,12-6-53 0 0,0 0 0 0 0,0 0 1 0 0,0 1-1 0 0,0-1 0 0 0,0 1 0 0 0,1-1 1 0 0,-1 1-1 0 0,1-1 0 0 0,0 1 0 0 0,-1 0 1 0 0,1 0-1 0 0,0 0 0 0 0,1 0 0 0 0,-1 0 0 0 0,0 0 1 0 0,1 3-1 0 0,-1 9 79 0 0,0-1 0 0 0,2 18 0 0 0,0-8 57 0 0,-1-1-37 0 0,1-13-66 0 0,-1 1 0 0 0,0-1 0 0 0,-1 1 0 0 0,0-1 0 0 0,0 1 0 0 0,-1-1 0 0 0,-4 11 1 0 0,3-2 485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4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168 0 24191 0 0,'-11'5'-2'0'0,"0"0"-1"0"0,0-1 1 0 0,0-1-1 0 0,-1 0 0 0 0,1-1 1 0 0,-18 2-1 0 0,11-2-11 0 0,-28 8 0 0 0,42-8-29 0 0,0 0-4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4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161 148 19367 0 0,'0'0'-8'0'0,"1"2"-25"0"0,1 2 28 0 0,-1-3 3 0 0,-1 0 0 0 0,1 0 0 0 0,-1 0 0 0 0,1 0-1 0 0,-1 0 1 0 0,1 0 0 0 0,0 0 0 0 0,-1 0 0 0 0,1-1 0 0 0,0 1 0 0 0,2 1-1 0 0,-3-1-3 0 0,0 0 5 0 0,0 0 0 0 0,0 0 1 0 0,-1 0-1 0 0,1 0 0 0 0,0 0 1 0 0,-1 0-1 0 0,1 0 0 0 0,-1 0 1 0 0,1 0-1 0 0,-1-1 0 0 0,0 1 1 0 0,1 0-1 0 0,-2 1 0 0 0,1 0 2 0 0,-1 0-1 0 0,1 0 1 0 0,-1 0-1 0 0,0 0 0 0 0,0 0 1 0 0,1 0-1 0 0,-1 0 1 0 0,0-1-1 0 0,-1 1 1 0 0,1-1-1 0 0,0 1 0 0 0,0-1 1 0 0,-1 0-1 0 0,1 0 1 0 0,-3 1-1 0 0,-3 0 5 0 0,1 0 0 0 0,-1 0 0 0 0,-14 1 0 0 0,19-3 9 0 0,-1 1 0 0 0,1-1 0 0 0,-1-1 0 0 0,1 1 0 0 0,-1-1 0 0 0,1 1 0 0 0,0-1 0 0 0,-1 0 0 0 0,1 0 0 0 0,0 0 0 0 0,-1-1 0 0 0,1 1 0 0 0,0-1 0 0 0,0 0-1 0 0,0 0 1 0 0,0 0 0 0 0,1 0 0 0 0,-1 0 0 0 0,0-1 0 0 0,1 1 0 0 0,0-1 0 0 0,0 1 0 0 0,-1-1 0 0 0,1 0 0 0 0,1 0 0 0 0,-1 0 0 0 0,0 0 0 0 0,1-1 0 0 0,0 1 0 0 0,0 0 0 0 0,-1-4 0 0 0,1-1 33 0 0,0 1 1 0 0,0 0-1 0 0,1 0 1 0 0,1-1-1 0 0,-1 1 1 0 0,1 0-1 0 0,0 0 1 0 0,1-1-1 0 0,0 1 1 0 0,0 0-1 0 0,0 1 1 0 0,1-1-1 0 0,0 0 0 0 0,0 1 1 0 0,1-1-1 0 0,0 1 1 0 0,5-7-1 0 0,-7 11-21 0 0,-1 0 0 0 0,1 1-1 0 0,-1-1 1 0 0,1 0 0 0 0,0 1-1 0 0,-1-1 1 0 0,1 1 0 0 0,0 0-1 0 0,0-1 1 0 0,0 1-1 0 0,0 0 1 0 0,0 0 0 0 0,0 0-1 0 0,0 1 1 0 0,0-1 0 0 0,1 0-1 0 0,-1 1 1 0 0,0 0 0 0 0,0-1-1 0 0,1 1 1 0 0,-1 0-1 0 0,0 0 1 0 0,1 0 0 0 0,-1 0-1 0 0,4 1 1 0 0,-3 0 14 0 0,1 1 0 0 0,-1-1 0 0 0,0 0 0 0 0,1 1 0 0 0,-1 0 0 0 0,0-1-1 0 0,0 1 1 0 0,0 1 0 0 0,0-1 0 0 0,-1 0 0 0 0,1 1 0 0 0,-1-1 0 0 0,1 1 0 0 0,-1 0 0 0 0,3 4 0 0 0,-1-1 27 0 0,-1 1 0 0 0,0-1 1 0 0,0 1-1 0 0,0 0 0 0 0,-1 0 1 0 0,0 0-1 0 0,0 0 0 0 0,0 10 1 0 0,0 4 333 0 0,-2 33 0 0 0,0-23 29 0 0,0-28-358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4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13 14464 0 0,'0'0'5145'0'0,"-2"3"-4977"0"0,-1 1 56 0 0,-1 1 0 0 0,1 0 0 0 0,1 1 0 0 0,-1-1 0 0 0,1 0 0 0 0,-1 1 0 0 0,2 0 0 0 0,-3 5 0 0 0,-6 78 568 0 0,9-80-676 0 0,1 0 1 0 0,0 0 0 0 0,1 11-1 0 0,1 7 438 0 0,-3-15-74 0 0,-1-17-151 0 0,-1-17-122 0 0,2 6-121 0 0,2 0 1 0 0,5-30-1 0 0,-5 37-53 0 0,1-4 46 0 0,1-1 1 0 0,7-20 0 0 0,-8 28-32 0 0,0 0 0 0 0,1 0 0 0 0,0 0 0 0 0,0 1 0 0 0,0-1-1 0 0,1 1 1 0 0,7-9 0 0 0,-9 12-23 0 0,0 1 0 0 0,0-1-1 0 0,0 1 1 0 0,0 0 0 0 0,0 0 0 0 0,0 0-1 0 0,1 0 1 0 0,-1 0 0 0 0,0 0 0 0 0,0 0-1 0 0,1 1 1 0 0,-1-1 0 0 0,1 1 0 0 0,-1 0-1 0 0,0 0 1 0 0,1 0 0 0 0,-1 0 0 0 0,3 0-1 0 0,1 1 32 0 0,-1 0-1 0 0,1 0 0 0 0,-1 0 1 0 0,0 1-1 0 0,1 0 0 0 0,8 4 1 0 0,-2 1 6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5.8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28 17383 0 0,'0'0'5562'0'0,"0"3"-5285"0"0,-5 25 168 0 0,-1 0 0 0 0,-16 43 0 0 0,20-65-413 0 0,-2 8 106 0 0,3-11-102 0 0,0 0 1 0 0,0 0-1 0 0,0 0 0 0 0,0 0 1 0 0,0 0-1 0 0,-1 0 0 0 0,1 0 1 0 0,-3 2-1 0 0,2-1 175 0 0,3-10-49 0 0,-1-2-115 0 0,2-1-1 0 0,-1 1 0 0 0,4-13 1 0 0,-1 3 19 0 0,-2 8-24 0 0,1 0 0 0 0,0 1 0 0 0,0-1 0 0 0,1 1 0 0 0,0 0 0 0 0,0 0 0 0 0,1 1 0 0 0,0-1 0 0 0,12-14 0 0 0,-15 21-31 0 0,0 0 12 0 0,-1 0 0 0 0,1 0 0 0 0,0 0 0 0 0,0 0 0 0 0,0 0 0 0 0,0 1 0 0 0,1-1 0 0 0,-1 1 0 0 0,0-1 1 0 0,1 1-1 0 0,-1 0 0 0 0,4-1 0 0 0,-6 2-17 0 0,1 0 1 0 0,-1 0-1 0 0,0 0 0 0 0,1 0 1 0 0,-1 0-1 0 0,0 0 1 0 0,0 0-1 0 0,1 0 0 0 0,-1 0 1 0 0,0 0-1 0 0,1 0 1 0 0,-1 0-1 0 0,0 1 0 0 0,1-1 1 0 0,-1 0-1 0 0,0 0 1 0 0,0 0-1 0 0,1 0 0 0 0,-1 1 1 0 0,0-1-1 0 0,0 0 1 0 0,0 0-1 0 0,1 0 0 0 0,-1 1 1 0 0,0-1-1 0 0,0 0 1 0 0,0 0-1 0 0,0 1 0 0 0,1-1 1 0 0,-1 0-1 0 0,0 1 1 0 0,0-1-1 0 0,4 12 112 0 0,-4-10-102 0 0,2 8 56 0 0,-1 1 0 0 0,0 0 1 0 0,-1 0-1 0 0,-1 18 0 0 0,0 1 100 0 0,1-2 170 0 0,0-27-340 0 0,0-1 1 0 0,0 0-1 0 0,0 0 1 0 0,0 0-1 0 0,0 1 1 0 0,0-1-1 0 0,0 0 1 0 0,0 0-1 0 0,0 0 1 0 0,1 0-1 0 0,-1 1 1 0 0,0-1 0 0 0,0 0-1 0 0,0 0 1 0 0,0 0-1 0 0,0 0 1 0 0,0 0-1 0 0,1 1 1 0 0,-1-1-1 0 0,0 0 1 0 0,0 0-1 0 0,0 0 1 0 0,0 0-1 0 0,1 0 1 0 0,-1 0-1 0 0,0 0 1 0 0,0 0-1 0 0,0 0 1 0 0,0 0-1 0 0,1 0 1 0 0,-1 0-1 0 0,0 0 1 0 0,0 1-1 0 0,0-2 1 0 0,1 1-1 0 0,-1 0 1 0 0,0 0-1 0 0,0 0 1 0 0,0 0-1 0 0,0 0 1 0 0,1 0-1 0 0,-1 0 1 0 0,0 0 0 0 0,0 0-1 0 0,0 0 1 0 0,1 0-1 0 0,-1 0 1 0 0,0 0-1 0 0,0 0 1 0 0,0-1-1 0 0,0 1 1 0 0,0 0-1 0 0,1 0 1 0 0,-1 0-1 0 0,0 0 1 0 0,0 0-1 0 0,0-1 1 0 0,9-5 99 0 0,-1-3-74 0 0,-1-1 0 0 0,0 1 0 0 0,-1-1 0 0 0,0-1 0 0 0,0 1 0 0 0,4-14 0 0 0,16-27 98 0 0,-24 48-85 0 0,1 0 0 0 0,-1 0 0 0 0,1-1 0 0 0,-1 1 0 0 0,5-3 0 0 0,-6 6-33 0 0,-1 0-1 0 0,0 0 1 0 0,1 0 0 0 0,-1 0 0 0 0,1 0 0 0 0,-1 0 0 0 0,0 0-1 0 0,1 0 1 0 0,-1 0 0 0 0,1 1 0 0 0,-1-1 0 0 0,1 0 0 0 0,-1 0-1 0 0,0 0 1 0 0,1 0 0 0 0,-1 1 0 0 0,0-1 0 0 0,1 0 0 0 0,-1 0 0 0 0,0 1-1 0 0,1-1 1 0 0,-1 0 0 0 0,0 1 0 0 0,0-1 0 0 0,1 0 0 0 0,-1 1-1 0 0,0-1 1 0 0,0 0 0 0 0,1 1 0 0 0,-1-1 0 0 0,0 0 0 0 0,0 1-1 0 0,0 0 1 0 0,7 15 111 0 0,-4-7-68 0 0,-2 0 1 0 0,1 0-1 0 0,-1 1 0 0 0,-1-1 1 0 0,1 1-1 0 0,-2-1 0 0 0,-1 17 1 0 0,0-6 48 0 0,-2 25 460 0 0,4-43-535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6.2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79 165 17487 0 0,'0'10'434'0'0,"-1"-8"-170"0"0,1-1 1 0 0,0 1 0 0 0,0-1 0 0 0,0 1 0 0 0,0-1 0 0 0,0 1-1 0 0,1-1 1 0 0,-1 1 0 0 0,0 0 0 0 0,1 1 0 0 0,0-3-169 0 0,0 1 0 0 0,-1 0 0 0 0,1 0 1 0 0,0-1-1 0 0,-1 1 0 0 0,1 0 0 0 0,0-1 0 0 0,0 1 1 0 0,0-1-1 0 0,0 1 0 0 0,-1-1 0 0 0,1 0 0 0 0,0 1 1 0 0,0-1-1 0 0,0 0 0 0 0,0 1 0 0 0,0-1 0 0 0,0 0 1 0 0,0 0-1 0 0,2 0 0 0 0,0 0-33 0 0,0 0-1 0 0,0 0 1 0 0,1 0 0 0 0,-1 0-1 0 0,0-1 1 0 0,0 0-1 0 0,0 1 1 0 0,0-1 0 0 0,0 0-1 0 0,0-1 1 0 0,0 1 0 0 0,0 0-1 0 0,0-1 1 0 0,0 0 0 0 0,4-3-1 0 0,-1 0 18 0 0,-1 1 0 0 0,0-1-1 0 0,0 0 1 0 0,-1-1 0 0 0,1 0-1 0 0,3-6 1 0 0,-5 5-57 0 0,1 0-1 0 0,-1 0 1 0 0,-1-1 0 0 0,1 1 0 0 0,-1-1-1 0 0,-1 0 1 0 0,0 1 0 0 0,0-1 0 0 0,0 0-1 0 0,-1 0 1 0 0,0 0 0 0 0,0 0 0 0 0,-1 1-1 0 0,0-1 1 0 0,0 0 0 0 0,-4-10 0 0 0,5 18-20 0 0,-1-1 0 0 0,0 1 1 0 0,1 0-1 0 0,-1 0 1 0 0,1-1-1 0 0,-1 1 0 0 0,1 0 1 0 0,-1 0-1 0 0,0 0 0 0 0,1-1 1 0 0,-1 1-1 0 0,1 0 1 0 0,-1 0-1 0 0,0 0 0 0 0,1 0 1 0 0,-1 0-1 0 0,0 0 1 0 0,1 0-1 0 0,-1 0 0 0 0,1 1 1 0 0,-1-1-1 0 0,0 0 0 0 0,1 0 1 0 0,-1 0-1 0 0,0 1 1 0 0,-18 6 25 0 0,10-2-12 0 0,1-1-1 0 0,-1 2 1 0 0,1-1 0 0 0,0 1 0 0 0,-13 14-1 0 0,-33 40 79 0 0,48-53-83 0 0,1-1 3 0 0,0 0 1 0 0,0 0 0 0 0,1 1-1 0 0,0 0 1 0 0,0 0 0 0 0,1 0-1 0 0,-1 0 1 0 0,2 0 0 0 0,-1 1-1 0 0,1-1 1 0 0,-2 15 0 0 0,3-20-10 0 0,1 0 1 0 0,0 0 0 0 0,0 0-1 0 0,0 0 1 0 0,0 0 0 0 0,1 0 0 0 0,-1 0-1 0 0,1 1 1 0 0,-1-1 0 0 0,1 0-1 0 0,0 0 1 0 0,-1 0 0 0 0,1-1 0 0 0,0 1-1 0 0,0 0 1 0 0,1 0 0 0 0,1 3-1 0 0,-1-3 3 0 0,1 0-1 0 0,-1-1 1 0 0,0 1-1 0 0,0-1 1 0 0,1 1-1 0 0,-1-1 0 0 0,1 0 1 0 0,-1 0-1 0 0,1 0 1 0 0,0 0-1 0 0,-1 0 1 0 0,4 0-1 0 0,0 0 1 0 0,0 0 0 0 0,1-1 0 0 0,-1 0 1 0 0,0 0-1 0 0,0 0 0 0 0,0-1 0 0 0,0 0 0 0 0,0 0 0 0 0,0 0 0 0 0,0-1 0 0 0,10-4 1 0 0,-6 0 0 0 0,0 0 1 0 0,0 0 0 0 0,16-15-1 0 0,-17 13-10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6.6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0 15776 0 0,'0'0'3009'0'0,"-4"12"-2561"0"0,-3 8 5 0 0,3-10-303 0 0,1 0 0 0 0,-3 12-1 0 0,3-6 38 0 0,-1 5 145 0 0,0 1 1 0 0,-1 35-1 0 0,5-9 344 0 0,0-29-27 0 0,0-15-88 0 0,0-7 219 0 0,1-9-707 0 0,1 1 1 0 0,0 0-1 0 0,0 0 1 0 0,1 0 0 0 0,1 0-1 0 0,0 0 1 0 0,0 1 0 0 0,11-18-1 0 0,-10 21-15 0 0,0-1-1 0 0,0 1 1 0 0,1 0 0 0 0,0 1-1 0 0,0-1 1 0 0,0 1-1 0 0,1 1 1 0 0,0-1 0 0 0,0 1-1 0 0,1 0 1 0 0,0 1-1 0 0,-1 0 1 0 0,1 0 0 0 0,14-4-1 0 0,-11 5 58 0 0,3 1 18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7.8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178 12 4616 0 0,'0'0'4718'0'0,"2"-1"-2356"0"0,2 0-1537 0 0,-3 0-694 0 0,1 1 0 0 0,-1-1 0 0 0,0 1 0 0 0,1-1 0 0 0,-1 1 0 0 0,0 0 0 0 0,1 0 0 0 0,-1 0 0 0 0,0 0 0 0 0,1 0 0 0 0,1 0 0 0 0,4-1 1122 0 0,-8-1 123 0 0,-12-1-413 0 0,2 3-814 0 0,-1 1 0 0 0,1 0 1 0 0,-14 4-1 0 0,21-4-129 0 0,-48 12 388 0 0,47-11-316 0 0,-1 0 0 0 0,1 1 1 0 0,-1-1-1 0 0,1 1 1 0 0,0 0-1 0 0,0 0 0 0 0,-4 4 1 0 0,6-4-40 0 0,0 0 0 0 0,0 1 0 0 0,1-1-1 0 0,-1 0 1 0 0,1 1 0 0 0,0-1 0 0 0,0 1 0 0 0,0 0 0 0 0,1 0 0 0 0,-1-1 0 0 0,1 1 0 0 0,-1 5 0 0 0,0 2 125 0 0,0 0 0 0 0,1 0 0 0 0,1 14 0 0 0,0-23-144 0 0,0 0 1 0 0,0 0-1 0 0,0 0 1 0 0,1 0-1 0 0,-1 0 1 0 0,1 0-1 0 0,0 0 1 0 0,-1-1-1 0 0,1 1 1 0 0,0 0-1 0 0,0 0 1 0 0,0-1-1 0 0,0 1 1 0 0,0 0-1 0 0,1-1 1 0 0,-1 1-1 0 0,0-1 1 0 0,1 0-1 0 0,-1 1 1 0 0,1-1-1 0 0,0 0 1 0 0,-1 0-1 0 0,1 0 1 0 0,0 0-1 0 0,0 0 1 0 0,-1 0-1 0 0,4 0 1 0 0,5 2 76 0 0,0 0 1 0 0,0 0-1 0 0,1-1 1 0 0,10 0-1 0 0,-15-1-52 0 0,22 1 96 0 0,0 0 0 0 0,45-5-1 0 0,-58 2-98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8.3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22 12160 0 0,'0'0'4024'0'0,"0"-2"-3887"0"0,1-7 11 0 0,-1-2 1077 0 0,-4 22-773 0 0,3-2-380 0 0,-1 1 1 0 0,1-1-1 0 0,1 1 1 0 0,0 13-1 0 0,0 18 245 0 0,0-29-152 0 0,0-1 0 0 0,0 1 1 0 0,1 0-1 0 0,4 15 0 0 0,-4-19 18 0 0,0-1-1 0 0,-1 0 1 0 0,0 1-1 0 0,0 7 0 0 0,-1 1 1102 0 0,1-16-1204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9.1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193 1 14776 0 0,'0'0'2167'0'0,"3"0"-2023"0"0,21 0 1558 0 0,-19 0-440 0 0,-21 0-1352 0 0,-3 1 162 0 0,-33 6 0 0 0,33-4-10 0 0,-34 2 0 0 0,-13-5 590 0 0,66 0-446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3:59.6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0 13168 0 0,'0'0'2276'0'0,"2"3"-1831"0"0,1 0-326 0 0,-1 0 0 0 0,0 0 1 0 0,-1 0-1 0 0,1 0 0 0 0,0 1 0 0 0,-1-1 0 0 0,0 1 1 0 0,0-1-1 0 0,0 0 0 0 0,0 1 0 0 0,0 0 1 0 0,-1-1-1 0 0,0 6 0 0 0,3 109 1097 0 0,-4-97-959 0 0,-2 0-1 0 0,0-1 0 0 0,-10 36 0 0 0,5-29-99 0 0,-1-1-1 0 0,-1 0 1 0 0,-1 0 0 0 0,-21 34-1 0 0,22-45-83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4:00.3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0 8032 0 0,'0'0'5073'0'0,"-3"2"-4920"0"0,-3 2 164 0 0,0 0 0 0 0,1 0 1 0 0,0 1-1 0 0,0-1 0 0 0,-8 10 0 0 0,-2 13 69 0 0,0 1 0 0 0,2 0-1 0 0,-17 51 1 0 0,22-57-332 0 0,1-1 50 0 0,0 1-1 0 0,-4 27 1 0 0,10-38-73 0 0,-1 0 0 0 0,2 0 0 0 0,-1 0 0 0 0,1 0 0 0 0,1 0 0 0 0,3 17 0 0 0,-3-22-20 0 0,1-1 0 0 0,0 0 0 0 0,0 1 0 0 0,0-1 0 0 0,0 0 0 0 0,1-1 0 0 0,0 1 0 0 0,0 0 0 0 0,1-1 0 0 0,-1 1 0 0 0,1-1 0 0 0,0 0 0 0 0,7 6-1 0 0,7 2 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5:30.7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4799 1 3912 0 0,'0'0'5989'0'0,"-4"2"-5617"0"0,-29 14 1512 0 0,-60 21 0 0 0,78-32-1862 0 0,-18 7 611 0 0,-44 21 0 0 0,66-26-388 0 0,0 0 0 0 0,-14 13 0 0 0,-2 2-8 0 0,15-14-50 0 0,0 0 0 0 0,-1-1 1 0 0,0 0-1 0 0,0-1 0 0 0,-1-1 1 0 0,0 0-1 0 0,-17 4 0 0 0,4 0 98 0 0,1 1 0 0 0,-43 22 0 0 0,52-23-118 0 0,4-2-24 0 0,1 1-1 0 0,-14 10 1 0 0,-17 12 207 0 0,40-28-334 0 0,-67 38 414 0 0,-2-2-1 0 0,-112 41 0 0 0,149-68-232 0 0,16-6-102 0 0,1 1-1 0 0,0 1 0 0 0,1 0 0 0 0,-18 11 0 0 0,2 0 126 0 0,-56 22-1 0 0,27-14-3 0 0,19-7-42 0 0,0-1 0 0 0,-61 15-1 0 0,89-29-112 0 0,0 1 0 0 0,0 1-1 0 0,-20 12 1 0 0,20-11 10 0 0,1 0-1 0 0,-1-1 1 0 0,-22 7 0 0 0,16-6 28 0 0,-1 0 0 0 0,1 2 0 0 0,1 1 1 0 0,-39 24-1 0 0,-16 8 125 0 0,-11 3-41 0 0,-24 10 66 0 0,-29 22 63 0 0,46-30-48 0 0,53-25-48 0 0,-65 24 0 0 0,61-31-145 0 0,-65 24 100 0 0,54-15-72 0 0,20-11-1 0 0,2 2 0 0 0,-1 2 0 0 0,2 1-1 0 0,-43 31 1 0 0,52-32 7 0 0,-41 23-1 0 0,3-3 65 0 0,24-14 49 0 0,-77 34 0 0 0,-5 2 90 0 0,82-38-141 0 0,-40 18 1 0 0,24-14 47 0 0,-25 13-30 0 0,-99 30 125 0 0,111-46-142 0 0,3 5 19 0 0,-29 18 195 0 0,-1 0-7 0 0,84-40-320 0 0,0 0 0 0 0,-16 13 1 0 0,17-12 4 0 0,-1 1-1 0 0,-18 8 1 0 0,-171 73 580 0 0,190-84-604 0 0,0 1 0 0 0,0 0-1 0 0,0 0 1 0 0,0 1 0 0 0,-8 9 0 0 0,9-9-11 0 0,0 0 1 0 0,-1 0-1 0 0,0 0 1 0 0,0-1-1 0 0,-11 6 1 0 0,-177 88 549 0 0,158-76-447 0 0,37-22-123 0 0,0-1 0 0 0,-1 0 0 0 0,1 1 1 0 0,0-1-1 0 0,0 0 0 0 0,0 0 0 0 0,0 0 0 0 0,0 0 1 0 0,0 0-1 0 0,0 0 0 0 0,0 0 0 0 0,0 0 0 0 0,-2-1 1 0 0,-14 1 178 0 0,17-1-176 0 0,-1 0-6 0 0,1-1-1 0 0,0 0 0 0 0,-1 0 1 0 0,1 0-1 0 0,0 0 1 0 0,0 0-1 0 0,0 0 1 0 0,1 0-1 0 0,-1 0 1 0 0,0 0-1 0 0,1 1 1 0 0,-1-1-1 0 0,1 0 1 0 0,0 0-1 0 0,-1 0 1 0 0,1 1-1 0 0,0-1 1 0 0,2-3-1 0 0,1-3 3 0 0,0-6-1 0 0,-1 4 2 0 0,0 1-1 0 0,1-1 1 0 0,0 1 0 0 0,0 0 0 0 0,11-15 0 0 0,-11 20-5 0 0,-2-1 0 0 0,-2 1 0 0 0,0-1 0 0 0,0 1 0 0 0,0 0 0 0 0,0 0 0 0 0,0 0 0 0 0,-2 14 0 0 0,-7 8 0 0 0,1 2 0 0 0,-2 0 0 0 0,0 0 0 0 0,-2-1 0 0 0,-14 19 0 0 0,16-17 0 0 0,9-17 0 0 0,0-1 0 0 0,0 0 0 0 0,0 0 0 0 0,-1 1 0 0 0,0-1 0 0 0,1 0 0 0 0,-5 5 0 0 0,2-4 0 0 0,-1 0 0 0 0,1 1 0 0 0,0-1 0 0 0,-1 0 0 0 0,1 1 0 0 0,2 0 0 0 0,2-1 0 0 0,-1 0 0 0 0,-1 0 0 0 0,1 1 0 0 0,1-1 0 0 0,0 0 0 0 0,0 0 0 0 0,0 1 1 0 0,0-4 5 0 0,0 2-4 0 0,0-2 4 0 0,0 2-2 0 0,0-2 17 0 0,1-1-14 0 0,4 3-7 0 0,1-1 1 0 0,0 0 0 0 0,0 0-1 0 0,0 0 1 0 0,0-1 0 0 0,0 0-1 0 0,0 0 1 0 0,0-1 0 0 0,0 0 0 0 0,0 0-1 0 0,1 0 1 0 0,10-2 0 0 0,10 0 14 0 0,-14 2-7 0 0,-9 0-7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5:35.9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916 1 2000 0 0,'0'0'16241'0'0,"-3"3"-16188"0"0,-17 19 82 0 0,20-22-134 0 0,0 0-1 0 0,0 0 1 0 0,0 0 0 0 0,0 0 0 0 0,0 0-1 0 0,0 0 1 0 0,0 0 0 0 0,0 0 0 0 0,0 0-1 0 0,0 0 1 0 0,0 0 0 0 0,0 0 0 0 0,0 0-1 0 0,0 0 1 0 0,-1 0 0 0 0,1 0 0 0 0,0 0-1 0 0,0 0 1 0 0,0 0 0 0 0,0 0 0 0 0,0-1-1 0 0,0 1 1 0 0,0 0 0 0 0,0 0 0 0 0,0 0-1 0 0,0 0 1 0 0,0 0 0 0 0,0 0 0 0 0,0 0-1 0 0,0 0 1 0 0,0 0 0 0 0,0 0 0 0 0,0 0-1 0 0,0 0 1 0 0,0 0 0 0 0,-1 0 0 0 0,1 0-1 0 0,0 0 1 0 0,0 0 0 0 0,0 0 0 0 0,0 0 0 0 0,0 0-1 0 0,0 0 1 0 0,0 0 0 0 0,0 0 0 0 0,0 0-1 0 0,0 0 1 0 0,0 1 0 0 0,0-1 0 0 0,0 0-1 0 0,0 0 1 0 0,0 0 0 0 0,0 0 0 0 0,0 0-1 0 0,0 0 1 0 0,0 0 0 0 0,0 0 0 0 0,0 0-1 0 0,-1 0 1 0 0,1 0 0 0 0,0 0 0 0 0,0 0-1 0 0,0 0 1 0 0,0 0 1 0 0,0 0 0 0 0,0 0 0 0 0,0 0-1 0 0,0-1 1 0 0,0 1 0 0 0,0 0 0 0 0,0 0 0 0 0,0 0-1 0 0,0 0 1 0 0,0-1 0 0 0,0 1 0 0 0,-1 0 0 0 0,1 0-1 0 0,0 0 1 0 0,0 0 0 0 0,0 0 0 0 0,0 0 0 0 0,0-1-1 0 0,0 1 1 0 0,-1 0 0 0 0,1 0 0 0 0,0 0 0 0 0,0 0 0 0 0,0 0-1 0 0,0 0 1 0 0,-1 0 0 0 0,1 0 0 0 0,0 0 0 0 0,0 0-1 0 0,0 0 1 0 0,0 0 0 0 0,-1 0 0 0 0,1 0 0 0 0,0 0-1 0 0,0 0 1 0 0,0 0 0 0 0,0 0 0 0 0,-1 0 0 0 0,1 0-1 0 0,0 0 1 0 0,0 0 0 0 0,0 0 0 0 0,0 0 0 0 0,-1 0-1 0 0,1 0 1 0 0,0 1 0 0 0,-2 0 4 0 0,2 1-6 0 0,-10 9-1 0 0,6-6 1 0 0,0 0 0 0 0,0 1 0 0 0,0-1 0 0 0,1 1 0 0 0,-1 0 0 0 0,2 0 0 0 0,-1 0 0 0 0,0 0 0 0 0,1 1 0 0 0,-2 8 0 0 0,-6 16 0 0 0,-4 5 42 0 0,-31 67 243 0 0,-12 17 354 0 0,-17 33 490 0 0,-3 25-122 0 0,30-65-394 0 0,39-97-474 0 0,0-2-1 0 0,-13 17 1 0 0,6-10-60 0 0,-79 132 697 0 0,86-139-703 0 0,1 0 0 0 0,0 0 0 0 0,1 1 0 0 0,-5 19 0 0 0,-8 18 127 0 0,-14 44 195 0 0,22-67-163 0 0,-9 33 0 0 0,11-30 165 0 0,-18 40-1 0 0,5-22-50 0 0,5-7 83 0 0,-2-2 1 0 0,-2 0-1 0 0,-42 60 1 0 0,37-58-122 0 0,22-38-253 0 0,0 1 0 0 0,1-1-1 0 0,0 1 1 0 0,0 0 0 0 0,0-1 0 0 0,-3 10 0 0 0,1-7 53 0 0,4-7-98 0 0,1-1 0 0 0,-1 1 0 0 0,1 0 0 0 0,-1-1 0 0 0,1 1 0 0 0,-1 0 0 0 0,1-1 0 0 0,-1 1 0 0 0,1 0 0 0 0,0 0 0 0 0,-1 0 0 0 0,1-1 0 0 0,0 1 0 0 0,0 0 0 0 0,-1 0 0 0 0,1 0 0 0 0,0 1 0 0 0,0 4 840 0 0,0-20-665 0 0,0 9-183 0 0,0 1-1 0 0,1 0 1 0 0,-1 0-1 0 0,1-1 1 0 0,0 1 0 0 0,0 0-1 0 0,2-5 1 0 0,1 2 10 0 0,0-1-1 0 0,-1 0 1 0 0,0 0 0 0 0,-1-1 0 0 0,1 1-1 0 0,-1 0 1 0 0,0-10 0 0 0,6-20 32 0 0,7-30 45 0 0,9-30-11 0 0,-19 45 5 0 0,-5 34 7 0 0,0 18-19 0 0,0 9 21 0 0,-3 42-92 0 0,-2-1 0 0 0,-2 1 0 0 0,-18 63 0 0 0,23-104 0 0 0,-4 12 0 0 0,1-2 0 0 0,3 42 0 0 0,2-57 0 0 0,0-4 0 0 0,0 0 0 0 0,0 0 0 0 0,0 0 0 0 0,0 0 0 0 0,0 1 0 0 0,0-1 0 0 0,0 0 0 0 0,0 0 0 0 0,0 0 0 0 0,0 1 0 0 0,0-1 0 0 0,0 0 0 0 0,0 0 0 0 0,0 0 0 0 0,0 0 0 0 0,0 1 0 0 0,1-1 0 0 0,-1 0 0 0 0,0 0 0 0 0,0 0 0 0 0,0 0 0 0 0,0 1 0 0 0,0-1 0 0 0,0 0 0 0 0,1 0 0 0 0,-1 0 0 0 0,0 0 0 0 0,0 0 0 0 0,0 0 0 0 0,0 0 0 0 0,0 0 0 0 0,1 1 0 0 0,-1-1 0 0 0,0 0 0 0 0,0 0 0 0 0,0 0 0 0 0,1 0 0 0 0,-1 0 0 0 0,0 0 0 0 0,9-3 0 0 0,7-8 0 0 0,27-29 0 0 0,142-141 0 0 0,-159 154 0 0 0,-19 19-6 0 0,8-3-61 0 0,-11 11 44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27.0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161 9 3912 0 0,'0'0'11864'0'0,"-4"-2"-11352"0"0,2 1-417 0 0,1 0-57 0 0,0 1 0 0 0,0-1 0 0 0,0 1-1 0 0,0-1 1 0 0,0 1 0 0 0,0-1 0 0 0,0 1-1 0 0,0 0 1 0 0,0-1 0 0 0,0 1 0 0 0,0 0-1 0 0,0 0 1 0 0,0-1 0 0 0,-1 1 0 0 0,1 0-1 0 0,0 0 1 0 0,0 0 0 0 0,0 0 0 0 0,0 1-1 0 0,0-1 1 0 0,-1 0 0 0 0,1 0 0 0 0,0 0-1 0 0,0 1 1 0 0,0-1 0 0 0,0 1 0 0 0,0-1-1 0 0,0 1 1 0 0,0-1 0 0 0,0 1 0 0 0,-1 0-1 0 0,-1 1 79 0 0,1 0-1 0 0,-1-1 0 0 0,1 0 1 0 0,-1 0-1 0 0,1 0 0 0 0,-1 0 1 0 0,-4 1-1 0 0,-15 7 457 0 0,8-1-120 0 0,8-5-306 0 0,1 0-1 0 0,0 0 0 0 0,0 1 0 0 0,-7 5 1 0 0,6-3 68 0 0,4-5-129 0 0,0 1 0 0 0,1-1-1 0 0,-1 1 1 0 0,1-1 0 0 0,-1 1 0 0 0,1-1 0 0 0,0 1 0 0 0,0 0-1 0 0,0 0 1 0 0,0 0 0 0 0,0-1 0 0 0,0 1 0 0 0,0 0-1 0 0,1 0 1 0 0,-1 0 0 0 0,1 0 0 0 0,-1 0 0 0 0,1 0-1 0 0,0 4 1 0 0,0-4-27 0 0,1 1 0 0 0,-1 0 0 0 0,1 0-1 0 0,0 0 1 0 0,0-1 0 0 0,0 1 0 0 0,0 0-1 0 0,1-1 1 0 0,-1 1 0 0 0,3 2 0 0 0,22 26 377 0 0,-11-14-123 0 0,-1 3-31 0 0,-11-16-212 0 0,0 0 0 0 0,0 1-1 0 0,0-1 1 0 0,1 0 0 0 0,0 0 0 0 0,0-1-1 0 0,0 1 1 0 0,6 4 0 0 0,-8-7-38 0 0,0 0-1 0 0,1 1 1 0 0,-2-1 0 0 0,1 1 0 0 0,0-1-1 0 0,0 1 1 0 0,0 0 0 0 0,-1 0 0 0 0,1-1-1 0 0,-1 1 1 0 0,0 0 0 0 0,0 0-1 0 0,0 0 1 0 0,0 1 0 0 0,0-1 0 0 0,0 0-1 0 0,-1 0 1 0 0,1 0 0 0 0,-1 0 0 0 0,1 1-1 0 0,-1-1 1 0 0,0 0 0 0 0,0 0-1 0 0,-1 1 1 0 0,1-1 0 0 0,0 0 0 0 0,-1 0-1 0 0,1 1 1 0 0,-1-1 0 0 0,0 0 0 0 0,0 0-1 0 0,0 0 1 0 0,0 0 0 0 0,-1 0 0 0 0,1 0-1 0 0,0 0 1 0 0,-1 0 0 0 0,0-1-1 0 0,1 1 1 0 0,-4 2 0 0 0,-10 8 91 0 0,-17 12 0 0 0,27-20-84 0 0,-1-1-1 0 0,1 0 1 0 0,0 0 0 0 0,-1-1 0 0 0,0 1 0 0 0,1-1-1 0 0,-1 0 1 0 0,-7 1 0 0 0,7-2 11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28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9 329 9648 0 0,'0'0'9625'0'0,"2"-4"-9557"0"0,14-17-6 0 0,-1-1 0 0 0,20-42 0 0 0,48-110-78 0 0,-59 131 64 0 0,-32 61 153 0 0,0 0-1 0 0,-2-1 1 0 0,0 0 0 0 0,-15 18-1 0 0,14-18-162 0 0,9-13-31 0 0,-1-1 0 0 0,1 1 0 0 0,0-1 0 0 0,-1 1-1 0 0,0-1 1 0 0,0 0 0 0 0,-4 4 0 0 0,7-7-8 0 0,-1 0 0 0 0,1 1 1 0 0,0-1-1 0 0,-1 0 0 0 0,1 0 0 0 0,0 1 0 0 0,-1-1 0 0 0,1 0 0 0 0,-1 0 0 0 0,1 0 0 0 0,0 1 0 0 0,-1-1 0 0 0,1 0 0 0 0,-1 0 0 0 0,1 0 0 0 0,-1 0 0 0 0,1 0 1 0 0,-1 0-1 0 0,1 0 0 0 0,0 0 0 0 0,-1 0 0 0 0,1 0 0 0 0,-1 0 0 0 0,1 0 0 0 0,-1 0 0 0 0,1 0 0 0 0,-1 0 0 0 0,1 0 0 0 0,0 0 0 0 0,-1-1 0 0 0,1 1 0 0 0,-1 0 1 0 0,1 0-1 0 0,0 0 0 0 0,-1 0 0 0 0,1-1 0 0 0,-1 1 0 0 0,1 0 0 0 0,0-1 0 0 0,-1 1 0 0 0,1 0 0 0 0,0-1 0 0 0,-12-16-65 0 0,10 12 51 0 0,-45-66-233 0 0,38 57 43 0 0,9 16 195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28.7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196 1 11760 0 0,'0'0'4847'0'0,"-4"1"-4551"0"0,-5 1-134 0 0,1 0-1 0 0,-1 1 0 0 0,1 0 0 0 0,-1 0 0 0 0,-10 7 0 0 0,-10 5 172 0 0,16-9-147 0 0,1 1 1 0 0,0 0 0 0 0,0 1 0 0 0,-20 17 0 0 0,26-21-99 0 0,5-3-65 0 0,1-1 1 0 0,-1 0-1 0 0,0 1 1 0 0,1-1 0 0 0,-1 1-1 0 0,1-1 1 0 0,-1 1-1 0 0,0-1 1 0 0,1 1-1 0 0,0-1 1 0 0,-1 1 0 0 0,1 0-1 0 0,-1-1 1 0 0,1 1-1 0 0,0-1 1 0 0,-1 1 0 0 0,1 0-1 0 0,0 1 1 0 0,-3 4 328 0 0,3-6-346 0 0,0 0 0 0 0,0 1 0 0 0,-1-1-1 0 0,1 0 1 0 0,0 0 0 0 0,0 0 0 0 0,0 1 0 0 0,0-1-1 0 0,0 0 1 0 0,0 0 0 0 0,0 1 0 0 0,0-1 0 0 0,0 0-1 0 0,0 0 1 0 0,0 1 0 0 0,0-1 0 0 0,0 0 0 0 0,0 0-1 0 0,0 1 1 0 0,0-1 0 0 0,0 0 0 0 0,0 0 0 0 0,0 0-1 0 0,0 1 1 0 0,0-1 0 0 0,0 0 0 0 0,0 0 0 0 0,0 1-1 0 0,1-1 1 0 0,-1 0 0 0 0,0 0 0 0 0,0 0 0 0 0,0 1-1 0 0,1-1 1 0 0,-1 0 0 0 0,0 0 0 0 0,0 0 0 0 0,0 0-1 0 0,1 0 1 0 0,-1 1 0 0 0,1-1 0 0 0,6 5 116 0 0,1 1-1 0 0,0-1 1 0 0,0-1 0 0 0,0 1 0 0 0,1-1 0 0 0,0-1 0 0 0,0 1 0 0 0,0-1-1 0 0,18 4 1 0 0,-6 1 173 0 0,-20-8-285 0 0,-1 0 1 0 0,1 0-1 0 0,-1 1 0 0 0,1-1 0 0 0,-1 0 0 0 0,1 1 0 0 0,-1-1 0 0 0,0 0 0 0 0,1 1 0 0 0,-1-1 0 0 0,0 1 0 0 0,1-1 0 0 0,-1 0 1 0 0,0 1-1 0 0,0-1 0 0 0,1 1 0 0 0,-1-1 0 0 0,0 1 0 0 0,0-1 0 0 0,0 1 0 0 0,0-1 0 0 0,0 1 0 0 0,0-1 0 0 0,0 1 0 0 0,0-1 0 0 0,0 1 1 0 0,0-1-1 0 0,0 1 0 0 0,0-1 0 0 0,0 0 0 0 0,0 1 0 0 0,0-1 0 0 0,-1 1 0 0 0,1-1 0 0 0,0 1 0 0 0,-1 0 0 0 0,-7 10 103 0 0,0 0 0 0 0,-1 0 0 0 0,0 0 0 0 0,-1-1 0 0 0,-1 0 0 0 0,-12 9 0 0 0,6-10 134 0 0,17-9-209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29.1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 0 15176 0 0,'0'0'4741'0'0,"-3"3"-4523"0"0,-2 2-77 0 0,0-1 0 0 0,0 1 0 0 0,0 0 0 0 0,1 1 0 0 0,0-1 0 0 0,0 1 0 0 0,1 0-1 0 0,-1-1 1 0 0,1 1 0 0 0,1 1 0 0 0,0-1 0 0 0,0 0 0 0 0,0 0 0 0 0,-1 9 0 0 0,-5 42 426 0 0,3-22 178 0 0,-1 38 0 0 0,6-63-313 0 0,0-7-315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29.5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172 0 16280 0 0,'0'0'3001'0'0,"-3"1"-2563"0"0,-143 42 1796 0 0,135-39-2141 0 0,0 1-4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29.8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42 102 13968 0 0,'0'0'2790'0'0,"3"0"-2433"0"0,3-1-255 0 0,0 0-1 0 0,0 0 0 0 0,0-1 0 0 0,0 1 0 0 0,0-1 1 0 0,0 0-1 0 0,-1-1 0 0 0,1 1 0 0 0,-1-1 0 0 0,1 0 1 0 0,-1 0-1 0 0,-1 0 0 0 0,1-1 0 0 0,0 1 0 0 0,-1-1 1 0 0,0 0-1 0 0,0 0 0 0 0,4-5 0 0 0,-6 6-73 0 0,-1 1 0 0 0,1 0-1 0 0,-1 0 1 0 0,1-1 0 0 0,-1 1-1 0 0,0 0 1 0 0,2-5 0 0 0,-3 6-12 0 0,0 1 1 0 0,0-1-1 0 0,0 0 0 0 0,0 0 1 0 0,0 0-1 0 0,0 1 1 0 0,0-1-1 0 0,0 0 0 0 0,0 0 1 0 0,0 0-1 0 0,0 1 0 0 0,-1-1 1 0 0,1 0-1 0 0,0 0 1 0 0,-1 0-1 0 0,1 1 0 0 0,-1-1 1 0 0,1 0-1 0 0,-1 1 0 0 0,1-1 1 0 0,-1 0-1 0 0,0 1 1 0 0,1-1-1 0 0,-1 1 0 0 0,0-1 1 0 0,-1 0-1 0 0,1 0 5 0 0,-1 1-1 0 0,1-1 1 0 0,-1 1 0 0 0,0-1-1 0 0,0 1 1 0 0,1 0 0 0 0,-1 0-1 0 0,0 0 1 0 0,0 0 0 0 0,1 0 0 0 0,-1 0-1 0 0,0 0 1 0 0,0 0 0 0 0,0 0-1 0 0,1 1 1 0 0,-1-1 0 0 0,0 0-1 0 0,1 1 1 0 0,-1 0 0 0 0,0-1-1 0 0,1 1 1 0 0,-1 0 0 0 0,1-1-1 0 0,-2 2 1 0 0,-4 2 28 0 0,1 0 0 0 0,0 0 0 0 0,0 0 0 0 0,-7 7-1 0 0,5-3 30 0 0,1 0-1 0 0,0 1 1 0 0,0 0-1 0 0,1 0 0 0 0,0 1 1 0 0,1-1-1 0 0,0 1 1 0 0,1 0-1 0 0,0 0 1 0 0,1 0-1 0 0,1 1 0 0 0,0-1 1 0 0,0 1-1 0 0,1-1 1 0 0,1 16-1 0 0,0-22-12 0 0,1 1 1 0 0,-1-1-1 0 0,2 1 1 0 0,1 6-1 0 0,-2-10-48 0 0,-1 0 0 0 0,1 0 0 0 0,-1 0 0 0 0,1 0 1 0 0,0 0-1 0 0,-1 0 0 0 0,1 0 0 0 0,0 0 0 0 0,0 0 0 0 0,0 0 0 0 0,0 0 0 0 0,0-1 0 0 0,0 1 0 0 0,0 0 0 0 0,0 0 0 0 0,0-1 0 0 0,0 1 1 0 0,1-1-1 0 0,-1 1 0 0 0,0-1 0 0 0,0 1 0 0 0,2-1 0 0 0,0 1 8 0 0,0-1 10 0 0,0 1 0 0 0,0-1 1 0 0,0 1-1 0 0,0-1 1 0 0,0 0-1 0 0,0 0 0 0 0,0 0 1 0 0,0 0-1 0 0,0-1 1 0 0,0 1-1 0 0,3-2 0 0 0,6-2 37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0.4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0 15376 0 0,'0'0'3182'0'0,"-3"2"-2739"0"0,0-1-372 0 0,1 0 1 0 0,0 1-1 0 0,0-1 0 0 0,0 0 1 0 0,0 1-1 0 0,0-1 1 0 0,1 1-1 0 0,-1 0 1 0 0,0-1-1 0 0,1 1 0 0 0,0 0 1 0 0,-1 0-1 0 0,1 0 1 0 0,0 0-1 0 0,0 0 1 0 0,0 0-1 0 0,0 0 0 0 0,1 0 1 0 0,-1 0-1 0 0,0 3 1 0 0,1 155 1956 0 0,0-160-1999 0 0,12-18 138 0 0,-10 13-151 0 0,10-26 112 0 0,19-34 1 0 0,-29 63-99 0 0,0-1-1 0 0,0 1 1 0 0,0-1 0 0 0,0 1 0 0 0,0 0-1 0 0,1-1 1 0 0,-1 1 0 0 0,5-2-1 0 0,4-5 179 0 0,-11 9-201 0 0,0 0 0 0 0,1 0 1 0 0,-1 0-1 0 0,0 0 0 0 0,0 0 1 0 0,1 0-1 0 0,-1 0 0 0 0,0 0 1 0 0,0 0-1 0 0,1 0 0 0 0,-1 0 1 0 0,0 0-1 0 0,0 0 0 0 0,1 1 1 0 0,-1-1-1 0 0,0 0 0 0 0,0 0 1 0 0,0 0-1 0 0,1 0 0 0 0,-1 0 1 0 0,0 0-1 0 0,0 0 0 0 0,0 1 1 0 0,1-1-1 0 0,-1 0 0 0 0,0 0 1 0 0,0 0-1 0 0,0 0 0 0 0,0 1 1 0 0,0-1-1 0 0,0 0 0 0 0,1 0 1 0 0,-1 0-1 0 0,0 1 1 0 0,0-1-1 0 0,0 0 0 0 0,4 8 63 0 0,-2 5 22 0 0,0-1 0 0 0,-1 1 0 0 0,0-1 0 0 0,-2 18 1 0 0,-1 2 503 0 0,18-44-413 0 0,33-71 138 0 0,-49 82-318 0 0,1-1 14 0 0,0 1 0 0 0,0-1-1 0 0,0 1 1 0 0,0-1 0 0 0,0 1 0 0 0,0-1 0 0 0,1 1 0 0 0,1-3 0 0 0,-2 4-13 0 0,-1 0 0 0 0,0 0 0 0 0,1 0-1 0 0,-1 0 1 0 0,0 0 0 0 0,0 0 0 0 0,1 0-1 0 0,-1 0 1 0 0,0 0 0 0 0,1 0 0 0 0,-1 0 0 0 0,0 0-1 0 0,0 0 1 0 0,1 0 0 0 0,-1 0 0 0 0,0 0 0 0 0,1 0-1 0 0,-1 0 1 0 0,0 0 0 0 0,1 0 0 0 0,-1 0-1 0 0,0 0 1 0 0,0 0 0 0 0,1 1 0 0 0,9 8 53 0 0,-7-3-25 0 0,0 1-1 0 0,0-1 1 0 0,-1 0 0 0 0,0 1 0 0 0,3 12-1 0 0,4 16 99 0 0,7 10 333 0 0,-14-42-401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1.6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10448 0 0,'0'0'8034'0'0,"0"4"-7875"0"0,-4 217 3183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1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0 14272 0 0,'0'0'4762'0'0,"-3"3"-4541"0"0,-11 12 233 0 0,13-5 1115 0 0,1-7-1342 0 0,0-1-117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2.7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15576 0 0,'0'0'4519'0'0,"0"3"-4248"0"0,7 63 777 0 0,-4-49-836 0 0,-1 1 0 0 0,-1 0 1 0 0,-3 31-1 0 0,1-32 75 0 0,0 24 1 0 0,2-17 561 0 0,-1-24-585 0 0,4-11-21 0 0,-2 8-210 0 0,0 0 0 0 0,-1-1 1 0 0,0 1-1 0 0,1-1 0 0 0,-1 1 1 0 0,-1-1-1 0 0,1-5 0 0 0,0-30 124 0 0,-1 27-109 0 0,0 4 19 0 0,1 0 1 0 0,0 1 0 0 0,1-1-1 0 0,0 0 1 0 0,1 1 0 0 0,-1 0-1 0 0,6-10 1 0 0,-3 9-4 0 0,-4 5-9 0 0,1 1 0 0 0,-1-1-1 0 0,1 0 1 0 0,0 1-1 0 0,3-5 1 0 0,-4 7-37 0 0,1-1 0 0 0,-1 0 0 0 0,0 0 0 0 0,0 1-1 0 0,0-1 1 0 0,1 0 0 0 0,-1 1 0 0 0,0-1 0 0 0,0 1 0 0 0,1 0 0 0 0,-1-1 0 0 0,1 1 0 0 0,-1 0 0 0 0,0-1 0 0 0,1 1 0 0 0,-1 0 0 0 0,3 0 0 0 0,-1 0-4 0 0,-1 0 0 0 0,1 1 0 0 0,0-1 1 0 0,0 0-1 0 0,-1 1 0 0 0,1-1 0 0 0,0 1 1 0 0,-1 0-1 0 0,1 0 0 0 0,0 0 0 0 0,-1 0 1 0 0,0 0-1 0 0,1 0 0 0 0,-1 0 0 0 0,0 1 1 0 0,1-1-1 0 0,-1 1 0 0 0,0 0 0 0 0,-1-1 1 0 0,1 1-1 0 0,0 0 0 0 0,0 0 0 0 0,-1 0 1 0 0,1 0-1 0 0,-1 0 0 0 0,0 0 0 0 0,1 3 1 0 0,3 6 27 0 0,-2 0 1 0 0,1 0 0 0 0,-2 1-1 0 0,2 18 1 0 0,3 10 110 0 0,-4-28-97 0 0,-1-7 15 0 0,0 1-1 0 0,-1 0 1 0 0,1 11 0 0 0,-2-17-68 0 0,1 0 0 0 0,-1 0 0 0 0,0 1 0 0 0,0-1 0 0 0,0 0 0 0 0,0 0 0 0 0,0 0 0 0 0,0 1 0 0 0,0-1 0 0 0,0 0 0 0 0,0 0 0 0 0,1 0 0 0 0,-1 1 0 0 0,0-1 0 0 0,0 0 0 0 0,0 0 0 0 0,0 0 0 0 0,1 0 0 0 0,-1 1 0 0 0,0-1 0 0 0,0 0 0 0 0,0 0 0 0 0,1 0 1 0 0,-1 0-1 0 0,0 0 0 0 0,0 0 0 0 0,1 0 0 0 0,-1 1 0 0 0,1-1 3 0 0,2 1 26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3.1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162 6 15576 0 0,'0'0'7647'0'0,"-3"-1"-7517"0"0,0 0-83 0 0,1 0 1 0 0,-1 0 0 0 0,0 1 0 0 0,1-1 0 0 0,-1 1-1 0 0,0 0 1 0 0,1 0 0 0 0,-1-1 0 0 0,0 2-1 0 0,1-1 1 0 0,-1 0 0 0 0,0 0 0 0 0,1 1-1 0 0,-1-1 1 0 0,0 1 0 0 0,1 0 0 0 0,-6 1 0 0 0,-6 4 281 0 0,11-5-277 0 0,-1 0 1 0 0,1 0 0 0 0,0 0-1 0 0,0 0 1 0 0,0 1 0 0 0,1-1-1 0 0,-1 1 1 0 0,0 0 0 0 0,1-1-1 0 0,-1 1 1 0 0,1 0 0 0 0,0 0 0 0 0,-1 1-1 0 0,1-1 1 0 0,-2 4 0 0 0,0 3 44 0 0,1 0 1 0 0,1 0 0 0 0,-1 1-1 0 0,2-1 1 0 0,-1 1 0 0 0,2 0 0 0 0,-1-1-1 0 0,3 13 1 0 0,-2-8 30 0 0,0 0-1 0 0,-1-1 0 0 0,-3 19 1 0 0,3-28-75 0 0,0 0 1 0 0,0 1-1 0 0,0-1 0 0 0,-1 0 1 0 0,0 1-1 0 0,0-1 0 0 0,-1 0 1 0 0,1 0-1 0 0,-1 0 0 0 0,0-1 0 0 0,-3 5 1 0 0,5-8-29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3.5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4 24199 0 0,'0'0'-6'0'0,"0"-3"3"0"0,0 3-4 0 0,0 0-25 0 0,-1 0 31 0 0,0 0 0 0 0,0 0 0 0 0,0 1-1 0 0,0-1 1 0 0,0 0 0 0 0,0 1 0 0 0,0-1-1 0 0,0 1 1 0 0,0-1 0 0 0,0 1 0 0 0,0 0-1 0 0,0-1 1 0 0,0 2 0 0 0,-5 2-4 0 0,-24 6-4 0 0,21-7 5 0 0,-1 0 0 0 0,1 0 0 0 0,-16 10-1 0 0,19-10 5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4.0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175 108 13672 0 0,'0'0'4655'0'0,"-1"3"-4511"0"0,1-1-69 0 0,-1 1-1 0 0,0-1 0 0 0,0 0 1 0 0,0 1-1 0 0,-1-1 0 0 0,1 0 0 0 0,0 0 1 0 0,-1 0-1 0 0,0 0 0 0 0,0 0 1 0 0,1 0-1 0 0,-1 0 0 0 0,0-1 0 0 0,-1 1 1 0 0,1-1-1 0 0,0 1 0 0 0,-1-1 1 0 0,1 1-1 0 0,-1-1 0 0 0,-4 1 0 0 0,-13 7 160 0 0,11-5-56 0 0,0-1 1 0 0,-15 5 0 0 0,20-7-117 0 0,1 0 0 0 0,0-1 1 0 0,0 1-1 0 0,-1-1 0 0 0,1 1 1 0 0,0-1-1 0 0,0 0 1 0 0,-7-1-1 0 0,9 1-44 0 0,-1-1 1 0 0,1 1-1 0 0,0-1 0 0 0,-1 1 0 0 0,1-1 1 0 0,0 1-1 0 0,-1-1 0 0 0,1 0 1 0 0,0 0-1 0 0,0 1 0 0 0,0-1 1 0 0,0 0-1 0 0,0 0 0 0 0,0 0 1 0 0,0 0-1 0 0,0 0 0 0 0,0 0 1 0 0,0 0-1 0 0,0-1 0 0 0,1 1 1 0 0,-1 0-1 0 0,0-1 0 0 0,-1-4 31 0 0,0 0 0 0 0,0-1 0 0 0,1 1 0 0 0,0 0 0 0 0,0 0-1 0 0,0 0 1 0 0,1-1 0 0 0,0 1 0 0 0,1 0 0 0 0,0 0 0 0 0,0-1 0 0 0,0 1-1 0 0,1 0 1 0 0,0 0 0 0 0,3-6 0 0 0,-3 9-30 0 0,0-1 1 0 0,-1 1-1 0 0,1 0 1 0 0,1 0-1 0 0,-1 0 1 0 0,0 0-1 0 0,1 1 1 0 0,0-1-1 0 0,-1 0 0 0 0,1 1 1 0 0,1 0-1 0 0,-1-1 1 0 0,0 1-1 0 0,1 0 1 0 0,-1 1-1 0 0,1-1 0 0 0,-1 0 1 0 0,1 1-1 0 0,0 0 1 0 0,0 0-1 0 0,0 0 1 0 0,0 0-1 0 0,0 0 0 0 0,0 1 1 0 0,0-1-1 0 0,0 1 1 0 0,0 0-1 0 0,5 0 1 0 0,-6 1-4 0 0,1-1 1 0 0,-1 0-1 0 0,1 1 0 0 0,-1 0 1 0 0,0-1-1 0 0,1 1 1 0 0,-1 1-1 0 0,0-1 1 0 0,0 0-1 0 0,0 0 1 0 0,0 1-1 0 0,0 0 1 0 0,0-1-1 0 0,0 1 0 0 0,-1 0 1 0 0,5 4-1 0 0,-4-3 5 0 0,0 1 0 0 0,0 0 0 0 0,0 0 0 0 0,-1 1 0 0 0,1-1 0 0 0,-1 0-1 0 0,0 1 1 0 0,-1-1 0 0 0,3 8 0 0 0,-2 5 20 0 0,0 0 0 0 0,-1 1 1 0 0,-1-1-1 0 0,-4 28 0 0 0,0-11-9 0 0,2-28-32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4.4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1 14776 0 0,'0'0'2081'0'0,"-2"3"-1635"0"0,-3 14-55 0 0,-1-1-1 0 0,2 1 0 0 0,1 0 1 0 0,1 0-1 0 0,-1 28 0 0 0,2-20-44 0 0,-1-1-1 0 0,-7 31 0 0 0,1-24 200 0 0,8-31-534 0 0,0 1 1 0 0,0-1-1 0 0,0 0 1 0 0,0 0-1 0 0,0 0 1 0 0,0 1-1 0 0,0-1 1 0 0,0 0-1 0 0,0 0 0 0 0,0 1 1 0 0,0-1-1 0 0,0 0 1 0 0,0 0-1 0 0,0 0 1 0 0,0 1-1 0 0,0-1 1 0 0,0 0-1 0 0,-1 0 1 0 0,1 0-1 0 0,0 1 0 0 0,0-1 1 0 0,0 0-1 0 0,0 0 1 0 0,0 0-1 0 0,-1 0 1 0 0,1 1-1 0 0,0-1 1 0 0,0 0-1 0 0,0 0 0 0 0,-1 0 1 0 0,1 0-1 0 0,0 0 1 0 0,0 0-1 0 0,-1 1 1 0 0,1-1-1 0 0,0 0 1 0 0,0 0-1 0 0,-1 0 0 0 0,1 0 1 0 0,0 0-1 0 0,0 0 1 0 0,-1 0-1 0 0,1 0 1 0 0,0 0-1 0 0,0 0 1 0 0,-1 0-1 0 0,1 0 0 0 0,0 0 1 0 0,0 0-1 0 0,-1 0 1 0 0,1 0-1 0 0,-1-1 1 0 0,0-1 7 0 0,1-1 1 0 0,-1 1-1 0 0,0-1 1 0 0,1 1-1 0 0,0-1 1 0 0,-1 1 0 0 0,1-1-1 0 0,0 1 1 0 0,1-1-1 0 0,-1 1 1 0 0,0-1-1 0 0,1 1 1 0 0,1-4 0 0 0,0-7 39 0 0,1-12 67 0 0,8-36 1 0 0,-8 51-78 0 0,0 0 0 0 0,1 0 0 0 0,0 0 0 0 0,1 1 0 0 0,0-1 0 0 0,9-10 0 0 0,-14 19-37 0 0,1 0 1 0 0,0 0-1 0 0,0 0 1 0 0,0 0-1 0 0,0 0 1 0 0,0 0-1 0 0,0 0 0 0 0,0 1 1 0 0,0-1-1 0 0,0 0 1 0 0,0 1-1 0 0,0-1 1 0 0,1 0-1 0 0,-1 1 1 0 0,0-1-1 0 0,0 1 0 0 0,1 0 1 0 0,-1-1-1 0 0,1 1 1 0 0,-1 0-1 0 0,0 0 1 0 0,1-1-1 0 0,-1 1 0 0 0,0 0 1 0 0,1 0-1 0 0,-1 0 1 0 0,1 1-1 0 0,-1-1 1 0 0,0 0-1 0 0,1 0 0 0 0,1 1 1 0 0,-1 0 0 0 0,0 0-1 0 0,0 0 1 0 0,0 0 0 0 0,0 0 0 0 0,0 0-1 0 0,-1 0 1 0 0,1 1 0 0 0,0-1 0 0 0,-1 0-1 0 0,1 1 1 0 0,-1-1 0 0 0,0 1 0 0 0,1 0-1 0 0,-1-1 1 0 0,0 1 0 0 0,0 0 0 0 0,0 0-1 0 0,1 3 1 0 0,5 18 56 0 0,-4-10-45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5.5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0 14368 0 0,'0'0'4247'0'0,"1"3"-4167"0"0,2 9 7 0 0,-1 0-1 0 0,-1 0 0 0 0,0 0 0 0 0,0 0 0 0 0,-2 0 0 0 0,0 0 1 0 0,-3 14-1 0 0,1-4 373 0 0,0 43 0 0 0,-5-37 605 0 0,8-28-774 0 0,9-12 36 0 0,-4-3-109 0 0,3-20-1 0 0,-5 19-46 0 0,9-24 0 0 0,-10 35-125 0 0,0 1 1 0 0,0 0 0 0 0,0 0-1 0 0,1 0 1 0 0,0 0 0 0 0,-1 0-1 0 0,2 1 1 0 0,-1-1 0 0 0,0 1-1 0 0,6-5 1 0 0,-1 1 211 0 0,-6 6-171 0 0,-1 0-1 0 0,0 0 1 0 0,1-1-1 0 0,0 1 1 0 0,-1 0-1 0 0,1 0 1 0 0,3-1-1 0 0,-4 2-64 0 0,-1-1-1 0 0,0 1 0 0 0,0 0 0 0 0,1 0 1 0 0,-1 0-1 0 0,0 0 0 0 0,1 0 0 0 0,-1 0 1 0 0,0 0-1 0 0,1 0 0 0 0,-1 0 0 0 0,0 0 1 0 0,1 0-1 0 0,-1 0 0 0 0,0 0 0 0 0,1 0 1 0 0,-1 0-1 0 0,0 0 0 0 0,0 0 0 0 0,1 0 1 0 0,-1 0-1 0 0,0 0 0 0 0,1 1 0 0 0,-1-1 1 0 0,0 0-1 0 0,1 0 0 0 0,-1 0 0 0 0,0 0 1 0 0,0 1-1 0 0,1-1 0 0 0,-1 0 0 0 0,6 11 278 0 0,-2 20-134 0 0,-3-24-43 0 0,5 109 1090 0 0,-6-116-1210 0 0,0 0 1 0 0,0 0 0 0 0,0 0-1 0 0,0 0 1 0 0,0 0 0 0 0,0 0 0 0 0,0 0-1 0 0,0 0 1 0 0,0 0 0 0 0,0 0 0 0 0,0 0-1 0 0,0 1 1 0 0,0-1 0 0 0,0 0-1 0 0,1 0 1 0 0,-1 0 0 0 0,0 0 0 0 0,0 0-1 0 0,0 0 1 0 0,0 0 0 0 0,0 0 0 0 0,0 0-1 0 0,0 0 1 0 0,0 0 0 0 0,0 0 0 0 0,0 0-1 0 0,0 1 1 0 0,0-1 0 0 0,0 0-1 0 0,0 0 1 0 0,1 0 0 0 0,-1 0 0 0 0,0 0-1 0 0,0 0 1 0 0,0 0 0 0 0,0 0 0 0 0,0 0-1 0 0,0 0 1 0 0,0 0 0 0 0,0 0-1 0 0,0 0 1 0 0,1 0 0 0 0,-1 0 0 0 0,0 0-1 0 0,0 0 1 0 0,0 0 0 0 0,0 0 0 0 0,6-3 103 0 0,4-3 13 0 0,-10 6-119 0 0,8-9 36 0 0,0-1-1 0 0,-1 1 1 0 0,0-1 0 0 0,0 0-1 0 0,-2 0 1 0 0,7-16 0 0 0,-6 14-9 0 0,-3 6-12 0 0,-1 2 3 0 0,0 0 0 0 0,0 0 0 0 0,0 0 0 0 0,0 0 0 0 0,1 0 0 0 0,-1 1 0 0 0,1-1-1 0 0,0 1 1 0 0,1 0 0 0 0,4-5 0 0 0,-2 4 72 0 0,1 1 93 0 0,-2 13-94 0 0,-1 4-36 0 0,-2 1 1 0 0,0-1 0 0 0,-1 1-1 0 0,0-1 1 0 0,-4 24 0 0 0,2 5 71 0 0,1-42-122 0 0,-1 5 27 0 0,2 0-1 0 0,-1 0 0 0 0,3 10 1 0 0,-1-10 8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6.0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223 0 17791 0 0,'0'0'3723'0'0,"-3"0"-3286"0"0,-6 1-244 0 0,0 0 0 0 0,0 0-1 0 0,0 1 1 0 0,0 0 0 0 0,0 0-1 0 0,1 1 1 0 0,-1 0 0 0 0,1 0-1 0 0,0 0 1 0 0,-11 7 0 0 0,6-2-110 0 0,0 0 0 0 0,0 0 0 0 0,1 1 0 0 0,0 1 0 0 0,-13 13 0 0 0,22-20-80 0 0,0 1 0 0 0,0 0 1 0 0,1 0-1 0 0,-1 1 0 0 0,1-1 1 0 0,0 0-1 0 0,0 1 1 0 0,-1 6-1 0 0,2-7-1 0 0,0-1 0 0 0,1 0 0 0 0,-1 1-1 0 0,1-1 1 0 0,0 0 0 0 0,0 1 0 0 0,1-1 0 0 0,-1 0 0 0 0,1 1 0 0 0,0-1 0 0 0,0 0-1 0 0,2 6 1 0 0,-2-8-2 0 0,1 0 0 0 0,-1 0 0 0 0,0 0 0 0 0,0 0 0 0 0,1 0 0 0 0,-1 0 0 0 0,1 0 0 0 0,-1 0 0 0 0,1-1 0 0 0,-1 1 0 0 0,1 0 0 0 0,0-1 0 0 0,-1 0 0 0 0,1 1 0 0 0,0-1 0 0 0,-1 0 0 0 0,1 1 0 0 0,0-1 0 0 0,-1 0 0 0 0,1 0 0 0 0,0 0 0 0 0,2-1 0 0 0,3 1 0 0 0,0 0 0 0 0,0-1 0 0 0,0 0 0 0 0,9-3 0 0 0,-9 2 14 0 0,0-1 0 0 0,0 0 0 0 0,0 0 1 0 0,-1-1-1 0 0,1 1 0 0 0,-1-1 0 0 0,0-1 0 0 0,-1 1 0 0 0,1-1 0 0 0,-1 1 0 0 0,0-1 0 0 0,0-1 0 0 0,0 1 0 0 0,-1-1 0 0 0,0 1 0 0 0,-1-1 0 0 0,1 0 0 0 0,-1 0 1 0 0,-1 0-1 0 0,1 0 0 0 0,-1-1 0 0 0,0 1 0 0 0,-1-1 0 0 0,0 1 0 0 0,0-1 0 0 0,-1 1 0 0 0,1-1 0 0 0,-3-11 0 0 0,2 6 107 0 0,0 10-63 0 0,0 0 0 0 0,0 0 0 0 0,0 1 0 0 0,-1-1 0 0 0,1 0 0 0 0,0 0 0 0 0,-2-3 1 0 0,2 4-54 0 0,0 1 1 0 0,0 0-1 0 0,-1 0 0 0 0,1 0 1 0 0,0 0-1 0 0,0 0 1 0 0,0 0-1 0 0,0 0 1 0 0,0-1-1 0 0,0 1 1 0 0,0 0-1 0 0,-1 0 1 0 0,1 0-1 0 0,0 0 1 0 0,0 0-1 0 0,0 0 1 0 0,0 0-1 0 0,0 0 1 0 0,-1 0-1 0 0,1 0 1 0 0,0 0-1 0 0,0 0 1 0 0,0 0-1 0 0,0 0 1 0 0,-1 0-1 0 0,1 0 1 0 0,0 0-1 0 0,0 0 1 0 0,0 0-1 0 0,0 0 0 0 0,-1 0 1 0 0,1 0-1 0 0,0 0 1 0 0,0 0-1 0 0,0 0 1 0 0,0 0-1 0 0,-1 0 1 0 0,1 0-1 0 0,0 0 1 0 0,0 0-1 0 0,0 0 1 0 0,0 1-1 0 0,0-1 1 0 0,0 0-1 0 0,-1 0 1 0 0,1 0-1 0 0,0 0 1 0 0,0 0-1 0 0,0 0 1 0 0,0 0-1 0 0,0 1 1 0 0,0-1-1 0 0,0 0 1 0 0,0 0-1 0 0,0 0 1 0 0,0 0-1 0 0,0 0 1 0 0,0 1-1 0 0,0-1 0 0 0,0 0 1 0 0,0 0-1 0 0,0 0 1 0 0,0 0-1 0 0,0 0 1 0 0,0 1-1 0 0,-4 8 128 0 0,-2 28 264 0 0,3 1-1 0 0,2 54 1 0 0,2-85-315 0 0,1 1 1 0 0,0-1 0 0 0,0 0-1 0 0,0 1 1 0 0,5 8 0 0 0,-6-15-57 0 0,-1 0-16 0 0,0-1 0 0 0,0 0 0 0 0,1 1 0 0 0,-1-1-1 0 0,0 0 1 0 0,0 0 0 0 0,0 1 0 0 0,1-1 0 0 0,-1 0 0 0 0,0 0-1 0 0,0 1 1 0 0,1-1 0 0 0,-1 0 0 0 0,0 0 0 0 0,1 0 0 0 0,-1 1-1 0 0,0-1 1 0 0,0 0 0 0 0,1 0 0 0 0,-1 0 0 0 0,1 0 0 0 0,2 1 45 0 0,0 1 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6.4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1 15880 0 0,'0'0'1721'0'0,"0"3"-1212"0"0,-15 199 3793 0 0,7-116-3329 0 0,4-52-706 0 0,-2 29 716 0 0,6-62-883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6.8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1 14464 0 0,'0'0'5061'0'0,"-3"0"-4835"0"0,-81 0 1877 0 0,78 0-1974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7.1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41 184 15776 0 0,'0'0'1871'0'0,"-5"15"139"0"0,-1 4-1297 0 0,1 0 0 0 0,-5 35 0 0 0,5-24-60 0 0,-5 22 128 0 0,14-28 19 0 0,-4-24-751 0 0</inkml:trace>
  <inkml:trace contextRef="#ctx0" brushRef="#br0" timeOffset="1">69 0 16879 0 0,'0'0'2208'0'0,"-2"3"-2064"0"0,-10 12 991 0 0,11-14-971 0 0,1 1 1 0 0,0-1-1 0 0,-1 0 0 0 0,1 1 0 0 0,0-1 0 0 0,0 1 1 0 0,0-1-1 0 0,0 0 0 0 0,1 3 0 0 0,-1 0 249 0 0,0-3-171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7.6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254 87 14368 0 0,'0'0'1354'0'0,"-3"3"-1187"0"0,-47 31 2217 0 0,46-31-2273 0 0,1 0 1 0 0,0-1-1 0 0,0 2 1 0 0,1-1-1 0 0,-1 0 0 0 0,1 0 1 0 0,-1 1-1 0 0,-2 5 1 0 0,-11 31 509 0 0,16-39-612 0 0,-1 1 0 0 0,1-1 0 0 0,-1 1 0 0 0,0-1 0 0 0,1 1 0 0 0,-1-1 1 0 0,0 0-1 0 0,0 1 0 0 0,0-1 0 0 0,0 0 0 0 0,0 0 0 0 0,-1 0 0 0 0,1 0 0 0 0,0 0 0 0 0,0 0 1 0 0,-1 0-1 0 0,1 0 0 0 0,-1 0 0 0 0,1 0 0 0 0,-1 0 0 0 0,0-1 0 0 0,1 1 0 0 0,-1-1 0 0 0,0 1 1 0 0,1-1-1 0 0,-1 0 0 0 0,0 1 0 0 0,0-1 0 0 0,1 0 0 0 0,-1 0 0 0 0,0 0 0 0 0,0 0 0 0 0,0 0 1 0 0,1 0-1 0 0,-1 0 0 0 0,0-1 0 0 0,0 1 0 0 0,-2-2 0 0 0,-2 1 1 0 0,1-1 0 0 0,0 0 0 0 0,-1 0 1 0 0,1-1-1 0 0,0 1 0 0 0,1-1 0 0 0,-1 0 0 0 0,0 0 0 0 0,1 0 0 0 0,-8-8 0 0 0,7 6 6 0 0,1 0 0 0 0,0-1 0 0 0,0 1 0 0 0,1-1 0 0 0,0 1 0 0 0,0-1 0 0 0,0 0 0 0 0,1 0 0 0 0,0 0 0 0 0,0-1 0 0 0,1 1-1 0 0,0 0 1 0 0,0-1 0 0 0,0 1 0 0 0,1 0 0 0 0,1-7 0 0 0,0 9 10 0 0,1-1 1 0 0,0 1-1 0 0,0 0 0 0 0,0 0 0 0 0,0 0 1 0 0,1 0-1 0 0,0 0 0 0 0,0 0 0 0 0,0 0 1 0 0,0 1-1 0 0,1-1 0 0 0,-1 1 1 0 0,1 0-1 0 0,0 0 0 0 0,0 0 0 0 0,1 1 1 0 0,-1-1-1 0 0,1 1 0 0 0,5-3 0 0 0,-6 4 14 0 0,0-1 0 0 0,0 1 0 0 0,0 0 0 0 0,1 0 0 0 0,-1 0 0 0 0,0 1 0 0 0,1-1 0 0 0,-1 1 0 0 0,0 0 0 0 0,1 0-1 0 0,-1 0 1 0 0,0 1 0 0 0,1-1 0 0 0,6 2 0 0 0,-8-1-18 0 0,-1 0 0 0 0,1 0 0 0 0,-1-1 0 0 0,1 1 0 0 0,-1 0 0 0 0,0 0 0 0 0,1 1 0 0 0,-1-1 0 0 0,0 0 0 0 0,0 1 0 0 0,0-1-1 0 0,0 1 1 0 0,-1 0 0 0 0,1-1 0 0 0,0 1 0 0 0,-1 0 0 0 0,1 0 0 0 0,-1 0 0 0 0,0 0 0 0 0,0 0 0 0 0,0 0 0 0 0,0 0 0 0 0,0 0 0 0 0,0 0 0 0 0,0 3 0 0 0,1 9 99 0 0,0-1-1 0 0,0 1 1 0 0,-2 0 0 0 0,0 0 0 0 0,-1 0 0 0 0,0 0 0 0 0,-1 0 0 0 0,-7 21 0 0 0,2-15 13 0 0,5-12-70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7:38.2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50 14568 0 0,'0'0'5735'0'0,"-3"3"-5552"0"0,1 0-25 0 0,0 0 0 0 0,0 0 1 0 0,0 0-1 0 0,1 0 0 0 0,-1 0 0 0 0,1 0 1 0 0,0 1-1 0 0,-1 5 0 0 0,-2 8 106 0 0,2-10-155 0 0,1 0-1 0 0,0 0 0 0 0,0 0 1 0 0,1 0-1 0 0,0 9 1 0 0,1-3 123 0 0,-1-1 1 0 0,-3 26-1 0 0,0 3 551 0 0,3-41-761 0 0,0 0 1 0 0,0 1 0 0 0,0-1 0 0 0,0 0-1 0 0,0 0 1 0 0,0 1 0 0 0,0-1 0 0 0,0 0-1 0 0,0 0 1 0 0,0 1 0 0 0,0-1 0 0 0,0 0-1 0 0,0 1 1 0 0,-1-1 0 0 0,1 0 0 0 0,0 0-1 0 0,0 0 1 0 0,0 1 0 0 0,0-1 0 0 0,-1 0-1 0 0,1 0 1 0 0,0 0 0 0 0,0 1 0 0 0,0-1 0 0 0,-1 0-1 0 0,1 0 1 0 0,0 0 0 0 0,0 0 0 0 0,-1 1-1 0 0,1-1 1 0 0,0 0 0 0 0,-1 0 0 0 0,1 0-1 0 0,0 0 1 0 0,0 0 0 0 0,-1 0 0 0 0,1 0-11 0 0,-1 0 1 0 0,1 0 0 0 0,-1 0 0 0 0,1 0 0 0 0,0-1 0 0 0,-1 1 0 0 0,1 0-1 0 0,0 0 1 0 0,0 0 0 0 0,-1-1 0 0 0,1 1 0 0 0,0 0 0 0 0,0 0 0 0 0,-1-1-1 0 0,1 1 1 0 0,0 0 0 0 0,0-1 0 0 0,0 1 0 0 0,-1 0 0 0 0,1-1 0 0 0,0 1-1 0 0,0 0 1 0 0,0 0 0 0 0,0-1 0 0 0,0 1 0 0 0,0 0 0 0 0,0-1-1 0 0,0 1 1 0 0,0 0 0 0 0,0-1 0 0 0,0 0 0 0 0,0-13 90 0 0,1-1 0 0 0,0 1 0 0 0,2-1 1 0 0,6-22-1 0 0,-7 29-73 0 0,5-13 101 0 0,11-22 0 0 0,-14 36-76 0 0,0 0 0 0 0,0 0 0 0 0,1 0 0 0 0,0 1-1 0 0,1 0 1 0 0,10-11 0 0 0,-7 10 100 0 0,0 0-1 0 0,18-10 1 0 0,-26 17-147 0 0,-1 0 0 0 0,1-1 1 0 0,0 1-1 0 0,-1 0 0 0 0,1 0 0 0 0,0 0 0 0 0,-1-1 1 0 0,1 1-1 0 0,0 0 0 0 0,-1 0 0 0 0,1 0 1 0 0,0 0-1 0 0,0 0 0 0 0,-1 0 0 0 0,1 0 1 0 0,0 0-1 0 0,-1 0 0 0 0,1 1 0 0 0,0-1 0 0 0,-1 0 1 0 0,1 0-1 0 0,0 0 0 0 0,-1 1 0 0 0,1-1 1 0 0,0 0-1 0 0,-1 1 0 0 0,1-1 0 0 0,-1 0 1 0 0,1 1-1 0 0,-1-1 0 0 0,1 1 0 0 0,-1-1 0 0 0,1 1 1 0 0,-1-1-1 0 0,1 1 0 0 0,-1-1 0 0 0,0 1 1 0 0,1-1-1 0 0,-1 1 0 0 0,0-1 0 0 0,1 2 1 0 0,1 1 2 0 0,0 1 0 0 0,-1 0 1 0 0,1 0-1 0 0,1 8 0 0 0,1 16 37 0 0,-1-1-1 0 0,-2 1 0 0 0,-3 36 1 0 0,-5 44 73 0 0,7-103-113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8:21.3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1923 4416 0 0,'0'0'12162'0'0,"4"0"-12046"0"0,187-3 6160 0 0,-170 12-5614 0 0,-5-3-463 0 0,38 11 840 0 0,-38-12-791 0 0,-1 0 0 0 0,1-1 0 0 0,-1-1 1 0 0,1 0-1 0 0,24 0 0 0 0,178-5 1316 0 0,-213 2-1510 0 0,1 1 0 0 0,-1 0 0 0 0,1 0 0 0 0,-1 0 0 0 0,9 5 0 0 0,-8-4-10 0 0,-1 0-1 0 0,0-1 1 0 0,1 1 0 0 0,0-1 0 0 0,9 1 0 0 0,2-1 74 0 0,30 5 0 0 0,-30-3-22 0 0,33 2 0 0 0,185-5 544 0 0,-108-3-122 0 0,-82-3-315 0 0,51-12-1 0 0,-36 5-23 0 0,21 3 286 0 0,0 4-1 0 0,130 5 1 0 0,-97 3-179 0 0,42 2-189 0 0,93-2 85 0 0,-80-8-150 0 0,71 1 8 0 0,-173-4-30 0 0,-47 6-5 0 0,0 0-1 0 0,21 0 1 0 0,-27 2-1 0 0,0 0 0 0 0,20-5 0 0 0,-20 3 0 0 0,1 1 0 0 0,20-1 0 0 0,160-5-4 0 0,-61 2 0 0 0,-118 6 0 0 0,0-2 0 0 0,31-7 0 0 0,-11 2 0 0 0,-8 7 0 0 0,-24 0 0 0 0,0 0 0 0 0,0 0 0 0 0,0 0 0 0 0,0 0 0 0 0,0 0 0 0 0,0-1 0 0 0,7-2 0 0 0,-9 2 0 0 0,33-10 0 0 0,-1-3 0 0 0,38-20 0 0 0,-62 28 0 0 0,0-2 0 0 0,-9 7 0 0 0,18-21 0 0 0,-14 16 0 0 0,-1 0 0 0 0,1-1 0 0 0,-1 0 0 0 0,-1 0 0 0 0,6-13 0 0 0,1-1 0 0 0,-9 16 0 0 0,0 0 0 0 0,0 0 0 0 0,0-1 0 0 0,-1 1 0 0 0,0-1 0 0 0,0 1 0 0 0,0 0 0 0 0,-2-7 0 0 0,1-9 0 0 0,1 1 0 0 0,1 7 0 0 0,-1 0 0 0 0,-1-1 0 0 0,0 1 0 0 0,-1 0 0 0 0,-3-14 0 0 0,-8-8 0 0 0,-1 1 0 0 0,-1 0 0 0 0,-3 1 0 0 0,0 1 0 0 0,-2 1 0 0 0,-31-37 0 0 0,26 36 0 0 0,-3 2 0 0 0,-49-43 0 0 0,-20-5 0 0 0,-84-61 0 0 0,82 71 0 0 0,32 24 0 0 0,-129-73 0 0 0,87 53 0 0 0,31 16 0 0 0,54 31 0 0 0,1-1 0 0 0,1-1 0 0 0,-33-36 0 0 0,-6-5 0 0 0,47 48 0 0 0,0 1 0 0 0,0 0 0 0 0,-1 1 0 0 0,-17-9 0 0 0,14 9 0 0 0,-30-24 0 0 0,33 22 0 0 0,-32-18 0 0 0,-10-6 0 0 0,39 24 0 0 0,0 0 0 0 0,-21-8 0 0 0,31 15 0 0 0,-1 0 0 0 0,1 0 0 0 0,-1-1 0 0 0,2 0 0 0 0,-1-1 0 0 0,-8-8 0 0 0,7 6 0 0 0,0 1 0 0 0,-19-14 0 0 0,-54-17 0 0 0,77 35 0 0 0,1-1 0 0 0,0 1 0 0 0,0 0 0 0 0,-1-1 0 0 0,1 1 0 0 0,0 0 0 0 0,-1 3 0 0 0,0 1 0 0 0,1-2 0 0 0,0 2 0 0 0,0 0 0 0 0,1 0 0 0 0,6 0 0 0 0,1 0 0 0 0,213 0 0 0 0,-414 0 0 0 0,192 0 0 0 0,1 0 0 0 0,0 0 0 0 0,0 0 0 0 0,-1 0 0 0 0,0 0 0 0 0,1 0 0 0 0,0 0 0 0 0,-1 0 0 0 0,1 1 0 0 0,1 0 0 0 0,1 1 0 0 0,0-1 0 0 0,0 1 0 0 0,1 0 0 0 0,-1 0 0 0 0,0 0 0 0 0,1 0 0 0 0,-1 0 0 0 0,1 0 0 0 0,-1 1 0 0 0,1-1 0 0 0,0 0 0 0 0,0 1 0 0 0,0-1 0 0 0,0 1 0 0 0,1-1 0 0 0,-1 1 0 0 0,0 3 0 0 0,0 0 0 0 0,-33 172 0 0 0,32-167 0 0 0,1 1 0 0 0,1-1 0 0 0,1 15 0 0 0,0 24 0 0 0,-1-45 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26.1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3 841 4312 0 0,'0'0'9409'0'0,"0"-4"-8960"0"0,-1-35 183 0 0,0 17-261 0 0,1 0 1 0 0,1 0-1 0 0,5-32 1 0 0,3 0 53 0 0,5-19 349 0 0,10-36 401 0 0,0 32-228 0 0,-16 42-430 0 0,4-40 1 0 0,3-19 620 0 0,-9 71-750 0 0,-1 2 261 0 0,0 0 0 0 0,-2 0 0 0 0,2-35 0 0 0,-4 55-599 0 0,0-1 1 0 0,0 1-1 0 0,0-1 1 0 0,0 1-1 0 0,0 0 1 0 0,0-1-1 0 0,0 1 1 0 0,1 0-1 0 0,-1 0 0 0 0,2-2 1 0 0,1 0 105 0 0,-4 6-51 0 0,0-1 1 0 0,1 1-1 0 0,0-1 0 0 0,-1 0 1 0 0,1 1-1 0 0,0-1 1 0 0,0 0-1 0 0,3 5 1 0 0,1 0-67 0 0,-1 1 0 0 0,0 0 1 0 0,0 1-1 0 0,-1-1 0 0 0,0 1 1 0 0,0-1-1 0 0,2 13 0 0 0,5 67 172 0 0,-8-60-115 0 0,7 35 0 0 0,-4-34 14 0 0,3 50-1 0 0,2 17 92 0 0,0-38-102 0 0,0-2 146 0 0,23 73-1 0 0,-32-122-108 0 0,1 0-1 0 0,-1 1 0 0 0,0-1 1 0 0,-1 0-1 0 0,0 11 1 0 0,0-7 82 0 0,0-11 15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26.5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105 1 17983 0 0,'-12'11'2856'0'0,"6"-8"-2589"0"0,0 0 0 0 0,0 0 0 0 0,0-1-1 0 0,-1 0 1 0 0,1 0 0 0 0,0-1 0 0 0,-1 0 0 0 0,0 0-1 0 0,1 0 1 0 0,-1-1 0 0 0,-10-1 0 0 0,11 1-181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27.6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1 13264 0 0,'0'0'4578'0'0,"0"3"-4478"0"0,-4 50 140 0 0,2-1-1 0 0,6 55 1 0 0,-1-68-183 0 0,3 41 127 0 0,-3-35-80 0 0,-2-33-21 0 0,0 0-1 0 0,-1 0 1 0 0,-2 23 0 0 0,-1 5 768 0 0,2 77 0 0 0,2-57 429 0 0,-11-29 120 0 0,9-17-134 0 0,-4-27-842 0 0,3 4-371 0 0,1 0 0 0 0,0 0 0 0 0,0 0 0 0 0,1 1 0 0 0,2-18 0 0 0,-1-2 35 0 0,-1-10 48 0 0,0-41 228 0 0,1 76-347 0 0,-1 0 0 0 0,1 0 1 0 0,0 0-1 0 0,0 0 0 0 0,0 0 0 0 0,0 0 0 0 0,0 0 0 0 0,1 0 0 0 0,-1 0 0 0 0,1 0 0 0 0,0 1 1 0 0,-1-1-1 0 0,1 1 0 0 0,1-1 0 0 0,-1 1 0 0 0,0 0 0 0 0,4-3 0 0 0,14-12 107 0 0,-17 13-91 0 0,1 1-1 0 0,-1 0 0 0 0,1 1 0 0 0,-1-1 0 0 0,1 0 0 0 0,0 1 0 0 0,0 0 0 0 0,4-2 1 0 0,-4 3-18 0 0,-1 1 1 0 0,0 0 0 0 0,1-1 0 0 0,-1 1 0 0 0,1 0 0 0 0,-1 0-1 0 0,0 1 1 0 0,1-1 0 0 0,-1 1 0 0 0,1 0 0 0 0,-1 0 0 0 0,0 0 0 0 0,0 0-1 0 0,0 0 1 0 0,4 2 0 0 0,3 3 30 0 0,0-1 1 0 0,0 1-1 0 0,12 10 0 0 0,-17-9-26 0 0,0 0 0 0 0,-1 1 1 0 0,0-1-1 0 0,0 1 0 0 0,0 0 0 0 0,-1 0 0 0 0,0 1 0 0 0,1 8 0 0 0,-2-12-15 0 0,-1 0-1 0 0,0 1 1 0 0,0-1-1 0 0,-1 0 1 0 0,0 1-1 0 0,0-1 1 0 0,0 1-1 0 0,0-1 1 0 0,-1 1-1 0 0,0-1 0 0 0,0 0 1 0 0,-1 0-1 0 0,1 1 1 0 0,-1-1-1 0 0,0 0 1 0 0,0 0-1 0 0,-1-1 1 0 0,0 1-1 0 0,0 0 1 0 0,-5 6-1 0 0,2-5 0 0 0,1 0 0 0 0,-1-1 0 0 0,0 0 0 0 0,-1 0 0 0 0,1 0 0 0 0,-1-1 0 0 0,0 0 0 0 0,0 0 0 0 0,0-1 0 0 0,0 0 0 0 0,-1 0 0 0 0,1-1 0 0 0,-13 3 0 0 0,5-2-3 0 0,-2-2-1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28.2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36 219 23663 0 0,'0'0'12'0'0,"-2"-4"-1093"0"0,-3-8 984 0 0,1 1-1 0 0,0-2 1 0 0,1 1 0 0 0,1 0-1 0 0,0-1 1 0 0,-1-21 0 0 0,-7-54 31 0 0,10 82 85 0 0,0-4 89 0 0,0 10-107 0 0,0-1 1 0 0,0 1 0 0 0,0 0 0 0 0,0 0 0 0 0,0 0 0 0 0,0 0 0 0 0,0 0-1 0 0,1-1 1 0 0,-1 1 0 0 0,0 0 0 0 0,0 0 0 0 0,0 0 0 0 0,0 0-1 0 0,0 0 1 0 0,0 0 0 0 0,0-1 0 0 0,1 1 0 0 0,-1 0 0 0 0,0 0-1 0 0,0 0 1 0 0,0 0 0 0 0,0 0 0 0 0,0 0 0 0 0,0 0 0 0 0,1 0 0 0 0,-1 0-1 0 0,0 0 1 0 0,0 0 0 0 0,0 0 0 0 0,0 0 0 0 0,1 0 0 0 0,-1 0-1 0 0,0 0 1 0 0,0 0 0 0 0,0 0 0 0 0,0 0 0 0 0,0 0 0 0 0,1 0 0 0 0,-1 0-1 0 0,0 0 1 0 0,0 0 0 0 0,0 0 0 0 0,0 0 0 0 0,0 0 0 0 0,1 0-1 0 0,-1 1 1 0 0,0-1 0 0 0,0 0 0 0 0,0 0 0 0 0,0 0 0 0 0,0 0-1 0 0,0 0 1 0 0,5 4 62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29.5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268 0 8432 0 0,'0'0'10547'0'0,"-4"0"-10389"0"0,-13 1 32 0 0,1 0 0 0 0,0 0 0 0 0,-21 6 0 0 0,20-2 92 0 0,-29 12 1 0 0,21-7-40 0 0,18-8-165 0 0,1 1 0 0 0,0-1 0 0 0,0 1-1 0 0,0 0 1 0 0,0 1 0 0 0,1-1 0 0 0,-11 10-1 0 0,16-13-37 0 0,0 1-1 0 0,0-1 1 0 0,0 1 0 0 0,0-1-1 0 0,0 1 1 0 0,0-1-1 0 0,0 1 1 0 0,0-1-1 0 0,0 1 1 0 0,0-1 0 0 0,0 1-1 0 0,1-1 1 0 0,-1 1-1 0 0,0-1 1 0 0,0 0-1 0 0,0 1 1 0 0,1-1 0 0 0,-1 1-1 0 0,0-1 1 0 0,1 1-1 0 0,-1-1 1 0 0,0 0-1 0 0,1 1 1 0 0,-1-1-1 0 0,0 0 1 0 0,1 1 0 0 0,-1-1-1 0 0,1 0 1 0 0,0 1-1 0 0,0 0-166 0 0,16 16 336 0 0,1-1 0 0 0,1-1 0 0 0,27 17 0 0 0,-38-25-99 0 0,-1 0 0 0 0,1 0-1 0 0,-1 1 1 0 0,-1-1 0 0 0,0 1-1 0 0,0 1 1 0 0,0-1 0 0 0,7 17-1 0 0,-8-16 50 0 0,-4-6-124 0 0,0 0 1 0 0,0 0-1 0 0,0 0 1 0 0,0 0-1 0 0,0 0 1 0 0,-1 0-1 0 0,0 1 1 0 0,0-1-1 0 0,0 0 0 0 0,0 0 1 0 0,0 0-1 0 0,0 0 1 0 0,-1 0-1 0 0,1 0 1 0 0,-1 0-1 0 0,0 0 1 0 0,0 0-1 0 0,0 0 1 0 0,-1 0-1 0 0,1 0 1 0 0,-1 0-1 0 0,1-1 1 0 0,-1 1-1 0 0,-2 2 1 0 0,-3 4 61 0 0,0-1 1 0 0,0 1-1 0 0,-1-2 1 0 0,0 1-1 0 0,-16 11 1 0 0,11-11 41 0 0,-1 0 1 0 0,0-2-1 0 0,-1 1 1 0 0,-17 4 0 0 0,-14 6 192 0 0,40-15-268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0.0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 0 16072 0 0,'0'0'6126'0'0,"-2"6"-5990"0"0,-3 19 73 0 0,2 0 1 0 0,0 0-1 0 0,1 0 0 0 0,3 36 0 0 0,0-27 26 0 0,-2 17 249 0 0,-7 52 0 0 0,8-100-441 0 0,-1-1 1 0 0,2 1-1 0 0,-1 0 0 0 0,0 0 0 0 0,1-1 1 0 0,-1 1-1 0 0,1 0 0 0 0,1 2 0 0 0,3 20 987 0 0,-5-20-529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0.3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267 9 16783 0 0,'0'0'6106'0'0,"-5"-1"-5970"0"0,-4-2-76 0 0,0 2 0 0 0,-1-1 1 0 0,1 1-1 0 0,-1 1 0 0 0,1-1 1 0 0,0 2-1 0 0,-1-1 1 0 0,1 1-1 0 0,-1 1 0 0 0,-13 3 1 0 0,5-1 25 0 0,0-1 1 0 0,-22 0 0 0 0,34-3-62 0 0,1 1 0 0 0,-1 0 0 0 0,1 0 0 0 0,0 1 0 0 0,-1-1 0 0 0,1 1 0 0 0,0 1 0 0 0,0-1 0 0 0,0 0 1 0 0,-4 4-1 0 0,2-2 13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0.9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48 34 16072 0 0,'0'0'5838'0'0,"-2"4"-5549"0"0,0 4-214 0 0,-1 0-1 0 0,1 0 0 0 0,1 0 0 0 0,-1 0 1 0 0,1 0-1 0 0,1 1 0 0 0,0 12 0 0 0,1-6 38 0 0,0-1 0 0 0,1 1 0 0 0,6 24 0 0 0,-5-28-23 0 0,-2 0 1 0 0,1 0-1 0 0,-2 0 1 0 0,1 1 0 0 0,-2 12-1 0 0,0 2 428 0 0,1-26-511 0 0,0 1 0 0 0,0-1-1 0 0,0 0 1 0 0,0 0 0 0 0,0 0 0 0 0,1 1-1 0 0,-1-1 1 0 0,0 0 0 0 0,0 0-1 0 0,0 1 1 0 0,0-1 0 0 0,0 0 0 0 0,0 0-1 0 0,0 0 1 0 0,-1 1 0 0 0,1-1-1 0 0,0 0 1 0 0,0 0 0 0 0,0 0 0 0 0,0 1-1 0 0,0-1 1 0 0,0 0 0 0 0,0 0-1 0 0,0 0 1 0 0,0 0 0 0 0,-1 1 0 0 0,1-1-1 0 0,0 0 1 0 0,0 0 0 0 0,0 0-1 0 0,0 0 1 0 0,-1 0 0 0 0,1 1 0 0 0,0-1-1 0 0,0 0 1 0 0,0 0 0 0 0,0 0-1 0 0,-1 0 1 0 0,1 0 0 0 0,-7-6 120 0 0,-5-12 31 0 0,6 5-91 0 0,1-1-1 0 0,1 1 0 0 0,0-1 1 0 0,0 0-1 0 0,2 0 0 0 0,-3-27 1 0 0,5 37-27 0 0,0 0 1 0 0,1 0-1 0 0,-1 0 1 0 0,1 0 0 0 0,-1 0-1 0 0,1 0 1 0 0,1 0-1 0 0,-1 0 1 0 0,0 0-1 0 0,1 1 1 0 0,0-1 0 0 0,0 0-1 0 0,5-6 1 0 0,-1 2 85 0 0,0 0 0 0 0,1 1 0 0 0,15-13 0 0 0,-14 12-54 0 0,1 1-1 0 0,0 1 1 0 0,0 0-1 0 0,1 0 0 0 0,0 0 1 0 0,0 2-1 0 0,18-7 1 0 0,-22 9-28 0 0,0 1 0 0 0,1 0 1 0 0,-1 0-1 0 0,1 0 0 0 0,0 1 0 0 0,-1 0 1 0 0,1 0-1 0 0,-1 1 0 0 0,1 0 0 0 0,-1 0 1 0 0,1 0-1 0 0,-1 1 0 0 0,10 4 0 0 0,-9-4 44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1.8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270 60 11048 0 0,'0'0'7063'0'0,"0"-3"-6729"0"0,0 1-292 0 0,0 1 1 0 0,0-1 0 0 0,0 1-1 0 0,0-1 1 0 0,-1 1 0 0 0,1-1-1 0 0,-1 1 1 0 0,1-1-1 0 0,-1 1 1 0 0,0 0 0 0 0,1-1-1 0 0,-1 1 1 0 0,0 0 0 0 0,0-1-1 0 0,0 1 1 0 0,0 0 0 0 0,0 0-1 0 0,0 0 1 0 0,0 0-1 0 0,-1 0 1 0 0,1 0 0 0 0,0 0-1 0 0,0 0 1 0 0,-1 1 0 0 0,1-1-1 0 0,-1 0 1 0 0,1 1 0 0 0,0-1-1 0 0,-1 1 1 0 0,1-1-1 0 0,-1 1 1 0 0,1 0 0 0 0,-1 0-1 0 0,0 0 1 0 0,1 0 0 0 0,-1 0-1 0 0,1 0 1 0 0,-1 0-1 0 0,1 0 1 0 0,-3 1 0 0 0,-11 4 136 0 0,2-2-89 0 0,0 1-1 0 0,1 0 1 0 0,-1 1 0 0 0,1 1 0 0 0,-19 11 0 0 0,10-4 73 0 0,14-9-105 0 0,0 1-1 0 0,0-1 1 0 0,0 1 0 0 0,1 0 0 0 0,-1 0 0 0 0,1 1 0 0 0,0 0-1 0 0,1 0 1 0 0,-1 1 0 0 0,-7 12 0 0 0,10-12 28 0 0,0 1 1 0 0,0 1-1 0 0,1-1 1 0 0,0 0-1 0 0,0 0 0 0 0,1 1 1 0 0,0-1-1 0 0,1 1 1 0 0,0 10-1 0 0,0-11 14 0 0,0-1 0 0 0,1 1 0 0 0,0-1 0 0 0,0 1 1 0 0,2 8-1 0 0,-2-14-75 0 0,0 0 0 0 0,0 0 0 0 0,-1 0 0 0 0,1 0 0 0 0,0 0 0 0 0,1 0 1 0 0,-1-1-1 0 0,0 1 0 0 0,0 0 0 0 0,1-1 0 0 0,-1 1 0 0 0,1-1 0 0 0,-1 1 0 0 0,1-1 1 0 0,0 0-1 0 0,0 1 0 0 0,0-1 0 0 0,-1 0 0 0 0,1 0 0 0 0,0-1 0 0 0,0 1 0 0 0,4 1 1 0 0,-1-1 5 0 0,0-1 0 0 0,0 0 1 0 0,0 0-1 0 0,0 0 1 0 0,0-1-1 0 0,0 1 1 0 0,0-1-1 0 0,0-1 1 0 0,0 1-1 0 0,-1 0 0 0 0,1-1 1 0 0,0 0-1 0 0,-1 0 1 0 0,0-1-1 0 0,1 1 1 0 0,-1-1-1 0 0,0 0 0 0 0,0 0 1 0 0,0 0-1 0 0,4-6 1 0 0,1 1 9 0 0,-1-1 1 0 0,0 0 0 0 0,-1-1-1 0 0,0 1 1 0 0,-1-1 0 0 0,0-1-1 0 0,8-16 1 0 0,-10 12 15 0 0,-1 0 1 0 0,0 0 0 0 0,-1 0-1 0 0,0 0 1 0 0,-1 0-1 0 0,-1 0 1 0 0,-3-25 0 0 0,2-6 262 0 0,-2 33-48 0 0,2 14-258 0 0,1-1-1 0 0,-1 0 1 0 0,1 0-1 0 0,-1 0 1 0 0,1 1-1 0 0,-1-1 1 0 0,1 0-1 0 0,-1 0 1 0 0,1 1-1 0 0,-1-1 1 0 0,1 1-1 0 0,-1-1 1 0 0,1 0 0 0 0,0 1-1 0 0,-1-1 1 0 0,1 1-1 0 0,0-1 1 0 0,-1 1-1 0 0,1-1 1 0 0,0 1-1 0 0,0-1 1 0 0,-1 1-1 0 0,1-1 1 0 0,0 1-1 0 0,0 0 1 0 0,-10 19 117 0 0,8-11-85 0 0,0 1 0 0 0,1 0 0 0 0,0-1 0 0 0,0 1 0 0 0,1 0 0 0 0,0 0 0 0 0,1 0 0 0 0,0 0 0 0 0,1-1 0 0 0,4 16 0 0 0,2 1 147 0 0,0-1 0 0 0,22 42 0 0 0,-27-62-147 0 0,0 1 1 0 0,0-1-1 0 0,1 0 0 0 0,0 0 0 0 0,0-1 0 0 0,0 1 1 0 0,1-1-1 0 0,-1 0 0 0 0,1 0 0 0 0,0 0 0 0 0,0-1 1 0 0,1 1-1 0 0,-1-1 0 0 0,1-1 0 0 0,-1 1 0 0 0,13 3 0 0 0,-10-5 25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2.4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230 40 16879 0 0,'0'0'3032'0'0,"1"-4"-2686"0"0,0 0-500 0 0,0-17 2086 0 0,-2 21-1893 0 0,1-1 1 0 0,-1 0-1 0 0,1 1 0 0 0,-1-1 0 0 0,1 0 1 0 0,-1 1-1 0 0,1-1 0 0 0,-1 1 0 0 0,1-1 1 0 0,-1 1-1 0 0,0-1 0 0 0,1 1 1 0 0,-1-1-1 0 0,0 1 0 0 0,0 0 0 0 0,1-1 1 0 0,-1 1-1 0 0,0 0 0 0 0,0 0 1 0 0,1-1-1 0 0,-1 1 0 0 0,0 0 0 0 0,0 0 1 0 0,0 0-1 0 0,1 0 0 0 0,-1 0 0 0 0,0 0 1 0 0,-1 0-1 0 0,-7 0-27 0 0,0 0 0 0 0,0 1 0 0 0,0-1 0 0 0,0 2 0 0 0,1-1 0 0 0,-1 1 0 0 0,0 1 0 0 0,1-1 0 0 0,-11 6 0 0 0,11-4 6 0 0,0-1 24 0 0,0 0 1 0 0,1 1-1 0 0,-1 0 0 0 0,1 1 0 0 0,0 0 1 0 0,0 0-1 0 0,-11 10 0 0 0,14-11-2 0 0,1 0 1 0 0,-1 0-1 0 0,1 1 0 0 0,0-1 1 0 0,1 1-1 0 0,-1-1 1 0 0,1 1-1 0 0,0 0 0 0 0,0 0 1 0 0,0 0-1 0 0,1 0 1 0 0,0 0-1 0 0,-2 10 0 0 0,3-11-6 0 0,-1 1 1 0 0,1-1-1 0 0,0 1 0 0 0,0 0 0 0 0,1-1 0 0 0,-1 1 0 0 0,1 0 1 0 0,0-1-1 0 0,0 1 0 0 0,1-1 0 0 0,-1 0 0 0 0,1 1 0 0 0,0-1 0 0 0,0 0 1 0 0,0 0-1 0 0,1 0 0 0 0,-1 0 0 0 0,1 0 0 0 0,0-1 0 0 0,0 1 1 0 0,1-1-1 0 0,-1 0 0 0 0,1 0 0 0 0,-1 0 0 0 0,1 0 0 0 0,0-1 0 0 0,0 0 1 0 0,0 1-1 0 0,0-1 0 0 0,1-1 0 0 0,-1 1 0 0 0,0-1 0 0 0,6 2 1 0 0,2 0 44 0 0,1 0 1 0 0,0-1-1 0 0,0 0 1 0 0,1-1 0 0 0,-1 0-1 0 0,18-3 1 0 0,19-4 73 0 0,-33 2-113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2.9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16879 0 0,'0'0'5258'0'0,"1"4"-4896"0"0,9 40 20 0 0,5 69 0 0 0,0-2 161 0 0,-10-75-90 0 0,-2 0 0 0 0,-3 39 0 0 0,0-55 404 0 0,0-19-712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3.3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251 21 23263 0 0,'-6'-14'310'0'0,"0"12"-272"0"0,-1 1 1 0 0,1 0 0 0 0,-1 0-1 0 0,1 0 1 0 0,-1 1 0 0 0,0-1-1 0 0,1 2 1 0 0,-11 1 0 0 0,-6-1 57 0 0,9 0-29 0 0,0 0 1 0 0,0 2-1 0 0,1 0 1 0 0,-27 9-1 0 0,-2 0 132 0 0,30-6-59 0 0,9-3-106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3.6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0 15576 0 0,'0'0'3370'0'0,"-1"4"-2902"0"0,-3 7-150 0 0,0-1 0 0 0,1 1 0 0 0,0 1 0 0 0,1-1 0 0 0,-1 19 0 0 0,2 64 755 0 0,2-53-485 0 0,-1-40-561 0 0,0 0-1 0 0,0 0 1 0 0,1 0-1 0 0,-1 0 0 0 0,0 0 1 0 0,0 0-1 0 0,1 0 1 0 0,-1 0-1 0 0,1 0 1 0 0,-1 0-1 0 0,1 0 1 0 0,-1 0-1 0 0,1 0 0 0 0,1 1 1 0 0,-1-1 34 0 0,0 0 1 0 0,-1 0-1 0 0,1 0 1 0 0,0 0-1 0 0,-1 0 1 0 0,1 0-1 0 0,-1 0 1 0 0,1 1-1 0 0,-1-1 0 0 0,1 0 1 0 0,-1 0-1 0 0,0 0 1 0 0,0 1-1 0 0,1-1 1 0 0,-1 2-1 0 0,0 4 543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4.0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17183 0 0,'0'0'8856'0'0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4.6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288 158 14872 0 0,'0'0'8457'0'0,"0"4"-8420"0"0,0 2-36 0 0,1 0 31 0 0,-1 1 0 0 0,0-1 0 0 0,0 1 1 0 0,-1-1-1 0 0,0 0 0 0 0,0 0 1 0 0,-1 1-1 0 0,1-1 0 0 0,-1 0 1 0 0,-6 11-1 0 0,-2-1 93 0 0,9-13-104 0 0,-1-1 0 0 0,1 0-1 0 0,0 1 1 0 0,-1-1 0 0 0,0 0-1 0 0,0 1 1 0 0,1-1 0 0 0,-1 0 0 0 0,0 0-1 0 0,-1-1 1 0 0,1 1 0 0 0,0 0-1 0 0,-1-1 1 0 0,1 1 0 0 0,0-1-1 0 0,-1 0 1 0 0,0 0 0 0 0,1 0 0 0 0,-1 0-1 0 0,-3 0 1 0 0,-1 1 29 0 0,-1 0 0 0 0,0-1 0 0 0,0 0 0 0 0,0 0 0 0 0,0-1 0 0 0,-11-1 0 0 0,14 0-22 0 0,0 0 0 0 0,0 0 0 0 0,0-1 0 0 0,1 1 0 0 0,-1-1 0 0 0,0 0 0 0 0,1-1 0 0 0,-1 1 0 0 0,1-1 0 0 0,-1 0 1 0 0,-3-3-1 0 0,-2-2 32 0 0,0 0 1 0 0,1 0 0 0 0,0-1-1 0 0,0 0 1 0 0,1-1 0 0 0,0 0-1 0 0,-9-15 1 0 0,15 19 11 0 0,0 0 1 0 0,0-1-1 0 0,1 1 0 0 0,0-1 1 0 0,0 1-1 0 0,1-1 1 0 0,0 0-1 0 0,0 1 0 0 0,1-8 1 0 0,-1 12-50 0 0,1 0 0 0 0,-1 0 0 0 0,1 0 0 0 0,-1 0 1 0 0,1 0-1 0 0,0 0 0 0 0,0 0 0 0 0,0 0 0 0 0,0 0 0 0 0,0 0 0 0 0,1 1 0 0 0,-1-1 1 0 0,0 0-1 0 0,4-2 0 0 0,1-3 26 0 0,-1 0 1 0 0,0 1 0 0 0,1-1 1 0 0,0 1-1 0 0,1 0 0 0 0,-1 0 1 0 0,1 1-1 0 0,0 0 0 0 0,0 0 1 0 0,1 0-1 0 0,0 1 0 0 0,-1 1 0 0 0,1-1 1 0 0,1 1-1 0 0,-1 0 0 0 0,0 1 1 0 0,1 0-1 0 0,16-2 0 0 0,-20 4 7 0 0,1 0 1 0 0,0 1-1 0 0,-1-1 0 0 0,1 1 1 0 0,-1 0-1 0 0,1 1 0 0 0,-1-1 1 0 0,1 1-1 0 0,-1 0 0 0 0,9 6 1 0 0,-10-6-28 0 0,0 1 1 0 0,0-1 0 0 0,-1 1-1 0 0,1 0 1 0 0,-1 0-1 0 0,0 1 1 0 0,0-1 0 0 0,0 1-1 0 0,0-1 1 0 0,-1 1-1 0 0,5 7 1 0 0,-3 0 34 0 0,0 0 0 0 0,-1 0 0 0 0,3 15 0 0 0,-4-14-35 0 0,2 2 34 0 0,-1 0 0 0 0,-1 1 0 0 0,0 0 0 0 0,-1-1 0 0 0,0 1 0 0 0,-3 23 0 0 0,2 10 169 0 0,0-47-202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5.5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14 18895 0 0,'0'0'2192'0'0,"3"-2"-2017"0"0,7-3-220 0 0,3-1 2930 0 0,-13 8-2861 0 0,-1 0 1 0 0,0 0-1 0 0,1 0 1 0 0,-1 0-1 0 0,1 0 0 0 0,0 0 1 0 0,0 0-1 0 0,0 0 1 0 0,0 0-1 0 0,0 0 0 0 0,0 4 1 0 0,1-2 18 0 0,-1 12 41 0 0,-1 0-2 0 0,1 0-1 0 0,1 0 0 0 0,1 0 0 0 0,6 30 1 0 0,15 57 454 0 0,-23-47 432 0 0,0-56-964 0 0,0 0 1 0 0,0 0-1 0 0,0 0 1 0 0,0 0-1 0 0,-1 0 1 0 0,1 0-1 0 0,0 0 1 0 0,0 1 0 0 0,0-1-1 0 0,0 0 1 0 0,0 0-1 0 0,-1 0 1 0 0,1 0-1 0 0,0 0 1 0 0,0 0-1 0 0,0 0 1 0 0,0 0 0 0 0,0 0-1 0 0,-1 0 1 0 0,1 0-1 0 0,0 0 1 0 0,0 0-1 0 0,0 0 1 0 0,0 0 0 0 0,-1 0-1 0 0,1 0 1 0 0,0 0-1 0 0,0 0 1 0 0,0 0-1 0 0,0 0 1 0 0,0 0-1 0 0,-1 0 1 0 0,1-1 0 0 0,0 1-1 0 0,0 0 1 0 0,0 0-1 0 0,0 0 1 0 0,0 0-1 0 0,0 0 1 0 0,-1 0 0 0 0,1 0-1 0 0,0-1 1 0 0,0 1-1 0 0,0 0 1 0 0,0 0-1 0 0,0 0 1 0 0,0 0-1 0 0,0 0 1 0 0,0-1 0 0 0,0 1-1 0 0,0 0 1 0 0,0 0-1 0 0,0 0 1 0 0,0 0-1 0 0,0-1 1 0 0,-7-6 140 0 0,3-2-95 0 0,1 0 0 0 0,0 0 1 0 0,1 0-1 0 0,0 0 1 0 0,0 0-1 0 0,1 0 0 0 0,0-18 1 0 0,-3-16 136 0 0,3 38-146 0 0,0-1 0 0 0,1 0 0 0 0,0 1 0 0 0,0-1 0 0 0,0 0 0 0 0,1 0 0 0 0,-1 1 0 0 0,1-1 0 0 0,1 0 0 0 0,-1 1 0 0 0,1-1 0 0 0,0 1 0 0 0,0 0 0 0 0,1 0 0 0 0,-1-1 0 0 0,1 1 0 0 0,6-6-1 0 0,-4 4 18 0 0,1 2-1 0 0,0-1 0 0 0,0 1 0 0 0,1-1 0 0 0,-1 2 0 0 0,14-8 0 0 0,-16 9-30 0 0,0 1-1 0 0,0 0 1 0 0,0 0-1 0 0,0 0 1 0 0,1 0-1 0 0,-1 1 0 0 0,1 0 1 0 0,-1 0-1 0 0,1 0 1 0 0,-1 0-1 0 0,1 1 0 0 0,-1-1 1 0 0,1 1-1 0 0,-1 0 1 0 0,9 2-1 0 0,-9 0-15 0 0,0 0 1 0 0,0 0-1 0 0,0 1 0 0 0,-1-1 1 0 0,1 1-1 0 0,-1 0 0 0 0,0 0 0 0 0,0 0 1 0 0,0 0-1 0 0,3 5 0 0 0,-3-5-7 0 0,0 3 3 0 0,1-1 0 0 0,-2 1 0 0 0,1 0 0 0 0,-1 0 0 0 0,0 1 0 0 0,0-1 1 0 0,-1 0-1 0 0,0 1 0 0 0,0-1 0 0 0,0 10 0 0 0,4 15 11 0 0,7 35 33 0 0,13 51 42 0 0,-23-87-31 0 0,-2-20-36 0 0,0-9-18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36.1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10952 0 0,'0'0'8815'0'0,"0"5"-8765"0"0,0 3-34 0 0,0 0 0 0 0,0 0 0 0 0,1 0 0 0 0,0 0 0 0 0,0 0 0 0 0,5 15 0 0 0,7 19-16 0 0,-10-38-2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41.0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79 17 96 0 0,'0'0'21105'0'0,"-2"3"-20869"0"0,0 8 289 0 0,1-1 0 0 0,0 1 0 0 0,0 11 0 0 0,1-22-373 0 0,-2 0-74 0 0,-1-1 1 0 0,1 0 0 0 0,0 1 0 0 0,-1-1-1 0 0,1 0 1 0 0,0 0 0 0 0,0-1 0 0 0,0 1 0 0 0,0 0-1 0 0,0-1 1 0 0,0 1 0 0 0,-3-4 0 0 0,5 5-46 0 0,-1-1 0 0 0,0 1 0 0 0,0-1 0 0 0,1 0 0 0 0,-1 1 0 0 0,1-1 0 0 0,-1 0 0 0 0,0 1 0 0 0,1-1 0 0 0,-1 0 0 0 0,1 0 0 0 0,-1 1 0 0 0,1-1 0 0 0,0 0 0 0 0,-1 0 0 0 0,1 0 0 0 0,0 0 0 0 0,0 1 0 0 0,0-1 0 0 0,-1 0 0 0 0,1 0 0 0 0,0 0 0 0 0,0 0 0 0 0,0 0 0 0 0,0 0 1 0 0,1 0-1 0 0,-1 0 0 0 0,0 1 0 0 0,0-1 0 0 0,0 0 0 0 0,1 0 0 0 0,-1 0 0 0 0,0 0 0 0 0,1 0 0 0 0,0 0 0 0 0,0 0-7 0 0,-1 0-1 0 0,1 1 1 0 0,0-1 0 0 0,0 0-1 0 0,0 1 1 0 0,-1-1 0 0 0,1 1-1 0 0,0-1 1 0 0,0 1 0 0 0,0 0 0 0 0,0-1-1 0 0,0 1 1 0 0,0 0 0 0 0,0 0-1 0 0,0 0 1 0 0,0 0 0 0 0,0 0-1 0 0,0 0 1 0 0,0 0 0 0 0,0 0-1 0 0,0 0 1 0 0,0 0 0 0 0,0 0 0 0 0,-1 0-1 0 0,1 1 1 0 0,0-1 0 0 0,0 0-1 0 0,0 1 1 0 0,0-1 0 0 0,0 1-1 0 0,0-1 1 0 0,-1 1 0 0 0,2 0-1 0 0,0 0 16 0 0,-1 1-1 0 0,0-1 0 0 0,1 0 0 0 0,-1 0 0 0 0,0 1 0 0 0,0-1 0 0 0,0 0 0 0 0,0 1 0 0 0,0 0 0 0 0,0-1 0 0 0,-1 1 0 0 0,1-1 0 0 0,0 1 0 0 0,-1 0 0 0 0,1-1 0 0 0,-1 1 0 0 0,1 3 0 0 0,-1-4-15 0 0,-1 0 0 0 0,1 0 0 0 0,0 0 0 0 0,0 0-1 0 0,0 0 1 0 0,-1 0 0 0 0,1 0 0 0 0,0 0-1 0 0,-1 0 1 0 0,1 0 0 0 0,-1 0 0 0 0,1 0-1 0 0,-1 0 1 0 0,0 0 0 0 0,1 0 0 0 0,-1-1-1 0 0,0 1 1 0 0,1 0 0 0 0,-1 0 0 0 0,0-1-1 0 0,0 1 1 0 0,0-1 0 0 0,-1 2 0 0 0,-26 8 362 0 0,9-4-155 0 0,19-5-214 0 0,-1-1 0 0 0,1 0 1 0 0,-1 0-1 0 0,0 0 1 0 0,1 1-1 0 0,-1-1 0 0 0,1 0 1 0 0,-1 0-1 0 0,1 0 0 0 0,-1 0 1 0 0,1 0-1 0 0,-1 0 0 0 0,0 0 1 0 0,1 0-1 0 0,-1 0 0 0 0,1 0 1 0 0,-1 0-1 0 0,1 0 0 0 0,-1-1 1 0 0,1 1-1 0 0,-1 0 0 0 0,1 0 1 0 0,-1-1-1 0 0,1 1 0 0 0,-1 0 1 0 0,1 0-1 0 0,-1-1 0 0 0,1 1 1 0 0,-1-1-1 0 0,1 1 0 0 0,0 0 1 0 0,-1-2-1 0 0,-4-1 65 0 0,6 1-60 0 0,1 1 0 0 0,-1-1 0 0 0,0 1 0 0 0,0 0 0 0 0,1-1 0 0 0,-1 1 0 0 0,1 0 1 0 0,-1 0-1 0 0,1 0 0 0 0,-1 0 0 0 0,1 0 0 0 0,3-2 0 0 0,-2 2-2 0 0,66-51 148 0 0,-47 37-138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41.8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 53 16280 0 0,'0'0'6822'0'0,"0"31"-6529"0"0,3-19-153 0 0,4-16-87 0 0,10-18 258 0 0,-15 19-144 0 0,-15 9 296 0 0,13-6-436 0 0,-1 1 1 0 0,1 0 0 0 0,-1 0-1 0 0,1-1 1 0 0,-1 1-1 0 0,1 0 1 0 0,-1-1 0 0 0,1 1-1 0 0,-1 0 1 0 0,0-1 0 0 0,1 1-1 0 0,-1-1 1 0 0,0 1 0 0 0,0-1-1 0 0,1 1 1 0 0,-1-1 0 0 0,0 0-1 0 0,0 1 1 0 0,0-1 0 0 0,1 0-1 0 0,-1 0 1 0 0,0 0-1 0 0,0 0 1 0 0,0 1 0 0 0,0-1-1 0 0,-1 0 1 0 0,-19-10 468 0 0,6 2-130 0 0,15 7-351 0 0,0 1 0 0 0,-1 0 1 0 0,1 0-1 0 0,0-1 1 0 0,-1 1-1 0 0,1 0 0 0 0,0-1 1 0 0,0 1-1 0 0,0 0 1 0 0,-1-1-1 0 0,1 1 1 0 0,0 0-1 0 0,0-1 0 0 0,0 1 1 0 0,0 0-1 0 0,0-1 1 0 0,-1 1-1 0 0,1-1 0 0 0,0 1 1 0 0,0 0-1 0 0,0-1 1 0 0,0 1-1 0 0,0 0 1 0 0,0-1-1 0 0,0 1 0 0 0,0-1 1 0 0,0 1-1 0 0,1 0 1 0 0,-1-1-1 0 0,0 1 0 0 0,0-1 1 0 0,4-10 174 0 0,-4 11-172 0 0,1-2 19 0 0,-1 0 1 0 0,1 0 0 0 0,0 0-1 0 0,0 0 1 0 0,0 0 0 0 0,0 0-1 0 0,0 1 1 0 0,0-1-1 0 0,1 0 1 0 0,-1 1 0 0 0,1-1-1 0 0,-1 1 1 0 0,1 0 0 0 0,-1-1-1 0 0,1 1 1 0 0,0 0-1 0 0,0 0 1 0 0,-1 0 0 0 0,1 0-1 0 0,0 0 1 0 0,0 0 0 0 0,2 0-1 0 0,2-3 109 0 0,-6 3-135 0 0,0 1 0 0 0,1 0-1 0 0,-1-1 1 0 0,0 1-1 0 0,1 0 1 0 0,-1-1 0 0 0,0 1-1 0 0,1 0 1 0 0,-1 0 0 0 0,0-1-1 0 0,1 1 1 0 0,-1 0 0 0 0,0 0-1 0 0,1 0 1 0 0,-1-1 0 0 0,1 1-1 0 0,-1 0 1 0 0,1 0 0 0 0,-1 0-1 0 0,0 0 1 0 0,1 0 0 0 0,-1 0-1 0 0,1 0 1 0 0,-1 0-1 0 0,1 0 1 0 0,-1 0 0 0 0,0 0-1 0 0,1 0 1 0 0,-1 0 0 0 0,1 0-1 0 0,-1 1 1 0 0,1-1 0 0 0,-1 0-1 0 0,0 0 1 0 0,1 0 0 0 0,-1 1-1 0 0,0-1 1 0 0,1 0 0 0 0,-1 0-1 0 0,0 1 1 0 0,1-1 0 0 0,-1 0-1 0 0,0 1 1 0 0,1 0-1 0 0,0-1 17 0 0,0 1 0 0 0,0 0 0 0 0,0 0 0 0 0,0 0-1 0 0,0 0 1 0 0,0 0 0 0 0,0 0 0 0 0,0 0-1 0 0,-1 0 1 0 0,1 0 0 0 0,0 0 0 0 0,-1 0-1 0 0,1 1 1 0 0,-1-1 0 0 0,1 0 0 0 0,-1 0 0 0 0,1 1-1 0 0,-1-1 1 0 0,0 0 0 0 0,0 1 0 0 0,0-1-1 0 0,0 0 1 0 0,0 1 0 0 0,0-1 0 0 0,0 0-1 0 0,0 1 1 0 0,0-1 0 0 0,-1 0 0 0 0,1 1 0 0 0,0-1-1 0 0,-1 0 1 0 0,1 0 0 0 0,-1 0 0 0 0,0 1-1 0 0,1-1 1 0 0,-1 0 0 0 0,0 0 0 0 0,0 0-1 0 0,0 0 1 0 0,0 0 0 0 0,1 0 0 0 0,-1 0 0 0 0,-1 0-1 0 0,1-1 1 0 0,0 1 0 0 0,0 0 0 0 0,0 0-1 0 0,0-1 1 0 0,0 1 0 0 0,-1-1 0 0 0,-1 1-1 0 0,-35 21 701 0 0,38-22-723 0 0,0 0-1 0 0,0 0 1 0 0,0 0 0 0 0,0 1-1 0 0,-1-1 1 0 0,1 0-1 0 0,0 0 1 0 0,0 0 0 0 0,0 0-1 0 0,0 0 1 0 0,0 0 0 0 0,0 0-1 0 0,0 0 1 0 0,0 0 0 0 0,0 0-1 0 0,-1 0 1 0 0,1 0-1 0 0,0 0 1 0 0,0 0 0 0 0,0 0-1 0 0,0 0 1 0 0,0 0 0 0 0,0 0-1 0 0,0 0 1 0 0,0 0-1 0 0,0 0 1 0 0,-1 0 0 0 0,1 0-1 0 0,0 0 1 0 0,0 0 0 0 0,0-1-1 0 0,0 1 1 0 0,0 0-1 0 0,0 0 1 0 0,0 0 0 0 0,0 0-1 0 0,0 0 1 0 0,0 0 0 0 0,0 0-1 0 0,0 0 1 0 0,-1 0-1 0 0,1 0 1 0 0,0 0 0 0 0,0-1-1 0 0,0 1 1 0 0,0 0 0 0 0,0 0-1 0 0,0 0 1 0 0,0 0 0 0 0,0 0-1 0 0,0 0 1 0 0,0 0-1 0 0,0 0 1 0 0,0-1 0 0 0,0 1-1 0 0,0 0 1 0 0,0 0 0 0 0,5-6 82 0 0,6 1 12 0 0,0 3-45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1:42.4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11048 0 0,'0'0'9567'0'0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00.5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241 2 7432 0 0,'0'0'6517'0'0,"-3"0"-6338"0"0,-3 0-254 0 0,4-1 156 0 0,1 1 1 0 0,-1 0-1 0 0,0 0 1 0 0,0 0-1 0 0,1 0 0 0 0,-1 0 1 0 0,0 0-1 0 0,0 0 1 0 0,0 0-1 0 0,1 1 0 0 0,-1-1 1 0 0,0 1-1 0 0,1 0 1 0 0,-1-1-1 0 0,0 1 0 0 0,1 0 1 0 0,-1 0-1 0 0,-1 1 1 0 0,2-1-3 0 0,-1 1 1 0 0,0-1 0 0 0,0 1 0 0 0,0-1 0 0 0,1 0 0 0 0,-1 0 0 0 0,-1 0 0 0 0,1 0 0 0 0,0 0 0 0 0,0 0 0 0 0,0-1 0 0 0,0 1 0 0 0,0-1 0 0 0,-1 1 0 0 0,1-1 0 0 0,0 0 0 0 0,0 0 0 0 0,-1 0 0 0 0,-2 0 0 0 0,-16 1 490 0 0,-21 16 166 0 0,38-16-603 0 0,0 0 0 0 0,0 1 0 0 0,0-1 0 0 0,0 1 0 0 0,0 0 0 0 0,0 0 0 0 0,0 1 0 0 0,0-1 0 0 0,1 1 0 0 0,-7 5 0 0 0,10-7-110 0 0,-7 4 142 0 0,4-3-74 0 0,0 0 1 0 0,0 1 0 0 0,0 0-1 0 0,0-1 1 0 0,1 1-1 0 0,-1 0 1 0 0,1 0 0 0 0,0 1-1 0 0,0-1 1 0 0,0 0 0 0 0,-3 7-1 0 0,5-8-51 0 0,-1 0-1 0 0,1 1 1 0 0,0-1-1 0 0,0 1 1 0 0,0-1-1 0 0,0 1 0 0 0,0-1 1 0 0,0 1-1 0 0,1-1 1 0 0,-1 1-1 0 0,1-1 1 0 0,0 0-1 0 0,0 3 1 0 0,5 21 161 0 0,-6-22-166 0 0,0 0 1 0 0,1 0-1 0 0,0 0 1 0 0,0 0-1 0 0,0-1 1 0 0,0 1-1 0 0,1 0 1 0 0,-1-1-1 0 0,1 1 0 0 0,0-1 1 0 0,0 1-1 0 0,0-1 1 0 0,0 0-1 0 0,1 0 1 0 0,0 0-1 0 0,-1 0 1 0 0,5 3-1 0 0,8 2 107 0 0,-6-2-52 0 0,0 0-1 0 0,1-1 1 0 0,-1-1 0 0 0,1 1 0 0 0,0-2 0 0 0,0 1-1 0 0,0-1 1 0 0,1-1 0 0 0,-1 0 0 0 0,18 1 0 0 0,-24-3-52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01.4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0 13560 0 0,'0'0'6479'0'0,"0"4"-6472"0"0,0 13 31 0 0,0 1 0 0 0,-2 0 0 0 0,0 0 1 0 0,-9 31-1 0 0,7-29 253 0 0,0 0 0 0 0,1 1 1 0 0,1 0-1 0 0,1-1 0 0 0,2 23 1 0 0,-1-17 738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02.2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0 11760 0 0,'0'0'5535'0'0,"-4"0"-5527"0"0,-10 0 0 0 0,10 0 72 0 0,4 0-74 0 0,-1 0-1 0 0,0 0 1 0 0,1 0-1 0 0,-1 1 0 0 0,1-1 1 0 0,-1 0-1 0 0,1 0 0 0 0,-1 0 1 0 0,0 0-1 0 0,1 0 0 0 0,-1 1 1 0 0,1-1-1 0 0,-1 0 1 0 0,1 0-1 0 0,-1 1 0 0 0,1-1 1 0 0,-1 0-1 0 0,1 1 0 0 0,-1-1 1 0 0,1 1-1 0 0,0-1 0 0 0,-1 1 1 0 0,1-1-1 0 0,0 1 1 0 0,-1-1-1 0 0,1 1 0 0 0,0-1 1 0 0,-1 2-1 0 0,-1 16 339 0 0,2-17-260 0 0,0-2-20 0 0,0 1 0 0 0,-1 0 0 0 0,1 0 0 0 0,0 0 0 0 0,-1 0 0 0 0,1-1-1 0 0,0 1 1 0 0,0 0 0 0 0,-1 0 0 0 0,1 0 0 0 0,0 0 0 0 0,-1 0-1 0 0,1 0 1 0 0,0 0 0 0 0,-1 0 0 0 0,1 0 0 0 0,0 0 0 0 0,-1 0-1 0 0,1 0 1 0 0,0 0 0 0 0,-1 0 0 0 0,1 0 0 0 0,0 0 0 0 0,0 0-1 0 0,-1 0 1 0 0,1 1 0 0 0,0-1 0 0 0,-1 0 0 0 0,10-3 1231 0 0,-4 1-1235 0 0,1 0 1 0 0,0 0-1 0 0,0 1 1 0 0,0 0-1 0 0,0 0 0 0 0,0 0 1 0 0,7 1-1 0 0,15-3 70 0 0,-18 1-52 0 0,-1 0 0 0 0,1 1 0 0 0,0 0 0 0 0,0 1 0 0 0,-1 0 0 0 0,1 0 0 0 0,13 3 0 0 0,-1 5 91 0 0,-20-6-154 0 0,1-1 0 0 0,-1 0 1 0 0,1 0-1 0 0,0 0 1 0 0,-1 0-1 0 0,1-1 1 0 0,0 1-1 0 0,0-1 1 0 0,3 1-1 0 0,2-1 38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05.6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 96 0 0,'0'0'15045'0'0,"4"0"-15026"0"0,28 1 32 0 0,50-2 344 0 0,-73-1-289 0 0,1 0-1 0 0,-1-1 0 0 0,0 0 1 0 0,0 0-1 0 0,-1-1 0 0 0,1 0 0 0 0,8-6 1 0 0,-7 0 215 0 0,-10 9-293 0 0,1 0 0 0 0,-1 1 0 0 0,1-1-1 0 0,0 0 1 0 0,-1 0 0 0 0,1 1 0 0 0,0-1-1 0 0,0 0 1 0 0,-1 1 0 0 0,1-1 0 0 0,0 1 0 0 0,0-1-1 0 0,0 1 1 0 0,0-1 0 0 0,0 1 0 0 0,0 0-1 0 0,1-1 1 0 0,-1 1 205 0 0,-20-12 46 0 0,13 10-251 0 0,-1 0 0 0 0,1 0 1 0 0,-1 1-1 0 0,0 0 0 0 0,1 0 0 0 0,-1 1 0 0 0,0-1 0 0 0,1 2 0 0 0,-10 0 1 0 0,-33-2 106 0 0,37 0-74 0 0,-1-1-1 0 0,-19 2 0 0 0,25 0-33 0 0,3 0-3 0 0,4 0-24 0 0,-1 0 0 0 0,1 0 0 0 0,0 1 0 0 0,-1-1 0 0 0,1 0 0 0 0,-1 0 0 0 0,1 0 0 0 0,-1 1 0 0 0,1-1 0 0 0,-1 0 0 0 0,1 1 0 0 0,0-1 0 0 0,-1 0 0 0 0,1 1 0 0 0,0-1 0 0 0,-1 0 0 0 0,1 1 0 0 0,0-1 0 0 0,0 1 0 0 0,-1-1 0 0 0,1 0 0 0 0,0 1 0 0 0,0-1 0 0 0,-1 1 0 0 0,1-1 0 0 0,0 1 0 0 0,0-1 0 0 0,0 1 0 0 0,0-1 0 0 0,0 1 0 0 0,0-1 0 0 0,0 1 0 0 0,0-1 0 0 0,0 1 0 0 0,0-1 0 0 0,0 1 0 0 0,3 16 0 0 0,-2-10 4 0 0,1 1 0 0 0,-1-1 0 0 0,0 1 0 0 0,-1-1 0 0 0,0 1 0 0 0,0-1-1 0 0,-3 14 1 0 0,1 13 4 0 0,2 142 1433 0 0,0-175-1377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05.9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17879 0 0,'0'0'394'0'0,"0"19"-205"0"0,1-14-149 0 0,0 0 0 0 0,0 0 0 0 0,0 0 0 0 0,0 0 0 0 0,4 9 0 0 0,3 10 123 0 0,-6-14-99 0 0,6 23 80 0 0,-8-32-135 0 0,0 1 1 0 0,1-1-1 0 0,-1 1 1 0 0,1-1-1 0 0,0 1 1 0 0,-1-1-1 0 0,1 1 1 0 0,0-1-1 0 0,0 0 1 0 0,0 1-1 0 0,0-1 1 0 0,0 0-1 0 0,0 0 1 0 0,2 2-1 0 0,3-1 15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06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78 9536 0 0,'0'0'4480'0'0,"0"3"-4423"0"0,0 0-45 0 0,0-1 0 0 0,0 1 0 0 0,0 0 0 0 0,1-1 1 0 0,-1 1-1 0 0,1-1 0 0 0,0 1 0 0 0,0-1 0 0 0,2 4 0 0 0,-3-5-10 0 0,1 0 0 0 0,-1-1-1 0 0,1 1 1 0 0,-1 0 0 0 0,1-1-1 0 0,0 1 1 0 0,-1-1 0 0 0,1 1-1 0 0,0-1 1 0 0,0 1 0 0 0,-1-1-1 0 0,1 1 1 0 0,0-1 0 0 0,0 0-1 0 0,0 0 1 0 0,-1 1-1 0 0,1-1 1 0 0,0 0 0 0 0,0 0-1 0 0,0 0 1 0 0,0 0 0 0 0,0 0-1 0 0,-1 0 1 0 0,1 0 0 0 0,0 0-1 0 0,0 0 1 0 0,0 0 0 0 0,0 0-1 0 0,-1-1 1 0 0,1 1 0 0 0,0 0-1 0 0,0-1 1 0 0,0 1 0 0 0,-1 0-1 0 0,1-1 1 0 0,0 1 0 0 0,0-1-1 0 0,-1 1 1 0 0,1-1 0 0 0,0-1-1 0 0,3 1 20 0 0,-1-1-1 0 0,0-1 1 0 0,1 1-1 0 0,-1 0 1 0 0,0-1-1 0 0,-1 1 1 0 0,1-1-1 0 0,0 0 1 0 0,-1 0-1 0 0,1 0 1 0 0,-1 0-1 0 0,0-1 1 0 0,0 1-1 0 0,-1-1 1 0 0,1 1 0 0 0,0-1-1 0 0,0-4 1 0 0,3-6 206 0 0,3-15 142 0 0,-8 28-350 0 0,0 1 0 0 0,0-1 0 0 0,0 1 1 0 0,0-1-1 0 0,0 1 0 0 0,0-1 0 0 0,0 1 1 0 0,-1-1-1 0 0,1 1 0 0 0,0-1 0 0 0,0 1 1 0 0,-1-1-1 0 0,1 1 0 0 0,0 0 0 0 0,-1-1 1 0 0,1 1-1 0 0,0-1 0 0 0,-1 1 1 0 0,1 0-1 0 0,0-1 0 0 0,-1 1 0 0 0,1 0 1 0 0,-1 0-1 0 0,1-1 0 0 0,-1 1 0 0 0,1 0 1 0 0,-1 0-1 0 0,1 0 0 0 0,-1-1 0 0 0,1 1 1 0 0,-1 0-1 0 0,1 0 0 0 0,-1 0 1 0 0,1 0-1 0 0,-1 0 0 0 0,1 0 0 0 0,-1 0 1 0 0,1 0-1 0 0,-2 0 0 0 0,-17 6 239 0 0,6 2-161 0 0,1 1-1 0 0,0 1 1 0 0,0 0 0 0 0,1 1 0 0 0,0 0 0 0 0,1 1 0 0 0,1 0 0 0 0,0 0 0 0 0,0 1 0 0 0,1 0 0 0 0,1 1 0 0 0,0 0 0 0 0,1 0 0 0 0,1 0 0 0 0,-6 23 0 0 0,10-36-78 0 0,0 1-1 0 0,1 0 1 0 0,0 0-1 0 0,-1 0 0 0 0,1 1 1 0 0,0-1-1 0 0,0 0 0 0 0,0 0 1 0 0,0 0-1 0 0,0 0 0 0 0,1 0 1 0 0,-1 0-1 0 0,1 0 1 0 0,-1 0-1 0 0,1 0 0 0 0,0 0 1 0 0,-1 0-1 0 0,1-1 0 0 0,0 1 1 0 0,0 0-1 0 0,1 0 1 0 0,-1-1-1 0 0,0 1 0 0 0,0-1 1 0 0,1 1-1 0 0,-1-1 0 0 0,1 1 1 0 0,0-1-1 0 0,-1 0 0 0 0,1 0 1 0 0,0 0-1 0 0,-1 0 1 0 0,1 0-1 0 0,0 0 0 0 0,0 0 1 0 0,0-1-1 0 0,0 1 0 0 0,0-1 1 0 0,2 1-1 0 0,2 0 10 0 0,-1 0 0 0 0,1-1 0 0 0,-1 0-1 0 0,0 0 1 0 0,1 0 0 0 0,-1-1 0 0 0,1 1 0 0 0,-1-1-1 0 0,0-1 1 0 0,1 1 0 0 0,-1-1 0 0 0,0 0 0 0 0,0 0 0 0 0,5-3-1 0 0,-2-2 5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07.3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77 117 10952 0 0,'0'0'1944'0'0,"3"0"-1486"0"0,8 0 139 0 0,4 0-54 0 0,0 0 0 0 0,0 0 0 0 0,0-2 0 0 0,0 0 1 0 0,0 0-1 0 0,28-10 0 0 0,-42 12-519 0 0,1 0 0 0 0,-1-1 0 0 0,0 1 1 0 0,0-1-1 0 0,0 1 0 0 0,1-1 0 0 0,-1 1 1 0 0,0-1-1 0 0,0 0 0 0 0,0 0 0 0 0,0 1 0 0 0,0-1 1 0 0,0 0-1 0 0,0 0 0 0 0,0 0 0 0 0,0 0 0 0 0,-1 0 1 0 0,1 0-1 0 0,0 0 0 0 0,-1 0 0 0 0,1-1 1 0 0,-1 1-1 0 0,1-2 0 0 0,-1 1 9 0 0,0 0 0 0 0,-1 1 0 0 0,1-1 0 0 0,-1 0 0 0 0,1 0 1 0 0,-1 1-1 0 0,0-1 0 0 0,0 0 0 0 0,0 1 0 0 0,0-1 0 0 0,0 1 0 0 0,0-1 0 0 0,0 1 0 0 0,-1 0 1 0 0,1-1-1 0 0,-2 0 0 0 0,-5-4 49 0 0,0 1-1 0 0,-1 0 1 0 0,1 0 0 0 0,-1 1 0 0 0,0 0-1 0 0,0 1 1 0 0,0 0 0 0 0,-14-3 0 0 0,4 1 86 0 0,16 4-145 0 0,1 0 1 0 0,-1 1-1 0 0,1-1 1 0 0,-1 1-1 0 0,1 0 1 0 0,-1-1-1 0 0,1 1 1 0 0,-1 1-1 0 0,1-1 1 0 0,-1 0-1 0 0,1 0 1 0 0,-1 1-1 0 0,1-1 1 0 0,0 1-1 0 0,-1 0 1 0 0,1 0-1 0 0,0 0 1 0 0,-1 0-1 0 0,1 0 1 0 0,-3 3-1 0 0,-8 5 42 0 0,8-7-57 0 0,-11-2-1 0 0,15 0-15 0 0,0 11-287 0 0,-1-4 298 0 0,0-1 0 0 0,0 1-1 0 0,0 0 1 0 0,1 0 0 0 0,0 0-1 0 0,1 0 1 0 0,0 12 0 0 0,-2 17 6 0 0,-16 180 784 0 0,18-215-738 0 0,10-4 162 0 0,-9 3-113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07.9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13 14064 0 0,'0'0'1386'0'0,"4"4"-1219"0"0,11 10-34 0 0,-14-12 30 0 0,0 0 0 0 0,0 0 0 0 0,-1 0 0 0 0,1 0-1 0 0,-1 0 1 0 0,1 0 0 0 0,-1 0 0 0 0,1 0 0 0 0,-1 0-1 0 0,0 0 1 0 0,0 0 0 0 0,0 0 0 0 0,0 0 0 0 0,-1 0 0 0 0,0 3-1 0 0,1 1-91 0 0,0-3 30 0 0,0 5 140 0 0,0 0 1 0 0,-1 0-1 0 0,1 0 0 0 0,-4 13 1 0 0,3-19-224 0 0,0 0 1 0 0,1 0 0 0 0,-1 0 0 0 0,0 0 0 0 0,0 0-1 0 0,0 0 1 0 0,-1 0 0 0 0,1-1 0 0 0,0 1 0 0 0,-1 0-1 0 0,1-1 1 0 0,-1 1 0 0 0,1-1 0 0 0,-1 1 0 0 0,0-1-1 0 0,0 0 1 0 0,1 0 0 0 0,-1 0 0 0 0,0 0 0 0 0,0 0-1 0 0,0 0 1 0 0,-2 0 0 0 0,1 0-9 0 0,0 0-1 0 0,0-1 1 0 0,0 1 0 0 0,0-1-1 0 0,0 1 1 0 0,0-1 0 0 0,0 0-1 0 0,0 0 1 0 0,0-1 0 0 0,-5 0-1 0 0,7 1-4 0 0,-1-1-1 0 0,1 0 0 0 0,0 1 0 0 0,-1-1 0 0 0,1 0 0 0 0,-1 0 0 0 0,1 0 0 0 0,0 0 1 0 0,0 0-1 0 0,-1 0 0 0 0,1 0 0 0 0,0 0 0 0 0,0 0 0 0 0,0 0 0 0 0,0-1 0 0 0,0 1 1 0 0,1 0-1 0 0,-1-1 0 0 0,0 1 0 0 0,0-1 0 0 0,1 1 0 0 0,-1-2 0 0 0,-1-6 11 0 0,1 0-1 0 0,1 0 0 0 0,-1-1 0 0 0,1 1 0 0 0,2-11 0 0 0,-2 10-3 0 0,1 8-6 0 0,0-1 0 0 0,-1 1 0 0 0,1-1 0 0 0,0 1 0 0 0,0-1 0 0 0,0 1 0 0 0,1 0 0 0 0,-1-1 0 0 0,1 1 0 0 0,-1 0 0 0 0,1 0 0 0 0,0 0 0 0 0,0 0 0 0 0,-1 0 0 0 0,1 1 0 0 0,1-1 0 0 0,1-1 0 0 0,1-1 15 0 0,0 1 1 0 0,1 0 0 0 0,-1 0 0 0 0,0 0 0 0 0,1 1-1 0 0,7-3 1 0 0,-11 5-9 0 0,0 0 0 0 0,-1 1 0 0 0,1-1 0 0 0,0 0 0 0 0,-1 0 0 0 0,1 1 0 0 0,0-1 0 0 0,-1 1 0 0 0,1 0 0 0 0,-1-1 0 0 0,1 1 0 0 0,-1 0-1 0 0,1 0 1 0 0,-1 0 0 0 0,0 0 0 0 0,1 0 0 0 0,-1 0 0 0 0,0 0 0 0 0,2 2 0 0 0,0 0 17 0 0,-1 0 0 0 0,1 0 0 0 0,-1 0 0 0 0,0 0 0 0 0,1 1 0 0 0,-2-1 0 0 0,4 6 0 0 0,8 54 307 0 0,-11-54-266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08.3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0 14968 0 0,'0'0'2929'0'0,"0"24"-1705"0"0,3 23-570 0 0,-2-34-506 0 0,0 0 0 0 0,0 0 0 0 0,-3 26 0 0 0,-9 69 434 0 0,7-33-149 0 0,3-54-8 0 0,2-20-153 0 0,-1-12-174 0 0,0-18 16 0 0,2-58 153 0 0,-1 77-222 0 0,0 0 0 0 0,1-1-1 0 0,1 1 1 0 0,-1 0 0 0 0,2 1 0 0 0,5-14-1 0 0,-8 20 5 0 0,1-1-1 0 0,0 1 1 0 0,0 0-1 0 0,1-1 1 0 0,-1 1-1 0 0,0 0 1 0 0,1 0 0 0 0,0 1-1 0 0,0-1 1 0 0,6-4-1 0 0,-8 6-30 0 0,1 1 0 0 0,-1-1-1 0 0,1 0 1 0 0,0 1 0 0 0,0-1 0 0 0,-1 1-1 0 0,1-1 1 0 0,0 1 0 0 0,0 0-1 0 0,-1 0 1 0 0,1 0 0 0 0,0 0 0 0 0,0 0-1 0 0,0 0 1 0 0,0 0 0 0 0,-1 0 0 0 0,1 1-1 0 0,0-1 1 0 0,0 1 0 0 0,-1 0 0 0 0,1-1-1 0 0,0 1 1 0 0,-1 0 0 0 0,3 2 0 0 0,1 0 44 0 0,0 1 2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08.7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16 13768 0 0,'13'-15'2020'0'0,"-14"15"-1952"0"0,1-1 0 0 0,0 1 0 0 0,0 0 1 0 0,0 0-1 0 0,0 0 0 0 0,-1 0 1 0 0,1 0-1 0 0,0 0 0 0 0,0 0 0 0 0,0 0 1 0 0,-1 0-1 0 0,1 0 0 0 0,0 0 1 0 0,0 0-1 0 0,0 0 0 0 0,-1 0 1 0 0,1 0-1 0 0,0 1 0 0 0,0-1 0 0 0,0 0 1 0 0,0 0-1 0 0,-1 0 0 0 0,1 0 1 0 0,0 0-1 0 0,0 0 0 0 0,0 0 1 0 0,0 1-1 0 0,0-1 0 0 0,-1 0 0 0 0,1 0 1 0 0,0 0-1 0 0,0 0 0 0 0,0 0 1 0 0,0 1-1 0 0,0-1 0 0 0,0 0 0 0 0,0 0 1 0 0,0 0-1 0 0,0 1 0 0 0,0-1 1 0 0,-1 0-1 0 0,1 0 0 0 0,0 0 1 0 0,0 0-1 0 0,0 1 0 0 0,0-1 0 0 0,0 0 1 0 0,0 0-1 0 0,0 0 0 0 0,1 1 1 0 0,-1-1-1 0 0,-6 24 578 0 0,0 9-1146 0 0,4-17 850 0 0,-25 240 1304 0 0,8-143-336 0 0,18-108-1198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09.0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272 1 15680 0 0,'0'0'2201'0'0,"-3"0"-1987"0"0,-38 0 561 0 0,0 2-1 0 0,1 2 0 0 0,0 2 0 0 0,-53 14 0 0 0,79-16-669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4:38.2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1390 3808 0 0,'0'0'10080'0'0,"4"0"-9895"0"0,13 0-22 0 0,-4 1 356 0 0,1-1 0 0 0,-1-1 0 0 0,0 0-1 0 0,24-5 1 0 0,-30 5-249 0 0,-1-1-1 0 0,1 1 0 0 0,-1 1 1 0 0,1-1-1 0 0,7 1 1 0 0,-7 0 33 0 0,1 0-1 0 0,-1 0 1 0 0,0-1 0 0 0,8-2 0 0 0,-3 1-51 0 0,0 0 0 0 0,0 1 0 0 0,0 0 0 0 0,15 1 0 0 0,-13 0-40 0 0,21-10 973 0 0,-4 8-756 0 0,-25 2-372 0 0,0-1 0 0 0,0 1 0 0 0,0-1 1 0 0,0 0-1 0 0,9-3 0 0 0,-4 1 69 0 0,-1 1-1 0 0,1 0 1 0 0,-1 0 0 0 0,1 2 0 0 0,0-1-1 0 0,11 2 1 0 0,-9-1 46 0 0,127 5 677 0 0,105 6-103 0 0,117-15 234 0 0,-286 2-606 0 0,65 3 177 0 0,-105 7-424 0 0,-31-6-106 0 0,1 0-1 0 0,0 0 1 0 0,0-1-1 0 0,0 0 1 0 0,8 0-1 0 0,29-2 102 0 0,49 2 132 0 0,-49 8-206 0 0,-35-6-39 0 0,0-1 1 0 0,1 0-1 0 0,-1-1 1 0 0,12 1-1 0 0,54-1 11 0 0,78-2 200 0 0,-114-4-121 0 0,22-1 170 0 0,173 0 332 0 0,-116-5-322 0 0,99 11 154 0 0,-198 1-396 0 0,0 1 0 0 0,33 8 0 0 0,-7-2 10 0 0,-9-2 21 0 0,64 2 1 0 0,322-8 163 0 0,-412 0-226 0 0,0 1-1 0 0,1 1 1 0 0,9 2-1 0 0,-10-2 1 0 0,1 0 0 0 0,-1 0 1 0 0,12-1-1 0 0,15 0-2 0 0,-6 0 18 0 0,0-2-1 0 0,-1-1 1 0 0,43-7-1 0 0,-55 6-9 0 0,-1 2-1 0 0,1 0 1 0 0,0 1 0 0 0,17 2-1 0 0,10-1 2 0 0,271-1 27 0 0,-311 0-37 0 0,1-1 1 0 0,-1-1-1 0 0,1 1 1 0 0,-1 0-1 0 0,0-1 1 0 0,6-3-1 0 0,17-5 6 0 0,2 4 6 0 0,-26 5-12 0 0,1 1 1 0 0,-1-1-1 0 0,0 0 1 0 0,1-1-1 0 0,-1 1 1 0 0,0 0-1 0 0,1-1 0 0 0,-1 0 1 0 0,5-3-1 0 0,-7 4-1 0 0,1 0 0 0 0,-1-1 0 0 0,1 1 0 0 0,-1 1 0 0 0,1-1 0 0 0,0 0 0 0 0,0 0 0 0 0,-1 1 0 0 0,1-1 0 0 0,0 1 0 0 0,0-1 0 0 0,0 1 0 0 0,0 0 0 0 0,2-1 0 0 0,-2 2-1 0 0,-1-1 0 0 0,0 0 0 0 0,0 0-1 0 0,0 0 1 0 0,-1 0 0 0 0,1 0 0 0 0,0 0 0 0 0,0 0 0 0 0,-1-1 0 0 0,1 1 0 0 0,0 0 0 0 0,0 0 0 0 0,-1-1-1 0 0,1 1 1 0 0,0 0 0 0 0,0-1 0 0 0,-1 1 0 0 0,1 0 0 0 0,0-1 0 0 0,-1 1 0 0 0,1-1 0 0 0,-1 0-1 0 0,1 1 1 0 0,-1-1 0 0 0,1 1 0 0 0,0-2 0 0 0,8-5 32 0 0,0 0-1 0 0,21-11 1 0 0,-4 2 44 0 0,-10 4 31 0 0,25-25 0 0 0,1-2 149 0 0,-35 15-66 0 0,4-13 174 0 0,-11 34-337 0 0,9-8 4 0 0,-6 7-32 0 0,-2 0 0 0 0,-1-29 0 0 0,0-21 0 0 0,0 8 0 0 0,0 15 0 0 0,0-50 0 0 0,0 4 0 0 0,0-1 0 0 0,0-236 0 0 0,0 309 0 0 0,0 0 0 0 0,0 1 0 0 0,0 0 0 0 0,0 0 0 0 0,0-1 0 0 0,0 1 0 0 0,0 0 0 0 0,0-1 0 0 0,0 1 0 0 0,0-1 0 0 0,0 1 0 0 0,0 0 0 0 0,0-1 0 0 0,0 0 0 0 0,0-1 0 0 0,0-2 0 0 0,0-1 0 0 0,0 1 0 0 0,0-105 0 0 0,0 108 0 0 0,0 1 0 0 0,0 0 0 0 0,0-68 0 0 0,0 67 0 0 0,0 1 0 0 0,0 0 0 0 0,0-2 0 0 0,0-1 0 0 0,0 3 0 0 0,0-1 0 0 0,0 1 0 0 0,0 0 0 0 0,0-1 0 0 0,0 0 0 0 0,0 1 0 0 0,0 0 0 0 0,0 0 0 0 0,0 0 0 0 0,0-1 0 0 0,0 3 0 0 0,0-3 0 0 0,0 1 0 0 0,1 0 0 0 0,3 2 0 0 0,0 1 0 0 0,0 1 0 0 0,0 0 0 0 0,1 0 0 0 0,0 1 0 0 0,29 16 0 0 0,-30-16 0 0 0,18 15 0 0 0,-17-12 0 0 0,-1 1 0 0 0,0 0 0 0 0,0-1 0 0 0,1-1 0 0 0,0 0 0 0 0,-1-3 0 0 0,0 0 0 0 0,0 0 0 0 0,-3-4 0 0 0,-1 0 0 0 0,0-1 0 0 0,0 1 0 0 0,0 0 0 0 0,0 0 0 0 0,0-1 0 0 0,-3 0 0 0 0,1 2 0 0 0,1 0 0 0 0,-2-1 0 0 0,0 0 0 0 0,2 0 0 0 0,-2-1 0 0 0,-1 0 0 0 0,0 1 0 0 0,-1 1 0 0 0,1 2 0 0 0,-1 1 0 0 0,1 0 0 0 0,-1 0 0 0 0,1 0 0 0 0,0 0 0 0 0,0 0 0 0 0,-1 0 0 0 0,1 0 0 0 0,0 0 0 0 0,-5 1 0 0 0,0-1 0 0 0,0 1 0 0 0,1 1 0 0 0,-1 0 0 0 0,1 0 0 0 0,-1 1 0 0 0,-8 4 0 0 0,-14 3 0 0 0,22-6 0 0 0,-1 0 0 0 0,1 1 0 0 0,0 0 0 0 0,0 0 0 0 0,1 1 0 0 0,-1 0 0 0 0,-9 10 0 0 0,16-14 0 0 0,-12 9 0 0 0,-35 34 0 0 0,40-37 0 0 0,1 0 0 0 0,3-3 0 0 0,1-1 0 0 0,-1 1 0 0 0,-8 8 0 0 0,6-6 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34:38.6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19399 0 0,'0'0'5312'0'0,"2"3"-5328"0"0,135 183 128 0 0,-131-177 25 0 0,0 0 0 0 0,-1 0-1 0 0,0 1 1 0 0,6 14 0 0 0,-9-20-29 0 0,-1 0-44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25.2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2914 96 0 0,'0'0'10157'0'0,"-2"4"-10000"0"0,2-2-152 0 0,-2 0 109 0 0,1 1 0 0 0,0 0 0 0 0,0 0 0 0 0,0 0 0 0 0,0-1 0 0 0,1 1-1 0 0,-1 7 2713 0 0,29-7-1874 0 0,196-6 2763 0 0,-184 14-3107 0 0,3-10-206 0 0,-21 0-125 0 0,0-1 1 0 0,0-1-1 0 0,25-4 1 0 0,-34 4 9 0 0,0-1 0 0 0,26 2 0 0 0,18-2 146 0 0,48-6 649 0 0,-77 5-820 0 0,0 2 1 0 0,33 3 0 0 0,-12-1-58 0 0,948-1 4007 0 0,-989 1-4184 0 0,1 0 1 0 0,0 0 0 0 0,-1 1-1 0 0,11 3 1 0 0,-10-2 6 0 0,-1-1 1 0 0,1 0-1 0 0,-1 0 0 0 0,13-1 1 0 0,251-1 772 0 0,-228-2-632 0 0,75-14 0 0 0,-38 4 18 0 0,-22 17-16 0 0,220-13 340 0 0,-182 9-388 0 0,38 6 56 0 0,-23-8-11 0 0,116 2 157 0 0,-219 0-317 0 0,1 1 0 0 0,-1 0 0 0 0,14 4 0 0 0,-14-3-1 0 0,0 0 0 0 0,0-1 0 0 0,0-1-1 0 0,15 2 1 0 0,86-2 80 0 0,115-2 107 0 0,-86-7-65 0 0,86 4-40 0 0,38 8-64 0 0,-222-4-32 0 0,15-1 0 0 0,83 10 0 0 0,-71-3 0 0 0,0-2 0 0 0,74-6 0 0 0,-27-1 0 0 0,599 5 153 0 0,-703-3-150 0 0,0-1 0 0 0,0 1 0 0 0,0-2 0 0 0,18-5 0 0 0,-16 4 8 0 0,-1 0 0 0 0,21-2 0 0 0,3-3 10 0 0,-30 7-18 0 0,0 0 0 0 0,1 0 0 0 0,-1 1-1 0 0,0 0 1 0 0,10 0 0 0 0,0 0 8 0 0,0 0 0 0 0,24-5 0 0 0,-18 3-9 0 0,1 1 0 0 0,-1 1 0 0 0,28 2 0 0 0,-25 1 1 0 0,-1-2-1 0 0,36-5 1 0 0,-24 2-3 0 0,6-1 0 0 0,-30 1 0 0 0,28-7 0 0 0,46-6 0 0 0,-74 14 0 0 0,-1 0 0 0 0,1-1 0 0 0,13-6 0 0 0,17-4 0 0 0,-32 11-1 0 0,1 1 0 0 0,-1 0 1 0 0,12 1-1 0 0,-14 0 0 0 0,0 0 0 0 0,0 0 1 0 0,0-1-1 0 0,0 0 0 0 0,0-1 1 0 0,13-3-1 0 0,-12 2 0 0 0,0 0-1 0 0,0 1 1 0 0,0 0-1 0 0,19-1 1 0 0,-16 2 0 0 0,-1-1 1 0 0,1 0 0 0 0,-1-1 0 0 0,12-5 0 0 0,22-4 0 0 0,-36 10 0 0 0,0-1 0 0 0,0 0 0 0 0,-1 0 0 0 0,1 0 0 0 0,-1-1 0 0 0,0 0 0 0 0,8-6 0 0 0,28-13 0 0 0,43-16 0 0 0,-84 38 0 0 0,0 0 0 0 0,0-1 0 0 0,0 1 0 0 0,-1-1 0 0 0,1 1 0 0 0,-1-1 0 0 0,1 0 0 0 0,-1 0 0 0 0,0 0 0 0 0,4-4 0 0 0,-3 2 0 0 0,24-9 0 0 0,-20 11 0 0 0,0-2 0 0 0,-1 1 0 0 0,12-8 0 0 0,-13 7 0 0 0,3-8 0 0 0,-7 10 0 0 0,-1 0 0 0 0,1 0 0 0 0,0 0 0 0 0,0 0 0 0 0,0 0 0 0 0,-1 1 0 0 0,2-1 0 0 0,-1 0 0 0 0,0 1 0 0 0,0-1 0 0 0,0 1 0 0 0,1-1 0 0 0,-1 1 0 0 0,3-2 0 0 0,0-1 0 0 0,-2 1 0 0 0,1 1 0 0 0,-1-1 0 0 0,0 0 0 0 0,1 0 0 0 0,-1 1 0 0 0,-1-1 0 0 0,1-1 0 0 0,0 1 0 0 0,-1 0 0 0 0,3-6 0 0 0,2-7 0 0 0,-3 8 0 0 0,-1 1 0 0 0,0-1 0 0 0,-1 0 0 0 0,1 0 0 0 0,-2 0 0 0 0,1 0 0 0 0,-1 0 0 0 0,0 0 0 0 0,-2-13 0 0 0,0-9 0 0 0,2 9 12 0 0,1 13 1 0 0,0 0 0 0 0,-1 0-1 0 0,-1 0 1 0 0,1 0 0 0 0,-1 0 0 0 0,-1 0 0 0 0,1 0 0 0 0,-2 0 0 0 0,1 0-1 0 0,-4-8 1 0 0,-9-14-2 0 0,10 20-7 0 0,0 0 0 0 0,-1-1 0 0 0,0 2 0 0 0,0-1 0 0 0,-1 1 0 0 0,0 0 0 0 0,-1 0 0 0 0,-9-8 0 0 0,-15-13-4 0 0,18 17 0 0 0,-1 0 0 0 0,-17-11 0 0 0,2 4 0 0 0,1-2 0 0 0,-36-34 0 0 0,57 49 0 0 0,0 1 0 0 0,0 0 0 0 0,-16-8 0 0 0,-13-9 0 0 0,6 1 0 0 0,-38-20 0 0 0,-12-7 0 0 0,-90-53 0 0 0,87 47 0 0 0,63 40 0 0 0,-23-15 0 0 0,-45-33 0 0 0,61 39 0 0 0,7 6 0 0 0,0 1 0 0 0,-25-15 0 0 0,32 22 0 0 0,0-1 0 0 0,0 0 0 0 0,-13-15 0 0 0,14 14 0 0 0,0 0 0 0 0,0 1 0 0 0,-18-12 0 0 0,-43-30 0 0 0,52 35 0 0 0,-39-23 0 0 0,-32-23 0 0 0,25 21 0 0 0,3-4 0 0 0,-107-82 0 0 0,65 40 0 0 0,70 60 0 0 0,-61-37 0 0 0,40 29 0 0 0,7 2 0 0 0,8 5 0 0 0,0 2 0 0 0,-73-33 0 0 0,47 23 0 0 0,48 26 0 0 0,-18-7 0 0 0,11 7 0 0 0,-5-1 0 0 0,1-1 0 0 0,-45-28 0 0 0,-45-28 0 0 0,25 16 0 0 0,28 18 0 0 0,51 27 0 0 0,-1 0 0 0 0,1-2 0 0 0,-33-24 0 0 0,49 33 0 0 0,-1 0 0 0 0,0 0 0 0 0,-1 1 0 0 0,1-1 0 0 0,0 0 0 0 0,-7-1 0 0 0,6 2 0 0 0,0-1 0 0 0,0 0 0 0 0,-1 0 0 0 0,1 0 0 0 0,1 0 0 0 0,-8-5 0 0 0,7 2 0 0 0,0 1 0 0 0,-1 0 0 0 0,1 0 0 0 0,0 4 0 0 0,0 0 0 0 0,-1-1 0 0 0,4-3 0 0 0,2-1 0 0 0,1 3 0 0 0,1 0 0 0 0,-1-1 0 0 0,0 1 0 0 0,1 0 0 0 0,-1 0 0 0 0,1 0 0 0 0,0 0 0 0 0,-1 1 0 0 0,1-1 0 0 0,0 1 0 0 0,0-1 0 0 0,0 1 0 0 0,4-1 0 0 0,4-2 0 0 0,20-8 0 0 0,0 2 0 0 0,1 1 0 0 0,0 1 0 0 0,40-4 0 0 0,-51 9 0 0 0,97-24 0 0 0,-78 20 0 0 0,56-20 0 0 0,-66 26 0 0 0,-59 1 0 0 0,0 1 0 0 0,0 1 0 0 0,-51 11 0 0 0,-48 12 0 0 0,81-18 0 0 0,-59 18 0 0 0,68-15-67 0 0,19-5-26 0 0,-1 1 0 0 0,-29 14 1 0 0,45-18 50 0 0,2-1 18 0 0,1 0-1 0 0,-1 0 1 0 0,0-1-1 0 0,1 1 1 0 0,-1-1-1 0 0,1 1 0 0 0,-1-1 1 0 0,0 1-1 0 0,0-1 1 0 0,1 0-1 0 0,-3 0 1 0 0,3 0 0 0 0,2 2-158 0 0,-1-1 170 0 0,1 1-1 0 0,0-1 1 0 0,0 0-1 0 0,0 0 1 0 0,0 1 0 0 0,0-1-1 0 0,0 0 1 0 0,0 0 0 0 0,0 0-1 0 0,1 0 1 0 0,-1 0-1 0 0,0 0 1 0 0,1 0 0 0 0,1 0-1 0 0,24 14-87 0 0,-20-13 86 0 0,0 1 0 0 0,0 1 0 0 0,0-1 0 0 0,-1 1 0 0 0,1 1 1 0 0,-1-1-1 0 0,0 1 0 0 0,0 0 0 0 0,0 0 0 0 0,-1 1 0 0 0,0 0 1 0 0,7 9-1 0 0,22 36-14 0 0,29 41-14 0 0,-55-83 41 0 0,1 3 1 0 0,0-1 0 0 0,12 11 0 0 0,-14-17 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34.0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6728 0 0,'0'0'14335'0'0,"0"3"-14119"0"0,0 11-20 0 0,0-13-174 0 0,1 0 0 0 0,-1 0 0 0 0,0-1 0 0 0,1 1 0 0 0,-1 0 0 0 0,0-1 0 0 0,1 1 1 0 0,-1 0-1 0 0,1-1 0 0 0,-1 1 0 0 0,1-1 0 0 0,0 1 0 0 0,-1-1 0 0 0,1 1 0 0 0,-1-1 0 0 0,1 1 0 0 0,1 0 0 0 0,6 6 376 0 0,3 4 183 0 0,-10-11-550 0 0,0 1 0 0 0,0-1 0 0 0,0 1 1 0 0,0 0-1 0 0,0-1 0 0 0,0 1 0 0 0,-1 0 1 0 0,1-1-1 0 0,0 1 0 0 0,-1 0 0 0 0,1 0 1 0 0,0 0-1 0 0,-1 0 0 0 0,1 1 0 0 0,24 30 1273 0 0,-23-29-1188 0 0,1 1-1 0 0,0-1 1 0 0,-1 1-1 0 0,1-1 1 0 0,6 6-1 0 0,13 15 512 0 0,-15-14-317 0 0,1 0-1 0 0,0 0 1 0 0,1-1-1 0 0,-1 0 1 0 0,2-1-1 0 0,11 9 1 0 0,-20-15-256 0 0,1 0 0 0 0,0 0 0 0 0,-1-1 1 0 0,0 1-1 0 0,1 0 0 0 0,-1 0 0 0 0,0 0 0 0 0,0 1 0 0 0,1 1 1 0 0,-2-1-16 0 0,1-1 0 0 0,0 0 0 0 0,0 0 0 0 0,0 0 0 0 0,0 0 0 0 0,1 0 0 0 0,-1 0 0 0 0,0-1 0 0 0,1 1 0 0 0,0 0 0 0 0,2 2 0 0 0,-2-3 13 0 0,0 1 0 0 0,0 0 0 0 0,-1 0 0 0 0,1 0 0 0 0,0 0 0 0 0,-1 1 0 0 0,1-1 0 0 0,-1 0 0 0 0,2 4-1 0 0,-2-3-3 0 0,0 0-1 0 0,1 0 0 0 0,0 0 0 0 0,0 0 0 0 0,-1-1 0 0 0,2 1 0 0 0,2 2 0 0 0,5 7 160 0 0,-9-10-183 0 0,0-1 0 0 0,0 0 0 0 0,0 1 1 0 0,0-1-1 0 0,0 0 0 0 0,1 0 0 0 0,-1 1 0 0 0,0-1 0 0 0,1 0 0 0 0,-1 0 0 0 0,2 0 0 0 0,-1 1 9 0 0,0-1-1 0 0,0 1 1 0 0,0 0-1 0 0,-1-1 1 0 0,1 1-1 0 0,-1 0 1 0 0,1 0-1 0 0,1 4 1 0 0,10 11 138 0 0,25 22 334 0 0,-31-30-456 0 0,1-1-1 0 0,0 0 1 0 0,0 0 0 0 0,1-1 0 0 0,11 8 0 0 0,79 47 184 0 0,-73-43-147 0 0,-14-10-37 0 0,0 0 0 0 0,16 7 0 0 0,-10-5 30 0 0,1 2-1 0 0,-2 0 0 0 0,1 1 1 0 0,-2 1-1 0 0,24 26 0 0 0,-13-14-29 0 0,18 25-49 0 0,-4-2 0 0 0,35 35 0 0 0,-64-73 0 0 0,0-1 0 0 0,1-1 0 0 0,0 0 0 0 0,0-1 0 0 0,18 10 0 0 0,-15-10 0 0 0,0 1 0 0 0,0 1 0 0 0,21 20 0 0 0,-11-8 0 0 0,46 32 0 0 0,-65-51 0 0 0,1-1 0 0 0,-7-2 0 0 0,1-1 0 0 0,-1 0 0 0 0,0 1 0 0 0,1-1 0 0 0,-1 1 0 0 0,0 0 0 0 0,1-1 0 0 0,-1 1 0 0 0,0 0 0 0 0,0 0 0 0 0,0 0 0 0 0,0-1 0 0 0,0 1 0 0 0,0 1 0 0 0,0-1 0 0 0,0 0 0 0 0,1 1 0 0 0,5 9 0 0 0,-3-3 0 0 0,39 36 0 0 0,-31-30 0 0 0,-10-9 0 0 0,30 28 0 0 0,-28-29 0 0 0,1 0 0 0 0,-1 1 0 0 0,0 0 0 0 0,1-1 0 0 0,0 0 0 0 0,-1 2 0 0 0,0-1 0 0 0,0-1 0 0 0,1 1 0 0 0,-1-1 0 0 0,0 0 0 0 0,1 1 0 0 0,-1-1 0 0 0,1 0 0 0 0,-1 0 0 0 0,0 1 0 0 0,1 0 0 0 0,-1-1 0 0 0,0 0 0 0 0,0 1 0 0 0,1-1 0 0 0,0 0 0 0 0,-1 0 0 0 0,0 1 0 0 0,1-1 0 0 0,-1 0 0 0 0,0 0 0 0 0,0 1 0 0 0,1 0 0 0 0,-1-1 0 0 0,0 0 0 0 0,1 0 0 0 0,0 1 0 0 0,8 6 0 0 0,6 8 0 0 0,-10-8 0 0 0,1-1 0 0 0,1 1 0 0 0,-1-2 0 0 0,2 0 0 0 0,-1 0 0 0 0,20 10 0 0 0,-27-16 0 0 0,0 1 0 0 0,1 0 0 0 0,-1 0 0 0 0,0 1 0 0 0,0 0 0 0 0,1-1 0 0 0,0 0 0 0 0,-1 0 0 0 0,0 1 0 0 0,1-1 0 0 0,-1 0 0 0 0,0 0 0 0 0,0-4 0 0 0,1 0 0 0 0,-1 0 0 0 0,0-2 0 0 0,0-2 0 0 0,-1 0 0 0 0,-3 0 0 0 0,0-1 0 0 0,3-60 0 0 0,-3 62 0 0 0,0 6 0 0 0,0 1 0 0 0,0 1 0 0 0,0-1 0 0 0,0-1 0 0 0,0 0 0 0 0,0-1 0 0 0,1 1 0 0 0,-1-1 0 0 0,1 1 0 0 0,0 0 0 0 0,0-1 0 0 0,1 3 0 0 0,2 15 0 0 0,-3-17 0 0 0,-1 1 0 0 0,0 0 0 0 0,-1-1 0 0 0,1 1 0 0 0,-1-1 0 0 0,0 1 0 0 0,0-1 0 0 0,0 1 0 0 0,0-1 0 0 0,0 0 0 0 0,-1 1 0 0 0,1-1 0 0 0,-1 0 0 0 0,0 0 0 0 0,0 0 0 0 0,0 0 0 0 0,-1 0 0 0 0,1-1 0 0 0,-1 1 0 0 0,1-1 0 0 0,-1 1 0 0 0,0-1 0 0 0,0 0 0 0 0,0 0 0 0 0,0 0 0 0 0,-5 2 0 0 0,-14 6 0 0 0,0-1 0 0 0,-1-1 0 0 0,-35 9 0 0 0,19-7 0 0 0,35-10 0 0 0,0 0 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48:35.1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18 154 6632 0 0,'0'0'13999'0'0,"-1"-5"-13855"0"0,-4-17 818 0 0,0-1 0 0 0,2 1 0 0 0,-1-35 0 0 0,4 37-586 0 0,0 16-312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2.7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277 36 7232 0 0,'0'0'8777'0'0,"-1"-4"-8642"0"0,0 2 12 0 0,1 0 1 0 0,-1 1-1 0 0,0-1 1 0 0,0 0-1 0 0,0 1 1 0 0,0-1-1 0 0,0 0 1 0 0,0 1-1 0 0,0-1 1 0 0,-1 1-1 0 0,1 0 1 0 0,0-1-1 0 0,-1 1 1 0 0,1 0-1 0 0,-1 0 1 0 0,0 0-1 0 0,1 0 1 0 0,-1 0-1 0 0,0 0 1 0 0,0 0-1 0 0,1 1 1 0 0,-1-1 0 0 0,0 1-1 0 0,0-1 1 0 0,0 1-1 0 0,0 0 1 0 0,0 0-1 0 0,0 0 1 0 0,0 0-1 0 0,-3 0 1 0 0,-2 1 91 0 0,0-1 0 0 0,0 2 1 0 0,0-1-1 0 0,0 1 0 0 0,0 0 0 0 0,0 0 1 0 0,-6 4-1 0 0,-12 4 497 0 0,21-9-634 0 0,0 1 1 0 0,1 0-1 0 0,-1 0 0 0 0,1 0 0 0 0,0 0 0 0 0,0 1 1 0 0,-1-1-1 0 0,2 1 0 0 0,-1 0 0 0 0,0 0 0 0 0,0 0 1 0 0,1 0-1 0 0,0 0 0 0 0,-3 4 0 0 0,-2 6 279 0 0,0 1 1 0 0,-6 19-1 0 0,8-19-264 0 0,-13 17 297 0 0,15-27-369 0 0,0 1 1 0 0,1-1-1 0 0,-1 1 1 0 0,1 0 0 0 0,0 0-1 0 0,-2 8 1 0 0,0 1 16 0 0,2-7-15 0 0,1 0 0 0 0,-1-1-1 0 0,1 1 1 0 0,0 8 0 0 0,-8 43 211 0 0,8-37-176 0 0,0-14-55 0 0,0-1 0 0 0,1 0 0 0 0,0 1 0 0 0,1-1 0 0 0,-1 0 0 0 0,2 7 0 0 0,20 23 143 0 0,-16-26-131 0 0,-2-5-18 0 0,-1 0-1 0 0,1 0 0 0 0,0 0 0 0 0,0 0 0 0 0,0-1 0 0 0,1 0 0 0 0,0 0 0 0 0,0 0 1 0 0,0 0-1 0 0,0-1 0 0 0,0 0 0 0 0,1 0 0 0 0,-1 0 0 0 0,1-1 0 0 0,0 0 0 0 0,0 0 0 0 0,0 0 1 0 0,0-1-1 0 0,0 0 0 0 0,0 0 0 0 0,1 0 0 0 0,9-1 0 0 0,1-2 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3.5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242 31 16184 0 0,'0'0'5097'0'0,"-1"-3"-4387"0"0,1 2-716 0 0,-1 0 66 0 0,1 0-1 0 0,0-1 1 0 0,0 1 0 0 0,-1 0 0 0 0,1 0-1 0 0,0 0 1 0 0,-1-1 0 0 0,1 1-1 0 0,-1 0 1 0 0,0 0 0 0 0,1 0 0 0 0,-1 0-1 0 0,0 0 1 0 0,0 0 0 0 0,1 0-1 0 0,-1 0 1 0 0,0 1 0 0 0,0-1-1 0 0,0 0 1 0 0,0 0 0 0 0,0 1 0 0 0,0-1-1 0 0,-1 0 1 0 0,1 1 0 0 0,0-1-1 0 0,0 1 1 0 0,0 0 0 0 0,0-1 0 0 0,-1 1-1 0 0,1 0 1 0 0,0 0 0 0 0,0 0-1 0 0,-1 0 1 0 0,1 0 0 0 0,0 0-1 0 0,0 0 1 0 0,-1 0 0 0 0,1 0 0 0 0,0 0-1 0 0,0 1 1 0 0,0-1 0 0 0,-1 1-1 0 0,1-1 1 0 0,0 1 0 0 0,0-1 0 0 0,-1 2-1 0 0,-19 10 125 0 0,-33 25-1 0 0,25-13-92 0 0,22-19-86 0 0,1-1-1 0 0,0 1 1 0 0,0 1 0 0 0,1-1 0 0 0,-1 1 0 0 0,1 0 0 0 0,1 0 0 0 0,-1 0 0 0 0,1 1 0 0 0,-5 8 0 0 0,-2 7 25 0 0,9-19-25 0 0,-1 1 1 0 0,2-1-1 0 0,-1 0 1 0 0,0 1-1 0 0,1-1 0 0 0,-1 1 1 0 0,1-1-1 0 0,0 1 1 0 0,0 0-1 0 0,1 0 0 0 0,-1-1 1 0 0,1 1-1 0 0,0 8 1 0 0,1-6-3 0 0,0 1 0 0 0,1 0 0 0 0,0-1 0 0 0,0 1 0 0 0,1-1 0 0 0,0 0 0 0 0,0 1 0 0 0,0-1 0 0 0,1-1 0 0 0,0 1 0 0 0,0 0 0 0 0,1-1 0 0 0,-1 0 0 0 0,1 0 1 0 0,0 0-1 0 0,0-1 0 0 0,1 0 0 0 0,-1 0 0 0 0,10 5 0 0 0,-11-7-3 0 0,0 0 0 0 0,0 0 0 0 0,1 0 0 0 0,-1-1 0 0 0,1 1 0 0 0,-1-1 0 0 0,1 0 0 0 0,0-1 0 0 0,-1 1 0 0 0,1-1 0 0 0,0 0 0 0 0,0 0 0 0 0,-1 0 0 0 0,1-1 0 0 0,0 1 0 0 0,-1-1 0 0 0,1 0 0 0 0,-1-1 1 0 0,1 1-1 0 0,-1-1 0 0 0,1 0 0 0 0,-1 0 0 0 0,0 0 0 0 0,0-1 0 0 0,0 1 0 0 0,0-1 0 0 0,0 0 0 0 0,-1 0 0 0 0,0-1 0 0 0,1 1 0 0 0,-1-1 0 0 0,0 1 0 0 0,0-1 0 0 0,-1 0 0 0 0,1 0 0 0 0,-1 0 0 0 0,0 0 0 0 0,0-1 0 0 0,0 1 0 0 0,1-7 0 0 0,1-10 8 0 0,0-1 1 0 0,-1 0-1 0 0,0-34 0 0 0,-3 44-1 0 0,1 7-14 0 0,-1-18 50 0 0,2 1 1 0 0,7-41 0 0 0,-11 52 4 0 0,-1 8 590 0 0,5 25-515 0 0,0 1 1 0 0,7 28 0 0 0,-4-26 0 0 0,-1-1-1 0 0,1 35 0 0 0,-4-30 19 0 0,1 0 0 0 0,1 0 0 0 0,1 0 0 0 0,2-1 0 0 0,0 1 0 0 0,13 30 0 0 0,-17-52-79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3.9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18487 0 0,'0'0'2599'0'0,"0"4"-2372"0"0,17 136 1721 0 0,-4 65-82 0 0,14 63-1051 0 0,-8-132-271 0 0,-14-105-352 0 0,-4-16-54 0 0,-1-13-114 0 0,0-1-1 0 0,-1 0 1 0 0,1 1 0 0 0,0-1-1 0 0,0 1 1 0 0,0-1 0 0 0,0 1-1 0 0,1-1 1 0 0,-1 1-1 0 0,0-1 1 0 0,0 0 0 0 0,1 1-1 0 0,-1-1 1 0 0,1 1 0 0 0,0-1-1 0 0,-1 0 1 0 0,1 0 0 0 0,0 1-1 0 0,0-1 1 0 0,-1 0 0 0 0,1 0-1 0 0,0 0 1 0 0,0 0 0 0 0,2 2-1 0 0,6 6 287 0 0,-8-9-295 0 0,-1 1-1 0 0,0-1 1 0 0,0 1-1 0 0,1-1 1 0 0,-1 0-1 0 0,0 1 1 0 0,0-1-1 0 0,1 1 1 0 0,-1-1-1 0 0,0 0 1 0 0,1 1-1 0 0,-1-1 1 0 0,1 1-1 0 0,-1-1 1 0 0,1 0-1 0 0,-1 0 1 0 0,0 1-1 0 0,1-1 1 0 0,-1 0-1 0 0,1 0 1 0 0,-1 0-1 0 0,1 1 1 0 0,-1-1 0 0 0,1 0-1 0 0,0 0 1 0 0,-1 0-1 0 0,1 0 1 0 0,-1 0-1 0 0,1 0 1 0 0,0 0-1 0 0,3-2 42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4.4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213 33 25279 0 0,'0'0'16'0'0,"0"-4"4"0"0,-4-17 118 0 0,4 20-133 0 0,0 1 1 0 0,-1-1 0 0 0,1 1 0 0 0,0 0 0 0 0,-1-1 0 0 0,1 1-1 0 0,0-1 1 0 0,-1 1 0 0 0,1 0 0 0 0,-1-1 0 0 0,1 1 0 0 0,-1 0 0 0 0,1 0-1 0 0,-1-1 1 0 0,1 1 0 0 0,-1 0 0 0 0,1 0 0 0 0,-1 0 0 0 0,0-1-1 0 0,1 1 1 0 0,-1 0 0 0 0,1 0 0 0 0,-1 0 0 0 0,1 0 0 0 0,-2 0-1 0 0,-19 0 38 0 0,15 1-38 0 0,-1 0 0 0 0,0 0-1 0 0,0 1 1 0 0,1 0 0 0 0,-1 0-1 0 0,1 0 1 0 0,0 1 0 0 0,-1 0 0 0 0,1 0-1 0 0,0 1 1 0 0,1 0 0 0 0,-1 0-1 0 0,-9 9 1 0 0,7-5-1 0 0,0 0-1 0 0,1 1 1 0 0,0-1-1 0 0,0 2 1 0 0,1-1-1 0 0,0 1 1 0 0,1 0-1 0 0,-5 10 1 0 0,7-11-3 0 0,0-1 0 0 0,1 1 1 0 0,0 0-1 0 0,1 0 0 0 0,0 0 1 0 0,0 0-1 0 0,1 0 0 0 0,0 0 1 0 0,0 0-1 0 0,1 0 0 0 0,0 0 1 0 0,1 0-1 0 0,0 0 0 0 0,0-1 1 0 0,1 1-1 0 0,5 10 0 0 0,-5-13 1 0 0,2 0 1 0 0,-1 0-1 0 0,1-1 0 0 0,-1 0 1 0 0,1 0-1 0 0,1 0 0 0 0,-1-1 0 0 0,1 1 1 0 0,0-1-1 0 0,0-1 0 0 0,0 1 1 0 0,0-1-1 0 0,12 4 0 0 0,-11-5-2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5.0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93 15776 0 0,'0'0'5534'0'0,"-2"4"-5006"0"0,-2 3-478 0 0,1 0-1 0 0,0 0 1 0 0,1 0 0 0 0,-1 1 0 0 0,2-1-1 0 0,-3 16 1 0 0,-3 56 478 0 0,6-57-385 0 0,0-12-70 0 0,1 0 0 0 0,1-1 1 0 0,-1 1-1 0 0,2-1 0 0 0,-1 1 0 0 0,1-1 1 0 0,1 1-1 0 0,5 13 0 0 0,-8-20-48 0 0,2-1-1 0 0,-1 1 0 0 0,0-1 1 0 0,0 1-1 0 0,1-1 0 0 0,0 0 1 0 0,-1 1-1 0 0,1-1 0 0 0,0 0 1 0 0,0 0-1 0 0,0 0 0 0 0,0 0 1 0 0,0-1-1 0 0,1 1 0 0 0,-1 0 0 0 0,0-1 1 0 0,1 0-1 0 0,-1 0 0 0 0,1 1 1 0 0,0-1-1 0 0,-1-1 0 0 0,1 1 1 0 0,0 0-1 0 0,0-1 0 0 0,-1 1 1 0 0,1-1-1 0 0,0 0 0 0 0,0 0 1 0 0,0 0-1 0 0,-1 0 0 0 0,1-1 1 0 0,0 1-1 0 0,3-2 0 0 0,-2 1 9 0 0,0-1-1 0 0,-1 1 0 0 0,1-1 1 0 0,-1 0-1 0 0,0-1 0 0 0,0 1 0 0 0,0 0 1 0 0,0-1-1 0 0,0 0 0 0 0,0 0 1 0 0,-1 0-1 0 0,1 0 0 0 0,-1 0 1 0 0,4-6-1 0 0,2-5 40 0 0,0-1 0 0 0,5-16 1 0 0,1-6 177 0 0,14-69 1 0 0,-26 95-174 0 0,-1 0 1 0 0,0-1 0 0 0,0 1-1 0 0,-1 0 1 0 0,-1 0-1 0 0,0 0 1 0 0,-1-1-1 0 0,0 1 1 0 0,0 0 0 0 0,-6-13-1 0 0,7 19-75 0 0,-7-13 923 0 0,5 21-332 0 0,0 11-290 0 0,2 13-173 0 0,0 1 1 0 0,1 0 0 0 0,7 40-1 0 0,1 35 341 0 0,-8-91-400 0 0,1 0 0 0 0,0-1 0 0 0,1 1 0 0 0,0-1 0 0 0,1 1 0 0 0,5 11 0 0 0,-5-16-5 0 0,0 0 0 0 0,0 0 0 0 0,1 0 0 0 0,0 0 0 0 0,0 0 1 0 0,0-1-1 0 0,1 0 0 0 0,0 0 0 0 0,0 0 0 0 0,7 5 0 0 0,12 3 263 0 0,-20-13-266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5.4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18487 0 0,'0'0'2811'0'0,"0"4"-2332"0"0,0 20 427 0 0,4 33 0 0 0,-1-29-120 0 0,-1 32 0 0 0,3 160 450 0 0,-1-159-479 0 0,-3-29-580 0 0,4 119 83 0 0,2-44 356 0 0,-1-32-333 0 0,-6-52-112 0 0,-4 35 1 0 0,1-42-77 0 0,2 0-1 0 0,0 1 1 0 0,1-1-1 0 0,3 29 1 0 0,5-18 82 0 0,-6-21-61 0 0,0-1-1 0 0,0 1 1 0 0,-1-1-1 0 0,0 1 1 0 0,0 10-1 0 0,-1-13-68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6.0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295 71 18895 0 0,'0'0'4578'0'0,"-2"-4"-3409"0"0,-10-13-893 0 0,12 17-269 0 0,0 0 1 0 0,0-1-1 0 0,0 1 1 0 0,-1 0 0 0 0,1-1-1 0 0,0 1 1 0 0,0 0-1 0 0,-1 0 1 0 0,1-1-1 0 0,0 1 1 0 0,0 0-1 0 0,-1 0 1 0 0,1 0-1 0 0,0-1 1 0 0,-1 1-1 0 0,1 0 1 0 0,0 0-1 0 0,-1 0 1 0 0,1 0-1 0 0,0 0 1 0 0,-1 0 0 0 0,1-1-1 0 0,0 1 1 0 0,-1 0-1 0 0,1 0 1 0 0,0 0-1 0 0,-1 0 1 0 0,1 0-1 0 0,0 0 1 0 0,-1 1-1 0 0,-26 5 607 0 0,-36 14 0 0 0,59-18-616 0 0,-8 2 45 0 0,1 1 1 0 0,1 0-1 0 0,-1 1 1 0 0,1 1-1 0 0,0 0 1 0 0,0 0-1 0 0,1 1 1 0 0,0 0 0 0 0,0 0-1 0 0,1 1 1 0 0,0 0-1 0 0,0 1 1 0 0,1-1-1 0 0,1 1 1 0 0,0 1-1 0 0,0 0 1 0 0,-8 20 0 0 0,11-24-32 0 0,1 1 1 0 0,0-1-1 0 0,0 1 1 0 0,0 0 0 0 0,1 0-1 0 0,0 0 1 0 0,1 0-1 0 0,-1 0 1 0 0,2 0 0 0 0,0 9-1 0 0,0-14-9 0 0,-1 0 0 0 0,1 0 0 0 0,0 0 0 0 0,0 0 0 0 0,0 0 0 0 0,1 0 0 0 0,-1 0 0 0 0,1 0 0 0 0,-1 0 0 0 0,1-1 0 0 0,0 1 0 0 0,0-1 0 0 0,0 0-1 0 0,0 1 1 0 0,0-1 0 0 0,1 0 0 0 0,-1 0 0 0 0,1 0 0 0 0,0 0 0 0 0,-1-1 0 0 0,1 1 0 0 0,0-1 0 0 0,0 0 0 0 0,0 0 0 0 0,0 0 0 0 0,0 0 0 0 0,0 0 0 0 0,4 0-1 0 0,3 1 2 0 0,1 0-1 0 0,-1-1 0 0 0,1-1 0 0 0,0 0 1 0 0,-1 0-1 0 0,1-1 0 0 0,0 0 0 0 0,-1-1 0 0 0,1 0 1 0 0,-1-1-1 0 0,17-6 0 0 0,-22 5-2 0 0,0 0 0 0 0,-1-1 0 0 0,1 1 0 0 0,-1-1 0 0 0,0 0 0 0 0,0 0 0 0 0,-1 0 0 0 0,0 0 0 0 0,5-10 0 0 0,0 2-2 0 0,-3 3 2 0 0,0 0 0 0 0,-1-1 0 0 0,0 1 0 0 0,0-1 0 0 0,-1 0 0 0 0,-1 0-1 0 0,0 0 1 0 0,1-13 0 0 0,-1-98 4 0 0,-3 69-2 0 0,2 24 102 0 0,1 46 98 0 0,2 21-56 0 0,28 197 352 0 0,-6-122-110 0 0,-25-99-309 0 0,-1-12-55 0 0,0-1 0 0 0,0 1 0 0 0,0-1 1 0 0,0 1-1 0 0,0-1 0 0 0,0 1 0 0 0,0-1 1 0 0,1 0-1 0 0,-1 1 0 0 0,1-1 1 0 0,-1 1-1 0 0,1-1 0 0 0,0 2 0 0 0,3 0 22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6.4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17183 0 0,'0'0'1352'0'0,"4"-1"-678"0"0,-1 0-573 0 0,-3 1-74 0 0,1-1-1 0 0,0 1 1 0 0,0 0-1 0 0,0-1 0 0 0,0 1 1 0 0,0 0-1 0 0,0 0 0 0 0,0 0 1 0 0,0 0-1 0 0,0 0 0 0 0,-1 0 1 0 0,1 0-1 0 0,0 0 0 0 0,0 0 1 0 0,0 1-1 0 0,0-1 0 0 0,0 0 1 0 0,0 0-1 0 0,0 1 0 0 0,-1-1 1 0 0,1 1-1 0 0,0-1 0 0 0,0 1 1 0 0,0-1-1 0 0,-1 1 0 0 0,1-1 1 0 0,0 1-1 0 0,-1 0 0 0 0,1-1 1 0 0,0 1-1 0 0,-1 0 0 0 0,1 0 1 0 0,-1-1-1 0 0,1 1 0 0 0,-1 0 1 0 0,0 0-1 0 0,1 1 0 0 0,5 14 323 0 0,-2 0-1 0 0,1 1 0 0 0,-2-1 0 0 0,0 1 1 0 0,-2 0-1 0 0,1 31 0 0 0,1 5-447 0 0,-1 62 1090 0 0,-2-74-524 0 0,8 76 0 0 0,-5-50 56 0 0,6-56-239 0 0,-8-11-253 0 0,-1 1-1 0 0,1-1 1 0 0,0 1 0 0 0,-1-1-1 0 0,1 1 1 0 0,-1-1 0 0 0,1 1-1 0 0,-1 0 1 0 0,1-1 0 0 0,-1 1-1 0 0,1-1 1 0 0,-1 1 0 0 0,0 0-1 0 0,1 0 1 0 0,-1-1 0 0 0,0 2 87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7.5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14 14464 0 0,'0'0'2235'0'0,"-5"-2"-1521"0"0,0-1-533 0 0,2 1-36 0 0,1 1-1 0 0,0 0 0 0 0,-1 0 1 0 0,1 0-1 0 0,-1 1 1 0 0,1-1-1 0 0,-1 0 1 0 0,0 1-1 0 0,1 0 1 0 0,-1 0-1 0 0,-3 0 0 0 0,-109 0 2086 0 0,107 0-2125 0 0,1 0 1 0 0,0 0 0 0 0,-1 1 0 0 0,1 1 0 0 0,-11 2-1 0 0,-10 3 242 0 0,25-6-315 0 0,1-1 0 0 0,-1 1 0 0 0,0 0 0 0 0,1 0-1 0 0,-1 0 1 0 0,0 0 0 0 0,1 0 0 0 0,-1 0 0 0 0,1 1 0 0 0,0-1 0 0 0,0 1 0 0 0,-4 3 0 0 0,3 0-2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7.9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0 16184 0 0,'0'0'2397'0'0,"-2"4"-1888"0"0,-2 10-60 0 0,1 0 1 0 0,0 1-1 0 0,1-1 0 0 0,-1 24 1 0 0,0 4 222 0 0,-2 86 1150 0 0,5-100-1276 0 0,0-27-492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8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23255 0 0,'0'0'784'0'0,"2"4"-680"0"0,6 16-30 0 0,-3-9-4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8.6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188 231 16575 0 0,'0'0'810'0'0,"0"4"-405"0"0,-1 6 271 0 0,1-1-1 0 0,-2 1 0 0 0,1-1 1 0 0,-6 17-1 0 0,4-18-443 0 0,1 0 1 0 0,0 0-1 0 0,-1-1 0 0 0,-1 1 1 0 0,1-1-1 0 0,-8 11 1 0 0,10-17-216 0 0,0 1 1 0 0,0-1 0 0 0,0 0 0 0 0,0 1-1 0 0,-1-1 1 0 0,1 0 0 0 0,-1 0 0 0 0,1 0 0 0 0,-1 0-1 0 0,1 0 1 0 0,-1 0 0 0 0,0 0 0 0 0,1-1-1 0 0,-1 1 1 0 0,0-1 0 0 0,0 1 0 0 0,1-1 0 0 0,-1 1-1 0 0,0-1 1 0 0,0 0 0 0 0,0 0 0 0 0,1 0-1 0 0,-1 0 1 0 0,0 0 0 0 0,0-1 0 0 0,0 1 0 0 0,1 0-1 0 0,-1-1 1 0 0,0 1 0 0 0,-2-2 0 0 0,-2 0-4 0 0,1 0 0 0 0,0 0 1 0 0,0-1-1 0 0,0 1 1 0 0,0-1-1 0 0,0 0 0 0 0,1-1 1 0 0,-1 1-1 0 0,1-1 1 0 0,0 1-1 0 0,0-1 0 0 0,0-1 1 0 0,1 1-1 0 0,0 0 1 0 0,-1-1-1 0 0,1 0 0 0 0,1 0 1 0 0,-1 0-1 0 0,1 0 1 0 0,0 0-1 0 0,0 0 0 0 0,0-1 1 0 0,1 1-1 0 0,-1-10 1 0 0,-1-3 77 0 0,1-1 0 0 0,1 0 1 0 0,0 0-1 0 0,2 0 1 0 0,0 0-1 0 0,6-28 0 0 0,-5 41-58 0 0,0 0-1 0 0,0 0 1 0 0,0 1-1 0 0,1-1 1 0 0,-1 0-1 0 0,2 1 0 0 0,-1 0 1 0 0,0 0-1 0 0,1 0 1 0 0,0 0-1 0 0,0 0 1 0 0,0 1-1 0 0,1 0 1 0 0,0 0-1 0 0,-1 0 1 0 0,1 0-1 0 0,1 1 0 0 0,-1 0 1 0 0,0 0-1 0 0,1 0 1 0 0,6-2-1 0 0,-7 4 4 0 0,1 0 0 0 0,-1-1-1 0 0,0 2 1 0 0,1-1 0 0 0,-1 1 0 0 0,1 0-1 0 0,-1 0 1 0 0,0 0 0 0 0,1 1 0 0 0,-1 0-1 0 0,9 2 1 0 0,-10-2-1 0 0,-1 0 0 0 0,1 1 0 0 0,-1-1 0 0 0,0 1 0 0 0,1 0 1 0 0,-1 0-1 0 0,0 0 0 0 0,0 0 0 0 0,0 0 0 0 0,-1 1 0 0 0,1-1 0 0 0,0 1 0 0 0,-1 0 0 0 0,0 0 0 0 0,0 0 0 0 0,0 0 1 0 0,0 0-1 0 0,0 1 0 0 0,1 3 0 0 0,2 5-9 0 0,-2 1 0 0 0,0-1-1 0 0,0 1 1 0 0,-1 0 0 0 0,-1 0 0 0 0,1 15 0 0 0,-9 81 371 0 0,1-9-4 0 0,6-99-392 0 0,0-1 3 0 0,0 1 0 0 0,0-1 0 0 0,0 1-1 0 0,0-1 1 0 0,0 1 0 0 0,0-1-1 0 0,0 1 1 0 0,0-1 0 0 0,0 1-1 0 0,0-1 1 0 0,0 1 0 0 0,0-1-1 0 0,0 0 1 0 0,1 1 0 0 0,-1-1 0 0 0,0 1-1 0 0,0-1 1 0 0,1 1 0 0 0,-1-1-1 0 0,0 1 1 0 0,1-1 0 0 0,-1 0-1 0 0,0 1 1 0 0,1-1 0 0 0,-1 0-1 0 0,0 1 1 0 0,1-1 0 0 0,0 0-1 0 0,4 2 35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9.1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15776 0 0,'0'0'2327'0'0,"2"3"-2183"0"0,3 10 310 0 0,-1 0 0 0 0,0 0 0 0 0,-1 0 0 0 0,0 0 0 0 0,1 14 0 0 0,3 76 79 0 0,-6-73-155 0 0,-1 13 390 0 0,-9 67 0 0 0,5-66-357 0 0,-2 12 863 0 0,6-55-1130 0 0,-7-13 135 0 0,6-7-119 0 0,1-37 0 0 0,1 21-56 0 0,-1 18-21 0 0,1 0 1 0 0,1 1-1 0 0,0-1 0 0 0,2 0 1 0 0,0 1-1 0 0,9-26 0 0 0,-11 38-61 0 0,5-18 76 0 0,17-36-1 0 0,-21 52-53 0 0,0 0-1 0 0,0 1 0 0 0,1-1 1 0 0,0 0-1 0 0,0 1 1 0 0,0 0-1 0 0,0 0 1 0 0,1 0-1 0 0,0 1 0 0 0,0-1 1 0 0,7-3-1 0 0,-11 7-24 0 0,0 1-1 0 0,1-1 1 0 0,-1 0 0 0 0,0 1-1 0 0,1-1 1 0 0,-1 1 0 0 0,0-1-1 0 0,1 1 1 0 0,-1 0 0 0 0,1-1-1 0 0,-1 1 1 0 0,1 0 0 0 0,-1 0-1 0 0,1 0 1 0 0,-1 0-1 0 0,0 0 1 0 0,1 1 0 0 0,-1-1-1 0 0,1 0 1 0 0,-1 1 0 0 0,1-1-1 0 0,1 2 1 0 0,-1-1-4 0 0,0 0-1 0 0,0 1 1 0 0,0 0 0 0 0,0-1 0 0 0,-1 1-1 0 0,1 0 1 0 0,-1 0 0 0 0,1 0 0 0 0,-1 0-1 0 0,0 0 1 0 0,0 0 0 0 0,2 4 0 0 0,1 5 12 0 0,-1 0 1 0 0,0 0 0 0 0,-1 1 0 0 0,2 15 0 0 0,-2 5 135 0 0,-3 54 0 0 0,-1-57-5 0 0,2 1 0 0 0,4 36 0 0 0,-3-7 124 0 0,-2-29 197 0 0,1-25-416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0:39.6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258 6 18295 0 0,'0'0'1000'0'0,"4"-1"-494"0"0,-3 1-668 0 0,23-4 1898 0 0,-23 4-1583 0 0,0 0 1 0 0,1 0-1 0 0,-1 0 1 0 0,0 0-1 0 0,1 0 1 0 0,-1 0-1 0 0,0 0 0 0 0,1 0 1 0 0,-1 0-1 0 0,0 1 1 0 0,0-1-1 0 0,1 0 1 0 0,-1 1-1 0 0,0-1 0 0 0,2 2 1 0 0,-3-1-112 0 0,1 1 0 0 0,-1-1 0 0 0,0 0 0 0 0,0 1 1 0 0,-1-1-1 0 0,1 0 0 0 0,0 1 0 0 0,0-1 0 0 0,-1 0 0 0 0,1 1 0 0 0,0-1 1 0 0,-1 0-1 0 0,0 0 0 0 0,1 0 0 0 0,-1 1 0 0 0,-1 0 0 0 0,-10 19 470 0 0,2-13-407 0 0,-1 0 0 0 0,1-1 0 0 0,-1 0 0 0 0,0 0-1 0 0,-19 8 1 0 0,15-8-37 0 0,-7 4 66 0 0,1 0 0 0 0,1 2 0 0 0,-1 1 0 0 0,-26 24 0 0 0,45-37-116 0 0,1 1 0 0 0,-1 0 0 0 0,1-1 0 0 0,0 1 0 0 0,-1 0 0 0 0,1 0 0 0 0,0-1 1 0 0,0 1-1 0 0,0 0 0 0 0,0 0 0 0 0,1 0 0 0 0,-1 0 0 0 0,1 0 0 0 0,-1 1 0 0 0,1-1 0 0 0,0 0 1 0 0,-1 0-1 0 0,1 0 0 0 0,0 0 0 0 0,0 0 0 0 0,1 1 0 0 0,-1-1 0 0 0,0 0 0 0 0,1 0 1 0 0,-1 0-1 0 0,1 0 0 0 0,0 0 0 0 0,0 0 0 0 0,0 0 0 0 0,1 2 0 0 0,1 2 19 0 0,1-1 0 0 0,0 1-1 0 0,0-1 1 0 0,0 1 0 0 0,0-1-1 0 0,1-1 1 0 0,0 1 0 0 0,8 5 0 0 0,15 10 59 0 0,-15-12-28 0 0,0 1 0 0 0,-1 1 0 0 0,0 0 1 0 0,18 20-1 0 0,-25-25-33 0 0,0 0 1 0 0,-1 1-1 0 0,0 0 1 0 0,0 0 0 0 0,0 0-1 0 0,-1 0 1 0 0,0 1-1 0 0,0-1 1 0 0,0 1-1 0 0,-1 0 1 0 0,2 8-1 0 0,-2-3 77 0 0,-1-7-72 0 0,1-1 0 0 0,-2 1 0 0 0,1-1 0 0 0,-1 1-1 0 0,1 0 1 0 0,-1-1 0 0 0,-1 1 0 0 0,1 0 0 0 0,0-1 0 0 0,-1 1 0 0 0,0-1-1 0 0,0 1 1 0 0,-1-1 0 0 0,1 1 0 0 0,-4 5 0 0 0,2-2 42 0 0,1-5-59 0 0,1 0-1 0 0,0 0 1 0 0,-1 0-1 0 0,1 0 1 0 0,-1-1-1 0 0,0 1 1 0 0,0-1-1 0 0,0 1 1 0 0,0-1-1 0 0,-1 0 1 0 0,1 0-1 0 0,-4 3 0 0 0,-13 8 119 0 0,0-1 0 0 0,-1 0-1 0 0,-1-2 1 0 0,-22 9-1 0 0,-19 0-67 0 0,32-10 6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06.7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69 96 0 0,'0'0'14337'0'0,"4"0"-14198"0"0,1 0-131 0 0,-2-1 54 0 0,0 1 0 0 0,-1 0 0 0 0,1 0 0 0 0,0 1 0 0 0,-1-1 0 0 0,1 0 0 0 0,0 1 0 0 0,-1-1 0 0 0,1 1 0 0 0,-1 0 0 0 0,1 0 0 0 0,-1 0 0 0 0,1 0 0 0 0,3 3 0 0 0,-1-2 68 0 0,-1 0 0 0 0,1-1 0 0 0,0 0 0 0 0,0 0 1 0 0,0 0-1 0 0,0 0 0 0 0,-1-1 0 0 0,1 0 0 0 0,0 0 0 0 0,0 0 0 0 0,9-2 0 0 0,5 1 448 0 0,16 2 108 0 0,-23 0-527 0 0,0 0 0 0 0,0-1 0 0 0,0-1 0 0 0,15-2 0 0 0,19-4 220 0 0,18-5 38 0 0,-52 9-303 0 0,0 0 1 0 0,1 2-1 0 0,-1-1 0 0 0,1 1 1 0 0,0 1-1 0 0,-1 0 0 0 0,22 4 1 0 0,5 1 433 0 0,74 2 0 0 0,-20-3 10 0 0,107-2 179 0 0,-5-1-164 0 0,-139 5-394 0 0,82 3 278 0 0,75-13 477 0 0,-64 0-432 0 0,240 4 135 0 0,-374-1-615 0 0,1 0 1 0 0,20-6-1 0 0,-21 4 7 0 0,0 1 1 0 0,22-1-1 0 0,73-2 109 0 0,-44-6-58 0 0,22-1 23 0 0,249 8 190 0 0,-199 5-226 0 0,-69 8-42 0 0,84 12 15 0 0,21-19-32 0 0,-91-3-8 0 0,15-4 0 0 0,-86 5 0 0 0,-1-2 0 0 0,1 1 0 0 0,15-6 0 0 0,-15 4 1 0 0,0 1 1 0 0,-1 0 0 0 0,18-1 0 0 0,511 1 135 0 0,-461 8-128 0 0,88-3 30 0 0,-163-3-39 0 0,0 0 0 0 0,1 0 0 0 0,0 0 0 0 0,-1 0 0 0 0,0 0 0 0 0,0 0 0 0 0,1 0 0 0 0,-1 0 0 0 0,0 0 0 0 0,0 0 0 0 0,1 0 0 0 0,0 0 0 0 0,-2-1 3 0 0,-2-2 7 0 0,-1-2-6 0 0,0 1 2 0 0,-1 0-4 0 0,-2-1 4 0 0,-2 1-4 0 0,0-1 4 0 0,1 1-4 0 0,0 0 4 0 0,1 0-4 0 0,1 3 4 0 0,-31-4 194 0 0,119 5 81 0 0,-84 30-68 0 0,-3-27-201 0 0,1 1-1 0 0,-1-1 0 0 0,0 0 0 0 0,0 1 0 0 0,0-1 0 0 0,-1 0 0 0 0,1 0 0 0 0,-1 1 1 0 0,0-1-1 0 0,0 0 0 0 0,0-1 0 0 0,0 1 0 0 0,0 0 0 0 0,-1-1 0 0 0,-4 5 1 0 0,-3 2 12 0 0,0 0 0 0 0,-22 12 0 0 0,23-16-8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08.7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201 144 7328 0 0,'0'0'7376'0'0,"2"-3"-6899"0"0,3-12-266 0 0,-5 14-128 0 0,-1-1 1 0 0,1 0-1 0 0,-1 0 1 0 0,1 0-1 0 0,-1 1 1 0 0,0-1 0 0 0,0 0-1 0 0,0 1 1 0 0,0-1-1 0 0,0 1 1 0 0,0-1 0 0 0,0 1-1 0 0,-2-2 1 0 0,2 1 28 0 0,-3-3 10 0 0,0-1 0 0 0,-1 1 0 0 0,0 0 0 0 0,0 0 0 0 0,0 1 0 0 0,-1 0 1 0 0,1 0-1 0 0,-1 0 0 0 0,0 0 0 0 0,-10-4 0 0 0,4 4 27 0 0,1 0 0 0 0,-1 0 0 0 0,0 2 0 0 0,0-1 0 0 0,-14 0 0 0 0,22 2-25 0 0,0 0 0 0 0,0 0-1 0 0,0 0 1 0 0,0 0-1 0 0,0-1 1 0 0,0 0-1 0 0,0 0 1 0 0,-5-4-1 0 0,8 6-43 0 0,1 0-50 0 0,1-1 0 0 0,-1 1-1 0 0,0-1 1 0 0,0 1-1 0 0,0 0 1 0 0,0-1-1 0 0,0 1 1 0 0,0 0 0 0 0,0-1-1 0 0,1 1 1 0 0,-1 0-1 0 0,0-1 1 0 0,0 1 0 0 0,0 0-1 0 0,1-1 1 0 0,-1 1-1 0 0,0 0 1 0 0,0 0-1 0 0,1-1 1 0 0,-1 1 0 0 0,0 0-1 0 0,1 0 1 0 0,-1 0-1 0 0,0-1 1 0 0,1 1 0 0 0,-1 0-1 0 0,0 0 1 0 0,1 0-1 0 0,-1 0 1 0 0,1 0-1 0 0,18-1 351 0 0,28 11-276 0 0,-31-6 95 0 0,0-1-115 0 0,-3-1 31 0 0,-1 0-1 0 0,0 0 1 0 0,1 2 0 0 0,-1-1 0 0 0,0 2-1 0 0,21 10 1 0 0,-30-12-77 0 0,-1-1 1 0 0,1 1-1 0 0,-1 0 1 0 0,0 0 0 0 0,0 0-1 0 0,0 0 1 0 0,0 0-1 0 0,-1 0 1 0 0,1 0-1 0 0,1 6 1 0 0,-2-5 1 0 0,1 0 1 0 0,0 0 0 0 0,0 0 0 0 0,0-1 0 0 0,0 1-1 0 0,4 4 1 0 0,-5-6-33 0 0,0-1-1 0 0,-1 0 1 0 0,1 1-1 0 0,-1-1 0 0 0,1 1 1 0 0,-1-1-1 0 0,1 1 1 0 0,-1-1-1 0 0,0 1 1 0 0,0-1-1 0 0,0 1 0 0 0,0-1 1 0 0,0 1-1 0 0,0-1 1 0 0,0 0-1 0 0,0 1 1 0 0,-1-1-1 0 0,1 1 0 0 0,-1-1 1 0 0,1 1-1 0 0,-1-1 1 0 0,-1 3-1 0 0,0 0 4 0 0,0 1 0 0 0,0-1 0 0 0,0 0 0 0 0,-1 0-1 0 0,-4 6 1 0 0,5-9-8 0 0,-4 6 4 0 0,0-1 0 0 0,-1 1 0 0 0,0-1 0 0 0,0-1 0 0 0,0 1 0 0 0,-1-1 0 0 0,0-1 0 0 0,-13 7 0 0 0,6-5 7 0 0,-2 1 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38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96 0 0,'0'0'0'0'0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47.3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4519 53 96 0 0,'0'0'12912'0'0,"0"-3"-12576"0"0,0-12 40 0 0,0 12 1 0 0,-24-9 2191 0 0,-28 0 1648 0 0,-39 8-1384 0 0,-108 2 528 0 0,182 8-2959 0 0,16-5-317 0 0,-1 0 1 0 0,0-1 0 0 0,0 1-1 0 0,0 0 1 0 0,0 0 0 0 0,0-1-1 0 0,0 1 1 0 0,0-1 0 0 0,-3 0-1 0 0,-312-1 3552 0 0,292 1-3563 0 0,0 1 67 0 0,0-2-1 0 0,-34-4 0 0 0,32 1-76 0 0,0 2 1 0 0,0 1-1 0 0,-35 2 0 0 0,6 1-4 0 0,20 1-59 0 0,24 0 0 0 0,-1-2 0 0 0,-21 1 0 0 0,-470-2 0 0 0,319 7 0 0 0,-394-6 0 0 0,518 6 0 0 0,-27 0 0 0 0,5 0 0 0 0,-170 0 0 0 0,96-1 0 0 0,94 4 0 0 0,-198-7 0 0 0,149-4 0 0 0,17 7 0 0 0,-232-6 0 0 0,120 7 0 0 0,2-7 0 0 0,112 3-176 0 0,93-4 172 0 0,0 0 1 0 0,0-1-1 0 0,1 1 0 0 0,-1 0 1 0 0,1 0-1 0 0,-1 0 0 0 0,1 0 0 0 0,-1 1 1 0 0,1-1-1 0 0,-1 0 0 0 0,1 0 1 0 0,0 0-1 0 0,-1 0 0 0 0,1 0 0 0 0,1 0 1 0 0,-1 0-2 0 0,43-43-139 0 0,-43 43 141 0 0,-1 0 1 0 0,1 1-1 0 0,0 0 1 0 0,-1-1 0 0 0,1 1-1 0 0,-1-1 1 0 0,1 1 0 0 0,-1-1 0 0 0,1 0-1 0 0,-1 1 1 0 0,0-1 0 0 0,1 1-1 0 0,-1-1 1 0 0,0 0 0 0 0,1 1-1 0 0,-1-1 1 0 0,0 0 0 0 0,0 1 0 0 0,1-1-1 0 0,-1 0 1 0 0,0 0 0 0 0,0 1-1 0 0,0-1 1 0 0,0 0 0 0 0,0 1-1 0 0,0-2 1 0 0,0 1 0 0 0,0 0-5 0 0,-1 1-65 0 0,0 1 69 0 0,0-1 0 0 0,0 0 0 0 0,0 1 0 0 0,0-1 0 0 0,0 0 1 0 0,0 1-1 0 0,1-1 0 0 0,-1 1 0 0 0,0 0 0 0 0,0-1 0 0 0,1 1 0 0 0,-1 0 1 0 0,0-1-1 0 0,0 2 0 0 0,-12 8-33 0 0,1-6-27 0 0,2 2 0 0 0,-1 0 0 0 0,0 0 0 0 0,1 1 0 0 0,1 0 0 0 0,-1 0 0 0 0,-13 15 0 0 0,22-21 35 0 0,0 1-1 0 0,0-1 0 0 0,0 0 0 0 0,-1 0 0 0 0,1 0 0 0 0,0 0 0 0 0,-1 0 0 0 0,1 0 1 0 0,-1 0-1 0 0,1 0 0 0 0,-1-1 0 0 0,1 1 0 0 0,-1 0 0 0 0,1-1 0 0 0,-1 1 0 0 0,0-1 1 0 0,1 0-1 0 0,-1 0 0 0 0,0 1 0 0 0,1-1 0 0 0,-1 0 0 0 0,-1-1 0 0 0,3 1 9 0 0,0 1-1 0 0,0 25-134 0 0,0-23 154 0 0,0-1-1 0 0,1 1 0 0 0,0-1 1 0 0,0 1-1 0 0,0-1 0 0 0,0 1 1 0 0,0-1-1 0 0,0 0 0 0 0,0 0 1 0 0,1 1-1 0 0,-1-1 0 0 0,1 0 1 0 0,0 0-1 0 0,0 0 0 0 0,3 2 1 0 0,1 3-2 0 0,13 18 3 0 0,-17-21 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49.7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20 4912 0 0,'0'0'14558'0'0,"-2"4"-14418"0"0,-1 2-1 0 0,1 0-1 0 0,0 0 1 0 0,1 0-1 0 0,-1 1 1 0 0,1-1-1 0 0,1 1 1 0 0,-1 7 0 0 0,2 55 718 0 0,1-27-220 0 0,-2 73 6446 0 0,9-123-6060 0 0,7 2-939 0 0,0 1 0 0 0,30-6 0 0 0,-36 9-70 0 0,1-1 0 0 0,-1 0 0 0 0,1 0-1 0 0,-1-1 1 0 0,-1-1 0 0 0,1 0 0 0 0,0 0 0 0 0,-1-1 0 0 0,0 0 0 0 0,-1-1-1 0 0,1 1 1 0 0,8-11 0 0 0,-2 5 6 0 0,-13 12-18 0 0,-1-1 0 0 0,0 0 0 0 0,1 0 0 0 0,-1 0 0 0 0,0 0 1 0 0,0 0-1 0 0,1 0 0 0 0,-1-1 0 0 0,0 1 0 0 0,0 0 0 0 0,0 0 0 0 0,0-1 1 0 0,-1 1-1 0 0,1-1 0 0 0,0 1 0 0 0,1-3 0 0 0,11-23 3 0 0,-12 26-5 0 0,0 0 0 0 0,0 0 0 0 0,-1 0 0 0 0,1-1 1 0 0,0 1-1 0 0,0 0 0 0 0,-1-1 0 0 0,1 1 0 0 0,-1-1 0 0 0,1 1 0 0 0,-1-1 0 0 0,1 1 1 0 0,-1-1-1 0 0,0 1 0 0 0,0-1 0 0 0,0 1 0 0 0,0-1 0 0 0,0 0 0 0 0,0 1 0 0 0,0-1 1 0 0,0 1-1 0 0,-1-1 0 0 0,1 1 0 0 0,-2-3 0 0 0,-6-20 0 0 0,6 20 0 0 0,1 0 0 0 0,-1 0 0 0 0,1 0 0 0 0,-1 0 0 0 0,0 0 0 0 0,-4-5 0 0 0,5 8 0 0 0,-1-1 0 0 0,0 0 0 0 0,0 1 0 0 0,0-1 0 0 0,0 1 0 0 0,0 0 0 0 0,0 0 0 0 0,0 0 0 0 0,0 0 0 0 0,0 0 0 0 0,0 0 0 0 0,-1 0 0 0 0,1 1 0 0 0,0-1 0 0 0,-5 0 0 0 0,-65-13-12 0 0,48 9 2 0 0,-1 0 0 0 0,-50-3-1 0 0,73 8 8 0 0,0 1-1 0 0,-1-1 0 0 0,1 1 1 0 0,-1-1-1 0 0,1 1 1 0 0,0 0-1 0 0,0 0 0 0 0,-3 1 1 0 0,-17 4-41 0 0,18-6 35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50.8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 29 14168 0 0,'0'0'6862'0'0,"-4"0"-6822"0"0,2-1-28 0 0,0 1 0 0 0,1 0-1 0 0,-1 0 1 0 0,0 0 0 0 0,0 1 0 0 0,0-1 0 0 0,0 0 0 0 0,0 1-1 0 0,0-1 1 0 0,0 1 0 0 0,1 0 0 0 0,-1-1 0 0 0,0 1 0 0 0,0 0-1 0 0,1 0 1 0 0,-1 0 0 0 0,1 0 0 0 0,-1 0 0 0 0,1 1-1 0 0,-1-1 1 0 0,1 0 0 0 0,0 1 0 0 0,-1-1 0 0 0,1 1 0 0 0,0 0-1 0 0,0-1 1 0 0,0 1 0 0 0,0 0 0 0 0,-1 3 0 0 0,-4 9 63 0 0,-7 18 30 0 0,10-19-47 0 0,1 1 0 0 0,0-1 1 0 0,0 22-1 0 0,29-17 14 0 0,-26-17-68 0 0,1-1-1 0 0,0 1 1 0 0,0-1-1 0 0,-1 0 1 0 0,1 0-1 0 0,0 0 1 0 0,0 0-1 0 0,0 0 1 0 0,-1 0-1 0 0,1 0 1 0 0,0 0-1 0 0,0-1 1 0 0,0 1-1 0 0,-1-1 1 0 0,1 1-1 0 0,0-1 1 0 0,-1 0-1 0 0,1 0 1 0 0,0 0 0 0 0,-1 0-1 0 0,1 0 1 0 0,-1 0-1 0 0,0 0 1 0 0,1 0-1 0 0,-1 0 1 0 0,0-1-1 0 0,2-1 1 0 0,1-1 13 0 0,-1-1-1 0 0,1 0 1 0 0,-1 0 0 0 0,0 0 0 0 0,0 0-1 0 0,3-10 1 0 0,25-97 496 0 0,-26 91-84 0 0,-3 15 460 0 0,-2 18-419 0 0,1 24 36 0 0,10 68 0 0 0,-11-102-499 0 0,1 2 77 0 0,-1 1 1 0 0,1-1-1 0 0,-1 0 1 0 0,1 1-1 0 0,0-1 1 0 0,1 0-1 0 0,-1 0 1 0 0,1 0-1 0 0,0 0 1 0 0,0 0-1 0 0,0 0 0 0 0,0 0 1 0 0,1-1-1 0 0,0 1 1 0 0,0-1-1 0 0,4 5 1 0 0,-6-8-24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51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 17079 0 0,'0'0'6562'0'0,"-1"4"-6453"0"0,-2 5-58 0 0,0 0 0 0 0,1 0 0 0 0,1 0 0 0 0,-1 1 0 0 0,1 13 0 0 0,2 58 213 0 0,1-30-18 0 0,-3-41-168 0 0,1 16 55 0 0,0-25-123 0 0,0 0-1 0 0,-1 0 1 0 0,2 0 0 0 0,-1 0-1 0 0,0-1 1 0 0,0 1 0 0 0,0 0-1 0 0,0 0 1 0 0,1 0 0 0 0,-1 0 0 0 0,0 0-1 0 0,1-1 1 0 0,-1 1 0 0 0,0 0-1 0 0,1 0 1 0 0,-1-1 0 0 0,1 1-1 0 0,-1 0 1 0 0,1-1 0 0 0,0 2 0 0 0,4 0 24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51.6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183 9 13768 0 0,'-31'-9'4175'0'0,"-117"9"-1896"0"0,145 0-2238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52.7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 14 12056 0 0,'0'0'4519'0'0,"-4"-3"-4303"0"0,2 2-218 0 0,1 0 30 0 0,0 0-1 0 0,0 0 1 0 0,0 0-1 0 0,0 0 1 0 0,-1 0-1 0 0,1 1 1 0 0,0-1-1 0 0,0 1 0 0 0,-1-1 1 0 0,1 1-1 0 0,0-1 1 0 0,-1 1-1 0 0,1 0 1 0 0,0 0-1 0 0,-1-1 1 0 0,1 1-1 0 0,-1 0 1 0 0,1 0-1 0 0,0 0 0 0 0,-1 1 1 0 0,1-1-1 0 0,-1 0 1 0 0,1 0-1 0 0,0 1 1 0 0,-1-1-1 0 0,1 1 1 0 0,-2 0-1 0 0,-21 11 343 0 0,19-10-301 0 0,0 0 0 0 0,0 0 1 0 0,1 1-1 0 0,-1-1 0 0 0,1 1 0 0 0,0 0 0 0 0,-1 0 0 0 0,2 1 0 0 0,-1-1 1 0 0,-5 6-1 0 0,-9 12 229 0 0,12-16-166 0 0,1 1 0 0 0,0 0 0 0 0,1 0 1 0 0,-7 9-1 0 0,10-13-97 0 0,0 0 0 0 0,0 0 0 0 0,1 0 0 0 0,-1-1 0 0 0,1 1 0 0 0,-1 0 0 0 0,1 0 1 0 0,-1 0-1 0 0,1 0 0 0 0,0 0 0 0 0,0 0 0 0 0,0 0 0 0 0,0 0 0 0 0,0 0 0 0 0,1 0 1 0 0,-1 0-1 0 0,1 0 0 0 0,-1 0 0 0 0,1 0 0 0 0,-1 0 0 0 0,1-1 0 0 0,1 3 0 0 0,0-1 25 0 0,1 1 0 0 0,-1-1-1 0 0,1 0 1 0 0,0 0-1 0 0,0-1 1 0 0,0 1-1 0 0,0 0 1 0 0,0-1 0 0 0,0 0-1 0 0,1 0 1 0 0,-1 0-1 0 0,1 0 1 0 0,0 0 0 0 0,0-1-1 0 0,5 2 1 0 0,-7-3-32 0 0,0 0 0 0 0,0 0 0 0 0,0 0 1 0 0,0 0-1 0 0,0-1 0 0 0,0 1 1 0 0,0-1-1 0 0,0 1 0 0 0,0-1 0 0 0,0 0 1 0 0,0 0-1 0 0,0 0 0 0 0,0 0 0 0 0,-1 0 1 0 0,1 0-1 0 0,0 0 0 0 0,1-3 0 0 0,24-25 270 0 0,-23 24-240 0 0,-1 0 0 0 0,0 0 0 0 0,-1-1-1 0 0,1 1 1 0 0,-1-1 0 0 0,0 1 0 0 0,0-1 0 0 0,-1 0-1 0 0,2-9 1 0 0,0-55 620 0 0,-3 70-664 0 0,0 0 1 0 0,0 0-1 0 0,0 1 0 0 0,0-1 0 0 0,0 0 0 0 0,0 0 0 0 0,0 0 1 0 0,0 0-1 0 0,0 0 0 0 0,-1 0 0 0 0,1 0 0 0 0,0 0 0 0 0,0 0 1 0 0,0 0-1 0 0,0 0 0 0 0,0 0 0 0 0,0 1 0 0 0,-1-1 0 0 0,1 0 1 0 0,0 0-1 0 0,0 0 0 0 0,0 0 0 0 0,0 0 0 0 0,0 0 0 0 0,0 0 1 0 0,0 0-1 0 0,-1 0 0 0 0,1 0 0 0 0,0 0 0 0 0,0 0 0 0 0,0-1 1 0 0,0 1-1 0 0,0 0 0 0 0,0 0 0 0 0,-1 0 0 0 0,1 0 0 0 0,0 0 1 0 0,0 0-1 0 0,0 0 0 0 0,0 0 0 0 0,0 0 0 0 0,0 0 0 0 0,0 0 1 0 0,0 0-1 0 0,-1-1 0 0 0,1 1 0 0 0,0 0 0 0 0,0 0 0 0 0,0 0 1 0 0,0 0-1 0 0,0 0 0 0 0,0 0 0 0 0,0 0 0 0 0,0-1 0 0 0,0 1 1 0 0,0 19 325 0 0,-1-5-204 0 0,1 0 0 0 0,1 0 0 0 0,0 0 0 0 0,1 0 1 0 0,5 19-1 0 0,-4-19 37 0 0,-2-11-133 0 0,-1-1 0 0 0,1 1-1 0 0,-1 0 1 0 0,1-1 0 0 0,0 1 0 0 0,0-1 0 0 0,0 1-1 0 0,0-1 1 0 0,1 1 0 0 0,-1-1 0 0 0,4 4 0 0 0,-1-2 70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54.2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9040 0 0,'0'0'13103'0'0,"0"4"-13021"0"0,-1 1-52 0 0,0 4 85 0 0,1 1 1 0 0,-1-1-1 0 0,2 0 1 0 0,-1 0-1 0 0,1 0 1 0 0,1 1-1 0 0,0-1 1 0 0,3 12-1 0 0,-3-14 87 0 0,0 0 0 0 0,-1 0 0 0 0,0 0 0 0 0,0 0 0 0 0,-1 0 0 0 0,0 0-1 0 0,-1 13 1 0 0,0 1 1872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54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15680 0 0,'0'0'9662'0'0,"-1"4"-9595"0"0,-5 15-5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1:56.1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 15272 0 0,'0'0'8461'0'0,"0"3"-8416"0"0,1 10 68 0 0,0 1 1 0 0,1-1-1 0 0,1-1 0 0 0,0 1 1 0 0,1 0-1 0 0,10 21 0 0 0,-12 5 644 0 0,-2-24-164 0 0,-1-24 711 0 0,2 5-1300 0 0,-1 1 1 0 0,1-1 0 0 0,0 1 0 0 0,0-1 0 0 0,0 1 0 0 0,0-1-1 0 0,3-3 1 0 0,4-13 11 0 0,-5 7 13 0 0,-1-1-1 0 0,0 1 0 0 0,0-28 0 0 0,-2 40-26 0 0,0 0 0 0 0,1 0 0 0 0,-1 0 0 0 0,0-1 0 0 0,1 1 0 0 0,-1 0-1 0 0,1 0 1 0 0,0 0 0 0 0,-1 0 0 0 0,1 0 0 0 0,0 0 0 0 0,-1 0 0 0 0,1 0-1 0 0,0 0 1 0 0,0 0 0 0 0,2-1 0 0 0,-2 1 1 0 0,0 0 0 0 0,0 0 0 0 0,0 0 0 0 0,0 0 0 0 0,0 0-1 0 0,0-1 1 0 0,0 1 0 0 0,0 0 0 0 0,-1-1 0 0 0,1 1 0 0 0,0 0 0 0 0,-1-1 0 0 0,1 1 0 0 0,-1-1 0 0 0,1 1 0 0 0,-1-1 0 0 0,0-1-1 0 0,1 2 1 0 0,-1 1-1 0 0,1 0 1 0 0,-1-1-1 0 0,1 1 0 0 0,-1-1 1 0 0,1 1-1 0 0,0 0 1 0 0,-1-1-1 0 0,1 1 0 0 0,-1 0 1 0 0,1 0-1 0 0,0 0 0 0 0,-1 0 1 0 0,1-1-1 0 0,0 1 1 0 0,-1 0-1 0 0,1 0 0 0 0,0 0 1 0 0,-1 0-1 0 0,1 0 1 0 0,0 0-1 0 0,-1 1 0 0 0,1-1 1 0 0,1 0-1 0 0,-1 0 0 0 0,0 0-1 0 0,0 0 0 0 0,0 1 1 0 0,1-1-1 0 0,-1 0 1 0 0,0 0-1 0 0,0 1 1 0 0,0-1-1 0 0,0 1 1 0 0,0-1-1 0 0,1 1 0 0 0,-1-1 1 0 0,0 1-1 0 0,1 1 1 0 0,8 10 3 0 0,-9-11-3 0 0,0 0 0 0 0,0 0 0 0 0,0 0 0 0 0,0 0 0 0 0,0 0 0 0 0,0 0 0 0 0,0 0 0 0 0,0 0-1 0 0,-1 1 1 0 0,1-1 0 0 0,-1 0 0 0 0,1 1 0 0 0,-1-1 0 0 0,1 0 0 0 0,-1 1 0 0 0,1-1 0 0 0,-1 3 0 0 0,0 36-1 0 0,0-35-1 0 0,0 96 33 0 0,2-97-26 0 0,3-1-7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2:13.1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94 5624 0 0,'0'0'10970'0'0,"4"-2"-9949"0"0,7-4-933 0 0,0 1 2888 0 0,-13 36-1478 0 0,-11-17-804 0 0,6-7-454 0 0,5-8-199 0 0,0 1 1 0 0,0 0-1 0 0,1-1 0 0 0,-1 1 0 0 0,0-1 0 0 0,1 1 1 0 0,-1-1-1 0 0,0 0 0 0 0,1 0 0 0 0,-1 0 0 0 0,-2-1 1 0 0,1 0 127 0 0,2 1-138 0 0,0 0-1 0 0,0 1 1 0 0,0-1 0 0 0,0 0-1 0 0,0 0 1 0 0,0 1-1 0 0,0-1 1 0 0,0 0 0 0 0,1 0-1 0 0,-1 0 1 0 0,0 0-1 0 0,1 0 1 0 0,-1 0-1 0 0,1 0 1 0 0,-1 0 0 0 0,1 0-1 0 0,-1-1 1 0 0,1 1-1 0 0,0 0 1 0 0,-1 0 0 0 0,1 0-1 0 0,0 0 1 0 0,0-1-1 0 0,0 1 1 0 0,0 0-1 0 0,0 0 1 0 0,1-3 0 0 0,-1 2 11 0 0,1 0 1 0 0,-1 1-1 0 0,1-1 1 0 0,0 0-1 0 0,0 0 1 0 0,0 0-1 0 0,0 1 1 0 0,0-1-1 0 0,0 0 1 0 0,0 1-1 0 0,1-1 1 0 0,-1 1-1 0 0,1-1 1 0 0,-1 1-1 0 0,1 0 1 0 0,-1 0-1 0 0,1 0 1 0 0,0-1-1 0 0,2 1 1 0 0,-3 0-26 0 0,0 0 0 0 0,0 1 1 0 0,1-1-1 0 0,-1 1 0 0 0,0-1 1 0 0,1 1-1 0 0,-1 0 0 0 0,0-1 0 0 0,1 1 1 0 0,-1 0-1 0 0,1 0 0 0 0,-1 0 0 0 0,0 0 1 0 0,1 0-1 0 0,-1 0 0 0 0,1 1 1 0 0,-1-1-1 0 0,0 0 0 0 0,1 1 0 0 0,-1-1 1 0 0,0 1-1 0 0,0 0 0 0 0,1-1 0 0 0,-1 1 1 0 0,2 1-1 0 0,1 2 65 0 0,0 0 0 0 0,0 0 1 0 0,-1 0-1 0 0,1 0 0 0 0,3 8 1 0 0,-6-12-75 0 0,-1 0 1 0 0,0 0 0 0 0,1 0 0 0 0,-1 0-1 0 0,1 0 1 0 0,-1 0 0 0 0,1 0 0 0 0,-1 0 0 0 0,0 0-1 0 0,1 0 1 0 0,-1 0 0 0 0,1 0 0 0 0,-1 0-1 0 0,1 0 1 0 0,-1 0 0 0 0,0-1 0 0 0,1 1 0 0 0,-1 0-1 0 0,0 0 1 0 0,1 0 0 0 0,-1-1 0 0 0,1 1 0 0 0,-1 0-1 0 0,0 0 1 0 0,0-1 0 0 0,1 1 0 0 0,-1 0-1 0 0,0-1 1 0 0,1 1 0 0 0,-1 0 0 0 0,0-1 0 0 0,0 1-1 0 0,0-1 1 0 0,1 1 0 0 0,-1 0 0 0 0,0-1-1 0 0,0 1 1 0 0,0-1 0 0 0,0 1 0 0 0,0 0 0 0 0,0-1-1 0 0,0 1 1 0 0,0-1 0 0 0,0 1 0 0 0,0-1 0 0 0,-4-1 47 0 0,1 1 1 0 0,-1 0-1 0 0,0 0 1 0 0,0 0-1 0 0,0 1 1 0 0,0-1-1 0 0,0 1 1 0 0,0 0-1 0 0,-7 1 1 0 0,4-1 13 0 0,7 0-64 0 0,-1 0-1 0 0,1 0 0 0 0,-1 0 0 0 0,1 0 1 0 0,-1 0-1 0 0,1-1 0 0 0,-1 1 0 0 0,1 0 1 0 0,0 0-1 0 0,-1 0 0 0 0,1-1 0 0 0,-1 1 0 0 0,1 0 1 0 0,0 0-1 0 0,-1-1 0 0 0,1 1 0 0 0,-1 0 1 0 0,1-1-1 0 0,0 1 0 0 0,-1 0 0 0 0,1-1 1 0 0,0 1-1 0 0,0-1 0 0 0,-1 1 0 0 0,1 0 0 0 0,0-1 1 0 0,0 1-1 0 0,0-1 0 0 0,0 1 0 0 0,-1-1 1 0 0,1 1-1 0 0,0-1 0 0 0,0 1 0 0 0,0-1 0 0 0,2-15 39 0 0,16-17 205 0 0,-17 32-230 0 0,0-1 1 0 0,0 1-1 0 0,0 0 0 0 0,0 0 0 0 0,0 0 0 0 0,0 0 0 0 0,1 0 0 0 0,-1 0 1 0 0,1 0-1 0 0,-1 0 0 0 0,0 0 0 0 0,1 1 0 0 0,-1-1 0 0 0,1 0 0 0 0,0 1 1 0 0,-1 0-1 0 0,1-1 0 0 0,-1 1 0 0 0,4 0 0 0 0,-4 0-14 0 0,-1 0 1 0 0,1 0-1 0 0,0 1 1 0 0,-1-1-1 0 0,1 0 0 0 0,-1 1 1 0 0,1-1-1 0 0,-1 1 0 0 0,1-1 1 0 0,-1 0-1 0 0,1 1 0 0 0,-1-1 1 0 0,1 1-1 0 0,-1 0 1 0 0,0-1-1 0 0,1 1 0 0 0,-1-1 1 0 0,0 1-1 0 0,0-1 0 0 0,1 1 1 0 0,-1 0-1 0 0,0-1 0 0 0,0 1 1 0 0,0 1-1 0 0,5 19 84 0 0,-5-20-80 0 0,0 0-8 0 0,5 39 18 0 0,-5-36-10 0 0,0-1 1 0 0,0 0-1 0 0,0 1 1 0 0,0-1-1 0 0,0 0 1 0 0,-1 0-1 0 0,0 1 1 0 0,0-1-1 0 0,0 0 1 0 0,-2 6-1 0 0,2-11 5 0 0,1 1 1 0 0,-1-1-1 0 0,1 0 0 0 0,-1 1 0 0 0,0-1 0 0 0,0 1 0 0 0,0-1 1 0 0,0 1-1 0 0,0-1 0 0 0,0 1 0 0 0,0 0 0 0 0,-1-1 1 0 0,-2-1-1 0 0,0 4 6 0 0,0 0-1 0 0,-1-1 1 0 0,1 1 0 0 0,-1-1-1 0 0,1 0 1 0 0,-1 0 0 0 0,1 0 0 0 0,-1-1-1 0 0,1 0 1 0 0,0 0 0 0 0,-1 0 0 0 0,1 0-1 0 0,0-1 1 0 0,-1 1 0 0 0,1-1-1 0 0,0 0 1 0 0,1 0 0 0 0,-1-1 0 0 0,-6-4-1 0 0,9 6-12 0 0,1 1-1 0 0,-1-1 1 0 0,0 0-1 0 0,1 1 1 0 0,-1-1-1 0 0,1 0 1 0 0,-1 0-1 0 0,1 0 1 0 0,-1 0-1 0 0,1 0 0 0 0,0 0 1 0 0,-1 0-1 0 0,1 0 1 0 0,0 1-1 0 0,0-1 1 0 0,-1 0-1 0 0,1 0 1 0 0,0 0-1 0 0,0 0 1 0 0,0 0-1 0 0,0 0 0 0 0,1 0 1 0 0,-1 0-1 0 0,0 0 1 0 0,0 0-1 0 0,0 0 1 0 0,1-1-1 0 0,0 0 6 0 0,1-1-1 0 0,-1 1 1 0 0,1 0-1 0 0,-1 0 0 0 0,1 0 1 0 0,0 0-1 0 0,-1 0 1 0 0,1 0-1 0 0,0 1 1 0 0,3-3-1 0 0,-2 2 1 0 0,-1 0 1 0 0,0 1-1 0 0,1-1 0 0 0,-1 0 0 0 0,1 1 0 0 0,-1 0 1 0 0,1 0-1 0 0,0 0 0 0 0,-1 0 0 0 0,1 0 0 0 0,0 1 1 0 0,0-1-1 0 0,-1 1 0 0 0,1-1 0 0 0,0 1 0 0 0,0 0 1 0 0,0 0-1 0 0,4 1 0 0 0,-6-1-3 0 0,-1 1 0 0 0,1-1 0 0 0,0 1 0 0 0,0-1 0 0 0,-1 0 0 0 0,1 1 0 0 0,0-1 0 0 0,0 0 0 0 0,-1 0 0 0 0,1 0 0 0 0,0 0 0 0 0,0 0 0 0 0,-1 0 0 0 0,1 0 0 0 0,0 0 0 0 0,0 0 0 0 0,1 0 0 0 0,-2 0-8 0 0,1 0 1 0 0,-1 0 0 0 0,0 0-1 0 0,1 0 1 0 0,-1 0 0 0 0,1 0-1 0 0,-1 0 1 0 0,0 0-1 0 0,1 0 1 0 0,-1 0 0 0 0,1 0-1 0 0,-1 0 1 0 0,1 0 0 0 0,-1 0-1 0 0,0 0 1 0 0,1 1-1 0 0,-1-1 1 0 0,0 0 0 0 0,1 0-1 0 0,-1 0 1 0 0,1 1 0 0 0,-1-1-1 0 0,0 0 1 0 0,0 0 0 0 0,1 1-1 0 0,-1-1 1 0 0,0 0-1 0 0,1 1 1 0 0,-1-1 0 0 0,0 1-1 0 0,0-1 1 0 0,0 0 0 0 0,1 1-1 0 0,-1-1 1 0 0,0 0 0 0 0,0 1-1 0 0,0-1 1 0 0,0 1-1 0 0,7 12 99 0 0,1 5 17 0 0,-8-17-110 0 0,0-1 1 0 0,0 1-1 0 0,0 0 0 0 0,0-1 1 0 0,0 1-1 0 0,0 0 1 0 0,0-1-1 0 0,0 1 1 0 0,0 0-1 0 0,-1-1 1 0 0,1 1-1 0 0,0 0 1 0 0,0-1-1 0 0,-1 1 1 0 0,1-1-1 0 0,0 1 1 0 0,-1 0-1 0 0,1-1 1 0 0,-1 1-1 0 0,1-1 1 0 0,-1 1-1 0 0,1-1 1 0 0,-1 1-1 0 0,1-1 1 0 0,-1 1-1 0 0,-8 7 98 0 0,-3-1 133 0 0,10-7-222 0 0,1 0 0 0 0,0-1 0 0 0,0 1 0 0 0,0 0 0 0 0,0-1 0 0 0,0 1 0 0 0,0-1 0 0 0,0 0 0 0 0,0 1 0 0 0,0-1 1 0 0,0 0-1 0 0,0 1 0 0 0,0-1 0 0 0,0 0 0 0 0,-1-2 0 0 0,1 2 1 0 0,0 0 0 0 0,0-1 1 0 0,0 1-1 0 0,0-1 0 0 0,0 0 0 0 0,0 1 0 0 0,1-1 0 0 0,-1 0 0 0 0,1 1 1 0 0,-1-1-1 0 0,1 0 0 0 0,0 0 0 0 0,-1 1 0 0 0,1-1 0 0 0,0 0 1 0 0,0 0-1 0 0,0 1 0 0 0,1-4 0 0 0,-1 5-10 0 0,0-1-1 0 0,1 0 1 0 0,-1 0 0 0 0,0 0 0 0 0,0 0-1 0 0,1 1 1 0 0,-1-1 0 0 0,1 0 0 0 0,-1 0-1 0 0,1 1 1 0 0,-1-1 0 0 0,1 0 0 0 0,-1 0-1 0 0,1 1 1 0 0,0-1 0 0 0,-1 1 0 0 0,1-1-1 0 0,0 1 1 0 0,0-1 0 0 0,-1 1 0 0 0,1-1-1 0 0,0 1 1 0 0,0 0 0 0 0,0-1 0 0 0,-1 1-1 0 0,1 0 1 0 0,0 0 0 0 0,0-1 0 0 0,0 1-1 0 0,0 0 1 0 0,0 0 0 0 0,0 0 0 0 0,-1 0-1 0 0,1 0 1 0 0,0 0 0 0 0,0 1 0 0 0,0-1-1 0 0,0 0 1 0 0,0 0 0 0 0,-1 1 0 0 0,2-1-1 0 0,4 3 25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2:14.8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19 13560 0 0,'0'0'9113'0'0,"0"4"-9077"0"0,-6 25 253 0 0,5-28-269 0 0,1 0 1 0 0,0 0 0 0 0,-1 0-1 0 0,1 0 1 0 0,-1 0-1 0 0,1 0 1 0 0,-1 0 0 0 0,1 0-1 0 0,-1 0 1 0 0,0 0-1 0 0,0 0 1 0 0,1-1 0 0 0,-1 1-1 0 0,0 0 1 0 0,0-1 0 0 0,0 1-1 0 0,0 0 1 0 0,0-1-1 0 0,0 1 1 0 0,0-1 0 0 0,0 0-1 0 0,0 1 1 0 0,0-1-1 0 0,0 0 1 0 0,0 1 0 0 0,0-1-1 0 0,0 0 1 0 0,0 0 0 0 0,0 0-1 0 0,0 0 1 0 0,0 0-1 0 0,0 0 1 0 0,0 0 0 0 0,-2-1-1 0 0,-2 0 51 0 0,0-1-1 0 0,0 0 0 0 0,0 0 1 0 0,0 0-1 0 0,1-1 0 0 0,-1 0 1 0 0,1 0-1 0 0,-7-5 1 0 0,10 7-53 0 0,1 1 0 0 0,0 0 0 0 0,-1-1 0 0 0,1 1 1 0 0,0-1-1 0 0,-1 1 0 0 0,1-1 0 0 0,0 1 0 0 0,0-1 1 0 0,-1 1-1 0 0,1-1 0 0 0,0 1 0 0 0,0-1 0 0 0,0 0 1 0 0,0 1-1 0 0,0-1 0 0 0,0 1 0 0 0,0-1 0 0 0,0 1 1 0 0,0-1-1 0 0,0 1 0 0 0,0-1 0 0 0,0 0 0 0 0,0 1 1 0 0,0-1-1 0 0,0 1 0 0 0,1-1 0 0 0,-1 1 0 0 0,0-1 1 0 0,0 1-1 0 0,1-1 0 0 0,-1 1 0 0 0,0-1 0 0 0,1 1 1 0 0,-1-1-1 0 0,0 1 0 0 0,1 0 0 0 0,-1-1 0 0 0,1 1 1 0 0,-1 0-1 0 0,1-1 0 0 0,0 1 0 0 0,19-15 334 0 0,-18 14-310 0 0,-1 0-1 0 0,1 0 0 0 0,-1 0 0 0 0,1 1 1 0 0,-1-1-1 0 0,1 0 0 0 0,0 1 1 0 0,-1-1-1 0 0,1 1 0 0 0,0 0 1 0 0,0 0-1 0 0,-1-1 0 0 0,1 1 0 0 0,0 0 1 0 0,0 0-1 0 0,-1 1 0 0 0,1-1 1 0 0,0 0-1 0 0,-1 0 0 0 0,1 1 0 0 0,0-1 1 0 0,-1 1-1 0 0,1 0 0 0 0,0-1 1 0 0,-1 1-1 0 0,1 0 0 0 0,-1 0 1 0 0,1 0-1 0 0,-1 0 0 0 0,0 0 0 0 0,1 0 1 0 0,-1 1-1 0 0,0-1 0 0 0,0 0 1 0 0,0 1-1 0 0,0-1 0 0 0,1 2 1 0 0,-1-1-20 0 0,0-1 1 0 0,0 0-1 0 0,0 0 1 0 0,0 1 0 0 0,0-1-1 0 0,0 1 1 0 0,-1-1-1 0 0,1 1 1 0 0,0-1 0 0 0,-1 1-1 0 0,1-1 1 0 0,-1 1-1 0 0,0-1 1 0 0,1 1 0 0 0,-1 0-1 0 0,0-1 1 0 0,0 1-1 0 0,0 0 1 0 0,0-1 0 0 0,-1 3-1 0 0,0 0 41 0 0,0 0 0 0 0,-1 0 0 0 0,0-1 0 0 0,0 1 0 0 0,0 0-1 0 0,-2 3 1 0 0,-3 3 74 0 0,7-9-123 0 0,0 0 0 0 0,-1 1 0 0 0,0-1-1 0 0,1 0 1 0 0,-1 0 0 0 0,1 0-1 0 0,-1 0 1 0 0,0 0 0 0 0,0 0-1 0 0,0 0 1 0 0,0 0 0 0 0,0 0 0 0 0,0-1-1 0 0,0 1 1 0 0,0 0 0 0 0,0 0-1 0 0,0-1 1 0 0,0 1 0 0 0,0-1 0 0 0,0 1-1 0 0,0-1 1 0 0,-1 0 0 0 0,1 1-1 0 0,0-1 1 0 0,0 0 0 0 0,-1 0-1 0 0,1 0 1 0 0,0 0 0 0 0,0 0 0 0 0,-1 0-1 0 0,1 0 1 0 0,0 0 0 0 0,0 0-1 0 0,-2-1 1 0 0,-1-1 19 0 0,0 0 0 0 0,0-1-1 0 0,0 0 1 0 0,0 1 0 0 0,1-1 0 0 0,-1 0-1 0 0,-3-5 1 0 0,7 8-32 0 0,-1-2 9 0 0,0 1 1 0 0,0 0-1 0 0,1 0 0 0 0,-1 0 0 0 0,0-1 1 0 0,1 1-1 0 0,-1 0 0 0 0,1 0 0 0 0,0-1 1 0 0,-1 1-1 0 0,1-1 0 0 0,0 1 0 0 0,0 0 1 0 0,0-1-1 0 0,0 1 0 0 0,0 0 0 0 0,0-1 1 0 0,0 1-1 0 0,0-1 0 0 0,1 1 0 0 0,-1 0 1 0 0,0-1-1 0 0,1 1 0 0 0,-1 0 0 0 0,1 0 1 0 0,0-1-1 0 0,-1 1 0 0 0,1 0 0 0 0,0 0 0 0 0,1-2 1 0 0,2-2 63 0 0,0-1 0 0 0,1 1 1 0 0,-1 0-1 0 0,10-8 0 0 0,-14 13-59 0 0,1-1 0 0 0,0 0 0 0 0,0 1 0 0 0,0-1-1 0 0,-1 1 1 0 0,1-1 0 0 0,0 1 0 0 0,0-1 0 0 0,0 1-1 0 0,0-1 1 0 0,0 1 0 0 0,0 0 0 0 0,0-1 0 0 0,0 1-1 0 0,1 0 1 0 0,-1 0 0 0 0,0 0 0 0 0,0 0 0 0 0,0 0-1 0 0,0 0 1 0 0,0 0 0 0 0,0 1 0 0 0,0-1-1 0 0,0 0 1 0 0,0 0 0 0 0,0 1 0 0 0,1 0 0 0 0,4 2 98 0 0,-1 1 1 0 0,0-1 0 0 0,-1 1 0 0 0,1 1 0 0 0,4 4 0 0 0,-9-8-95 0 0,0 0 0 0 0,0-1 0 0 0,0 1 0 0 0,0 0 0 0 0,0 0 0 0 0,0 0 0 0 0,0 0 0 0 0,0 0 0 0 0,0 0 0 0 0,0 0 0 0 0,-1 0 0 0 0,1 0 0 0 0,0 0 0 0 0,-1-1 0 0 0,1 1 0 0 0,-1 0 0 0 0,1 0 0 0 0,-1 0 0 0 0,1-1 0 0 0,-1 1 0 0 0,1 0 0 0 0,-1 0 0 0 0,0-1 1 0 0,0 1-1 0 0,1-1 0 0 0,-2 2 0 0 0,-2 2 73 0 0,3-3-70 0 0,-1 1-1 0 0,0-1 0 0 0,0 0 1 0 0,0 0-1 0 0,0 0 1 0 0,0 0-1 0 0,-1 0 0 0 0,1 0 1 0 0,0 0-1 0 0,0-1 0 0 0,-1 1 1 0 0,1-1-1 0 0,0 1 1 0 0,-1-1-1 0 0,1 0 0 0 0,0 0 1 0 0,-4-1-1 0 0,5 1-18 0 0,0 0 8 0 0,1 0 0 0 0,-1-1 0 0 0,0 1 0 0 0,0-1 0 0 0,1 1 0 0 0,-1-1 0 0 0,0 1 0 0 0,0-1 0 0 0,1 1 0 0 0,-1-1 0 0 0,1 1 0 0 0,-1-1 0 0 0,0 0 0 0 0,1 0 0 0 0,-1 1 0 0 0,1-1 0 0 0,-1-1 0 0 0,1 1-5 0 0,-1 1 1 0 0,1 0-1 0 0,0-1 1 0 0,-1 1-1 0 0,1-1 1 0 0,0 1-1 0 0,0-1 1 0 0,0 1-1 0 0,-1-1 1 0 0,1 1-1 0 0,0-1 1 0 0,0 1-1 0 0,0-1 1 0 0,0 0-1 0 0,0 1 1 0 0,0-1-1 0 0,0 1 1 0 0,0-1-1 0 0,0 1 0 0 0,0-1 1 0 0,0 1-1 0 0,0-1 1 0 0,1 1-1 0 0,-1-1 1 0 0,0 1-1 0 0,0-1 1 0 0,0 1-1 0 0,1-1 1 0 0,-1 0-1 0 0,4-2 22 0 0,27-15 191 0 0,-31 18-214 0 0,1 0-1 0 0,0-1 1 0 0,-1 1 0 0 0,1 0 0 0 0,0 0-1 0 0,-1 0 1 0 0,1 0 0 0 0,0 0 0 0 0,-1 1-1 0 0,1-1 1 0 0,0 0 0 0 0,-1 0-1 0 0,1 0 1 0 0,-1 0 0 0 0,1 1 0 0 0,0-1-1 0 0,-1 0 1 0 0,1 1 0 0 0,-1-1 0 0 0,1 0-1 0 0,-1 1 1 0 0,1-1 0 0 0,-1 1-1 0 0,1-1 1 0 0,-1 1 0 0 0,1-1 0 0 0,-1 1-1 0 0,0-1 1 0 0,1 1 0 0 0,-1 0 0 0 0,0-1-1 0 0,1 1 1 0 0,-1-1 0 0 0,0 1 0 0 0,0 0-1 0 0,0-1 1 0 0,1 1 0 0 0,-1 1-1 0 0,3 4 37 0 0,0-2-18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2:16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107 44 96 0 0,'0'0'19271'0'0,"-18"0"-24568"0"0,14 0 5460 0 0,-4 0-872 0 0,-5 0 9174 0 0,25 0-7080 0 0,-3-1-915 0 0,15 1 1119 0 0,-23 0-1559 0 0,-1 0 1 0 0,1 0 0 0 0,0 0 0 0 0,-1 0-1 0 0,1 0 1 0 0,-1 0 0 0 0,1 0-1 0 0,0 1 1 0 0,-1-1 0 0 0,1 0 0 0 0,-1 0-1 0 0,1 1 1 0 0,0-1 0 0 0,-1 0-1 0 0,1 1 1 0 0,-1-1 0 0 0,1 0-1 0 0,-1 1 1 0 0,0-1 0 0 0,1 1 0 0 0,-1-1-1 0 0,1 1 1 0 0,-1-1 0 0 0,0 1-1 0 0,1-1 1 0 0,-1 1 0 0 0,0 0-1 0 0,1 0 1 0 0,-1 0 1 0 0,-1 0-1 0 0,1-1 0 0 0,0 1 0 0 0,0 0 1 0 0,-1 0-1 0 0,1-1 0 0 0,-1 1 1 0 0,1 0-1 0 0,0 0 0 0 0,-1-1 0 0 0,1 1 1 0 0,-1-1-1 0 0,0 1 0 0 0,1 0 1 0 0,-1-1-1 0 0,0 1 0 0 0,1-1 0 0 0,-1 1 1 0 0,0-1-1 0 0,1 0 0 0 0,-1 1 1 0 0,0-1-1 0 0,0 0 0 0 0,0 1 1 0 0,-20 5 600 0 0,18-5-567 0 0,1-1 0 0 0,0 0 0 0 0,-1 0 1 0 0,1-1-1 0 0,-1 1 0 0 0,1 0 0 0 0,0-1 1 0 0,-1 0-1 0 0,1 1 0 0 0,0-1 0 0 0,-3-1 0 0 0,3 0 86 0 0,1 2-139 0 0,1 1 0 0 0,-1-1 0 0 0,1-1 0 0 0,0 1 1 0 0,-1 0-1 0 0,1 0 0 0 0,0 0 0 0 0,-1 0 0 0 0,1 0 0 0 0,0 0 0 0 0,-1 0 0 0 0,1 0 0 0 0,0-1 0 0 0,-1 1 0 0 0,1 0 0 0 0,0 0 0 0 0,-1 0 1 0 0,1-1-1 0 0,0 1 0 0 0,0 0 0 0 0,-1 0 0 0 0,1-1 0 0 0,0 1 0 0 0,0 0 0 0 0,-1-1 0 0 0,1 1 0 0 0,0 0 0 0 0,0-1 0 0 0,0 1 0 0 0,-1-1 1 0 0,7-9 227 0 0,15-7-21 0 0,-20 16-204 0 0,-1 1-13 0 0,2-2 57 0 0,0 0 0 0 0,0 1 1 0 0,0-1-1 0 0,0 1 0 0 0,0 0 0 0 0,0 0 0 0 0,1 0 0 0 0,-1 0 0 0 0,4-1 1 0 0,-5 2-40 0 0,0 0 0 0 0,0 0 0 0 0,0 1 1 0 0,0-1-1 0 0,0 0 0 0 0,0 1 0 0 0,0-1 0 0 0,0 1 1 0 0,0 0-1 0 0,0-1 0 0 0,0 1 0 0 0,0 0 1 0 0,0-1-1 0 0,-1 1 0 0 0,1 0 0 0 0,0 0 0 0 0,-1 0 1 0 0,1-1-1 0 0,0 1 0 0 0,-1 0 0 0 0,1 0 1 0 0,-1 0-1 0 0,1 2 0 0 0,0-1 9 0 0,0-1-1 0 0,0 1 1 0 0,0 0 0 0 0,0-1-1 0 0,0 1 1 0 0,0 0-1 0 0,-1 0 1 0 0,1 0 0 0 0,-1 0-1 0 0,0 0 1 0 0,1-1-1 0 0,-1 1 1 0 0,0 0 0 0 0,0 0-1 0 0,0 0 1 0 0,0 0-1 0 0,0 0 1 0 0,-1 0 0 0 0,1 0-1 0 0,-1 0 1 0 0,1 0 0 0 0,-1 0-1 0 0,0-1 1 0 0,1 1-1 0 0,-1 0 1 0 0,-2 3 0 0 0,1-3 3 0 0,0 0 0 0 0,0-1 0 0 0,0 1 0 0 0,0 0 0 0 0,-1-1 0 0 0,1 1 0 0 0,0-1 0 0 0,-1 0 0 0 0,1 0 0 0 0,-1 0 0 0 0,1 0 0 0 0,-1 0 0 0 0,1 0 0 0 0,-1-1 0 0 0,0 1 0 0 0,1-1 0 0 0,-1 0 0 0 0,-3 0 0 0 0,0 0 28 0 0,0 0 0 0 0,-1 0 0 0 0,1-1 0 0 0,-9-2 0 0 0,14 2-48 0 0,-1 1 0 0 0,0-1 0 0 0,0 1 0 0 0,1-1 0 0 0,-1 0 0 0 0,1 0 0 0 0,-1 0 0 0 0,1 0 0 0 0,-1 0 0 0 0,1 0 0 0 0,0 0 0 0 0,-1 0 0 0 0,1-1 0 0 0,0 1 0 0 0,0 0 0 0 0,0-1 0 0 0,0 1 0 0 0,0-1 0 0 0,-1-2 0 0 0,1 2-7 0 0,1 0 0 0 0,-1 0 0 0 0,1 0 0 0 0,0 0-1 0 0,-1 0 1 0 0,1 0 0 0 0,0 0 0 0 0,0-1 0 0 0,1 1-1 0 0,-1 0 1 0 0,0 0 0 0 0,1 0 0 0 0,-1 0 0 0 0,1 0 0 0 0,0 0-1 0 0,-1 0 1 0 0,1 0 0 0 0,0 0 0 0 0,0 1 0 0 0,1-1-1 0 0,-1 0 1 0 0,0 0 0 0 0,0 1 0 0 0,1-1 0 0 0,-1 1-1 0 0,1-1 1 0 0,-1 1 0 0 0,1 0 0 0 0,2-2 0 0 0,0 0 2 0 0,0 0 0 0 0,0 1 0 0 0,1-1 1 0 0,-1 1-1 0 0,1 0 0 0 0,-1 0 0 0 0,1 1 1 0 0,0-1-1 0 0,0 1 0 0 0,0 0 0 0 0,0 1 1 0 0,5-1-1 0 0,-8 1-7 0 0,-1 1 0 0 0,1 0 0 0 0,-1 0 0 0 0,1 0 0 0 0,-1 0 0 0 0,1 0 0 0 0,-1 0 0 0 0,0 0 0 0 0,0 0 0 0 0,0 1 0 0 0,1-1 0 0 0,-1 0 0 0 0,0 1 0 0 0,0 1 0 0 0,10 9 0 0 0,-8-10 0 0 0,2 3 0 0 0,-2 14 0 0 0,-4-15 0 0 0,0 1 0 0 0,-4-1 0 0 0,-3 4 0 0 0,7-8 0 0 0,1 1 0 0 0,-1 0 0 0 0,1-1 0 0 0,-1 1 0 0 0,0-1 0 0 0,1 1 0 0 0,-1-1 0 0 0,0 1 0 0 0,1-1 0 0 0,-1 0 0 0 0,0 1 0 0 0,0-1 0 0 0,0 0 0 0 0,1 1 0 0 0,-1-1 0 0 0,0 0 0 0 0,0 0 0 0 0,0 0 0 0 0,1 0 0 0 0,-1 0 0 0 0,0 0 0 0 0,-2 0 0 0 0,-7 1 0 0 0,8-2 0 0 0,-13-16 0 0 0,11 13 0 0 0,2-1 0 0 0,2 1 0 0 0,0-1 0 0 0,0 1 0 0 0,2-2 0 0 0,10 6 0 0 0,-8 0 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3:10.2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77 8032 0 0,'0'0'14183'0'0,"-1"4"-14013"0"0,-5 32 623 0 0,2 1 1 0 0,1 62 0 0 0,0-92-570 0 0,7 0 64 0 0,-3-6-87 0 0,-1-1-1 0 0,1 1 1 0 0,-1-1 0 0 0,1 1 0 0 0,0-1 0 0 0,0 0-1 0 0,-1 1 1 0 0,1-1 0 0 0,0 0 0 0 0,0 1-1 0 0,0-1 1 0 0,-1 0 0 0 0,1 0 0 0 0,0 0-1 0 0,0 0 1 0 0,0 0 0 0 0,0 0 0 0 0,-1 0-1 0 0,1 0 1 0 0,0 0 0 0 0,0 0 0 0 0,1 0 0 0 0,4 0-706 0 0,5-1 541 0 0,0-1-1 0 0,-1 0 1 0 0,1 0-1 0 0,0-1 1 0 0,-1-1 0 0 0,0 0-1 0 0,0 0 1 0 0,0-1-1 0 0,0 0 1 0 0,-1 0 0 0 0,1-1-1 0 0,11-11 1 0 0,-13 10-17 0 0,-1-1-1 0 0,0 1 1 0 0,-1-1 0 0 0,0-1 0 0 0,0 1-1 0 0,-1-1 1 0 0,0 0 0 0 0,4-12 0 0 0,-1 4 18 0 0,-7 15-32 0 0,0 0 1 0 0,0 0-1 0 0,0 0 0 0 0,0 0 0 0 0,-1 0 0 0 0,1 0 0 0 0,-1 0 0 0 0,1 0 0 0 0,-1-1 0 0 0,0 1 0 0 0,0 0 0 0 0,0 0 0 0 0,0 0 1 0 0,0 0-1 0 0,0 0 0 0 0,-1 0 0 0 0,1 0 0 0 0,-1-1 0 0 0,1 1 0 0 0,-2-2 0 0 0,1 0-1 0 0,-1 1 0 0 0,1 0-1 0 0,-1 0 1 0 0,0 0 0 0 0,0 0 0 0 0,0 0 0 0 0,0 1-1 0 0,0-1 1 0 0,-1 1 0 0 0,1-1 0 0 0,-1 1 0 0 0,0 0-1 0 0,-5-4 1 0 0,6 5-2 0 0,0 0 1 0 0,0 0-1 0 0,0-1 1 0 0,0 1-1 0 0,-1 1 0 0 0,1-1 1 0 0,0 0-1 0 0,-1 0 0 0 0,1 1 1 0 0,0 0-1 0 0,-1-1 0 0 0,1 1 1 0 0,-1 0-1 0 0,1 0 1 0 0,0 0-1 0 0,-1 0 0 0 0,1 1 1 0 0,-1-1-1 0 0,1 1 0 0 0,-3 0 1 0 0,2 0-2 0 0,1-1 1 0 0,-1 1 0 0 0,0-1-1 0 0,1 0 1 0 0,-1 0 0 0 0,0 0-1 0 0,1 0 1 0 0,-1 0-1 0 0,0-1 1 0 0,1 1 0 0 0,-1-1-1 0 0,0 1 1 0 0,1-1 0 0 0,-1 0-1 0 0,-3-2 1 0 0,2 1-1 0 0,0 0 0 0 0,0 1 0 0 0,0 0 0 0 0,0 0 0 0 0,1 0 0 0 0,-1 1 0 0 0,-8-1 0 0 0,-11 2 5 0 0,-20 2 3 0 0,30 7-9 0 0,8-7 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3:11.4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147 34 13360 0 0,'0'0'5823'0'0,"0"3"-5627"0"0,1 1-38 0 0,-1-3-96 0 0,0 0 0 0 0,0 0 1 0 0,1 0-1 0 0,-1 0 0 0 0,0 0 0 0 0,0-1 0 0 0,0 1 0 0 0,-1 0 1 0 0,1 0-1 0 0,0 0 0 0 0,0 0 0 0 0,0 0 0 0 0,-1 0 0 0 0,1 0 0 0 0,0 0 1 0 0,-1-1-1 0 0,1 1 0 0 0,-2 1 0 0 0,0-1 76 0 0,0 0-1 0 0,0-1 1 0 0,0 1-1 0 0,0-1 1 0 0,0 1 0 0 0,0-1-1 0 0,0 0 1 0 0,0 0-1 0 0,0 0 1 0 0,0 0 0 0 0,0 0-1 0 0,-2-1 1 0 0,-2 1 10 0 0,2 0-96 0 0,1 1 0 0 0,0-1 0 0 0,0 1 0 0 0,0 0 0 0 0,-1 0 0 0 0,1 0 0 0 0,-5 3-1 0 0,6-3-19 0 0,0 0 0 0 0,0 0-1 0 0,1 0 1 0 0,-1 0 0 0 0,0 0-1 0 0,0 0 1 0 0,0-1 0 0 0,0 1-1 0 0,0-1 1 0 0,0 0 0 0 0,0 1-1 0 0,0-1 1 0 0,0 0-1 0 0,0 0 1 0 0,0 0 0 0 0,0-1-1 0 0,0 1 1 0 0,0 0 0 0 0,-4-2-1 0 0,6 2-17 0 0,-1-1 0 0 0,0 1 0 0 0,1 0 0 0 0,-1-1 0 0 0,0 1 0 0 0,0 0 0 0 0,1 0 0 0 0,-1-1 0 0 0,0 1 0 0 0,0 0-1 0 0,0 0 1 0 0,1 0 0 0 0,-1 0 0 0 0,0 0 0 0 0,0 0 0 0 0,0 0 0 0 0,1 0 0 0 0,-1 1 0 0 0,0-1 0 0 0,0 0 0 0 0,1 0 0 0 0,-1 1 0 0 0,0-1-1 0 0,0 0 1 0 0,1 1 0 0 0,-2 0 0 0 0,1 0 11 0 0,0 0 0 0 0,0 0 0 0 0,0 1 0 0 0,0-1-1 0 0,0 0 1 0 0,0 1 0 0 0,1-1 0 0 0,-1 1 0 0 0,0-1 0 0 0,1 1-1 0 0,-2 3 1 0 0,1 2 44 0 0,0 1-1 0 0,0 0 0 0 0,0 0 1 0 0,1 10-1 0 0,1-13-32 0 0,-1 0 1 0 0,1 1-1 0 0,0-1 0 0 0,0 0 0 0 0,0 0 1 0 0,1 0-1 0 0,0 0 0 0 0,0 0 0 0 0,0 0 1 0 0,1-1-1 0 0,-1 1 0 0 0,1-1 0 0 0,4 5 0 0 0,-5-7-15 0 0,-1 0-1 0 0,1 0 0 0 0,0-1 0 0 0,0 1 0 0 0,0-1 0 0 0,0 1 1 0 0,0-1-1 0 0,1 0 0 0 0,-1 0 0 0 0,0 0 0 0 0,0 0 0 0 0,1 0 1 0 0,-1 0-1 0 0,1-1 0 0 0,-1 1 0 0 0,1-1 0 0 0,-1 0 0 0 0,1 0 0 0 0,-1 0 1 0 0,1 0-1 0 0,-1 0 0 0 0,1 0 0 0 0,-1-1 0 0 0,0 1 0 0 0,1-1 1 0 0,-1 1-1 0 0,1-1 0 0 0,-1 0 0 0 0,3-2 0 0 0,1 0 15 0 0,0 0 0 0 0,-1-1 0 0 0,0 1 0 0 0,0-1 0 0 0,0 0 0 0 0,0-1 0 0 0,-1 1 0 0 0,0-1 0 0 0,4-5 0 0 0,2-4 49 0 0,-1 0 1 0 0,9-19-1 0 0,-3-18 179 0 0,-14 45-213 0 0,0 0 0 0 0,-1 0 1 0 0,1-1-1 0 0,-1 1 1 0 0,0 0-1 0 0,-2-9 1 0 0,1-8 263 0 0,2 50-56 0 0,8 46-1 0 0,-4-39-158 0 0,-2 0-1 0 0,-1 48 0 0 0,-2-73-72 0 0,0-9-23 0 0,0 1-1 0 0,0-1 1 0 0,0 1-1 0 0,0-1 0 0 0,0 1 1 0 0,0-1-1 0 0,0 1 1 0 0,0-1-1 0 0,0 1 0 0 0,0-1 1 0 0,0 1-1 0 0,0-1 1 0 0,1 0-1 0 0,-1 1 0 0 0,0-1 1 0 0,0 1-1 0 0,1-1 1 0 0,-1 1-1 0 0,0-1 0 0 0,0 0 1 0 0,1 1-1 0 0,-1-1 1 0 0,1 0-1 0 0,-1 1 0 0 0,0-1 1 0 0,1 0-1 0 0,-1 1 1 0 0,1-1-1 0 0,0 0 0 0 0,3 3 21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3:12.0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0 16983 0 0,'0'0'7800'0'0,"0"5"-7716"0"0,-2 239 2318 0 0,2-241-2360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3:12.4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203 11 16072 0 0,'-18'-11'2590'0'0,"16"12"-2412"0"0,-1-1-1 0 0,0 0 0 0 0,1 1 1 0 0,-1 0-1 0 0,1-1 1 0 0,-1 1-1 0 0,1 0 1 0 0,-1 1-1 0 0,1-1 1 0 0,-1 0-1 0 0,1 1 1 0 0,0-1-1 0 0,0 1 0 0 0,0-1 1 0 0,-3 4-1 0 0,3-3-111 0 0,-1 1 0 0 0,0-1 0 0 0,0 0 0 0 0,0 0-1 0 0,0 0 1 0 0,0-1 0 0 0,0 1 0 0 0,-1-1 0 0 0,-3 2-1 0 0,-7 1 302 0 0,0 1-1 0 0,-18 9 1 0 0,-4 1 53 0 0,27-8-221 0 0,4-4-166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3:12.9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121 73 20783 0 0,'0'0'24'0'0,"-4"-4"-16"0"0,0 1-6 0 0,1 0-1 0 0,1 1 1 0 0,-1-1-1 0 0,0 1 1 0 0,1 0 0 0 0,-1 0-1 0 0,-6-2 1 0 0,8 3 0 0 0,0 1 0 0 0,-1 0 0 0 0,1-1 1 0 0,0 1-1 0 0,0 0 0 0 0,-1 0 0 0 0,1 0 0 0 0,0 0 1 0 0,0 0-1 0 0,-1 0 0 0 0,1 0 0 0 0,0 1 0 0 0,0-1 1 0 0,0 0-1 0 0,-1 1 0 0 0,1-1 0 0 0,0 0 1 0 0,0 1-1 0 0,0 0 0 0 0,0-1 0 0 0,0 1 0 0 0,0 0 1 0 0,0-1-1 0 0,0 1 0 0 0,0 0 0 0 0,-1 1 0 0 0,-7 9 16 0 0,2-1-1 0 0,-1 1 1 0 0,1 0 0 0 0,1 1-1 0 0,-7 14 1 0 0,12-20-2 0 0,-1-1 1 0 0,1 1-1 0 0,0-1 1 0 0,1 1-1 0 0,-1-1 1 0 0,1 1-1 0 0,0-1 1 0 0,1 1-1 0 0,0 6 1 0 0,-1-11-12 0 0,1-1-1 0 0,-1 1 1 0 0,0 0 0 0 0,1 0 0 0 0,-1 0-1 0 0,1-1 1 0 0,-1 1 0 0 0,1 0 0 0 0,-1-1-1 0 0,1 1 1 0 0,0 0 0 0 0,-1-1-1 0 0,1 1 1 0 0,0-1 0 0 0,0 1 0 0 0,-1-1-1 0 0,1 1 1 0 0,0-1 0 0 0,0 1-1 0 0,0-1 1 0 0,-1 0 0 0 0,1 0 0 0 0,0 1-1 0 0,0-1 1 0 0,0 0 0 0 0,0 0-1 0 0,0 0 1 0 0,0 0 0 0 0,1 0 0 0 0,25-2 93 0 0,-23 0-91 0 0,0 0 1 0 0,-1 0-1 0 0,1 0 1 0 0,-1-1-1 0 0,0 1 0 0 0,0-1 1 0 0,0 0-1 0 0,0 0 1 0 0,0 0-1 0 0,-1 0 0 0 0,1 0 1 0 0,2-6-1 0 0,1 0 14 0 0,-1 0-1 0 0,0 0 1 0 0,6-19 0 0 0,-5 1 39 0 0,-5 21-29 0 0,0 0 0 0 0,0 0 0 0 0,1 0 1 0 0,5-10-1 0 0,-7 14-11 0 0,0 0 1 0 0,1 0-1 0 0,-1 0 1 0 0,0 0-1 0 0,0 0 1 0 0,0 0-1 0 0,0 1 1 0 0,0-1-1 0 0,-1 0 1 0 0,1 0-1 0 0,-1 0 1 0 0,1 0-1 0 0,-1 0 1 0 0,0 1-1 0 0,1-1 1 0 0,-1 0-1 0 0,0 1 1 0 0,0-1-1 0 0,0 0 1 0 0,-3-2-1 0 0,2-1 294 0 0,0 2-42 0 0,-3 8-58 0 0,4-1-155 0 0,1-1 1 0 0,-1 1-1 0 0,1-1 0 0 0,-1 1 0 0 0,1-1 0 0 0,0 1 0 0 0,0 0 0 0 0,2 6 1 0 0,-2 4 25 0 0,0-4-30 0 0,0 7 87 0 0,0-1-1 0 0,1 1 0 0 0,0 0 1 0 0,1 0-1 0 0,1-1 1 0 0,7 21-1 0 0,-4-21-44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3:14.2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224 68 10344 0 0,'0'0'14759'0'0,"-1"5"-14669"0"0,-1 0-66 0 0,-2 4 124 0 0,0 1 0 0 0,-1 0 0 0 0,-9 14-1 0 0,12-21-118 0 0,0 0-1 0 0,-1 0 1 0 0,1 0 0 0 0,-1-1-1 0 0,0 1 1 0 0,0-1-1 0 0,0 0 1 0 0,0 1-1 0 0,0-1 1 0 0,0-1-1 0 0,0 1 1 0 0,-1 0-1 0 0,1-1 1 0 0,-1 0-1 0 0,-3 1 1 0 0,1 0-1 0 0,0-1 1 0 0,1 0-1 0 0,-1-1 0 0 0,1 0 1 0 0,-1 0-1 0 0,0 0 1 0 0,1 0-1 0 0,-1-1 1 0 0,0 0-1 0 0,1 0 1 0 0,-1-1-1 0 0,1 1 1 0 0,0-1-1 0 0,-1 0 1 0 0,-7-5-1 0 0,9 5 0 0 0,1-1-1 0 0,0 1 1 0 0,-1-1-1 0 0,1 0 1 0 0,1 0-1 0 0,-1 0 1 0 0,0 0-1 0 0,1 0 1 0 0,-1-1-1 0 0,1 1 1 0 0,0-1-1 0 0,0 0 1 0 0,0 1-1 0 0,1-1 1 0 0,-1 0-1 0 0,1 0 1 0 0,0 0-1 0 0,0 0 1 0 0,1 0-1 0 0,-1 0 1 0 0,1 0-1 0 0,0-5 0 0 0,0 7-11 0 0,1 1-1 0 0,-1 0 1 0 0,1-1-1 0 0,0 1 1 0 0,-1 0-1 0 0,1 0 1 0 0,0-1-1 0 0,0 1 1 0 0,0 0-1 0 0,0 0 1 0 0,0 0-1 0 0,0 0 1 0 0,0 0-1 0 0,0 0 0 0 0,0 1 1 0 0,1-1-1 0 0,0-1 1 0 0,29-15 155 0 0,-24 14-102 0 0,2-2-22 0 0,0 0 0 0 0,1 1 0 0 0,-1 1 0 0 0,1 0-1 0 0,10-3 1 0 0,-17 6-33 0 0,-1-1 0 0 0,1 1-1 0 0,-1 0 1 0 0,1-1-1 0 0,-1 1 1 0 0,1 0-1 0 0,-1 0 1 0 0,1 0 0 0 0,-1 1-1 0 0,0-1 1 0 0,1 1-1 0 0,-1-1 1 0 0,1 1 0 0 0,-1 0-1 0 0,0 0 1 0 0,1 0-1 0 0,-1 0 1 0 0,0 0-1 0 0,0 1 1 0 0,0-1 0 0 0,0 1-1 0 0,0-1 1 0 0,0 1-1 0 0,0 0 1 0 0,-1 0 0 0 0,3 2-1 0 0,26 47 252 0 0,-27-45-245 0 0,-1 0 0 0 0,0 1 0 0 0,0-1 0 0 0,-1 0 0 0 0,0 0 0 0 0,0 1 0 0 0,0-1 0 0 0,-1 10 0 0 0,1-2-1 0 0,0 11 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3:14.9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29 16184 0 0,'0'-8'3215'0'0,"-1"11"-2847"0"0,0-1-1 0 0,1 0 0 0 0,-1 1 0 0 0,1-1 0 0 0,0 1 1 0 0,-1-1-1 0 0,1 0 0 0 0,0 1 0 0 0,1 4 0 0 0,0 2 609 0 0,-2-9-921 0 0,0 1 0 0 0,0-1 0 0 0,0 0 0 0 0,0 1 0 0 0,0-1 1 0 0,0 1-1 0 0,1-1 0 0 0,-1 1 0 0 0,0 0 0 0 0,0-1 0 0 0,1 1 0 0 0,-1 0 0 0 0,0 0 0 0 0,-2 5 46 0 0,1-1 0 0 0,0 1 0 0 0,0-1 1 0 0,1 1-1 0 0,-1 0 0 0 0,1 0 0 0 0,1 0 0 0 0,-1 0 1 0 0,1 8-1 0 0,-1 0-39 0 0,1 17 151 0 0,0-30-195 0 0,0 0 1 0 0,1 1-1 0 0,-1-1 1 0 0,0 0-1 0 0,0 1 0 0 0,1-1 1 0 0,-1 0-1 0 0,1 0 0 0 0,0 0 1 0 0,-1 0-1 0 0,1 1 1 0 0,0-1-1 0 0,-1 0 0 0 0,1 0 1 0 0,0 0-1 0 0,0 0 0 0 0,0-1 1 0 0,0 1-1 0 0,1 1 1 0 0,-1-1 5 0 0,1 0 0 0 0,0 0 1 0 0,-1 0-1 0 0,1 0 0 0 0,0-1 1 0 0,0 1-1 0 0,-1-1 0 0 0,1 1 1 0 0,0-1-1 0 0,0 1 0 0 0,0-1 1 0 0,0 0-1 0 0,-1 0 0 0 0,1 0 1 0 0,0 0-1 0 0,0 0 0 0 0,3-1 1 0 0,-3 0-10 0 0,0 0 1 0 0,0 0-1 0 0,1 0 1 0 0,-1-1-1 0 0,0 1 0 0 0,0-1 1 0 0,0 1-1 0 0,-1-1 1 0 0,1 0-1 0 0,0 0 1 0 0,0 0-1 0 0,-1 0 1 0 0,3-4-1 0 0,39-71 241 0 0,-38 68-188 0 0,-1 0 1 0 0,0 0-1 0 0,-1 0 0 0 0,0-1 1 0 0,-1 1-1 0 0,0-1 0 0 0,0 0 1 0 0,0-19-1 0 0,-2 29-16 0 0,0 20 160 0 0,-1 57 168 0 0,2 81 57 0 0,6-138-352 0 0,-2-9 5 0 0,-5-11-49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3:15.4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 17287 0 0,'0'0'7810'0'0,"-1"5"-7621"0"0,-9 192 1900 0 0,8-76 39 0 0,2-116-2064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19:53:15.7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130 12 16983 0 0,'-15'-11'3851'0'0,"13"11"-3724"0"0,1 1 0 0 0,0-1 0 0 0,-1 1 0 0 0,1 0-1 0 0,0-1 1 0 0,0 1 0 0 0,0 0 0 0 0,0 0 0 0 0,0 0 0 0 0,0 0 0 0 0,0 0 0 0 0,0 0 0 0 0,0 0-1 0 0,0 0 1 0 0,0 0 0 0 0,1 0 0 0 0,-2 2 0 0 0,-10 12 105 0 0,4-11 4 0 0,0 1-1 0 0,0-2 1 0 0,-1 1-1 0 0,1-1 1 0 0,-10 2-1 0 0,5-1-88 0 0,2-1-26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09:57.0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1 13168 0 0,'0'0'5707'0'0,"-1"3"-5463"0"0,-9 35 630 0 0,1 0-1 0 0,-5 59 0 0 0,3 88 403 0 0,4-21-297 0 0,11-102 10 0 0,-7-41-119 0 0,3-21-782 0 0,0 1 0 0 0,-1-1 1 0 0,1 1-1 0 0,0-1 0 0 0,-1 1 0 0 0,1-1 0 0 0,0 1 0 0 0,-1-1 0 0 0,1 1 0 0 0,-1-1 1 0 0,1 0-1 0 0,-1 1 0 0 0,1-1 0 0 0,-1 0 0 0 0,1 1 0 0 0,-1-1 0 0 0,1 0 0 0 0,-1 0 0 0 0,1 1 1 0 0,-1-1-1 0 0,0 0 0 0 0,1 0 0 0 0,-1 0 0 0 0,1 0 0 0 0,-1 0 0 0 0,-1 0 1094 0 0,17-7-1038 0 0,52-9 113 0 0,-47 12-196 0 0,0 0-1 0 0,0-2 0 0 0,23-9 0 0 0,-38 12-45 0 0,85-41 185 0 0,-80 38-181 0 0,1-1-1 0 0,-1 0 1 0 0,-1 0-1 0 0,1-1 1 0 0,-1 0-1 0 0,8-11 0 0 0,-10 10-2 0 0,-1 0 0 0 0,0 0 0 0 0,0-1 0 0 0,-1 0-1 0 0,-1 0 1 0 0,6-17 0 0 0,-6 15-7 0 0,-2 1-1 0 0,0-1 0 0 0,0 0 1 0 0,-1 1-1 0 0,0-1 1 0 0,-1 0-1 0 0,0 0 1 0 0,-1 0-1 0 0,-3-14 1 0 0,3 18-3 0 0,-1 0 0 0 0,-1-1 0 0 0,1 2 0 0 0,-1-1-1 0 0,-1 0 1 0 0,1 1 0 0 0,-1-1 0 0 0,0 1 0 0 0,-1 0 0 0 0,0 0 0 0 0,0 1 0 0 0,0-1 0 0 0,-13-9 0 0 0,1 3 3 0 0,-2 1 0 0 0,0 0-1 0 0,0 2 1 0 0,-1 0 0 0 0,0 2 0 0 0,-1 0-1 0 0,1 1 1 0 0,-38-7 0 0 0,48 13-6 0 0,1 0 1 0 0,-1 0-1 0 0,-11 1 1 0 0,8 0-1 0 0,6 0-3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09:58.1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258 103 10952 0 0,'0'0'7001'0'0,"3"4"-6860"0"0,2 0-191 0 0,-4-3 106 0 0,1 0 0 0 0,-1 0 0 0 0,1 0 0 0 0,-1 0 0 0 0,1 1 0 0 0,-1-1 0 0 0,0 0 0 0 0,1 1 0 0 0,-1-1 0 0 0,0 1 1 0 0,0 0-1 0 0,0-1 0 0 0,0 1 0 0 0,0 0 0 0 0,-1 0 0 0 0,1-1 0 0 0,-1 1 0 0 0,1 0 0 0 0,-1 0 0 0 0,1 0 0 0 0,-1 0 0 0 0,0 0 0 0 0,0 0 0 0 0,0 0 0 0 0,0 3 0 0 0,-9 27 461 0 0,8-26-495 0 0,0 0 0 0 0,0-1 0 0 0,-1 1 0 0 0,1 0 0 0 0,-1-1 0 0 0,-1 0 0 0 0,1 1 0 0 0,-1-1 0 0 0,0 0 0 0 0,0 0 0 0 0,0 0 0 0 0,-1-1 0 0 0,-6 7 0 0 0,5-7-14 0 0,0-1 1 0 0,0 0-1 0 0,-1 0 1 0 0,1 0-1 0 0,-1 0 0 0 0,0-1 1 0 0,1 0-1 0 0,-1-1 1 0 0,0 1-1 0 0,0-1 0 0 0,0 0 1 0 0,-1 0-1 0 0,1-1 0 0 0,0 0 1 0 0,0 0-1 0 0,0 0 1 0 0,0-1-1 0 0,0 0 0 0 0,0 0 1 0 0,0-1-1 0 0,0 1 1 0 0,0-1-1 0 0,-8-4 0 0 0,9 4-6 0 0,1 0 0 0 0,-1 0 0 0 0,1 0 0 0 0,0-1 0 0 0,0 1 0 0 0,0-1 0 0 0,0 0-1 0 0,0 0 1 0 0,1-1 0 0 0,-1 1 0 0 0,1-1 0 0 0,0 0 0 0 0,0 0 0 0 0,0 0 0 0 0,0 0 0 0 0,1 0-1 0 0,0 0 1 0 0,0-1 0 0 0,0 1 0 0 0,0-1 0 0 0,1 0 0 0 0,-1 1 0 0 0,0-7 0 0 0,-5-25 7 0 0,4 28-8 0 0,1 0 0 0 0,1 0 1 0 0,-1 0-1 0 0,1 0 1 0 0,1-1-1 0 0,0 1 0 0 0,1-16 1 0 0,0 20-2 0 0,0 1 1 0 0,1 0 0 0 0,-1 0 0 0 0,0 0-1 0 0,1 0 1 0 0,0 0 0 0 0,0 0 0 0 0,0 0-1 0 0,0 0 1 0 0,0 1 0 0 0,1-1-1 0 0,-1 1 1 0 0,1-1 0 0 0,0 1 0 0 0,-1 0-1 0 0,6-3 1 0 0,-2 2 1 0 0,1-1-1 0 0,-1 1 0 0 0,1 0 1 0 0,0 0-1 0 0,0 1 1 0 0,13-4-1 0 0,-3 5 18 0 0,0 1-1 0 0,0 1 1 0 0,0 0-1 0 0,0 1 1 0 0,28 8-1 0 0,-38-9-3 0 0,-1 1-1 0 0,1 0 1 0 0,-1 0 0 0 0,1 0-1 0 0,-1 1 1 0 0,0 0 0 0 0,0 0-1 0 0,0 1 1 0 0,0-1 0 0 0,9 9-1 0 0,-11-6-2 0 0,0 0 0 0 0,-1 1-1 0 0,1-1 1 0 0,-1 1 0 0 0,0 0-1 0 0,-1 0 1 0 0,0 0 0 0 0,0 0-1 0 0,0 0 1 0 0,-1 0 0 0 0,1 15-1 0 0,-1-16-8 0 0,-1-1 5 0 0,0-1 0 0 0,-1 1 0 0 0,1 0 0 0 0,-1 0 0 0 0,0-1 0 0 0,0 1 0 0 0,-2 5 0 0 0,-1 4 16 0 0,2-5-15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09:58.9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293 9 9344 0 0,'0'0'7415'0'0,"-4"-1"-7303"0"0,-10-1 10 0 0,1-1 0 0 0,-1 2-1 0 0,1 0 1 0 0,-1 1-1 0 0,0 0 1 0 0,-15 2-1 0 0,12 3 72 0 0,1 0 0 0 0,0 2 0 0 0,-25 12-1 0 0,38-17-170 0 0,-4 1 87 0 0,-1 1-1 0 0,1 0 1 0 0,0 1-1 0 0,0 0 0 0 0,-8 7 1 0 0,13-9-59 0 0,-1 0 0 0 0,0 0 0 0 0,1 0 0 0 0,0 1 0 0 0,-1-1 0 0 0,1 1 0 0 0,1 0 0 0 0,-1 0 0 0 0,1-1 1 0 0,-1 1-1 0 0,1 0 0 0 0,-1 5 0 0 0,0-1 9 0 0,0-1 1 0 0,1 1-1 0 0,-1 0 0 0 0,2 1 1 0 0,-1-1-1 0 0,1 0 1 0 0,0 0-1 0 0,1 0 0 0 0,0 0 1 0 0,0 0-1 0 0,1 0 1 0 0,0 0-1 0 0,0 0 1 0 0,1-1-1 0 0,4 11 0 0 0,-4-13-23 0 0,0 0 0 0 0,1 0 0 0 0,-1 0-1 0 0,1 0 1 0 0,0 0 0 0 0,0-1 0 0 0,1 0-1 0 0,-1 1 1 0 0,1-2 0 0 0,0 1 0 0 0,0-1 0 0 0,0 1-1 0 0,0-1 1 0 0,8 2 0 0 0,-6-2 14 0 0,0-1 1 0 0,1 0-1 0 0,0 0 0 0 0,-1-1 1 0 0,1 0-1 0 0,0 0 0 0 0,-1-1 1 0 0,1 0-1 0 0,0-1 1 0 0,13-2-1 0 0,2-1 192 0 0,40-13 0 0 0,-55 14-209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09:59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16 13768 0 0,'0'0'5831'0'0,"-3"1"-5701"0"0,1 0-101 0 0,0 0 1 0 0,0 0 0 0 0,1 0 0 0 0,-1 0 0 0 0,0 0-1 0 0,1 0 1 0 0,-1 1 0 0 0,1-1 0 0 0,0 1-1 0 0,-1-1 1 0 0,1 1 0 0 0,0-1 0 0 0,0 1-1 0 0,0-1 1 0 0,0 1 0 0 0,0 0 0 0 0,0 0-1 0 0,0 0 1 0 0,0-1 0 0 0,1 1 0 0 0,-1 0-1 0 0,1 0 1 0 0,0 0 0 0 0,-1 3 0 0 0,1 6 36 0 0,1 0 1 0 0,0 1-1 0 0,1-1 0 0 0,5 21 1 0 0,-1-14-11 0 0,0-1 0 0 0,2-1 0 0 0,0 1 0 0 0,1-1 0 0 0,0-1 0 0 0,1 1 0 0 0,1-2 0 0 0,16 18 0 0 0,-25-30-33 0 0,0 0 1 0 0,1 0 0 0 0,-1-1-1 0 0,0 1 1 0 0,1 0 0 0 0,0-1-1 0 0,-1 0 1 0 0,1 1 0 0 0,0-1 0 0 0,0 0-1 0 0,0 0 1 0 0,0-1 0 0 0,0 1-1 0 0,-1-1 1 0 0,1 1 0 0 0,6-1-1 0 0,-6-1 14 0 0,-1-1-1 0 0,1 1 0 0 0,-1-1 1 0 0,0 0-1 0 0,1 1 0 0 0,-1-1 1 0 0,0 0-1 0 0,0 0 0 0 0,0 0 1 0 0,-1-1-1 0 0,1 1 0 0 0,-1 0 1 0 0,1-1-1 0 0,-1 1 0 0 0,1-1 1 0 0,-1 0-1 0 0,1-4 0 0 0,3-7 116 0 0,-1-1 0 0 0,2-15 0 0 0,-3 16-56 0 0,8-48 158 0 0,-7 38 157 0 0,12-38 0 0 0,-15 57-292 0 0,0 1 1 0 0,-1-1-1 0 0,1 1 1 0 0,-1-1-1 0 0,0 0 1 0 0,-1-4 0 0 0,0-6 1291 0 0,9 35-987 0 0,-5-2-253 0 0,0 0 1 0 0,0 35-1 0 0,-2-15-165 0 0,16 81 528 0 0,-11-68-185 0 0,13 55-1 0 0,-10-84 4 0 0,-9-18-305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0.7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16479 0 0,'0'0'5140'0'0,"4"0"-4508"0"0,-2 0-583 0 0,-1 0-1 0 0,0 1 0 0 0,0-1 0 0 0,0 0 1 0 0,0 0-1 0 0,0 1 0 0 0,0-1 1 0 0,0 0-1 0 0,1 1 0 0 0,-1-1 0 0 0,0 1 1 0 0,0-1-1 0 0,0 1 0 0 0,-1 0 1 0 0,1-1-1 0 0,0 1 0 0 0,0 0 0 0 0,0 0 1 0 0,1 1-1 0 0,0 2 105 0 0,0-1 0 0 0,-1 1 0 0 0,1-1 0 0 0,-1 1 1 0 0,0 0-1 0 0,0-1 0 0 0,1 7 0 0 0,3 29 122 0 0,-2-1 0 0 0,-4 74 1 0 0,-1-36 58 0 0,2-75-323 0 0,0 0 0 0 0,0 0 0 0 0,0 0 0 0 0,-1-1 0 0 0,1 1 1 0 0,0 0-1 0 0,1 0 0 0 0,-1 0 0 0 0,0 0 0 0 0,0 0 0 0 0,0 0 0 0 0,0 0 0 0 0,1 0 0 0 0,-1 0 1 0 0,1 0-1 0 0,-1 0 0 0 0,0-1 0 0 0,1 1 0 0 0,-1 0 0 0 0,1 0 0 0 0,0 0 0 0 0,-1-1 0 0 0,1 1 1 0 0,0 0-1 0 0,-1-1 0 0 0,1 1 0 0 0,0-1 0 0 0,0 1 0 0 0,0 0 0 0 0,0-2-4 0 0,0 1 0 0 0,0-1 0 0 0,0 1 0 0 0,0-1 0 0 0,0 0 0 0 0,-1 1 0 0 0,1-1 0 0 0,0 0 0 0 0,-1 0 0 0 0,1 1 0 0 0,0-1 0 0 0,-1 0 0 0 0,1 0 0 0 0,-1 0 0 0 0,1 0 0 0 0,-1 0 0 0 0,0 0 0 0 0,1 0 0 0 0,-1 0 0 0 0,0 0 0 0 0,0-1 0 0 0,1 1 15 0 0,6-20 53 0 0,-2 0-1 0 0,5-26 1 0 0,-7 31-49 0 0,16-70 274 0 0,-16 77-252 0 0,-1 1 1 0 0,2 0 0 0 0,-1 0 0 0 0,1 0 0 0 0,1 1 0 0 0,-1-1 0 0 0,1 1 0 0 0,0 0 0 0 0,1 1-1 0 0,0-1 1 0 0,0 1 0 0 0,0 0 0 0 0,1 0 0 0 0,7-4 0 0 0,-13 9-33 0 0,0 0-1 0 0,0 1 1 0 0,0-1 0 0 0,0 1-1 0 0,0-1 1 0 0,1 1 0 0 0,-1 0 0 0 0,0-1-1 0 0,0 1 1 0 0,0 0 0 0 0,1 0 0 0 0,-1 0-1 0 0,0 0 1 0 0,0 0 0 0 0,1 0 0 0 0,-1 0-1 0 0,0 0 1 0 0,0 0 0 0 0,0 0-1 0 0,1 1 1 0 0,-1-1 0 0 0,0 1 0 0 0,0-1-1 0 0,0 1 1 0 0,0-1 0 0 0,0 1 0 0 0,0 0-1 0 0,1 0 1 0 0,1 1 22 0 0,0 0-1 0 0,-1 0 1 0 0,1 1 0 0 0,-1-1-1 0 0,1 0 1 0 0,-1 1 0 0 0,0 0-1 0 0,0-1 1 0 0,0 1 0 0 0,1 4-1 0 0,2 5-2 0 0,0 0 0 0 0,-2 1 0 0 0,1 0 0 0 0,-1 0 0 0 0,1 25 0 0 0,-2 71 618 0 0,-2-70-141 0 0,15-57-279 0 0,2-14-89 0 0,19-47 0 0 0,-33 71-142 0 0,3-5 28 0 0,0-1 0 0 0,1 1 0 0 0,1 1-1 0 0,0-1 1 0 0,0 1 0 0 0,1 0 0 0 0,1 1 0 0 0,11-11 0 0 0,-19 20-11 0 0,0 1 0 0 0,0-1-1 0 0,0 0 1 0 0,0 1 0 0 0,0-1 0 0 0,0 1-1 0 0,0 0 1 0 0,1-1 0 0 0,-1 1 0 0 0,1 0-1 0 0,-1 0 1 0 0,1 1 0 0 0,2-1 0 0 0,-4 0-8 0 0,0 1-1 0 0,1 1 1 0 0,-1-1 0 0 0,0 0 0 0 0,1 0 0 0 0,-1 0 0 0 0,0 1 0 0 0,1-1 0 0 0,-1 1 0 0 0,0-1 0 0 0,0 1 0 0 0,0-1 0 0 0,0 1 0 0 0,1 0 0 0 0,-1-1 0 0 0,0 1 0 0 0,0 0 0 0 0,0 0 0 0 0,0 0 0 0 0,0 0-1 0 0,-1 0 1 0 0,1 0 0 0 0,0 0 0 0 0,0 0 0 0 0,-1 0 0 0 0,1 1 0 0 0,-1-1 0 0 0,2 2 0 0 0,3 9 13 0 0,0 1 1 0 0,0 0-1 0 0,-1 0 1 0 0,-1 0-1 0 0,2 14 1 0 0,1 110 376 0 0,-6-137-398 0 0,0 1 0 0 0,0-1 0 0 0,0 1 0 0 0,0 0 0 0 0,0-1-1 0 0,0 1 1 0 0,0-1 0 0 0,1 1 0 0 0,-1-1 0 0 0,0 1 0 0 0,0 0 0 0 0,0-1 0 0 0,1 1 0 0 0,-1-1 0 0 0,0 0 0 0 0,1 1 0 0 0,-1-1-1 0 0,1 1 1 0 0,-1-1 0 0 0,0 1 0 0 0,1-1 0 0 0,-1 0 0 0 0,1 1 0 0 0,-1-1 0 0 0,1 0 0 0 0,0 1 0 0 0,6 5 62 0 0,-6-5-49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1.1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120 100 27335 0 0,'-1'4'8'0'0,"-3"2"-6"0"0,1-1-2 0 0,0 1 1 0 0,0 0 0 0 0,0 0-1 0 0,1 0 1 0 0,0 1 0 0 0,0-1-1 0 0,1 1 1 0 0,-1-1 0 0 0,0 12-1 0 0,3-17 0 0 0,-1-1 0 0 0,0 1 0 0 0,0 0 0 0 0,0-1 0 0 0,1 1 0 0 0,-1-1 0 0 0,0 1 0 0 0,1 0 0 0 0,-1-1 0 0 0,1 1 0 0 0,-1-1 0 0 0,0 1 0 0 0,1-1 0 0 0,-1 1 0 0 0,1-1 0 0 0,-1 0 0 0 0,1 1 0 0 0,0-1 0 0 0,-1 0 0 0 0,1 1 0 0 0,-1-1 0 0 0,1 0 0 0 0,0 0 0 0 0,-1 1 0 0 0,1-1 0 0 0,0 0 0 0 0,-1 0 0 0 0,1 0 0 0 0,0 0 0 0 0,-1 0 0 0 0,1 0 0 0 0,0 0 0 0 0,-1 0 0 0 0,1 0 0 0 0,-1 0 0 0 0,1 0 0 0 0,0 0 0 0 0,-1-1 0 0 0,2 1 0 0 0,21-9 0 0 0,-18 6 0 0 0,0 0 0 0 0,0 0 0 0 0,0-1 0 0 0,0 0 0 0 0,-1 0 0 0 0,0-1 0 0 0,1 1 0 0 0,-2-1 0 0 0,1 0 0 0 0,0 0 0 0 0,-1 0 0 0 0,0 0 0 0 0,3-8 0 0 0,-1 0 0 0 0,-1 0 0 0 0,0 0 0 0 0,0 0 0 0 0,1-22 0 0 0,-4 34 1 0 0,-1 0 0 0 0,0 0 0 0 0,0 0 0 0 0,0 0 0 0 0,0 0 0 0 0,0 0-1 0 0,0 0 1 0 0,0 0 0 0 0,0 0 0 0 0,0 0 0 0 0,0 0 0 0 0,0 0 0 0 0,-1 0 0 0 0,1 0 0 0 0,0 0 0 0 0,-1 0 0 0 0,1 1-1 0 0,-1-1 1 0 0,1 0 0 0 0,-1 0 0 0 0,1 0 0 0 0,-1 1 0 0 0,0-1 0 0 0,1 0 0 0 0,-1 0 0 0 0,0 1 0 0 0,0-1-1 0 0,1 1 1 0 0,-1-1 0 0 0,0 1 0 0 0,0-1 0 0 0,0 1 0 0 0,0-1 0 0 0,0 1 0 0 0,1 0 0 0 0,-1-1 0 0 0,-2 1-1 0 0,0 0 3 0 0,1 0 0 0 0,-1 0-1 0 0,0 0 1 0 0,1 1 0 0 0,-1-1-1 0 0,0 1 1 0 0,1 0-1 0 0,-1 0 1 0 0,1 0 0 0 0,0 0-1 0 0,-1 0 1 0 0,1 0-1 0 0,0 0 1 0 0,-1 1 0 0 0,1 0-1 0 0,-3 2 1 0 0,-12 11 14 0 0,0 1 0 0 0,1 0 0 0 0,1 1 0 0 0,1 1 0 0 0,1 0 0 0 0,-18 32-1 0 0,25-40-4 0 0,1 1 0 0 0,1 1-1 0 0,0-1 1 0 0,0 0-1 0 0,1 1 1 0 0,0 0-1 0 0,1 0 1 0 0,1 0-1 0 0,0 0 1 0 0,0 0-1 0 0,2 0 1 0 0,-1 0-1 0 0,4 17 1 0 0,-3-22-5 0 0,1 3 7 0 0,0 0 0 0 0,1-1 0 0 0,0 1 0 0 0,0-1 0 0 0,8 14 0 0 0,-10-21-11 0 0,1 0 0 0 0,-1 0-1 0 0,1 0 1 0 0,-1 0 0 0 0,1 0-1 0 0,-1 0 1 0 0,1-1 0 0 0,0 1 0 0 0,0-1-1 0 0,0 0 1 0 0,0 1 0 0 0,0-1-1 0 0,0 0 1 0 0,1 0 0 0 0,-1 0-1 0 0,0 0 1 0 0,0-1 0 0 0,1 1-1 0 0,-1-1 1 0 0,1 1 0 0 0,-1-1-1 0 0,0 0 1 0 0,1 0 0 0 0,-1 0-1 0 0,1 0 1 0 0,-1 0 0 0 0,0 0-1 0 0,5-2 1 0 0,10-3 5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1.6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0 17383 0 0,'0'0'970'0'0,"-1"4"-484"0"0,-13 56 1407 0 0,8-39-1391 0 0,0-1 1 0 0,-1 25-1 0 0,0 10-176 0 0,3-27 138 0 0,1 1 1 0 0,1-1-1 0 0,3 38 0 0 0,-1-65-449 0 0,0 0 1 0 0,0 0-1 0 0,0 0 1 0 0,0 0-1 0 0,0 0 1 0 0,0 0-1 0 0,1 0 1 0 0,-1 0-1 0 0,0 0 1 0 0,1 0-1 0 0,-1 0 1 0 0,1 0-1 0 0,-1 0 1 0 0,1 0-1 0 0,-1-1 1 0 0,1 1-1 0 0,1 1 1 0 0,-2-2-11 0 0,1 0 0 0 0,-1 1 0 0 0,1-1 0 0 0,-1 0 1 0 0,0 0-1 0 0,1 0 0 0 0,-1 0 0 0 0,1 0 0 0 0,-1 0 0 0 0,1 0 0 0 0,-1 0 1 0 0,1 0-1 0 0,-1 0 0 0 0,1 0 0 0 0,-1 0 0 0 0,0 0 0 0 0,1-1 0 0 0,-1 1 1 0 0,1 0-1 0 0,-1 0 0 0 0,1 0 0 0 0,-1-1 0 0 0,0 1 0 0 0,1 0 0 0 0,0-1 1 0 0,1-1 0 0 0,0 1 0 0 0,-1-1 0 0 0,1 0 0 0 0,0 0 0 0 0,0-1 1 0 0,-1 1-1 0 0,0 0 0 0 0,1 0 0 0 0,-1-1 0 0 0,0 1 0 0 0,1-5 1 0 0,12-49 13 0 0,-9 29-6 0 0,1 1 0 0 0,1 0 0 0 0,2 0 0 0 0,18-39 0 0 0,-22 56 1 0 0,1 1-1 0 0,0-1 0 0 0,1 1 1 0 0,-1 1-1 0 0,1-1 0 0 0,1 1 1 0 0,14-11-1 0 0,-21 17-7 0 0,0 1 0 0 0,0-1 1 0 0,0 1-1 0 0,0 0 0 0 0,0-1 0 0 0,0 1 1 0 0,0 0-1 0 0,0 0 0 0 0,0-1 0 0 0,0 1 1 0 0,0 0-1 0 0,1 0 0 0 0,-1 0 1 0 0,0 0-1 0 0,0 1 0 0 0,0-1 0 0 0,0 0 1 0 0,0 0-1 0 0,0 1 0 0 0,0-1 0 0 0,1 1 1 0 0,0 0 3 0 0,0 0 0 0 0,0 0 0 0 0,-1 1 0 0 0,1-1 0 0 0,-1 0 0 0 0,1 1 0 0 0,-1-1 0 0 0,0 1 0 0 0,1-1 0 0 0,-1 1 0 0 0,0 0 0 0 0,0 0 0 0 0,0-1 0 0 0,1 5 0 0 0,6 16 47 0 0,-1 1-1 0 0,-1 0 1 0 0,-2 0 0 0 0,4 28-1 0 0,-6 53 326 0 0,-3-70-132 0 0,2 1 1 0 0,2-1-1 0 0,7 42 0 0 0,2-56 298 0 0,-11-19-430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2.0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0 18191 0 0,'0'0'1408'0'0,"-1"5"-682"0"0,-27 122 2890 0 0,18-66-2864 0 0,4 0 1 0 0,1 122 0 0 0,7-170-622 0 0,-1 1 1 0 0,2-1-1 0 0,0 0 0 0 0,7 18 0 0 0,-10-22 52 0 0,0-8-150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2.4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364 3 24967 0 0,'-55'-1'4'0'0,"36"0"-1"0"0,0 1 0 0 0,0 0 0 0 0,-22 5 0 0 0,4 0-2 0 0,-2 1 1 0 0,-1 0 1 0 0,-39 14-1 0 0,64-14-2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4.3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247 2 8936 0 0,'0'0'9633'0'0,"-4"0"-9444"0"0,-4 0-131 0 0,4-1 30 0 0,0 1-1 0 0,1 0 1 0 0,-1 0-1 0 0,0 0 1 0 0,1 0-1 0 0,-1 1 1 0 0,0 0-1 0 0,1-1 0 0 0,-1 1 1 0 0,1 0-1 0 0,-1 1 1 0 0,1-1-1 0 0,-6 4 1 0 0,5-3-17 0 0,1 1 0 0 0,-1-1 1 0 0,0 0-1 0 0,0 0 0 0 0,0-1 0 0 0,0 1 1 0 0,0-1-1 0 0,-6 1 0 0 0,6-1 0 0 0,0 0-1 0 0,0 0 1 0 0,0 1-1 0 0,0-1 1 0 0,0 1-1 0 0,1 0 1 0 0,-1 0-1 0 0,0 0 1 0 0,1 0-1 0 0,-6 5 1 0 0,-12 11 339 0 0,17-15-325 0 0,0 1 0 0 0,0-1 0 0 0,0 1 0 0 0,1-1 1 0 0,-1 1-1 0 0,1 0 0 0 0,0 1 0 0 0,0-1 0 0 0,-4 10 0 0 0,2-4 37 0 0,0 1 1 0 0,2 0-1 0 0,-1 0 0 0 0,-3 19 0 0 0,3 2 141 0 0,2-1 1 0 0,1 48-1 0 0,2-37 71 0 0,0-38-301 0 0,0-1 1 0 0,1 1-1 0 0,-1 0 0 0 0,1-1 0 0 0,0 1 1 0 0,0-1-1 0 0,4 4 0 0 0,3 8 94 0 0,-7-11-95 0 0,0-1 0 0 0,1 1 0 0 0,0-1 1 0 0,0 1-1 0 0,0-1 0 0 0,0 0 0 0 0,0 0 0 0 0,1 0 0 0 0,-1-1 0 0 0,1 1 0 0 0,0-1 0 0 0,0 0 0 0 0,0 0 0 0 0,0 0 0 0 0,0-1 0 0 0,6 3 1 0 0,-2-4 14 0 0,1 1 0 0 0,-1-1 1 0 0,0-1-1 0 0,0 1 1 0 0,0-1-1 0 0,8-2 1 0 0,2-2 39 0 0,-1 0 1 0 0,1 0 0 0 0,-1-2 0 0 0,0 0-1 0 0,23-14 1 0 0,-36 19-75 0 0,0 0 0 0 0,-1 0 0 0 0,1 0 0 0 0,0-1-1 0 0,-1 0 1 0 0,0 1 0 0 0,1-1 0 0 0,-1 0 0 0 0,0 0 0 0 0,-1-1 0 0 0,1 1-1 0 0,-1-1 1 0 0,1 1 0 0 0,-1-1 0 0 0,0 0 0 0 0,0 0 0 0 0,-1 0-1 0 0,1 0 1 0 0,-1 0 0 0 0,0 0 0 0 0,1-5 0 0 0,0 0 12 0 0,0-1 7 0 0,0 1-1 0 0,0 0 1 0 0,1 0 0 0 0,8-17 0 0 0,-10 25-22 0 0,0-1 1 0 0,-1 0 0 0 0,1 0-1 0 0,-1 0 1 0 0,0 0-1 0 0,1 0 1 0 0,-1-1 0 0 0,0 1-1 0 0,0 0 1 0 0,0 0-1 0 0,-1 0 1 0 0,1 0-1 0 0,0 0 1 0 0,-1 0 0 0 0,1 0-1 0 0,-1 0 1 0 0,0 0-1 0 0,1 0 1 0 0,-1 1-1 0 0,-2-4 1 0 0,-3-13 39 0 0,5 18-48 0 0,0-1 0 0 0,0 1 0 0 0,0-1 1 0 0,0 1-1 0 0,0-1 0 0 0,0 1 0 0 0,0 0 1 0 0,0 0-1 0 0,0-1 0 0 0,0 1 0 0 0,0 0 0 0 0,0 0 1 0 0,0 0-1 0 0,-1 0 0 0 0,1 0 0 0 0,0 0 0 0 0,-2 1 1 0 0,-18 1 13 0 0,-64 19 16 0 0,38-4-16 0 0,44-16-15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4.8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87 146 15880 0 0,'0'0'1503'0'0,"3"0"-1059"0"0,65-2 2240 0 0,-59 1-2536 0 0,-1 0-1 0 0,1 0 1 0 0,0-1-1 0 0,0 0 0 0 0,12-4 1 0 0,-4 0 287 0 0,39-17 531 0 0,-51 20-886 0 0,0 1-1 0 0,0-2 0 0 0,0 1 0 0 0,-1-1 1 0 0,1 1-1 0 0,-1-1 0 0 0,0 0 0 0 0,0-1 1 0 0,5-5-1 0 0,-9 9-61 0 0,0 0 1 0 0,-1-1-1 0 0,1 1 1 0 0,0 0-1 0 0,0-1 1 0 0,0 1-1 0 0,-1 0 1 0 0,1 0-1 0 0,-1 0 1 0 0,1-1-1 0 0,-1 1 1 0 0,1 0-1 0 0,-1 0 1 0 0,0 0-1 0 0,0 0 1 0 0,1 0-1 0 0,-1 0 0 0 0,0 0 1 0 0,0 0-1 0 0,0 0 1 0 0,-2-1-1 0 0,-23-20 129 0 0,22 20-133 0 0,0 0 1 0 0,0 0-1 0 0,0 1 0 0 0,-1 0 0 0 0,1 0 0 0 0,0 0 0 0 0,0 0 0 0 0,-1 1 0 0 0,1 0 0 0 0,0 0 1 0 0,-1 0-1 0 0,1 0 0 0 0,0 0 0 0 0,-1 1 0 0 0,1 0 0 0 0,-8 3 0 0 0,-7 1 72 0 0,1 2-1 0 0,-22 11 0 0 0,32-14-77 0 0,-2 0 13 0 0,1 0 1 0 0,0 1-1 0 0,1 1 0 0 0,0-1 0 0 0,-1 1 0 0 0,2 1 0 0 0,-1-1 0 0 0,1 1 1 0 0,0 1-1 0 0,0-1 0 0 0,1 1 0 0 0,0 1 0 0 0,1-1 0 0 0,-1 1 1 0 0,2 0-1 0 0,-1 0 0 0 0,1 0 0 0 0,1 0 0 0 0,-1 1 0 0 0,2 0 0 0 0,-4 18 1 0 0,6-25-15 0 0,0 1 1 0 0,0-1-1 0 0,0 0 1 0 0,0 1-1 0 0,0-1 1 0 0,1 1 0 0 0,-1-1-1 0 0,1 0 1 0 0,0 0-1 0 0,0 1 1 0 0,0-1 0 0 0,1 0-1 0 0,-1 0 1 0 0,1 0-1 0 0,0 0 1 0 0,0 0-1 0 0,0 0 1 0 0,0-1 0 0 0,0 1-1 0 0,0-1 1 0 0,1 1-1 0 0,-1-1 1 0 0,1 0-1 0 0,0 0 1 0 0,0 0 0 0 0,0 0-1 0 0,0-1 1 0 0,0 1-1 0 0,0-1 1 0 0,5 2 0 0 0,2 0 2 0 0,-1-1-1 0 0,0 0 1 0 0,1 0 0 0 0,-1-1 0 0 0,1-1 0 0 0,0 1 0 0 0,-1-1 0 0 0,1-1 0 0 0,16-3 0 0 0,42-11 6 0 0,-47 6-8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5.4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 22519 0 0,'0'0'-8'0'0,"0"3"0"0"0,0 343 248 0 0,-1-387-25 0 0,1 29-158 0 0,0 0 0 0 0,0 0 1 0 0,1 1-1 0 0,0-1 1 0 0,6-21-1 0 0,-5 24-16 0 0,-1 1-1 0 0,2-1 1 0 0,-1 0 0 0 0,1 1 0 0 0,1-1-1 0 0,0 1 1 0 0,0 0 0 0 0,0 0-1 0 0,1 0 1 0 0,0 1 0 0 0,1 0 0 0 0,8-9-1 0 0,-12 14-18 0 0,0 0 0 0 0,0 1 0 0 0,0 0 1 0 0,1-1-1 0 0,-1 1 0 0 0,0 0 0 0 0,1 0 0 0 0,-1 1 0 0 0,1-1 0 0 0,-1 0 0 0 0,1 1 0 0 0,-1-1 0 0 0,1 1 0 0 0,0 0 0 0 0,-1 0 0 0 0,1 0 0 0 0,0 0 0 0 0,-1 1 0 0 0,1-1 1 0 0,-1 1-1 0 0,1-1 0 0 0,-1 1 0 0 0,1 0 0 0 0,-1 0 0 0 0,1 0 0 0 0,-1 0 0 0 0,0 1 0 0 0,0-1 0 0 0,1 0 0 0 0,1 3 0 0 0,2 0 38 0 0,-1 1 0 0 0,1 0 0 0 0,-1-1 0 0 0,-1 2 0 0 0,1-1 0 0 0,-1 0 0 0 0,0 1 0 0 0,0 0 0 0 0,0 0 0 0 0,3 8 0 0 0,-3 0 28 0 0,0 0 0 0 0,-2 0-1 0 0,1 1 1 0 0,-2-1-1 0 0,0 1 1 0 0,0-1 0 0 0,-3 21-1 0 0,1 0 27 0 0,1-21 6 0 0,0 14 197 0 0,0-26-297 0 0,0-1 0 0 0,0 0 0 0 0,0 0 0 0 0,1 0 0 0 0,-1 0 0 0 0,0 0 0 0 0,1 0 0 0 0,-1 0 0 0 0,0 0 0 0 0,1 0 0 0 0,-1-1 0 0 0,1 1 0 0 0,0 0 0 0 0,-1 0 0 0 0,1 0 0 0 0,0 0 0 0 0,0-1 0 0 0,-1 1 0 0 0,1 0 0 0 0,2 0 0 0 0,1-3 87 0 0,-3 2-46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5.8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29 177 16072 0 0,'0'0'1689'0'0,"2"3"-1193"0"0,1 2-502 0 0,-3-4 55 0 0,1 0-1 0 0,0 0 1 0 0,-1 0-1 0 0,1 0 1 0 0,0 0 0 0 0,0 1-1 0 0,0-1 1 0 0,-1 0 0 0 0,1-1-1 0 0,0 1 1 0 0,1 0-1 0 0,-1 0 1 0 0,2 1 0 0 0,-1-2 49 0 0,-1 0 1 0 0,1 1-1 0 0,0-1 1 0 0,0 0-1 0 0,-1-1 1 0 0,1 1-1 0 0,0 0 1 0 0,-1 0-1 0 0,1-1 1 0 0,0 1-1 0 0,-1-1 1 0 0,1 1-1 0 0,0-1 1 0 0,-1 0-1 0 0,1 0 1 0 0,-1 0-1 0 0,3-1 1 0 0,116-79 930 0 0,-115 78-980 0 0,-1-1 0 0 0,0 0 1 0 0,0 0-1 0 0,-1 0 0 0 0,1 0 0 0 0,-1-1 1 0 0,5-8-1 0 0,-6 11-40 0 0,-1 0 0 0 0,0-1 0 0 0,0 1 0 0 0,-1 0 0 0 0,1-1 0 0 0,0 1 0 0 0,-1-1 0 0 0,1 1 0 0 0,-1-1 0 0 0,0 1 0 0 0,0-1 0 0 0,0 1 0 0 0,0-1 0 0 0,0 1 0 0 0,-1 0 0 0 0,1-1 1 0 0,-1 1-1 0 0,0-1 0 0 0,-1-3 0 0 0,1 4-7 0 0,0 1 1 0 0,0 0 0 0 0,0 0 0 0 0,0-1 0 0 0,0 1 0 0 0,0 0 0 0 0,0 0-1 0 0,-1 0 1 0 0,1 1 0 0 0,0-1 0 0 0,-1 0 0 0 0,1 0 0 0 0,0 1 0 0 0,-1-1-1 0 0,1 1 1 0 0,-1-1 0 0 0,1 1 0 0 0,-1 0 0 0 0,1-1 0 0 0,-1 1 0 0 0,1 0-1 0 0,-1 0 1 0 0,1 0 0 0 0,-1 0 0 0 0,0 0 0 0 0,-2 1 0 0 0,-1 0 5 0 0,0 0 0 0 0,0 0 1 0 0,0 0-1 0 0,1 1 0 0 0,-1 0 1 0 0,0 0-1 0 0,1 0 0 0 0,-8 5 1 0 0,2 0 2 0 0,0 1 0 0 0,1 0 0 0 0,0 0 0 0 0,0 1 0 0 0,0 0 0 0 0,1 1 0 0 0,1-1 1 0 0,0 2-1 0 0,0-1 0 0 0,1 1 0 0 0,-8 18 0 0 0,8-11 20 0 0,-5 12 45 0 0,-10 50 0 0 0,19-71-51 0 0,1 1 0 0 0,0-1 0 0 0,0 1-1 0 0,1-1 1 0 0,0 1 0 0 0,1-1-1 0 0,0 1 1 0 0,1-1 0 0 0,4 18 0 0 0,-5-25-18 0 0,-1-1 0 0 0,1 0 1 0 0,-1 1-1 0 0,1-1 0 0 0,-1 0 1 0 0,1 1-1 0 0,0-1 0 0 0,0 0 1 0 0,0 0-1 0 0,-1 0 0 0 0,1 1 1 0 0,0-1-1 0 0,1 0 0 0 0,-1 0 1 0 0,1 1-1 0 0,4-1 26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6.2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14872 0 0,'0'0'2193'0'0,"0"3"-1048"0"0,-3 31-87 0 0,2-1 0 0 0,3 49-1 0 0,1-55-812 0 0,-1-14-83 0 0,-1 0 0 0 0,0 0 1 0 0,-1 0-1 0 0,-2 14 0 0 0,0-3 154 0 0,1 34 0 0 0,1-31 59 0 0,5-16-212 0 0,-5-11-146 0 0,0 1 0 0 0,1-1-1 0 0,-1 1 1 0 0,0-1 0 0 0,1 1-1 0 0,-1-1 1 0 0,0 0 0 0 0,0 1 0 0 0,0-1-1 0 0,1 1 1 0 0,-1-1 0 0 0,0 1-1 0 0,0-1 1 0 0,0 1 0 0 0,0-1-1 0 0,0 1 1 0 0,0 0 0 0 0,0-1-1 0 0,0 1 1 0 0,0-1 0 0 0,0 1 0 0 0,0-1-1 0 0,0 1 1 0 0,-1 0 196 0 0,1-15-3 0 0,0-104 206 0 0,-1 106-375 0 0,1 1 1 0 0,1 0-1 0 0,0-1 1 0 0,0 1-1 0 0,1 0 1 0 0,0 0-1 0 0,5-13 1 0 0,0 1-8 0 0,-4 11 67 0 0,1-1 0 0 0,1 2 0 0 0,11-23 0 0 0,-15 31-69 0 0,0 1 0 0 0,1-1 0 0 0,0 1 0 0 0,-1-1 0 0 0,1 1 0 0 0,0 0 0 0 0,0-1-1 0 0,1 1 1 0 0,-1 0 0 0 0,0 1 0 0 0,1-1 0 0 0,-1 0 0 0 0,1 1 0 0 0,-1-1 0 0 0,1 1-1 0 0,0 0 1 0 0,0 0 0 0 0,0 0 0 0 0,0 0 0 0 0,-1 0 0 0 0,1 1 0 0 0,4-1 0 0 0,6 1 69 0 0,-6-1-37 0 0,1 1 1 0 0,-1 1-1 0 0,1-1 0 0 0,9 3 0 0 0,-1 2 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6.8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234 37 17287 0 0,'5'-1'724'0'0,"-1"0"0"0"0,0-1 0 0 0,0 0 0 0 0,-1 0 0 0 0,1 0 0 0 0,5-3-1 0 0,-3 2 1719 0 0,-22 16-1636 0 0,-81 55-208 0 0,37-29-375 0 0,51-33-188 0 0,-4 2 7 0 0,1 1 0 0 0,1 0 1 0 0,-1 1-1 0 0,-10 12 0 0 0,20-21-33 0 0,0 1 0 0 0,0 0 0 0 0,1 0 0 0 0,-1 1 0 0 0,1-1-1 0 0,-1 0 1 0 0,1 0 0 0 0,0 1 0 0 0,0-1 0 0 0,0 1 0 0 0,0-1 0 0 0,0 1 0 0 0,0-1 0 0 0,1 1-1 0 0,-1 0 1 0 0,1-1 0 0 0,0 1 0 0 0,0 0 0 0 0,0-1 0 0 0,0 1 0 0 0,0 0 0 0 0,1-1-1 0 0,-1 1 1 0 0,1-1 0 0 0,0 1 0 0 0,0 0 0 0 0,0-1 0 0 0,0 0 0 0 0,0 1 0 0 0,2 2 0 0 0,-2-3-3 0 0,1-1 0 0 0,0 1 0 0 0,0 0 1 0 0,-1-1-1 0 0,1 1 0 0 0,0-1 0 0 0,1 0 1 0 0,-1 0-1 0 0,0 0 0 0 0,0 0 1 0 0,0 0-1 0 0,1 0 0 0 0,-1 0 0 0 0,0-1 1 0 0,1 1-1 0 0,-1-1 0 0 0,1 0 1 0 0,-1 0-1 0 0,1 1 0 0 0,-1-2 0 0 0,0 1 1 0 0,1 0-1 0 0,-1 0 0 0 0,4-2 0 0 0,1 1 4 0 0,0-1-1 0 0,0 0 0 0 0,0 0 0 0 0,0 0 1 0 0,-1-1-1 0 0,1 0 0 0 0,6-5 0 0 0,-1 0 18 0 0,-1-1 0 0 0,-1-1 0 0 0,0 1 0 0 0,0-2 0 0 0,0 1 0 0 0,-2-2 0 0 0,15-23 0 0 0,-11 15 125 0 0,-1-1-1 0 0,-1 0 1 0 0,13-42 0 0 0,-19 45-246 0 0,1-9 876 0 0,-5 27-774 0 0,0 0 1 0 0,0 0-1 0 0,0 0 1 0 0,0 0 0 0 0,0 0-1 0 0,1 0 1 0 0,-1 0-1 0 0,0 1 1 0 0,0-1 0 0 0,0 0-1 0 0,0 0 1 0 0,0 0 0 0 0,0 0-1 0 0,0 0 1 0 0,0 0-1 0 0,0 0 1 0 0,0 0 0 0 0,0 0-1 0 0,0 0 1 0 0,0 0-1 0 0,0 0 1 0 0,0 0 0 0 0,0 0-1 0 0,0 0 1 0 0,0 0-1 0 0,0 0 1 0 0,1 0 0 0 0,-1 0-1 0 0,0 0 1 0 0,0 0-1 0 0,0 0 1 0 0,0-1 0 0 0,0 1-1 0 0,0 0 1 0 0,0 0 0 0 0,0 0-1 0 0,0 0 1 0 0,0 0-1 0 0,0 0 1 0 0,0 0 0 0 0,0 0-1 0 0,0 0 1 0 0,0 0-1 0 0,0 0 1 0 0,0 0 0 0 0,1 17 164 0 0,-2 40 239 0 0,0-20-117 0 0,1 0-1 0 0,8 55 1 0 0,-8-91-281 0 0,0 2 30 0 0,1-1 0 0 0,-1 1-1 0 0,1 0 1 0 0,0 0-1 0 0,0-1 1 0 0,0 1 0 0 0,0 0-1 0 0,2 3 1 0 0,1-2 45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7.2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 1 19087 0 0,'0'0'3656'0'0,"-1"4"-3233"0"0,-3 11 85 0 0,1 0-1 0 0,-2 23 1 0 0,1 1-289 0 0,-20 151 939 0 0,15-119-714 0 0,3 1 0 0 0,3 81-1 0 0,3-133-265 0 0,0-20-172 0 0,0 0-1 0 0,0 0 1 0 0,1 1-1 0 0,-1-1 1 0 0,0 0-1 0 0,0 1 1 0 0,0-1-1 0 0,0 0 1 0 0,0 0-1 0 0,0 1 1 0 0,1-1-1 0 0,-1 0 1 0 0,0 0-1 0 0,0 1 1 0 0,0-1-1 0 0,1 0 1 0 0,-1 0-1 0 0,0 0 1 0 0,0 1 0 0 0,1-1-1 0 0,-1 0 1 0 0,0 0-1 0 0,0 0 1 0 0,1 0-1 0 0,-1 0 1 0 0,0 0-1 0 0,0 1 1 0 0,1-1-1 0 0,-1 0 1 0 0,0 0-1 0 0,1 0 1 0 0,-1 0-1 0 0,0 0 1 0 0,1 0-1 0 0,-1 0 1 0 0,0 0-1 0 0,0 0 1 0 0,1 0-1 0 0,-1-1 1 0 0,0 1-1 0 0,1 0 1 0 0,-1 0-1 0 0,0 0 1 0 0,0 0-1 0 0,1 0 1 0 0,-1 0-1 0 0,0-1 1 0 0,0 1 0 0 0,1 0-1 0 0,-1 0 1 0 0,0 0-1 0 0,0-1 1 0 0,0 1-1 0 0,1 0 1 0 0,-1 0-1 0 0,0-1 1 0 0,0 1-1 0 0,5-6 43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7.5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274 1 24791 0 0,'0'0'60'0'0,"-5"3"-14"0"0,0 2-31 0 0,3-3-8 0 0,-1 0 0 0 0,0 0 1 0 0,1 0-1 0 0,-1-1 0 0 0,0 1 0 0 0,0-1 0 0 0,0 1 0 0 0,-1-1 0 0 0,1 0 1 0 0,0 0-1 0 0,-6 1 0 0 0,-12 2 16 0 0,-102 17 325 0 0,49-21-172 0 0,70 0-130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7.9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254 110 16687 0 0,'0'0'848'0'0,"1"4"-416"0"0,0-2-319 0 0,0 1 0 0 0,0 0 0 0 0,0 0-1 0 0,0 0 1 0 0,-1 1 0 0 0,1-1 0 0 0,-1 0-1 0 0,0 0 1 0 0,0 0 0 0 0,0 0 0 0 0,-1 0-1 0 0,1 0 1 0 0,-1 0 0 0 0,1 0 0 0 0,-1 0-1 0 0,0 0 1 0 0,0 0 0 0 0,0 0 0 0 0,-1 0-1 0 0,1 0 1 0 0,-1-1 0 0 0,-2 5 0 0 0,1-3 22 0 0,0-1 0 0 0,-1 0 1 0 0,1 0-1 0 0,-1 0 1 0 0,1 0-1 0 0,-1 0 1 0 0,0-1-1 0 0,0 1 0 0 0,0-1 1 0 0,0 0-1 0 0,-1-1 1 0 0,1 1-1 0 0,0-1 0 0 0,-1 1 1 0 0,-7 0-1 0 0,5-1-47 0 0,-1-1-1 0 0,1 0 1 0 0,-1 0-1 0 0,1 0 1 0 0,-1-1-1 0 0,1 0 0 0 0,0-1 1 0 0,-1 0-1 0 0,1 0 1 0 0,0 0-1 0 0,0-1 1 0 0,0 0-1 0 0,1 0 1 0 0,-1-1-1 0 0,1 0 0 0 0,0 0 1 0 0,0 0-1 0 0,0-1 1 0 0,0 0-1 0 0,1 0 1 0 0,0-1-1 0 0,0 1 0 0 0,-7-11 1 0 0,11 14-71 0 0,0 1 0 0 0,0-1 0 0 0,0 0 0 0 0,0 0 0 0 0,0 0 0 0 0,1 0-1 0 0,-1 1 1 0 0,1-1 0 0 0,-1 0 0 0 0,1 0 0 0 0,0 0 0 0 0,-1 0 0 0 0,1 0 0 0 0,0 0 0 0 0,1-4 0 0 0,-1-2 25 0 0,0 6-31 0 0,-1-7 58 0 0,0 1-1 0 0,1-1 0 0 0,0 0 0 0 0,0 0 0 0 0,1 1 1 0 0,2-10-1 0 0,-2 16-35 0 0,-1 0 1 0 0,1 0-1 0 0,0 0 0 0 0,0 0 1 0 0,0 1-1 0 0,0-1 1 0 0,0 0-1 0 0,0 1 0 0 0,1-1 1 0 0,-1 1-1 0 0,0-1 1 0 0,1 1-1 0 0,-1-1 0 0 0,1 1 1 0 0,0 0-1 0 0,-1 0 1 0 0,1 0-1 0 0,0 0 0 0 0,0 0 1 0 0,0 0-1 0 0,0 0 1 0 0,0 1-1 0 0,-1-1 0 0 0,1 1 1 0 0,0-1-1 0 0,0 1 1 0 0,1 0-1 0 0,-1 0 0 0 0,0 0 1 0 0,3 0-1 0 0,3 0 74 0 0,-1 1 0 0 0,0 0-1 0 0,0 0 1 0 0,0 0 0 0 0,13 5-1 0 0,6 3-34 0 0,-15-2 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08.2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15 18191 0 0,'0'0'1358'0'0,"3"4"-682"0"0,1 2-368 0 0,-1 0 1 0 0,1 0-1 0 0,-1 0 0 0 0,-1 0 1 0 0,1 1-1 0 0,-1 0 1 0 0,0-1-1 0 0,-1 1 0 0 0,1 0 1 0 0,-1 0-1 0 0,-1 0 1 0 0,1 11-1 0 0,-1 5 12 0 0,0 0 0 0 0,-2 0 0 0 0,0 0 0 0 0,-9 37 0 0 0,0-12 57 0 0,8-34-225 0 0,0-1 0 0 0,0 1 0 0 0,-8 16 0 0 0,9-25-99 0 0,2-3-21 0 0,-1 0 0 0 0,1 0 0 0 0,-1 0 0 0 0,0-1 0 0 0,1 1 0 0 0,-1 0 0 0 0,0 0-1 0 0,0-1 1 0 0,0 1 0 0 0,-1 0 0 0 0,1-1 0 0 0,0 1 0 0 0,0-1 0 0 0,-1 0 0 0 0,1 1 0 0 0,-3 1 0 0 0,3-4-27 0 0,1 1 0 0 0,-1 0 0 0 0,1 0 0 0 0,-1 0 0 0 0,1-1 0 0 0,0 1-1 0 0,-1 0 1 0 0,1-1 0 0 0,0 1 0 0 0,-1 0 0 0 0,1-1 0 0 0,0 1 0 0 0,-1-1 0 0 0,1 1 0 0 0,0 0 0 0 0,-1-1 0 0 0,1 1-1 0 0,0-1 1 0 0,0 1 0 0 0,0-1 0 0 0,0 1 0 0 0,-1-1 0 0 0,1 1 0 0 0,0-1 0 0 0,0 1 0 0 0,0-1 0 0 0,0 1-1 0 0,0-1 1 0 0,0 1 0 0 0,0-1 0 0 0,1-19 64 0 0,-1 18-58 0 0,11-44 184 0 0,-8 27-131 0 0,2-8 103 0 0,8-30 0 0 0,-6 35-85 0 0,-4 8-33 0 0,2 0-1 0 0,-1 0 1 0 0,2 0 0 0 0,0 1 0 0 0,1 0-1 0 0,14-22 1 0 0,-2 10 64 0 0,-12 15-46 0 0,0 1 0 0 0,0 1 0 0 0,13-12 0 0 0,-17 17-51 0 0,0 0 1 0 0,0 1 0 0 0,1 0 0 0 0,-1 0-1 0 0,1 0 1 0 0,0 0 0 0 0,-1 1-1 0 0,1 0 1 0 0,0-1 0 0 0,0 1 0 0 0,0 0-1 0 0,0 1 1 0 0,7-1 0 0 0,13-1 30 0 0,-1 2 0 0 0,1 0 0 0 0,-1 2 0 0 0,1 0 0 0 0,23 7 0 0 0,-19-2-16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25.3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6728 0 0,'0'0'6409'0'0,"4"0"-5860"0"0,2 0-468 0 0,-3 0 44 0 0,0-1 0 0 0,0 1 0 0 0,0 0 0 0 0,0 1 0 0 0,0-1 0 0 0,0 0 0 0 0,0 1 0 0 0,-1 0 0 0 0,1-1 0 0 0,0 1 0 0 0,0 0 0 0 0,0 1 0 0 0,-1-1 0 0 0,4 2 0 0 0,-2 0 81 0 0,0 0-1 0 0,0-1 1 0 0,1 1 0 0 0,-1-1-1 0 0,7 2 1 0 0,17 10 455 0 0,-21-10-517 0 0,0 0 0 0 0,1-1-1 0 0,-1 0 1 0 0,16 5 0 0 0,-14-6-33 0 0,-1 1 0 0 0,0 0-1 0 0,0 0 1 0 0,-1 1 0 0 0,8 4 0 0 0,-7-2 32 0 0,-1 0 1 0 0,0 0 0 0 0,7 10-1 0 0,-9-10-50 0 0,0 0-1 0 0,1-1 1 0 0,0 1-1 0 0,-1-1 1 0 0,2-1-1 0 0,-1 1 0 0 0,0-1 1 0 0,13 6-1 0 0,116 33 951 0 0,-132-43-1014 0 0,1 1-1 0 0,-1 0 1 0 0,0 0 0 0 0,1 1 0 0 0,-1-1-1 0 0,0 1 1 0 0,1-1 0 0 0,2 3-1 0 0,23 11 327 0 0,-17-12-252 0 0,-1 2 0 0 0,0 0-1 0 0,0 0 1 0 0,0 1 0 0 0,-1 0-1 0 0,16 12 1 0 0,-9-4 133 0 0,0-1 0 0 0,1-1 0 0 0,20 11 0 0 0,22 14 195 0 0,-50-29-292 0 0,0 1 1 0 0,0 1 0 0 0,11 13 0 0 0,-12-12-29 0 0,0-1 0 0 0,1 0 0 0 0,14 10 1 0 0,18 13 112 0 0,-27-20-125 0 0,1-1-1 0 0,0 0 1 0 0,1-2-1 0 0,22 12 1 0 0,-26-16 0 0 0,0 2 1 0 0,-1 0-1 0 0,0 0 0 0 0,21 19 1 0 0,13 10 276 0 0,19 3 15 0 0,-52-33-355 0 0,4 2 109 0 0,-1 1 0 0 0,0 0 0 0 0,-1 1 0 0 0,0 0-1 0 0,25 26 1 0 0,-32-29-71 0 0,0-1-1 0 0,0 1 0 0 0,15 8 1 0 0,-9-6-8 0 0,15 6 125 0 0,-23-14-144 0 0,-1 0 0 0 0,0 1 1 0 0,0 0-1 0 0,0 0 0 0 0,-1 0 0 0 0,7 6 0 0 0,22 37 291 0 0,-14-25-226 0 0,-13-14-46 0 0,0-1-1 0 0,0 0 1 0 0,0 0-1 0 0,10 7 1 0 0,15 6 166 0 0,-20-13-135 0 0,0 0 0 0 0,-1 1 0 0 0,0 1 0 0 0,0-1 0 0 0,13 16 0 0 0,4-2 116 0 0,-2-1 41 0 0,-20-15-190 0 0,0-1 0 0 0,0-1 0 0 0,0 1 0 0 0,1-1 0 0 0,-1 0 0 0 0,1 0 0 0 0,0 0 0 0 0,0-1 0 0 0,0 0 0 0 0,9 2 0 0 0,33 15 396 0 0,9 16-203 0 0,-29-17-42 0 0,38 19 1 0 0,-48-28-216 0 0,0 2 0 0 0,24 18 0 0 0,10 7 0 0 0,-23-19 0 0 0,-13-7 0 0 0,30 15 0 0 0,-22-13 0 0 0,-1 1 0 0 0,0 2 0 0 0,-1 0 0 0 0,23 21 0 0 0,21 15 0 0 0,-44-34 0 0 0,-1 0 0 0 0,21 25 0 0 0,23 18 0 0 0,-16-16 0 0 0,-36-30 0 0 0,1-1 0 0 0,1-1 0 0 0,0 0 0 0 0,26 15 0 0 0,8 7 0 0 0,-16-5 0 0 0,2-3 0 0 0,52 32 0 0 0,-53-36 0 0 0,-1 1 0 0 0,46 41 0 0 0,-66-53 0 0 0,30 19 0 0 0,-28-21 0 0 0,25 22 0 0 0,0 2 0 0 0,2-1 0 0 0,63 37 0 0 0,-85-57 0 0 0,1 0 0 0 0,0-1 0 0 0,28 9 0 0 0,-32-12 0 0 0,1 0 0 0 0,-2 1 0 0 0,25 16 0 0 0,18 11 0 0 0,49 25 0 0 0,72 52 0 0 0,-145-93 0 0 0,-2 3 0 0 0,-1 0 0 0 0,52 50 0 0 0,26 31 0 0 0,-59-56 0 0 0,76 43 0 0 0,-103-75 0 0 0,14 13 0 0 0,19 11 0 0 0,-8-9 0 0 0,25 14 0 0 0,68 34 0 0 0,-70-37 0 0 0,-46-28 0 0 0,27 11 0 0 0,32 4 0 0 0,-44-16 0 0 0,59 28 0 0 0,-69-28 0 0 0,14 7 0 0 0,168 126 0 0 0,-205-140 0 0 0,15 11 0 0 0,0 1 0 0 0,-1 1 0 0 0,38 44 0 0 0,9 13 0 0 0,-40-29 0 0 0,-3-6 0 0 0,-23-33 0 0 0,0 0 0 0 0,-1 1 0 0 0,3 10 0 0 0,-4-11 0 0 0,8 73 0 0 0,-5-61 0 0 0,0 0 0 0 0,1 0 0 0 0,1 0 0 0 0,1 0 0 0 0,17 32 0 0 0,-6-11 0 0 0,-14-24 0 0 0,3 5 0 0 0,0-8 0 0 0,0 1 0 0 0,-2 0 0 0 0,5 17 0 0 0,6 16 0 0 0,-9-29 0 0 0,0-1 0 0 0,-2 1 0 0 0,-1 1 0 0 0,0-1 0 0 0,-1 1 0 0 0,-1-1 0 0 0,-1 26 0 0 0,2 18 0 0 0,3 49 0 0 0,-6-108 0 0 0,0 1 0 0 0,0-1 0 0 0,0 0 0 0 0,0 0 0 0 0,0 1 0 0 0,0-1 0 0 0,0 1 0 0 0,0-1 0 0 0,0 0 0 0 0,0 1 0 0 0,0-1 0 0 0,0 0 0 0 0,0 0 0 0 0,0 1 0 0 0,0-1 0 0 0,0 1 0 0 0,0-1 0 0 0,0 1 0 0 0,0-1 0 0 0,0 0 0 0 0,0 0 0 0 0,0 1 0 0 0,0-1 0 0 0,0 0 0 0 0,0 1 0 0 0,0-1 0 0 0,0 1 0 0 0,0-1 0 0 0,0 0 0 0 0,0 0 0 0 0,0 1 0 0 0,0-1 0 0 0,0 0 0 0 0,0 0 0 0 0,3 1 0 0 0,1-3 0 0 0,0-2 0 0 0,0 0 0 0 0,1 0 0 0 0,-1 0 0 0 0,0-2 0 0 0,5-7 0 0 0,0-1 0 0 0,-1 1 0 0 0,0-2 0 0 0,-1 1 0 0 0,0-1 0 0 0,-1 0 0 0 0,7-17 0 0 0,7-9 0 0 0,12-20 0 0 0,-22 37 0 0 0,1 0 0 0 0,15-20 0 0 0,17-17 0 0 0,-42 54 0 0 0,9-12 0 0 0,-6 11 0 0 0,0 0 0 0 0,-3 0 0 0 0,-1-1 0 0 0,-2 11 0 0 0,-1 0 0 0 0,1 0 0 0 0,-1-1 0 0 0,-8 11 0 0 0,5-6 0 0 0,-12 20 0 0 0,-1-1 0 0 0,-2-1 0 0 0,0 0 0 0 0,-35 32 0 0 0,43-45 0 0 0,8-10 0 0 0,0 1 0 0 0,-1-1 0 0 0,0 0 0 0 0,1 0 0 0 0,-11 6 0 0 0,12-8 0 0 0,2-1 0 0 0,-1 0 0 0 0,0-1 0 0 0,0 1 0 0 0,0 0 0 0 0,0-1 0 0 0,-6 2 0 0 0,7-2 0 0 0,0-1 0 0 0,1 0 0 0 0,-1 0 0 0 0,0-1 0 0 0,1 1 0 0 0,-1 0 0 0 0,0 0 0 0 0,1-1 0 0 0,-1 1 0 0 0,1-1 0 0 0,-1 1 0 0 0,0-1 0 0 0,1 0 0 0 0,0 0 0 0 0,-1 0 0 0 0,1 1 0 0 0,-2-3 0 0 0,-42-33 0 0 0,34 26 0 0 0,-28-29 0 0 0,25 23 0 0 0,-1 2 0 0 0,0-1 0 0 0,-30-20 0 0 0,10 9 0 0 0,31 21 0 0 0,1 1 0 0 0,2 0 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36.9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0 346 17887 0 0,'0'0'7562'0'0,"2"-4"-7500"0"0,17-17 111 0 0,-13 16-87 0 0,0-1-1 0 0,-1-1 0 0 0,0 1 1 0 0,5-8-1 0 0,-1 0 26 0 0,1-1 1 0 0,1 1-1 0 0,0 1 0 0 0,1 0 0 0 0,16-13 1 0 0,7-8 126 0 0,-20 19-65 0 0,25-18 1 0 0,-24 20 60 0 0,54-26 884 0 0,-66 36-1035 0 0,1 0 0 0 0,-1 1-1 0 0,1-1 1 0 0,9-3-1 0 0,-10 5 92 0 0,1-1 1 0 0,-1 0-1 0 0,0 0 0 0 0,1-1 0 0 0,-1 1 0 0 0,0-1 0 0 0,0 0 0 0 0,5-5 0 0 0,-7 7-13 0 0,12-6 431 0 0,-14 7-561 0 0,0 0 0 0 0,0-1 0 0 0,1 1 0 0 0,-1 0 1 0 0,0 0-1 0 0,0 0 0 0 0,0 0 0 0 0,1-1 0 0 0,-1 1 0 0 0,0 0 0 0 0,0 0 0 0 0,1 0 0 0 0,-1 0 1 0 0,0 0-1 0 0,0 0 0 0 0,1 0 0 0 0,-1 0 0 0 0,0 0 0 0 0,0 0 0 0 0,1 0 0 0 0,-1 0 1 0 0,0 0-1 0 0,0 0 0 0 0,1 0 0 0 0,-1 0 0 0 0,0 0 0 0 0,0 0 0 0 0,1 0 0 0 0,-1 0 0 0 0,0 0 1 0 0,0 1-1 0 0,1-1 0 0 0,-1 0 0 0 0,0 0 0 0 0,0 0 0 0 0,0 0 0 0 0,1 0 0 0 0,-1 1 1 0 0,0-1-1 0 0,0 4-23 0 0,-1-1 1 0 0,1 1 0 0 0,-1 0 0 0 0,0-1 0 0 0,-1 1-1 0 0,-1 4 1 0 0,-3 4-5 0 0,3-6-4 0 0,-7 11 0 0 0,-12 33 0 0 0,-11 57 0 0 0,26-81 0 0 0,3-6 0 0 0,-1-1 0 0 0,-10 25 0 0 0,-7 15 0 0 0,21-55 0 0 0,0 4 0 0 0,-2-1 0 0 0,-5 5 0 0 0,8-8 0 0 0,-1-1 0 0 0,-15 12 0 0 0,7-6 0 0 0,5-7 0 0 0,-1-2 0 0 0,1 0 0 0 0,0 0 0 0 0,-1 1 0 0 0,0 5 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37.3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59 18695 0 0,'-8'-18'3730'0'0,"6"15"-3559"0"0,0 1 0 0 0,0 1 0 0 0,0-1 0 0 0,0 0 0 0 0,-1 0 0 0 0,1 1 0 0 0,-1-1 1 0 0,1 1-1 0 0,-1 0 0 0 0,0 0 0 0 0,1 0 0 0 0,-1 0 0 0 0,-3-1 0 0 0,-44-5 110 0 0,20 3 243 0 0,27 3-498 0 0,-7-1 80 0 0,1 0 0 0 0,-1 1 0 0 0,1 0 0 0 0,-1 1 0 0 0,-11 0 0 0 0,16 0-106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37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230 35 14272 0 0,'0'0'1824'0'0,"4"-4"-1631"0"0,27-24 2552 0 0,-28 26-1210 0 0,-7 3-579 0 0,1 0-994 0 0,2 0 97 0 0,-1 1-1 0 0,1 0 1 0 0,-1 0 0 0 0,1 0-1 0 0,0 0 1 0 0,-1 0-1 0 0,1 0 1 0 0,0 0 0 0 0,1 0-1 0 0,-1 0 1 0 0,-1 4-1 0 0,-4 8 199 0 0,-13 16 168 0 0,-30 37-1 0 0,28-41 110 0 0,2 1 0 0 0,-19 34 0 0 0,-4 5 363 0 0,20-41-181 0 0,18-22-648 0 0,1 0 1 0 0,0 0 0 0 0,0 1-1 0 0,1-1 1 0 0,-1 1 0 0 0,1-1 0 0 0,0 1-1 0 0,0 0 1 0 0,-3 6 0 0 0,5-6 52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38.1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253 20 16783 0 0,'0'0'1498'0'0,"3"-3"-1056"0"0,19-13 50 0 0,-22 16-432 0 0,0 0 0 0 0,1 0 0 0 0,-1 0 0 0 0,0 0 0 0 0,0 1 0 0 0,0-1 0 0 0,0 0 0 0 0,0 0 0 0 0,0 0 0 0 0,0 0 0 0 0,0 0 0 0 0,0 1-1 0 0,0-1 1 0 0,0 0 0 0 0,0 0 0 0 0,0 0 0 0 0,1 0 0 0 0,-1 0 0 0 0,0 0 0 0 0,0 0 0 0 0,0 0 0 0 0,0 1 0 0 0,0-1 0 0 0,0 0 0 0 0,1 0-1 0 0,-1 0 1 0 0,0 0 0 0 0,0 0 0 0 0,0 0 0 0 0,0 0 0 0 0,0 0 0 0 0,1 0 0 0 0,-1 0 0 0 0,0 0 0 0 0,0 0 0 0 0,0 0 0 0 0,0 0 0 0 0,1 0 0 0 0,-1 0-1 0 0,0 0 1 0 0,0 0 0 0 0,0 0 0 0 0,0 0 0 0 0,0 0 0 0 0,1 0 0 0 0,-1 0 0 0 0,0-1 0 0 0,-5 16 494 0 0,-6 4-449 0 0,-2 1 0 0 0,0-2 0 0 0,0 1 0 0 0,-26 24-1 0 0,-13 16 47 0 0,-38 66 214 0 0,89-125-358 0 0,1 1-1 0 0,-1 0 1 0 0,1 0-1 0 0,-1 0 1 0 0,1-1-1 0 0,-1 1 1 0 0,0 0-1 0 0,1-1 1 0 0,-1 1 0 0 0,0-1-1 0 0,1 1 1 0 0,-1-1-1 0 0,0 1 1 0 0,0-1-1 0 0,0 0 1 0 0,0 1 0 0 0,0-1-1 0 0,-9-6 134 0 0,0-3-39 0 0,10 8-85 0 0,-1 1 1 0 0,1 0-1 0 0,-1 1 0 0 0,1-1 1 0 0,-1 0-1 0 0,1 0 1 0 0,-1 0-1 0 0,0 0 1 0 0,1 0-1 0 0,-1 0 1 0 0,1 1-1 0 0,-1-1 0 0 0,1 0 1 0 0,-1 0-1 0 0,1 1 1 0 0,-1-1-1 0 0,1 0 1 0 0,0 1-1 0 0,-1-1 1 0 0,1 1-1 0 0,-1-1 0 0 0,1 0 1 0 0,0 1-1 0 0,-1-1 1 0 0,1 1-1 0 0,0-1 1 0 0,-1 1-1 0 0,0 1-2 0 0,1-2 50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39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177 113 96 0 0,'0'0'21305'0'0,"0"4"-21244"0"0,-1 1 57 0 0,-1 0 1 0 0,1-1-1 0 0,-1 1 1 0 0,0 0-1 0 0,0-1 0 0 0,0 1 1 0 0,-1-1-1 0 0,1 0 0 0 0,-1 0 1 0 0,0 0-1 0 0,0 0 1 0 0,-1 0-1 0 0,1 0 0 0 0,-1-1 1 0 0,0 0-1 0 0,0 0 1 0 0,0 0-1 0 0,-8 4 0 0 0,9-6-32 0 0,1 0 0 0 0,-1 0 0 0 0,1 0-1 0 0,-1-1 1 0 0,0 1 0 0 0,1-1 0 0 0,-1 0-1 0 0,0 1 1 0 0,0-1 0 0 0,1-1 0 0 0,-1 1 0 0 0,0 0-1 0 0,1-1 1 0 0,-1 1 0 0 0,0-1 0 0 0,1 0-1 0 0,-3-1 1 0 0,-1 0 35 0 0,0-1-1 0 0,0 0 1 0 0,0-1-1 0 0,0 1 0 0 0,-9-10 1 0 0,13 12-84 0 0,0-1 1 0 0,0 0-1 0 0,0 0 0 0 0,1 0 1 0 0,-1-1-1 0 0,1 1 1 0 0,0 0-1 0 0,-1 0 0 0 0,1-1 1 0 0,0 1-1 0 0,0-1 0 0 0,1 1 1 0 0,-1-1-1 0 0,0 1 1 0 0,1-1-1 0 0,0 1 0 0 0,-1-1 1 0 0,1 0-1 0 0,0 1 1 0 0,0-1-1 0 0,1 0 0 0 0,-1 1 1 0 0,0-1-1 0 0,1 1 0 0 0,0-1 1 0 0,-1 1-1 0 0,2-3 1 0 0,0 0-2 0 0,0 1 1 0 0,1-1 0 0 0,-1 1 0 0 0,1 0 0 0 0,-1 0-1 0 0,1 0 1 0 0,0 0 0 0 0,1 0 0 0 0,-1 1 0 0 0,1 0-1 0 0,0-1 1 0 0,-1 1 0 0 0,1 0 0 0 0,5-2-1 0 0,9-4 136 0 0,0 0-1 0 0,37-11 0 0 0,-51 19-128 0 0,1 0 0 0 0,0 1 0 0 0,0 0 1 0 0,-1 0-1 0 0,1 0 0 0 0,0 0 0 0 0,-1 1 1 0 0,1 0-1 0 0,0 0 0 0 0,-1 0 0 0 0,1 0 0 0 0,-1 1 1 0 0,7 3-1 0 0,-9-5-26 0 0,-1 1 1 0 0,0 0 0 0 0,0 0-1 0 0,0 0 1 0 0,0 0 0 0 0,0 0-1 0 0,0 0 1 0 0,0 0 0 0 0,0 0 0 0 0,0 0-1 0 0,-1 0 1 0 0,1 0 0 0 0,0 1-1 0 0,-1-1 1 0 0,1 0 0 0 0,-1 0-1 0 0,1 1 1 0 0,-1-1 0 0 0,0 0-1 0 0,0 1 1 0 0,1-1 0 0 0,-1 0-1 0 0,0 1 1 0 0,0-1 0 0 0,0 1-1 0 0,-1-1 1 0 0,1 2 0 0 0,-7 37 233 0 0,7-40-250 0 0,-2 11 74 0 0,-1-1 0 0 0,0 0 0 0 0,-1 0 0 0 0,0 0 0 0 0,-1 0 0 0 0,1-1 0 0 0,-2 0 0 0 0,0 0 0 0 0,0 0 0 0 0,0 0 0 0 0,-14 13 0 0 0,7-7 118 0 0,12-14-137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0.4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488 1 17287 0 0,'0'0'1303'0'0,"2"4"-652"0"0,-2-3-598 0 0,12 18 810 0 0,-12-18-826 0 0,1 0 0 0 0,-1-1 1 0 0,1 1-1 0 0,-1 0 1 0 0,1 0-1 0 0,-1-1 1 0 0,1 1-1 0 0,0-1 1 0 0,-1 1-1 0 0,1-1 1 0 0,0 1-1 0 0,0-1 0 0 0,-1 1 1 0 0,1-1-1 0 0,0 1 1 0 0,0-1-1 0 0,0 0 1 0 0,0 0-1 0 0,0 1 1 0 0,-1-1-1 0 0,1 0 0 0 0,0 0 1 0 0,2 0-1 0 0,6-9 60 0 0,-9 9-103 0 0,0-1 0 0 0,0 1 0 0 0,0 0 0 0 0,1 0 0 0 0,-1 0 0 0 0,0 0 0 0 0,0-1 0 0 0,0 1 0 0 0,0 0 0 0 0,0 0 0 0 0,0 0 0 0 0,0-1 0 0 0,0 1 0 0 0,0 0 0 0 0,0 0 0 0 0,0 0 0 0 0,0-1 0 0 0,0 1 0 0 0,0 0 0 0 0,0 0 0 0 0,0 0 0 0 0,0-1 0 0 0,0 1 0 0 0,0 0 0 0 0,0 0 0 0 0,0 0 0 0 0,0-1 0 0 0,0 1 0 0 0,0 0 0 0 0,0 0 0 0 0,0 0 0 0 0,0-1 0 0 0,-1 1 0 0 0,1 0 0 0 0,0 0 0 0 0,0 0 0 0 0,0 0 0 0 0,0 0 0 0 0,0-1 0 0 0,-1 1 0 0 0,1 0 0 0 0,0 0 0 0 0,0 0 0 0 0,0 0 0 0 0,-1 0 0 0 0,1 0 0 0 0,0 0-1 0 0,0 0 1 0 0,0 0 0 0 0,-1-1 0 0 0,1 1 0 0 0,0 0 0 0 0,0 0 0 0 0,0 0 0 0 0,-1 0 0 0 0,0 0-7 0 0,0-1 13 0 0,0 0 0 0 0,0 0 0 0 0,0 0 0 0 0,-1 0 0 0 0,1 0 0 0 0,0 0-1 0 0,0 1 1 0 0,-1-1 0 0 0,1 0 0 0 0,0 1 0 0 0,-1-1 0 0 0,1 1 0 0 0,-1 0 0 0 0,1-1 0 0 0,-1 1 0 0 0,1 0 0 0 0,0 0 0 0 0,-1 0 0 0 0,1 0-1 0 0,-3 0 1 0 0,-3 0 7 0 0,-17-3 332 0 0,0 1 0 0 0,0 0 0 0 0,-30 3 0 0 0,50 0-247 0 0,1-1-1 0 0,-1 1 0 0 0,0 0 0 0 0,0 0 0 0 0,0 1 1 0 0,1-1-1 0 0,-1 1 0 0 0,1 0 0 0 0,-1 0 1 0 0,1 0-1 0 0,0 0 0 0 0,0 0 0 0 0,-5 5 1 0 0,-3 4 158 0 0,1 0 0 0 0,-11 17 1 0 0,13-17-91 0 0,0 0 0 0 0,-15 14 1 0 0,8-11 243 0 0,-19 24 0 0 0,22-24-134 0 0,-27 29 640 0 0,36-40-848 0 0,0 1 0 0 0,-1-1 0 0 0,1 0 0 0 0,0 0 0 0 0,-1 0 0 0 0,0-1 1 0 0,0 1-1 0 0,0-1 0 0 0,0 0 0 0 0,0 0 0 0 0,-5 2 0 0 0,-20 11 331 0 0,-14 18 226 0 0,38-32-565 0 0,4-1-31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0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205 52 18487 0 0,'0'0'2795'0'0,"0"-3"-2436"0"0,0 1-309 0 0,-1 1 1 0 0,1-1-1 0 0,0 1 1 0 0,-1-1-1 0 0,1 1 1 0 0,-1 0 0 0 0,1-1-1 0 0,-1 1 1 0 0,0 0-1 0 0,0-1 1 0 0,1 1-1 0 0,-1 0 1 0 0,0 0-1 0 0,0 0 1 0 0,0 0-1 0 0,0-1 1 0 0,0 2 0 0 0,-1-1-1 0 0,1 0 1 0 0,0 0-1 0 0,0 0 1 0 0,-1 0-1 0 0,1 1 1 0 0,-1-1-1 0 0,1 1 1 0 0,0-1 0 0 0,-1 1-1 0 0,1-1 1 0 0,-1 1-1 0 0,1 0 1 0 0,-1 0-1 0 0,1 0 1 0 0,-1 0-1 0 0,-1 0 1 0 0,-143-17 941 0 0,135 16-969 0 0,1 1-9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2.0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335 60 96 0 0,'0'0'12310'0'0,"0"-4"-11923"0"0,0 3-389 0 0,0-1 122 0 0,0 0 1 0 0,0 0-1 0 0,0 1 1 0 0,0-1 0 0 0,0 0-1 0 0,0 0 1 0 0,1 1-1 0 0,-1-1 1 0 0,1 0-1 0 0,-1 0 1 0 0,1 1 0 0 0,0-1-1 0 0,-1 0 1 0 0,1 1-1 0 0,0-1 1 0 0,0 1-1 0 0,2-3 1 0 0,-2 3-56 0 0,-1 1 1 0 0,0-1-1 0 0,1 0 0 0 0,-1 1 1 0 0,0-1-1 0 0,1 1 1 0 0,-1-1-1 0 0,0 0 0 0 0,0 1 1 0 0,1-1-1 0 0,-1 0 0 0 0,0 1 1 0 0,0-1-1 0 0,0 0 1 0 0,0 1-1 0 0,0-1 0 0 0,0 0 1 0 0,0 1-1 0 0,0-1 0 0 0,0 0 1 0 0,-1 1-1 0 0,1-1 1 0 0,0 0-1 0 0,0 0 0 0 0,-1 1-37 0 0,1-1-1 0 0,0 1 0 0 0,0 0 0 0 0,0 0 0 0 0,0-1 1 0 0,-1 1-1 0 0,1 0 0 0 0,0 0 0 0 0,0-1 0 0 0,0 1 1 0 0,-1 0-1 0 0,1 0 0 0 0,0 0 0 0 0,0-1 1 0 0,-1 1-1 0 0,1 0 0 0 0,0 0 0 0 0,-1 0 0 0 0,1 0 1 0 0,0 0-1 0 0,0 0 0 0 0,-1 0 0 0 0,1 0 0 0 0,0 0 1 0 0,-1 0-1 0 0,1-1 0 0 0,0 1 0 0 0,-1 1 0 0 0,1-1 1 0 0,0 0-1 0 0,0 0 0 0 0,-1 0 0 0 0,1 0 1 0 0,0 0-1 0 0,-1 0 0 0 0,1 0 0 0 0,0 0 0 0 0,0 0 1 0 0,-1 1-1 0 0,1-1 0 0 0,0 0 0 0 0,0 0 0 0 0,-1 0 1 0 0,1 1-1 0 0,0-1 0 0 0,0 0 0 0 0,-1 0 0 0 0,1 0 1 0 0,0 1-1 0 0,0-1 0 0 0,0 0 0 0 0,0 0 1 0 0,-1 1-1 0 0,-38 42 1490 0 0,24-28-1205 0 0,1 1 1 0 0,0 1-1 0 0,-16 25 0 0 0,21-24-152 0 0,7-14-68 0 0,0 0-1 0 0,0 0 0 0 0,0 1 0 0 0,-1-2 1 0 0,1 1-1 0 0,-6 6 0 0 0,0-1 163 0 0,0 1 1 0 0,0 0-1 0 0,-6 12 0 0 0,-12 17 348 0 0,9-9-190 0 0,15-25-347 0 0,0-1 0 0 0,0 0 0 0 0,0 0 0 0 0,-1 0 0 0 0,1 0 0 0 0,-1 0 0 0 0,-3 4 0 0 0,-8 5 425 0 0,-21 28 1 0 0,0-8 633 0 0,30-32-539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2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174 60 16983 0 0,'0'0'3354'0'0,"-3"-2"-2813"0"0,-28-16 1122 0 0,22 14-1399 0 0,0 1 1 0 0,0 0-1 0 0,0 1 1 0 0,-19-3 0 0 0,20 4-200 0 0,-1-1 0 0 0,1 1 1 0 0,-1-2-1 0 0,1 1 1 0 0,0-1-1 0 0,-10-5 1 0 0,14 6-35 0 0,0 2-1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3.2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363 0 15472 0 0,'0'0'4662'0'0,"-4"3"-4427"0"0,-8 7-32 0 0,0 0 0 0 0,1 1 1 0 0,0 0-1 0 0,1 1 0 0 0,0 0 1 0 0,-14 22-1 0 0,-23 28 175 0 0,-24 32-8 0 0,1-3 100 0 0,63-83-441 0 0,0 1 265 0 0,-1 0-1 0 0,-18 14 0 0 0,3-1 606 0 0,14-13 469 0 0,9-9-1317 0 0,8-10 27 0 0,1 0 1 0 0,0 1 0 0 0,0 0 0 0 0,1 1 0 0 0,1 0 0 0 0,-1 1 0 0 0,1 0 0 0 0,0 0 0 0 0,13-4 0 0 0,76-28 445 0 0,-89 34-477 0 0,-3 2 46 0 0,0 0 0 0 0,0 0 0 0 0,0 1 0 0 0,0 0 0 0 0,0 1 0 0 0,13-2 0 0 0,-20 4-82 0 0,0 0 0 0 0,0 1 0 0 0,0-1-1 0 0,0 0 1 0 0,0 0 0 0 0,0 1-1 0 0,0-1 1 0 0,-1 1 0 0 0,1-1-1 0 0,0 1 1 0 0,-1-1 0 0 0,1 1 0 0 0,-1-1-1 0 0,0 1 1 0 0,1-1 0 0 0,-1 3-1 0 0,2 2 23 0 0,-1-3-21 0 0,-1 0-1 0 0,1-1 1 0 0,-1 1-1 0 0,0 0 1 0 0,0 0-1 0 0,0 0 1 0 0,0-1-1 0 0,0 1 1 0 0,-1 0-1 0 0,1 0 1 0 0,-1-1-1 0 0,-1 6 1 0 0,-15 32 90 0 0,14-34-83 0 0,-3 4 17 0 0,-1-1 0 0 0,0 0 0 0 0,-1 0 0 0 0,0-1 0 0 0,0 1 0 0 0,-16 10 0 0 0,2 1 24 0 0,1-5 20 0 0,19-14-66 0 0,0 0 1 0 0,0 0 0 0 0,1 0-1 0 0,-1 0 1 0 0,0 0 0 0 0,1 1-1 0 0,-1-1 1 0 0,1 1 0 0 0,-2 2-1 0 0,-3 8 42 0 0,8-9-50 0 0,-2-3 3 0 0,8-4-1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3.6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91 17079 0 0,'0'0'2508'0'0,"5"0"-1430"0"0,7 0-652 0 0,33 1 416 0 0,0-2-1 0 0,0-2 0 0 0,51-11 1 0 0,-95 14-805 0 0,1-1-1 0 0,-1 1 1 0 0,1-1 0 0 0,-1 1 0 0 0,1-1 0 0 0,-1 1 0 0 0,1-1 0 0 0,-1 0 0 0 0,0 0 0 0 0,1 0 0 0 0,-1 0 0 0 0,0 0 0 0 0,0 0 0 0 0,3-3 0 0 0,-4 4-16 0 0,1-1 1 0 0,-1 0-1 0 0,0 0 1 0 0,1 0 0 0 0,-1 0-1 0 0,0 1 1 0 0,0-1-1 0 0,1 0 1 0 0,-1 0 0 0 0,0 0-1 0 0,0 0 1 0 0,0 0-1 0 0,0 0 1 0 0,0 0 0 0 0,0 0-1 0 0,0 0 1 0 0,-1 0-1 0 0,1 0 1 0 0,0-1 0 0 0,-1 0-3 0 0,0 0 0 0 0,-1 0 0 0 0,1 0 0 0 0,0 0 1 0 0,-1 0-1 0 0,1 0 0 0 0,-1 0 0 0 0,0 0 0 0 0,1 1 1 0 0,-1-1-1 0 0,0 1 0 0 0,0-1 0 0 0,0 1 0 0 0,0 0 0 0 0,0 0 1 0 0,0-1-1 0 0,-1 1 0 0 0,-2-1 0 0 0,-4 0 13 0 0,0 0 0 0 0,0 1-1 0 0,1-1 1 0 0,-1 1 0 0 0,0 1 0 0 0,0 0-1 0 0,0 0 1 0 0,-15 3 0 0 0,4 1 48 0 0,2 1 1 0 0,-1 1 0 0 0,-25 11-1 0 0,35-14-56 0 0,0 0 6 0 0,0 1-1 0 0,1 0 0 0 0,0 0 1 0 0,-1 1-1 0 0,2 0 0 0 0,-1 1 1 0 0,0 0-1 0 0,-7 8 0 0 0,6-6-12 0 0,2 1 0 0 0,-1 0 0 0 0,2 0 0 0 0,-8 13 0 0 0,13-20-7 0 0,-1 0 0 0 0,1 1 0 0 0,0-1 0 0 0,0 1 0 0 0,0-1 0 0 0,0 1-1 0 0,0 0 1 0 0,1-1 0 0 0,-1 1 0 0 0,1 0 0 0 0,0-1 0 0 0,0 1 0 0 0,0 0 0 0 0,0 0 0 0 0,0-1 0 0 0,1 1 0 0 0,-1 0 0 0 0,1-1 0 0 0,-1 1 0 0 0,1-1 0 0 0,0 1 0 0 0,0 0 0 0 0,0-1 0 0 0,1 0 0 0 0,2 5 0 0 0,1 0 14 0 0,1 0 0 0 0,1 0 0 0 0,9 8 0 0 0,1-2 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5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294 2 12256 0 0,'0'0'9482'0'0,"-5"-1"-9135"0"0,3 1-329 0 0,0-1 0 0 0,0 1 1 0 0,0 0-1 0 0,0 0 0 0 0,0 0 1 0 0,0 1-1 0 0,0-1 0 0 0,0 0 1 0 0,1 1-1 0 0,-1-1 0 0 0,0 1 1 0 0,0 0-1 0 0,0-1 1 0 0,0 1-1 0 0,-3 2 0 0 0,-27 26 271 0 0,0 7 77 0 0,3 1-1 0 0,1 2 0 0 0,-31 56 1 0 0,40-54-48 0 0,16-33-169 0 0,0 1 0 0 0,-1-1 0 0 0,0 0 0 0 0,-6 7 1 0 0,4-8 67 0 0,6-6-188 0 0,-1-1 1 0 0,0 1-1 0 0,1-1 0 0 0,-1 1 1 0 0,1 0-1 0 0,-1-1 1 0 0,1 1-1 0 0,0 0 0 0 0,-1-1 1 0 0,1 1-1 0 0,0 0 1 0 0,-1-1-1 0 0,1 1 0 0 0,0 0 1 0 0,0 0-1 0 0,0 0 1 0 0,-1-1-1 0 0,1 4 2567 0 0,-1-4-2454 0 0,-1 0 0 0 0,0 1 0 0 0,0-1 0 0 0,0 1 0 0 0,1 0 1 0 0,-1 0-1 0 0,0-1 0 0 0,-2 3 0 0 0,4-1-137 0 0,0 0 1 0 0,1-1 0 0 0,-1 1-1 0 0,1 0 1 0 0,-1-1 0 0 0,1 1 0 0 0,0 0-1 0 0,0-1 1 0 0,0 1 0 0 0,0-1-1 0 0,0 0 1 0 0,0 1 0 0 0,0-1-1 0 0,0 0 1 0 0,0 1 0 0 0,1-1-1 0 0,-1 0 1 0 0,0 0 0 0 0,1 0-1 0 0,-1 0 1 0 0,1 0 0 0 0,1 0 0 0 0,3 3 11 0 0,1 0 1 0 0,0-1-1 0 0,0 0 1 0 0,7 2-1 0 0,4-2 4 0 0,0 0-1 0 0,0-1 0 0 0,0-1 0 0 0,20-2 1 0 0,-11 0 19 0 0,0-1 0 0 0,35-8 1 0 0,-51 8-29 0 0,-1-1 0 0 0,1-1 0 0 0,-1 1 1 0 0,0-2-1 0 0,0 0 0 0 0,0 0 0 0 0,-1-1 0 0 0,10-6 0 0 0,-15 8-10 0 0,1 0-1 0 0,-1 1 0 0 0,0-1 0 0 0,-1-1 0 0 0,1 1 0 0 0,-1-1 0 0 0,0 1 1 0 0,0-1-1 0 0,0 0 0 0 0,-1 0 0 0 0,1 0 0 0 0,-1 0 0 0 0,-1-1 0 0 0,1 1 0 0 0,-1-1 1 0 0,1-5-1 0 0,-1 3 0 0 0,0 1 0 0 0,-1-1 1 0 0,0 0-1 0 0,-1 0 0 0 0,0 1 0 0 0,0-1 1 0 0,-1 0-1 0 0,0 1 0 0 0,0-1 1 0 0,0 1-1 0 0,-5-9 0 0 0,2 8-1 0 0,1 0 0 0 0,-1 0 0 0 0,-1 1 0 0 0,0-1 0 0 0,0 1 0 0 0,0 1 0 0 0,-1-1 0 0 0,0 1 0 0 0,0 0 0 0 0,0 0 0 0 0,-12-5 0 0 0,5 3 0 0 0,0 0 0 0 0,-1 2 0 0 0,0-1 0 0 0,-1 2 0 0 0,-25-6 0 0 0,-4 8-5 0 0,36 3 3 0 0,-3 0 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5.9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0 252 15376 0 0,'0'0'4758'0'0,"4"-1"-4562"0"0,129-79 713 0 0,-92 54-841 0 0,-17 10 86 0 0,33-28 0 0 0,-46 34 3 0 0,0 0 0 0 0,1 1 0 0 0,0 1 0 0 0,1 0 0 0 0,0 0 0 0 0,0 1 0 0 0,16-5 0 0 0,-19 8 98 0 0,-6 2 97 0 0,1 1 1 0 0,-1-1-1 0 0,0 1 1 0 0,1 0-1 0 0,8-1 1 0 0,-13 2-219 0 0,-1 10 179 0 0,-1 0 0 0 0,0 0 0 0 0,-1-1 0 0 0,0 0 1 0 0,-1 1-1 0 0,-8 15 0 0 0,6-13-289 0 0,-2 6 264 0 0,-1-1 0 0 0,-1 0-1 0 0,0-1 1 0 0,-24 28 0 0 0,24-30 64 0 0,1-1 0 0 0,-8 18 0 0 0,-1-1 108 0 0,16-26-361 0 0,1 1 1 0 0,-1-1-1 0 0,1 0 1 0 0,0 0-1 0 0,0 1 1 0 0,-1 6 0 0 0,-1 6 347 0 0,-2-10-92 0 0,5-6-335 0 0,-1-1-1 0 0,1 0 0 0 0,0 1 1 0 0,-1-1-1 0 0,1 1 0 0 0,0-1 0 0 0,-1 1 1 0 0,1-1-1 0 0,0 1 0 0 0,0-1 0 0 0,-1 1 1 0 0,1-1-1 0 0,0 1 0 0 0,0-1 0 0 0,0 1 1 0 0,0-1-1 0 0,-1 1 0 0 0,1-1 0 0 0,0 1 1 0 0,0 0-1 0 0,0-1 0 0 0,0 1 0 0 0,0 16 252 0 0,0-13-271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6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259 124 16783 0 0,'0'0'2039'0'0,"-4"-17"634"0"0,-3 11-2525 0 0,-1-1-1 0 0,0 2 0 0 0,-1-1 0 0 0,1 1 1 0 0,-1 0-1 0 0,0 1 0 0 0,0 0 0 0 0,0 0 1 0 0,-13-2-1 0 0,-18-10 107 0 0,-26-7 74 0 0,24 10-119 0 0,34 10-161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6.6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274 1 15776 0 0,'0'0'6294'0'0,"-3"5"-5962"0"0,-6 8-197 0 0,-1-1 0 0 0,0 1 0 0 0,-1-2 0 0 0,0 0 0 0 0,-16 12 1 0 0,-14 15 194 0 0,4-4-28 0 0,27-27-219 0 0,1 1-1 0 0,0 1 0 0 0,0-1 0 0 0,1 2 1 0 0,0-1-1 0 0,1 1 0 0 0,-7 12 0 0 0,-20 44 338 0 0,33-63-311 0 0,0-1-1 0 0,0 0 0 0 0,0 1 1 0 0,0-1-1 0 0,0 1 0 0 0,1-1 1 0 0,0 1-1 0 0,-1-1 0 0 0,1 1 1 0 0,0 0-1 0 0,1 3 0 0 0,-1 1 532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7.3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 16879 0 0,'0'0'4288'0'0,"0"-14"-4792"0"0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7.7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363 174 12360 0 0,'0'0'4495'0'0,"-5"-14"-2824"0"0,-30-8-1070 0 0,13 8-380 0 0,1 1 0 0 0,-27-11 0 0 0,-74-24 766 0 0,31 16 158 0 0,78 27-847 0 0,8 3 553 0 0,8 9-379 0 0,1-1-368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8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27 249 14672 0 0,'0'0'3830'0'0,"-4"1"-3323"0"0,0 1-330 0 0,-15 1 1946 0 0,20-4-2098 0 0,0 0 1 0 0,0 0-1 0 0,0 0 0 0 0,0 0 1 0 0,0 0-1 0 0,0 0 1 0 0,0 1-1 0 0,0-1 1 0 0,0 0-1 0 0,0 1 1 0 0,1-1-1 0 0,-1 0 1 0 0,0 1-1 0 0,3-1 0 0 0,10-7 64 0 0,88-68 310 0 0,28-43 376 0 0,-90 85 518 0 0,-40 33-1221 0 0,1 1 1 0 0,-1-1-1 0 0,1 1 0 0 0,-1-1 0 0 0,1 1 1 0 0,-1 0-1 0 0,1-1 0 0 0,-1 1 1 0 0,1 0-1 0 0,0 0 0 0 0,-1-1 1 0 0,1 1-1 0 0,0 0 0 0 0,-1 0 1 0 0,1 0-1 0 0,0 0 0 0 0,-1 0 1 0 0,1 0-1 0 0,-1 0 0 0 0,1 0 1 0 0,1 0-1 0 0,-2 0-35 0 0,0 0 0 0 0,1 1 1 0 0,-1-1-1 0 0,1 0 0 0 0,-1 1 1 0 0,0-1-1 0 0,0 1 0 0 0,1-1 1 0 0,-1 0-1 0 0,0 1 0 0 0,0-1 1 0 0,1 1-1 0 0,-1-1 0 0 0,0 1 1 0 0,0-1-1 0 0,0 0 0 0 0,0 1 1 0 0,0-1-1 0 0,0 1 0 0 0,0-1 1 0 0,0 1-1 0 0,-3 25 500 0 0,-24 37 794 0 0,19-47-828 0 0,0 0-1 0 0,1 0 1 0 0,-6 27-1 0 0,10-33-222 0 0,-1-1 0 0 0,0 0 0 0 0,0 0 0 0 0,-7 10 0 0 0,9-15-215 0 0,0-1-1 0 0,0 2 0 0 0,0-1 1 0 0,0 0-1 0 0,1 0 0 0 0,0 1 1 0 0,-1 5-1 0 0,1-6-30 0 0,0 0 1 0 0,0-1-1 0 0,0 1 0 0 0,0 0 0 0 0,0-1 0 0 0,-1 1 1 0 0,0-1-1 0 0,-3 6 0 0 0,-15 23-34 0 0,19-28 0 0 0,1 1 0 0 0,0-1 0 0 0,0 0 0 0 0,0 0 0 0 0,0 1 0 0 0,0-1 0 0 0,0 0 0 0 0,0 0 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0:48.9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207 92 19399 0 0,'0'0'978'0'0,"0"-11"2603"0"0,0 10-3545 0 0,0 0 0 0 0,0 0 0 0 0,-1 0-1 0 0,1 0 1 0 0,0 0 0 0 0,-1 0 0 0 0,1 0 0 0 0,-1 0 0 0 0,1 0 0 0 0,-1 1 0 0 0,0-1 0 0 0,1 0-1 0 0,-1 0 1 0 0,0 1 0 0 0,1-1 0 0 0,-1 0 0 0 0,0 1 0 0 0,0-1 0 0 0,0 1 0 0 0,1-1-1 0 0,-1 1 1 0 0,0-1 0 0 0,-1 0 0 0 0,-20-6 766 0 0,19 6-752 0 0,-159-50 934 0 0,159 49-936 0 0,2 2 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11:05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14 96 0 0,'0'0'16414'0'0,"-4"2"-16291"0"0,-16 10 156 0 0,19-12-233 0 0,0 1 0 0 0,0 0 1 0 0,0 0-1 0 0,0 0 0 0 0,0 0 1 0 0,0 0-1 0 0,0 0 0 0 0,0 0 0 0 0,1 0 1 0 0,-1 0-1 0 0,0 0 0 0 0,1 0 1 0 0,-1 0-1 0 0,1 1 0 0 0,-1-1 1 0 0,1 0-1 0 0,0 0 0 0 0,-1 2 0 0 0,1-2-11 0 0,0 0 0 0 0,-1 0 0 0 0,1 0 0 0 0,-1 0 0 0 0,1 0 0 0 0,-1 0 0 0 0,1 0 0 0 0,-1 0 0 0 0,1 0-1 0 0,-1 0 1 0 0,0-1 0 0 0,1 1 0 0 0,-1 0 0 0 0,0 0 0 0 0,0-1 0 0 0,0 1 0 0 0,1 0 0 0 0,-2 0-1 0 0,1-1 18 0 0,0 1 0 0 0,0 0 0 0 0,0-1 0 0 0,0 1-1 0 0,0 0 1 0 0,0 0 0 0 0,0 0 0 0 0,0 0-1 0 0,1-1 1 0 0,-1 1 0 0 0,0 0 0 0 0,1 1-1 0 0,-1-1 1 0 0,0 0 0 0 0,1 0 0 0 0,0 0 0 0 0,-1 0-1 0 0,0 3 1 0 0,1-1 47 0 0,1-3-40 0 0,-1 1 1 0 0,0-1 0 0 0,0 1 0 0 0,0-1 0 0 0,0 1 0 0 0,0-1 0 0 0,0 1-1 0 0,0-1 1 0 0,0 1 0 0 0,0-1 0 0 0,0 1 0 0 0,0-1 0 0 0,0 1 0 0 0,0-1-1 0 0,0 1 1 0 0,0-1 0 0 0,-1 1 0 0 0,1-1 0 0 0,0 1 0 0 0,0-1 0 0 0,0 1-1 0 0,-1-1 1 0 0,1 0 0 0 0,0 1 0 0 0,-1-1 0 0 0,1 1 0 0 0,0-1 0 0 0,-1 0-1 0 0,1 1 1 0 0,0-1 0 0 0,-1 0 0 0 0,1 0 0 0 0,-1 1 0 0 0,1-1 0 0 0,-1 0-1 0 0,1 0 1 0 0,-1 0 0 0 0,1 1 0 0 0,-1-1 0 0 0,1 0 0 0 0,-1 0 0 0 0,1 0 0 0 0,-1 0-1 0 0,1 0 1 0 0,-1 0 0 0 0,0 0 0 0 0,1-1-51 0 0,1 1 0 0 0,-1-1-1 0 0,0 1 1 0 0,0-1 0 0 0,1 1 0 0 0,-1-1-1 0 0,0 1 1 0 0,1-1 0 0 0,-1 1 0 0 0,0-1-1 0 0,1 1 1 0 0,-1-1 0 0 0,0 1 0 0 0,1 0-1 0 0,-1-1 1 0 0,1 1 0 0 0,-1 0 0 0 0,2-1 0 0 0,-2 1-7 0 0,4-3 20 0 0,0 0 0 0 0,0 0 0 0 0,-1 0-1 0 0,0 0 1 0 0,1-1 0 0 0,-1 1 0 0 0,0-1 0 0 0,0 0-1 0 0,3-6 1 0 0,-4 6 6 0 0,1 0 0 0 0,-1 1-1 0 0,1-1 1 0 0,0 0 0 0 0,0 1-1 0 0,1 0 1 0 0,-1 0 0 0 0,1 0-1 0 0,5-4 1 0 0,5-4 45 0 0,-7 4-33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5:28.9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9 434 10752 0 0,'0'0'6847'0'0,"0"4"-6621"0"0,-5 72 1928 0 0,3-43-1651 0 0,0-1 0 0 0,4 43-1 0 0,1-62-261 0 0,0 0 0 0 0,0 0 0 0 0,9 20 0 0 0,6 23 630 0 0,-13-34-179 0 0,-1 1 1 0 0,-1-1-1 0 0,1 30 0 0 0,-3-47 93 0 0,4-11 209 0 0,-1-2-1065 0 0,-1 2 144 0 0,0-1 0 0 0,0 1-1 0 0,-1-1 1 0 0,0 1 0 0 0,2-11 0 0 0,11-29 203 0 0,-13 41-263 0 0,26-43 302 0 0,5 2-117 0 0,2 2 0 0 0,2 1 0 0 0,70-64 0 0 0,-51 57-8 0 0,3 4-1 0 0,1 1 0 0 0,2 4 1 0 0,70-35-1 0 0,2 8-89 0 0,82-26 131 0 0,-157 71-149 0 0,67-20 77 0 0,-66 25-103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9:49.6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83 18 5624 0 0,'0'0'816'0'0,"-4"-2"-687"0"0,2 1-14 0 0,-1-1-1 0 0,0 1 1 0 0,0 0-1 0 0,0 0 1 0 0,1 1-1 0 0,-1-1 1 0 0,0 1-1 0 0,0-1 1 0 0,0 1-1 0 0,0 0 1 0 0,0 0 0 0 0,0 0-1 0 0,0 0 1 0 0,0 1-1 0 0,0-1 1 0 0,0 1-1 0 0,0 0 1 0 0,0 0-1 0 0,0 0 1 0 0,-4 2-1 0 0,-7 10 1721 0 0,21-12-1587 0 0,20 3-122 0 0,-20-3-90 0 0,1 0-1 0 0,-1-1 1 0 0,0 1-1 0 0,13-2 1 0 0,317-14 708 0 0,-311 14-666 0 0,34-6 0 0 0,-40 3-13 0 0,-1 2-1 0 0,0 1 1 0 0,35 1 0 0 0,-13 1 58 0 0,-31-1-96 0 0,-1 0 1 0 0,1 1 0 0 0,0 0 0 0 0,11 3 0 0 0,133 25 268 0 0,-144-28-258 0 0,0 1-1 0 0,-1-2 0 0 0,1 0 0 0 0,0 0 0 0 0,0 0 1 0 0,-1-1-1 0 0,11-3 0 0 0,37-2 139 0 0,147-5 193 0 0,-161 9-306 0 0,44-7 0 0 0,-57 4-29 0 0,0 2 0 0 0,0 0-1 0 0,1 3 1 0 0,34 2 0 0 0,25 3 30 0 0,-28-3-47 0 0,-39-2-6 0 0,31-2 1 0 0,-36 0-4 0 0,0 1 0 0 0,1 1 1 0 0,24 3-1 0 0,198 44 79 0 0,46 6-103 0 0,-274-51-12 0 0,-1 0 0 0 0,1-1 0 0 0,0-1 0 0 0,-1 0 0 0 0,24-3 0 0 0,-2-3-272 0 0,1 2 0 0 0,-1 2 0 0 0,37 1 0 0 0,139-3-868 0 0,-162 1 1069 0 0,-37 2 93 0 0,0 0 1 0 0,0 0 0 0 0,0 1-1 0 0,1 1 1 0 0,-1 0 0 0 0,0 0 0 0 0,12 3-1 0 0,-16-2 4 0 0,0-1-1 0 0,0 0 1 0 0,0-1 0 0 0,1 0-1 0 0,-1 0 1 0 0,0 0-1 0 0,0-1 1 0 0,0 0 0 0 0,0-1-1 0 0,0 0 1 0 0,9-3-1 0 0,-5 2 0 0 0,0 1-1 0 0,0-1 1 0 0,20 0 0 0 0,-23 2 0 0 0,0 0 1 0 0,0 0 0 0 0,15-5 0 0 0,16-2-5 0 0,50 5 15 0 0,-76 3-8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9:52.4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77 3616 0 0,'0'0'1998'0'0,"3"-4"-1475"0"0,4-1-323 0 0,0 0 0 0 0,0 0 0 0 0,0 0 0 0 0,1 1 0 0 0,-1 0-1 0 0,1 1 1 0 0,0 0 0 0 0,0 0 0 0 0,0 0 0 0 0,12-1 0 0 0,8 2 426 0 0,0 0 0 0 0,40 4 1 0 0,-7 0-10 0 0,-3-2-257 0 0,224 5 748 0 0,-148-7-685 0 0,-12-1 55 0 0,-56-2-182 0 0,-25 1-107 0 0,247 1 935 0 0,-169 4-632 0 0,-69 3-283 0 0,-40-2-161 0 0,1-1 0 0 0,-1 0 0 0 0,1-1 0 0 0,-1 0-1 0 0,17-3 1 0 0,21-3 131 0 0,0 2 0 0 0,0 2 0 0 0,1 2 0 0 0,49 7 0 0 0,-6-2-15 0 0,5-7 54 0 0,-59 0-96 0 0,44 4 0 0 0,221 0 393 0 0,-267-4-451 0 0,0 0 47 0 0,58 4 1 0 0,54 2 115 0 0,-40-4-88 0 0,-87 2-103 0 0,31 7 0 0 0,14 2 22 0 0,215-2 156 0 0,-205-5-184 0 0,-49-1-12 0 0,48-2 0 0 0,-28-2 4 0 0,70 6 0 0 0,-57 0-17 0 0,43-4 5 0 0,-60-2-4 0 0,65 7-1 0 0,-90-5-5 0 0,-1 0 0 0 0,1-1 0 0 0,0-2 0 0 0,19-2 0 0 0,14-2 0 0 0,89 4 0 0 0,5-1 0 0 0,74 3 0 0 0,-125 6 3 0 0,46 1 2 0 0,46-14 31 0 0,-85 1-17 0 0,114 5 67 0 0,25-2 77 0 0,-7-3 37 0 0,-190 7-150 0 0,-33 0-38 0 0,-1 0-1 0 0,1-1 1 0 0,14-1-1 0 0,7-4 9 0 0,-9 1 19 0 0,43-2 0 0 0,-36 5 36 0 0,58-11 0 0 0,-57 6-11 0 0,59-2 0 0 0,-5 7 7 0 0,95 3 92 0 0,-127 2-134 0 0,-13-1 1 0 0,1-1 0 0 0,63-5-1 0 0,186-8 59 0 0,-247 11-81 0 0,179-4 10 0 0,104 4-66 0 0,-76-5-36 0 0,-242 5 83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9:54.2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50 4720 0 0,'93'-19'892'0'0,"34"-4"584"0"0,-91 19-891 0 0,0 1 0 0 0,66 4-1 0 0,-85 0-488 0 0,2 0 20 0 0,1 0 1 0 0,-1 2 0 0 0,0 0-1 0 0,35 12 1 0 0,-19-3 5 0 0,0-1-1 0 0,0-1 1 0 0,50 6 0 0 0,-40-10-50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4T20:21:10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24575,'0'0'0,"0"0"0,0 0 0,0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1:19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21 210 12960 0 0,'0'0'6823'0'0,"4"0"-6688"0"0,12 0 176 0 0,-1-1-1 0 0,1 0 1 0 0,-1-2 0 0 0,21-5-1 0 0,37-7 460 0 0,-28 1-274 0 0,-29 9-332 0 0,0 0-1 0 0,-1-1 1 0 0,24-12-1 0 0,-31 13-23 0 0,0 1 0 0 0,1 0-1 0 0,14-6 1 0 0,-21 9-113 0 0,-1 0 0 0 0,1 0 0 0 0,0 0 1 0 0,-1 0-1 0 0,1-1 0 0 0,-1 1 0 0 0,1 0 0 0 0,-1-1 0 0 0,3-3 1 0 0,3-3 108 0 0,24-26 505 0 0,-37 30-521 0 0,0 0 0 0 0,-1 1-1 0 0,0-1 1 0 0,-7-2 0 0 0,-9 2 31 0 0,-35-2 0 0 0,13 2-37 0 0,30 2-68 0 0,-1 1-1 0 0,1 1 1 0 0,-29 3 0 0 0,23 3-43 0 0,17-5-4 0 0,1 1 1 0 0,-1-1-1 0 0,0 0 1 0 0,0 0-1 0 0,0-1 1 0 0,-4 1 0 0 0,-9-1-32 0 0,7 1-158 0 0,0-1 0 0 0,0-1 0 0 0,0 0 0 0 0,-16-3 0 0 0,5 1-1017 0 0,7 0-32 0 0,14 2 1250 0 0,-1 0-1 0 0,1 0 1 0 0,-1 0-1 0 0,1 0 1 0 0,-1 0-1 0 0,1 0 0 0 0,-1 0 1 0 0,1 0-1 0 0,0 0 1 0 0,0 0-1 0 0,0 0 1 0 0,-1-1-1 0 0,1 1 1 0 0,0 0-1 0 0,0 0 1 0 0,1-1-1 0 0,5 93 506 0 0,-3-39-182 0 0,12 73 1 0 0,-13-115-273 0 0,1 39 163 0 0,-3-39-52 0 0,0 0 0 0 0,1 0 0 0 0,0-1 1 0 0,0 1-1 0 0,6 18 0 0 0,-5-22 12 0 0,-1 1 0 0 0,0 0 0 0 0,0 0-1 0 0,0-1 1 0 0,-2 14 0 0 0,1-5 631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1:19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74 17183 0 0,'0'0'6962'0'0,"2"4"-6844"0"0,7 35 309 0 0,-1 1 1 0 0,-1 0-1 0 0,-3 0 0 0 0,0 59 0 0 0,-4-98-400 0 0,0 0-1 0 0,0 0 1 0 0,0 0-1 0 0,0-1 1 0 0,0 1-1 0 0,0 0 1 0 0,0 0-1 0 0,0 0 1 0 0,0-1 0 0 0,0 1-1 0 0,0 0 1 0 0,-1 0-1 0 0,1-1 1 0 0,0 1-1 0 0,-1 0 1 0 0,1 0-1 0 0,-1 0 1 0 0,-6-7 353 0 0,5 3-342 0 0,1-1 1 0 0,-1 1 0 0 0,1-1 0 0 0,0 0 0 0 0,0 1 0 0 0,-1-7-1 0 0,4-13 29 0 0,0 1-1 0 0,2 0 0 0 0,1 0 0 0 0,0 0 0 0 0,2 0 0 0 0,1 1 0 0 0,0 0 1 0 0,1 0-1 0 0,15-22 0 0 0,-17 32-28 0 0,1 1 1 0 0,0 1 0 0 0,0-1-1 0 0,17-13 1 0 0,-3 12 124 0 0,-17 11-126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1:20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224 87 13768 0 0,'0'0'8729'0'0,"0"5"-8436"0"0,0 6-19 0 0,-2 48 375 0 0,2-56-611 0 0,0 1 0 0 0,-1-1 1 0 0,0 1-1 0 0,0-1 1 0 0,0 0-1 0 0,0 1 0 0 0,0-1 1 0 0,-1 0-1 0 0,1 0 1 0 0,-1 0-1 0 0,0 0 0 0 0,0 0 1 0 0,0 0-1 0 0,-3 3 1 0 0,1-4-11 0 0,1 1 0 0 0,-1-1 0 0 0,0 0 1 0 0,0 0-1 0 0,0 0 0 0 0,-1 0 0 0 0,1-1 0 0 0,0 0 1 0 0,0 0-1 0 0,-1 0 0 0 0,1 0 0 0 0,-1-1 1 0 0,1 1-1 0 0,-1-1 0 0 0,-7-1 0 0 0,6 0-12 0 0,0 0 0 0 0,0 0 0 0 0,0 0 0 0 0,0-1 0 0 0,0 0 0 0 0,0 0 0 0 0,1 0 1 0 0,-1-1-1 0 0,1 0 0 0 0,-9-5 0 0 0,9 4 0 0 0,1 0 0 0 0,0-1 1 0 0,0 1-1 0 0,0-1 1 0 0,0 1-1 0 0,1-1 0 0 0,-1 0 1 0 0,1-1-1 0 0,0 1 1 0 0,1-1-1 0 0,0 1 0 0 0,0-1 1 0 0,0 1-1 0 0,0-1 1 0 0,1 0-1 0 0,-1-6 0 0 0,1 8 3 0 0,1 0-1 0 0,0 1 0 0 0,0-1 0 0 0,0 0 1 0 0,0 0-1 0 0,1 1 0 0 0,0-1 0 0 0,-1 0 1 0 0,1 1-1 0 0,1-1 0 0 0,-1 0 1 0 0,0 1-1 0 0,1 0 0 0 0,0-1 0 0 0,-1 1 1 0 0,1 0-1 0 0,1 0 0 0 0,-1 0 0 0 0,0 0 1 0 0,1 0-1 0 0,0 0 0 0 0,-1 1 0 0 0,1-1 1 0 0,0 1-1 0 0,0 0 0 0 0,6-3 1 0 0,1 1 32 0 0,0 0 0 0 0,0 0 1 0 0,1 1-1 0 0,-1 0 1 0 0,1 1-1 0 0,0 1 1 0 0,0-1-1 0 0,0 2 1 0 0,0-1-1 0 0,0 2 0 0 0,15 1 1 0 0,-23-2-40 0 0,0 1 0 0 0,0-1 0 0 0,-1 1 0 0 0,1 0 0 0 0,0 0-1 0 0,-1 0 1 0 0,1 0 0 0 0,0 0 0 0 0,-1 1 0 0 0,0-1 0 0 0,1 1 0 0 0,-1-1 0 0 0,0 1 0 0 0,0 0 0 0 0,0 0 0 0 0,0 0 0 0 0,0 0 0 0 0,0 1 0 0 0,2 3 0 0 0,3 7 42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1:20.8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0 13464 0 0,'0'0'7045'0'0,"0"25"-5849"0"0,-4 114 2770 0 0,3-92-3110 0 0,-1-19-98 0 0,5 44 0 0 0,4-40-320 0 0,1 8 120 0 0,-8-27-467 0 0,0-6 99 0 0,0 0 0 0 0,0 0 0 0 0,-1 0 0 0 0,0 0 0 0 0,-3 12 0 0 0,4-19-180 0 0,0 1 1 0 0,0-1 0 0 0,-1 0 0 0 0,1 1-1 0 0,0-1 1 0 0,-1 0 0 0 0,1 1-1 0 0,0-1 1 0 0,-1 0 0 0 0,1 1 0 0 0,-1-1-1 0 0,1 0 1 0 0,-1 0 0 0 0,1 0-1 0 0,0 1 1 0 0,-1-1 0 0 0,1 0-1 0 0,-1 0 1 0 0,1 0 0 0 0,-1 0 0 0 0,1 0-1 0 0,-1 0 1 0 0,1 0 0 0 0,-1 0-1 0 0,1 0 1 0 0,-1 0 0 0 0,1 0 0 0 0,0 0-1 0 0,-1 0 1 0 0,0-1 0 0 0,-18-4 65 0 0,14 3-27 0 0,-4 0 40 0 0,0 1 1 0 0,-1 0-1 0 0,-10 0 0 0 0,13 1-39 0 0,1 0-1 0 0,0 0 0 0 0,-1-1 0 0 0,1 1 0 0 0,0-2 1 0 0,0 1-1 0 0,0-1 0 0 0,-9-3 0 0 0,14 5-17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1:21.1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20207 0 0,'0'0'2198'0'0,"0"4"-1944"0"0,0 57 4241 0 0,0-55-4378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1:21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71 131 14776 0 0,'4'2'418'0'0,"0"1"-245"0"0,0-1 0 0 0,0-1 0 0 0,1 1 0 0 0,-1 0 0 0 0,0-1 0 0 0,0 0-1 0 0,1 0 1 0 0,-1 0 0 0 0,1-1 0 0 0,-1 1 0 0 0,1-1 0 0 0,-1 0 0 0 0,1-1 0 0 0,-1 1-1 0 0,1-1 1 0 0,-1 0 0 0 0,1 0 0 0 0,-1 0 0 0 0,0 0 0 0 0,5-3 0 0 0,-4 1-31 0 0,1 0 1 0 0,-2 0 0 0 0,1-1-1 0 0,0 0 1 0 0,-1 0 0 0 0,0 0-1 0 0,0 0 1 0 0,0-1 0 0 0,0 0-1 0 0,-1 1 1 0 0,0-1 0 0 0,0-1-1 0 0,0 1 1 0 0,0 0 0 0 0,-1-1-1 0 0,0 1 1 0 0,0-1 0 0 0,2-11-1 0 0,-4 16-130 0 0,1 0-1 0 0,-1 0 1 0 0,0-1-1 0 0,0 1 1 0 0,1 0-1 0 0,-1-1 1 0 0,0 1-1 0 0,0 0 1 0 0,0 0-1 0 0,0-1 1 0 0,-1 1 0 0 0,1 0-1 0 0,0 0 1 0 0,0-1-1 0 0,-1 1 1 0 0,1 0-1 0 0,-1 0 1 0 0,1 0-1 0 0,-1-1 1 0 0,0 1-1 0 0,1 0 1 0 0,-1 0-1 0 0,0 0 1 0 0,0 0-1 0 0,0 0 1 0 0,1 0-1 0 0,-1 0 1 0 0,0 1-1 0 0,0-1 1 0 0,0 0-1 0 0,-1 0 1 0 0,1 1-1 0 0,0-1 1 0 0,0 1-1 0 0,0-1 1 0 0,0 1-1 0 0,-1-1 1 0 0,1 1-1 0 0,0 0 1 0 0,0 0-1 0 0,-1-1 1 0 0,1 1-1 0 0,0 0 1 0 0,-3 0-1 0 0,-3 0 22 0 0,0 0-1 0 0,-1 1 0 0 0,1 0 0 0 0,-1 0 0 0 0,1 0 0 0 0,-8 3 0 0 0,9-1-13 0 0,-1 0-1 0 0,0 0 1 0 0,1 1 0 0 0,0-1 0 0 0,0 1-1 0 0,0 1 1 0 0,0-1 0 0 0,0 1 0 0 0,1 0-1 0 0,0 1 1 0 0,0-1 0 0 0,-7 11 0 0 0,0 2 41 0 0,1 1 1 0 0,-17 39-1 0 0,25-52-34 0 0,0 0 1 0 0,1 1-1 0 0,0 0 0 0 0,0-1 0 0 0,1 1 0 0 0,0 0 0 0 0,0 0 0 0 0,0 0 1 0 0,1 0-1 0 0,0 0 0 0 0,0 0 0 0 0,1-1 0 0 0,0 1 0 0 0,2 7 0 0 0,-2-12-17 0 0,0 0-1 0 0,0-1 0 0 0,0 1 1 0 0,0 0-1 0 0,1-1 1 0 0,-1 1-1 0 0,1-1 0 0 0,-1 1 1 0 0,1-1-1 0 0,-1 0 0 0 0,1 1 1 0 0,0-1-1 0 0,0 0 0 0 0,-1 0 1 0 0,1 0-1 0 0,0 0 1 0 0,0-1-1 0 0,0 1 0 0 0,4 0 1 0 0,43 7 86 0 0,-35-7-70 0 0,-1 0-4 0 0,-1 0 0 0 0,1 0 0 0 0,0-1-1 0 0,18-3 1 0 0,-17 0-13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1:26.3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45 6016 0 0,'0'0'9118'0'0,"0"-3"-8619"0"0,0-1-1183 0 0,0 3 939 0 0,1 0 0 0 0,-1-1 0 0 0,0 1 0 0 0,0-1 0 0 0,0 1 0 0 0,-1-1 0 0 0,1 1 0 0 0,0 0 1 0 0,0-1-1 0 0,-1 1 0 0 0,1 0 0 0 0,-1-1 0 0 0,1 1 0 0 0,-1 0 0 0 0,1-1 0 0 0,-1 1 0 0 0,0 0 0 0 0,0 0 0 0 0,-1-2 0 0 0,0 2-183 0 0,0-1-1 0 0,1 2 0 0 0,-1-1 1 0 0,1 0-1 0 0,-1 0 1 0 0,0 0-1 0 0,0 1 1 0 0,1-1-1 0 0,-1 1 1 0 0,0-1-1 0 0,0 1 1 0 0,0 0-1 0 0,0 0 1 0 0,1 0-1 0 0,-1 0 1 0 0,0 0-1 0 0,0 0 1 0 0,0 0-1 0 0,0 1 1 0 0,-1 0-1 0 0,-4 1 50 0 0,1 1 1 0 0,0-1-1 0 0,0 2 0 0 0,-7 3 0 0 0,-13 7 523 0 0,23-13-543 0 0,1 1 0 0 0,-1-1 0 0 0,0 1 1 0 0,1 0-1 0 0,-1 0 0 0 0,1 0 0 0 0,0 0 1 0 0,-1 0-1 0 0,1 1 0 0 0,0-1 0 0 0,-2 4 1 0 0,2-3-31 0 0,-1 1 0 0 0,1-1 0 0 0,-1-1 0 0 0,0 1 0 0 0,1 0 0 0 0,-7 4 0 0 0,7-6-41 0 0,0 1 0 0 0,0 0 1 0 0,0 0-1 0 0,1 0 1 0 0,-1 0-1 0 0,1 1 1 0 0,-1-1-1 0 0,1 0 0 0 0,0 1 1 0 0,0-1-1 0 0,-1 4 1 0 0,-11 34 325 0 0,10-29-200 0 0,3-8-127 0 0,-1-1 0 0 0,1 1 0 0 0,0-1 0 0 0,0 1-1 0 0,0 0 1 0 0,0-1 0 0 0,0 1 0 0 0,0 0 0 0 0,1-1 0 0 0,-1 1 0 0 0,1-1 0 0 0,0 1 0 0 0,0-1 0 0 0,0 1-1 0 0,0-1 1 0 0,0 1 0 0 0,1-1 0 0 0,-1 0 0 0 0,1 0 0 0 0,-1 0 0 0 0,1 0 0 0 0,2 3 0 0 0,-1-2-9 0 0,0 0 0 0 0,0-1 1 0 0,1 1-1 0 0,-1-1 0 0 0,0 0 1 0 0,1 1-1 0 0,0-1 0 0 0,-1-1 0 0 0,1 1 1 0 0,0-1-1 0 0,0 1 0 0 0,0-1 1 0 0,0 0-1 0 0,5 0 0 0 0,0-1 2 0 0,0 0 0 0 0,1-1 0 0 0,-1 0 0 0 0,0-1 0 0 0,16-5 0 0 0,-3 1-2 0 0,5 1 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1:27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24 15376 0 0,'0'0'2529'0'0,"-1"-3"-2092"0"0,0-11 26 0 0,0 10 2417 0 0,0 1-2618 0 0,-2 7-74 0 0,-1 9 131 0 0,-2 194 832 0 0,-1 1 3411 0 0,7-207-4258 0 0,0-1-176 0 0,4 3 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1:27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281 67 26415 0 0,'0'-51'88'0'0,"0"50"-84"0"0,0 0 0 0 0,-1 0 1 0 0,1 0-1 0 0,0 1 0 0 0,-1-1 0 0 0,1 0 0 0 0,-1 1 0 0 0,1-1 0 0 0,-1 0 1 0 0,0 1-1 0 0,1-1 0 0 0,-1 0 0 0 0,0 1 0 0 0,1-1 0 0 0,-1 1 1 0 0,0-1-1 0 0,0 1 0 0 0,1 0 0 0 0,-1-1 0 0 0,0 1 0 0 0,0 0 0 0 0,0 0 1 0 0,0-1-1 0 0,0 1 0 0 0,1 0 0 0 0,-1 0 0 0 0,-1 0 0 0 0,-25-2 48 0 0,7 6-8 0 0,-1 0-1 0 0,-32 12 1 0 0,37-10 0 0 0,1-1 0 0 0,-2 0-1 0 0,1-2 1 0 0,0 0 0 0 0,-24 2 0 0 0,29-5 2 0 0,1 0 2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1:48.3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1 242 5824 0 0,'0'0'532'0'0,"3"0"-447"0"0,39 0 931 0 0,-1-3-1 0 0,49-8 1 0 0,-57 6-547 0 0,64 1 1 0 0,1-1 511 0 0,33 0 202 0 0,-86 6-371 0 0,80-12 1 0 0,-94 8-515 0 0,-1 1 0 0 0,46 2 1 0 0,-26 1 22 0 0,32-1 132 0 0,89 0 309 0 0,-139 3-585 0 0,-23-1-133 0 0,0-1 1 0 0,-1-1-1 0 0,1 0 0 0 0,0 0 0 0 0,9-2 0 0 0,250-32 916 0 0,-164 27-619 0 0,48 4 69 0 0,-99 4-251 0 0,73-8 0 0 0,-84 4 58 0 0,74 3 0 0 0,-73 2 95 0 0,71-7 1 0 0,-90 2-172 0 0,-1 1 1 0 0,1 1 0 0 0,30 3-1 0 0,-26-1 26 0 0,29-3 0 0 0,-30 1-21 0 0,37 3 0 0 0,38 1 197 0 0,6 0 27 0 0,-69-1-202 0 0,-1-1-1 0 0,65-9 1 0 0,-28 2-42 0 0,-25 8-7 0 0,-38-1-75 0 0,1-1-1 0 0,21-1 1 0 0,118-5 217 0 0,-79 4-153 0 0,125 6 168 0 0,-71-6-111 0 0,99 2 55 0 0,-196 4-186 0 0,-21-3-19 0 0,0 0 1 0 0,0 0-1 0 0,1-1 1 0 0,12-1-1 0 0,42-4 141 0 0,97 3 1 0 0,-86 3-42 0 0,51 8 113 0 0,-10 2 39 0 0,-47-11-137 0 0,167-7 522 0 0,-182 3-463 0 0,67 4 1 0 0,42-3 77 0 0,124-5 144 0 0,-34 3-105 0 0,-62 4-117 0 0,-129 6-134 0 0,-42-2-29 0 0,0-1 1 0 0,35-2 0 0 0,-35-2-18 0 0,131-6 116 0 0,28-3-3 0 0,-1 0-1 0 0,-91 5-62 0 0,-19 0-22 0 0,44-2 29 0 0,48-1 3 0 0,-125 8-60 0 0,-7 1 7 0 0,0 0-1 0 0,46 7 1 0 0,-52-4-10 0 0,1-2 1 0 0,-1 0-1 0 0,1-2 0 0 0,23-2 1 0 0,29-2 15 0 0,176 15 20 0 0,15-19-8 0 0,-143 8-19 0 0,4-1 0 0 0,170-1 28 0 0,-163 4-22 0 0,49-1-20 0 0,-172 0-1 0 0,0-2 0 0 0,-1 1 0 0 0,14-4 0 0 0,-13 2 0 0 0,0 1 0 0 0,0 0 0 0 0,13 0 0 0 0,-14 1 3 0 0,1 0 0 0 0,-1 0 0 0 0,11-4 0 0 0,-11 3 0 0 0,-1 0 0 0 0,1 1 0 0 0,11-1 0 0 0,77-5 26 0 0,-86 7-28 0 0,205-8 1 0 0,13-1-2 0 0,-185 9 0 0 0,-41 0 0 0 0,13 0 0 0 0,0-1 0 0 0,29-4 0 0 0,-42 4-3 0 0,0-1-7 0 0,2 1 4 0 0,5-1 4 0 0,20 3-40 0 0,18-1-62 0 0,-46 0 95 0 0,-1 0-78 0 0,-1 0 47 0 0,-1 0 0 0 0,1-1 0 0 0,0 1 0 0 0,-1 0 0 0 0,1 0 0 0 0,0 0 0 0 0,0 0 0 0 0,-1 0 0 0 0,1 0 0 0 0,0 0 0 0 0,-1 0 0 0 0,1 0 0 0 0,0 0 0 0 0,0 0 0 0 0,-1 1 0 0 0,1-1-1 0 0,0 0 1 0 0,-1 0 0 0 0,1 1 0 0 0,-1-1 0 0 0,1 0 0 0 0,0 1 0 0 0,-1-1 0 0 0,1 1 0 0 0,-1-1 0 0 0,1 1 0 0 0,0 3 40 0 0,-1 1 0 0 0,0-1 0 0 0,0-1 0 0 0,0 0 0 0 0,0 2 0 0 0,0-1 0 0 0,0 0 0 0 0,0 1 0 0 0,0 351 271 0 0,0-308-223 0 0,0-44-46 0 0,0-1 5 0 0,0-2 9 0 0,0-1-8 0 0,4-1 0 0 0,-3 0-5 0 0,1 0 0 0 0,-1 0 0 0 0,1-1 0 0 0,-1 1-1 0 0,0 0 1 0 0,1-1 0 0 0,-1 0 0 0 0,0 1 0 0 0,0-1 0 0 0,0 0 0 0 0,0 1 0 0 0,-1-1-1 0 0,1 0 1 0 0,0 0 0 0 0,-1 0 0 0 0,1 0 0 0 0,-1 1 0 0 0,0-3 0 0 0,2-2-1 0 0,9-35 56 0 0,-5 17-3 0 0,1 0 1 0 0,16-34-1 0 0,-22 55-45 0 0,0 1-1 0 0,0-1 0 0 0,0 0 1 0 0,0 1-1 0 0,0-1 0 0 0,-1 0 0 0 0,0 0 1 0 0,1 0-1 0 0,-1 1 0 0 0,0-1 0 0 0,0 0 1 0 0,-1-4-1 0 0,0-22 93 0 0,1 28-22 0 0,0 2-72 0 0,0 3 1 0 0,0 0 5 0 0,-1 9-8 0 0,0-1 1 0 0,-1 0-1 0 0,0 0 0 0 0,-1 0 1 0 0,-1 0-1 0 0,0 0 0 0 0,0-1 1 0 0,-10 17-1 0 0,9-16-6 0 0,4-8 0 0 0,0-1 0 0 0,-1 1 0 0 0,0 0 0 0 0,0-1 0 0 0,0 1 0 0 0,0-1 0 0 0,-1 0 0 0 0,-3 5 0 0 0,2-4 0 0 0,-1 0 0 0 0,0 0 0 0 0,1 1 0 0 0,0 0 0 0 0,0-1 0 0 0,-1 0 0 0 0,1 1 0 0 0,0-1 0 0 0,-1-1 0 0 0,1-2 0 0 0,-1-1 0 0 0,1 0 0 0 0,0 0 0 0 0,-1 0 0 0 0,1 0 0 0 0,1 0 0 0 0,0-1 0 0 0,0 1 0 0 0,0-1 0 0 0,1 1 0 0 0,-1-1 0 0 0,0 0 0 0 0,0 0 0 0 0,1-1 0 0 0,-1 1 0 0 0,1 0 0 0 0,-5-4 0 0 0,-6-2 0 0 0,5 3 4 0 0,0 1 1 0 0,1-1-1 0 0,-1-1 0 0 0,1 0 0 0 0,0 0 1 0 0,0 0-1 0 0,0 0 0 0 0,1-1 0 0 0,0 0 1 0 0,-6-8-1 0 0,10 10-3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2:39.1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19255 0 0,'0'0'130'0'0,"0"4"-109"0"0,0 23-2 0 0,1-21-13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1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357 7 9144 0 0,'0'0'5793'0'0,"4"-1"-5546"0"0,10-2 419 0 0,-11 2 1947 0 0,-29 0-829 0 0,6 2-1510 0 0,0 1 0 0 0,0 1-1 0 0,1 1 1 0 0,-1 1-1 0 0,1 1 1 0 0,0 0 0 0 0,1 1-1 0 0,-23 13 1 0 0,27-13-140 0 0,0 1-1 0 0,1 0 1 0 0,-1 1-1 0 0,2 1 1 0 0,-1 0 0 0 0,2 1-1 0 0,-13 13 1 0 0,19-18-82 0 0,1 0 1 0 0,0 0-1 0 0,0 0 0 0 0,0 0 0 0 0,1 1 1 0 0,0 0-1 0 0,0-1 0 0 0,1 1 1 0 0,0 0-1 0 0,0 0 0 0 0,0 0 1 0 0,1 1-1 0 0,0-1 0 0 0,1 0 1 0 0,-1 0-1 0 0,1 1 0 0 0,2 11 1 0 0,-2-19-52 0 0,1 11 82 0 0,1-1 1 0 0,0 1-1 0 0,0-1 1 0 0,8 19-1 0 0,-8-26-55 0 0,-1 0-1 0 0,1 0 1 0 0,0 0 0 0 0,0-1-1 0 0,0 1 1 0 0,0-1 0 0 0,0 1 0 0 0,1-1-1 0 0,-1 0 1 0 0,1 0 0 0 0,-1 0-1 0 0,1 0 1 0 0,0 0 0 0 0,0 0-1 0 0,0-1 1 0 0,0 0 0 0 0,0 1-1 0 0,0-1 1 0 0,0 0 0 0 0,4 0 0 0 0,4 1 29 0 0,1-1 0 0 0,-1 0 1 0 0,1 0-1 0 0,-1-1 0 0 0,1-1 1 0 0,-1 0-1 0 0,1-1 0 0 0,16-4 1 0 0,11-6 120 0 0,42-18 0 0 0,0 0-51 0 0,-54 22-88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2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6424 0 0,'0'0'11430'0'0,"0"4"-11117"0"0,1 8-74 0 0,0 0-1 0 0,0 0 1 0 0,4 11-1 0 0,2 16 80 0 0,10 126 652 0 0,-13-118-732 0 0,-2-1-1 0 0,-2 1 1 0 0,-6 48 0 0 0,5-89-207 0 0,-9 60 208 0 0,7-54-116 0 0,1 0 1 0 0,0 1 0 0 0,1-1-1 0 0,0 1 1 0 0,1-1-1 0 0,0 1 1 0 0,1-1-1 0 0,4 20 1 0 0,-4-25 54 0 0,1-1 0 0 0,-1 1 0 0 0,0-1 1 0 0,-1 1-1 0 0,0 0 0 0 0,0 7 0 0 0,-1 24 1616 0 0,1-35-1379 0 0,0-6-172 0 0,0 3-101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2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0 16280 0 0,'0'0'3239'0'0,"-1"5"-3036"0"0,-1 4 68 0 0,-16 104 1815 0 0,12-52-1467 0 0,-7 135 888 0 0,13-185-1386 0 0,0-10-104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3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16072 0 0,'0'0'3254'0'0,"0"4"-2754"0"0,-4 23 777 0 0,4-23-1085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3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114 178 14464 0 0,'0'0'1306'0'0,"3"0"-1147"0"0,1 0 13 0 0,0 0 0 0 0,0-1 1 0 0,0 1-1 0 0,-1-1 0 0 0,1 0 0 0 0,0 0 1 0 0,0 0-1 0 0,-1 0 0 0 0,1-1 0 0 0,-1 1 1 0 0,1-1-1 0 0,-1 0 0 0 0,0 0 0 0 0,5-4 1 0 0,-2 0 26 0 0,0 0 1 0 0,0-1 0 0 0,0 0 0 0 0,-1 0 0 0 0,8-14-1 0 0,-9 15-94 0 0,0 0-1 0 0,-1-1 1 0 0,0 0-1 0 0,0 1 1 0 0,-1-1-1 0 0,3-12 1 0 0,-5 17-86 0 0,1 0-1 0 0,-1 1 1 0 0,0-1 0 0 0,0 1 0 0 0,0-1-1 0 0,0 0 1 0 0,-1 1 0 0 0,1-1-1 0 0,0 1 1 0 0,-1-1 0 0 0,1 1 0 0 0,-1-1-1 0 0,1 1 1 0 0,-1-1 0 0 0,0 1-1 0 0,1-1 1 0 0,-1 1 0 0 0,0 0 0 0 0,0-1-1 0 0,0 1 1 0 0,0 0 0 0 0,0 0-1 0 0,-1 0 1 0 0,1 0 0 0 0,0 0 0 0 0,0 0-1 0 0,-1 0 1 0 0,1 0 0 0 0,0 0-1 0 0,-1 1 1 0 0,1-1 0 0 0,-1 1 0 0 0,1-1-1 0 0,-1 1 1 0 0,-2-1 0 0 0,0 1-9 0 0,1-1 1 0 0,-1 1 0 0 0,0 0-1 0 0,1 1 1 0 0,-1-1 0 0 0,0 1-1 0 0,1-1 1 0 0,-1 1 0 0 0,0 0-1 0 0,1 1 1 0 0,-1-1 0 0 0,1 0-1 0 0,0 1 1 0 0,-1 0 0 0 0,1 0-1 0 0,0 0 1 0 0,0 0 0 0 0,0 0-1 0 0,0 1 1 0 0,1 0 0 0 0,-3 2-1 0 0,-7 7 8 0 0,2 0 0 0 0,-1 0-1 0 0,-12 22 1 0 0,12-18-1 0 0,1 2-1 0 0,1-1 1 0 0,0 1 0 0 0,2 0 0 0 0,0 1-1 0 0,0 0 1 0 0,2 0 0 0 0,1 0 0 0 0,0 1-1 0 0,-1 30 1 0 0,5-46-12 0 0,0-1 0 0 0,0 0 1 0 0,0 0-1 0 0,1 1 0 0 0,0-1 0 0 0,-1 0 0 0 0,1 0 1 0 0,0 0-1 0 0,1 0 0 0 0,-1 0 0 0 0,1 0 0 0 0,-1 0 1 0 0,1 0-1 0 0,0 0 0 0 0,0-1 0 0 0,0 1 0 0 0,0-1 1 0 0,0 1-1 0 0,1-1 0 0 0,-1 0 0 0 0,1 0 1 0 0,0 0-1 0 0,-1 0 0 0 0,1 0 0 0 0,0-1 0 0 0,0 1 1 0 0,0-1-1 0 0,0 0 0 0 0,0 0 0 0 0,4 1 0 0 0,-2-1-1 0 0,0 0-1 0 0,0-1 1 0 0,-1 1-1 0 0,1-1 0 0 0,0 0 1 0 0,9-1-1 0 0,-2-1 5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4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27 13464 0 0,'0'0'4333'0'0,"-1"5"-4003"0"0,-7 40 634 0 0,-5 83 0 0 0,11 53 1348 0 0,2-146-1256 0 0,2-35-993 0 0,-1-1-1 0 0,1 0 0 0 0,0 0 0 0 0,-1 0 1 0 0,1 0-1 0 0,-1-1 0 0 0,1 1 0 0 0,-1 0 1 0 0,2-3-1 0 0,12-38 379 0 0,-6 11-313 0 0,17-47 149 0 0,-19 55-138 0 0,0-1 0 0 0,2 2-1 0 0,0-1 1 0 0,2 1 0 0 0,0 1 0 0 0,25-35-1 0 0,-32 50-75 0 0,0 1 0 0 0,0-1 0 0 0,1 1-1 0 0,0 0 1 0 0,0 1 0 0 0,0-1 0 0 0,0 1-1 0 0,1 0 1 0 0,0 0 0 0 0,0 1 0 0 0,0 0-1 0 0,7-3 1 0 0,-10 5-40 0 0,0 0 0 0 0,-1 0 0 0 0,1 0 0 0 0,0 1-1 0 0,0-1 1 0 0,0 1 0 0 0,0 0 0 0 0,0 0 0 0 0,0 0 0 0 0,0 0-1 0 0,-1 0 1 0 0,5 2 0 0 0,-5-1-4 0 0,-1 0-1 0 0,1 0 1 0 0,0 0-1 0 0,0 1 1 0 0,-1-1-1 0 0,1 1 1 0 0,-1-1-1 0 0,0 1 1 0 0,1 0-1 0 0,-1-1 1 0 0,0 1 0 0 0,0 0-1 0 0,0 0 1 0 0,0 0-1 0 0,0 0 1 0 0,1 4-1 0 0,4 12 33 0 0,-1 0 0 0 0,0 0 1 0 0,-1 0-1 0 0,-1 1 0 0 0,1 35 0 0 0,-9 93 163 0 0,-3-31-40 0 0,6-104-147 0 0,1-7-17 0 0,0 0 0 0 0,1 0-1 0 0,-1 0 1 0 0,1 0 0 0 0,0 1 0 0 0,0-1-1 0 0,2 7 1 0 0,-2-11-3 0 0,1 0-1 0 0,-1-1 1 0 0,1 1 0 0 0,0 0-1 0 0,-1-1 1 0 0,1 1 0 0 0,0 0-1 0 0,-1-1 1 0 0,1 1 0 0 0,0-1-1 0 0,0 1 1 0 0,-1-1 0 0 0,1 1-1 0 0,0-1 1 0 0,0 0 0 0 0,0 1-1 0 0,0-1 1 0 0,-1 0 0 0 0,1 0-1 0 0,1 1 1 0 0,2-3 9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4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1 25359 0 0,'0'0'50'0'0,"-2"4"-37"0"0,-2 6-5 0 0,1 0 0 0 0,0 0 1 0 0,1 1-1 0 0,0 0 0 0 0,0 16 0 0 0,1 61 12 0 0,2-42 8 0 0,2 39 50 0 0,-1-36-6 0 0,-5 55 1 0 0,-13 37 448 0 0,10-96 305 0 0,6-45-737 0 0,0-3 22 0 0,0 2-49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4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20 16687 0 0,'0'0'3526'0'0,"-4"-3"-2994"0"0,0 0-464 0 0,0 1 1 0 0,0 0-1 0 0,0 0 1 0 0,-1 1-1 0 0,1-1 1 0 0,0 1-1 0 0,-1 0 1 0 0,0 0-1 0 0,1 0 1 0 0,-1 1-1 0 0,0-1 1 0 0,1 1-1 0 0,-7 1 1 0 0,-12 1 134 0 0,-35 8 1 0 0,0 1 120 0 0,6-7-152 0 0,26-2-92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6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15 11048 0 0,'0'0'9827'0'0,"-4"-2"-9669"0"0,1 0-72 0 0,-1 0 0 0 0,0 0 1 0 0,0 1-1 0 0,0 0 1 0 0,-1-1-1 0 0,1 2 0 0 0,0-1 1 0 0,0 0-1 0 0,-1 1 1 0 0,1 0-1 0 0,0 0 0 0 0,-1 0 1 0 0,1 1-1 0 0,0-1 0 0 0,0 1 1 0 0,-1 0-1 0 0,1 0 1 0 0,-4 2-1 0 0,-56 29 990 0 0,52-23-798 0 0,0 0 0 0 0,-13 13 1 0 0,15-12-70 0 0,5-6-143 0 0,0 1 0 0 0,0-1 0 0 0,0 1 0 0 0,1 1 0 0 0,0-1 0 0 0,0 0 0 0 0,0 1-1 0 0,1 0 1 0 0,0 0 0 0 0,-3 7 0 0 0,-11 37 388 0 0,13-39-379 0 0,0 0 1 0 0,0 0 0 0 0,1 0 0 0 0,0 1 0 0 0,1-1-1 0 0,0 14 1 0 0,3-23-62 0 0,0 0-1 0 0,1 0 1 0 0,-1 0-1 0 0,1-1 1 0 0,0 1-1 0 0,0 0 1 0 0,-1 0-1 0 0,1-1 1 0 0,0 1 0 0 0,0-1-1 0 0,1 0 1 0 0,1 2-1 0 0,1 0 21 0 0,16 14 93 0 0,-18-13-99 0 0,0-1 0 0 0,0 0 0 0 0,1 0 0 0 0,0-1 0 0 0,-1 1 0 0 0,1-1 0 0 0,0 0 0 0 0,0 0 0 0 0,1 0 0 0 0,-1 0 0 0 0,6 1 0 0 0,-8-3-13 0 0,8 2 52 0 0,-1 1 0 0 0,1-1 0 0 0,-1 2 0 0 0,15 6 0 0 0,-22-8-38 0 0,0-1-1 0 0,1 1 1 0 0,-1-1-1 0 0,0 0 1 0 0,0 1 0 0 0,1-1-1 0 0,-1 0 1 0 0,0-1 0 0 0,1 1-1 0 0,-1 0 1 0 0,1-1 0 0 0,-1 1-1 0 0,1-1 1 0 0,-1 0 0 0 0,1 0-1 0 0,0 0 1 0 0,3 0 0 0 0,48-9 448 0 0,-52 8-454 0 0,3-1-6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7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244 166 16479 0 0,'0'0'5692'0'0,"0"4"-5488"0"0,-10 33 650 0 0,1-3-324 0 0,8-30-514 0 0,-1 0 0 0 0,0-1 0 0 0,-1 1 0 0 0,1-1-1 0 0,-1 0 1 0 0,1 1 0 0 0,-1-1 0 0 0,0 0 0 0 0,0-1-1 0 0,0 1 1 0 0,-1 0 0 0 0,1-1 0 0 0,0 0 0 0 0,-1 0 0 0 0,0 0-1 0 0,0 0 1 0 0,1 0 0 0 0,-1-1 0 0 0,0 0 0 0 0,0 0 0 0 0,0 0-1 0 0,0 0 1 0 0,-1 0 0 0 0,1-1 0 0 0,0 0 0 0 0,0 0-1 0 0,0 0 1 0 0,0 0 0 0 0,-7-2 0 0 0,5 1-6 0 0,0 0-1 0 0,1-1 1 0 0,-1 0 0 0 0,1 0 0 0 0,0 0-1 0 0,0 0 1 0 0,0-1 0 0 0,0 0 0 0 0,0 0-1 0 0,0 0 1 0 0,1-1 0 0 0,-1 1 0 0 0,1-1-1 0 0,0 0 1 0 0,0 0 0 0 0,1-1 0 0 0,-1 1-1 0 0,1-1 1 0 0,0 0 0 0 0,0 0 0 0 0,1 0-1 0 0,-1 0 1 0 0,1 0 0 0 0,0 0 0 0 0,-1-6-1 0 0,0-2 8 0 0,1 0 0 0 0,0 0 1 0 0,0-1-1 0 0,2 1 0 0 0,0-18 0 0 0,1 27-10 0 0,-1 0 1 0 0,1-1 0 0 0,0 1 0 0 0,1 0-1 0 0,-1-1 1 0 0,1 1 0 0 0,-1 0-1 0 0,1 0 1 0 0,1 0 0 0 0,-1 1-1 0 0,0-1 1 0 0,1 0 0 0 0,0 1-1 0 0,0 0 1 0 0,0-1 0 0 0,0 1-1 0 0,1 1 1 0 0,-1-1 0 0 0,8-4-1 0 0,-5 3 7 0 0,0 1 0 0 0,0 1 0 0 0,0-1 0 0 0,0 1 0 0 0,1 0-1 0 0,-1 0 1 0 0,1 1 0 0 0,-1-1 0 0 0,1 2 0 0 0,0-1 0 0 0,0 1 0 0 0,-1 0 0 0 0,1 0-1 0 0,8 2 1 0 0,-12-1-1 0 0,0 0 0 0 0,0 0 0 0 0,0 0 0 0 0,0 1 0 0 0,0-1 0 0 0,-1 1 0 0 0,1 0-1 0 0,0 0 1 0 0,-1 0 0 0 0,0 0 0 0 0,1 0 0 0 0,-1 0 0 0 0,0 1 0 0 0,0-1 0 0 0,3 6 0 0 0,23 42 141 0 0,-28-48-152 0 0,11 24 294 0 0,12 45-1 0 0,-19-56-150 0 0,-4-11-102 0 0,0 0-9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8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23463 0 0,'3'-4'8'0'0,"1"0"0"0"0,1 0 0 0 0,-2 4 2 0 0,-2 0 3 0 0,-1 28-4 0 0,0 169 222 0 0,-1-151 162 0 0,0-28 134 0 0,0-27 100 0 0,3-4-517 0 0,1-1 1 0 0,0 1 0 0 0,1 0-1 0 0,9-22 1 0 0,-1 8 44 0 0,21-37 0 0 0,-24 49-72 0 0,-6 9-40 0 0,1 1 0 0 0,-1 0 0 0 0,1 0 0 0 0,0 1 0 0 0,1-1 0 0 0,-1 1 0 0 0,1 0 0 0 0,0 0 0 0 0,6-4 0 0 0,-1 0 42 0 0,-9 8-77 0 0,0-1 1 0 0,0 0-1 0 0,0 1 0 0 0,0-1 1 0 0,0 0-1 0 0,0 1 0 0 0,0-1 1 0 0,0 1-1 0 0,0 0 0 0 0,0-1 1 0 0,0 1-1 0 0,0 0 0 0 0,0-1 1 0 0,0 1-1 0 0,0 0 1 0 0,0 0-1 0 0,1 0 0 0 0,-1 0 1 0 0,0 0-1 0 0,0 0 0 0 0,0 1 1 0 0,0-1-1 0 0,0 0 0 0 0,0 0 1 0 0,1 1-1 0 0,1 1 19 0 0,0 0 0 0 0,-1 0 1 0 0,1 0-1 0 0,-1 0 0 0 0,1 0 0 0 0,-1 1 0 0 0,2 2 0 0 0,-1-1-5 0 0,-1-1-8 0 0,0 1 0 0 0,0 0-1 0 0,-1-1 1 0 0,0 1 0 0 0,0 0 0 0 0,0 0 0 0 0,0 0 0 0 0,0 0-1 0 0,-1 7 1 0 0,3 10 40 0 0,28 135 294 0 0,-31-119-183 0 0,0-34-149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9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7 12360 0 0,'0'0'5506'0'0,"4"-1"-5213"0"0,7-2-595 0 0,0 0 4990 0 0,-17 27-4130 0 0,3-19-509 0 0,0 0 0 0 0,-1 0 0 0 0,0-1 0 0 0,0 0 0 0 0,0 0 0 0 0,0 0 0 0 0,-1 0 0 0 0,0-1 0 0 0,1 0 0 0 0,-1 0 0 0 0,-1 0 0 0 0,1 0 0 0 0,0-1 0 0 0,-6 2 0 0 0,1 0 50 0 0,1 1-1 0 0,-1 0 1 0 0,-11 8 0 0 0,14-7 19 0 0,5-5-75 0 0,0 0 0 0 0,0 1 1 0 0,1-1-1 0 0,-1 0 0 0 0,0 1 1 0 0,1 0-1 0 0,-1-1 0 0 0,1 1 1 0 0,-1 0-1 0 0,1 0 0 0 0,0 0 1 0 0,0 0-1 0 0,0 0 0 0 0,-1 2 1 0 0,2-3-28 0 0,-1-1 0 0 0,1 1 0 0 0,0 0 0 0 0,-1-1 0 0 0,1 1 0 0 0,0-1 0 0 0,0 1 0 0 0,-1 0 0 0 0,1-1 0 0 0,0 1 1 0 0,0-1-1 0 0,0 1 0 0 0,0 0 0 0 0,0-1 0 0 0,0 1 0 0 0,0 0 0 0 0,0-1 0 0 0,0 1 0 0 0,0 0 0 0 0,0-1 0 0 0,1 1 1 0 0,-1 0-1 0 0,0-1 0 0 0,0 1 0 0 0,1-1 0 0 0,-1 1 0 0 0,0-1 0 0 0,1 1 0 0 0,-1-1 0 0 0,0 1 0 0 0,1-1 0 0 0,-1 1 1 0 0,1-1-1 0 0,-1 1 0 0 0,1-1 0 0 0,-1 1 0 0 0,1-1 0 0 0,-1 0 0 0 0,2 1 0 0 0,0 1-15 0 0,17 12 150 0 0,-15-12-119 0 0,-1 1 1 0 0,1-1 0 0 0,-1 1 0 0 0,0 0 0 0 0,0 0 0 0 0,4 4 0 0 0,0 2 64 0 0,0-1 0 0 0,1 0 0 0 0,9 7 0 0 0,-6-5 57 0 0,-1-1-1 0 0,17 21 1 0 0,-27-29-148 0 0,1 0 1 0 0,0 0-1 0 0,-1 0 0 0 0,1 0 0 0 0,-1 0 1 0 0,1 0-1 0 0,-1 1 0 0 0,0-1 0 0 0,1 0 0 0 0,-1 0 1 0 0,0 1-1 0 0,0-1 0 0 0,0 0 0 0 0,0 0 1 0 0,0 0-1 0 0,0 1 0 0 0,0-1 0 0 0,0 0 1 0 0,-1 2-1 0 0,0 0 7 0 0,-1 1 0 0 0,1-1 0 0 0,0 1 0 0 0,-1-1 0 0 0,0 1 0 0 0,-3 3 0 0 0,0 0 1 0 0,-1-1 0 0 0,1 1 1 0 0,-1-1-1 0 0,0 0 0 0 0,-9 5 0 0 0,12-9-8 0 0,-5 4 4 0 0,0 0 0 0 0,-1-1-1 0 0,1 0 1 0 0,-1 0 0 0 0,-17 5-1 0 0,20-8-2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19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53 16783 0 0,'0'0'5136'0'0,"0"4"-4992"0"0,-11 48 799 0 0,6-29-723 0 0,0-1 0 0 0,2 1-1 0 0,0 0 1 0 0,2-1 0 0 0,2 34 0 0 0,0-50-182 0 0,0-1 1 0 0,1 1 0 0 0,0-1 0 0 0,4 9 0 0 0,2 6 97 0 0,-7-19-126 0 0,0 0 0 0 0,0 0 0 0 0,0 0 0 0 0,0 0 0 0 0,0 0 0 0 0,0 0 0 0 0,1 0 0 0 0,-1 0 0 0 0,0 0 0 0 0,1 0 0 0 0,-1 0 0 0 0,0-1 0 0 0,1 1 1 0 0,-1-1-1 0 0,1 1 0 0 0,-1-1 0 0 0,0 1 0 0 0,1-1 0 0 0,-1 0 0 0 0,1 0 0 0 0,0 0 0 0 0,-1 0 0 0 0,1 0 0 0 0,-1 0 0 0 0,1 0 0 0 0,-1 0 0 0 0,1-1 0 0 0,-1 1 0 0 0,1 0 0 0 0,-1-1 0 0 0,0 0 0 0 0,1 1 0 0 0,-1-1 0 0 0,2 0 0 0 0,4-7 19 0 0,0 0-1 0 0,-1-1 1 0 0,0 1-1 0 0,0-1 1 0 0,-1 0 0 0 0,0 0-1 0 0,-1-1 1 0 0,0 0 0 0 0,0 1-1 0 0,-1-1 1 0 0,0-1 0 0 0,2-14-1 0 0,-1-11 199 0 0,-2 1-1 0 0,-3-48 1 0 0,0 29 425 0 0,1 54-507 0 0,7 28 519 0 0,-1 0-476 0 0,-1-1 1 0 0,-1 1-1 0 0,-2 0 0 0 0,-1 0 0 0 0,-3 39 0 0 0,1-8 360 0 0,1-31-406 0 0,-1-10 3 0 0,1 0 0 0 0,1 0 1 0 0,0 0-1 0 0,7 29 0 0 0,-5-39-74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0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14 19495 0 0,'0'0'2407'0'0,"4"-3"-2182"0"0,10-8-81 0 0,-14 11-121 0 0,0 0 0 0 0,0 1 1 0 0,0-1-1 0 0,0 0 0 0 0,0 0 0 0 0,0 0 0 0 0,0 0 0 0 0,0 0 0 0 0,0 1 0 0 0,0-1 0 0 0,0 0 0 0 0,0 0 0 0 0,0 0 1 0 0,0 0-1 0 0,0 1 0 0 0,0-1 0 0 0,0 0 0 0 0,0 0 0 0 0,0 0 0 0 0,0 0 0 0 0,0 0 0 0 0,0 1 0 0 0,0-1 0 0 0,0 0 1 0 0,0 0-1 0 0,1 0 0 0 0,-1 0 0 0 0,0 0 0 0 0,0 0 0 0 0,0 0 0 0 0,0 1 0 0 0,0-1 0 0 0,0 0 0 0 0,0 0 0 0 0,1 0 1 0 0,-1 0-1 0 0,0 0 0 0 0,0 0 0 0 0,0 0 0 0 0,0 0 0 0 0,0 0 0 0 0,1 0 0 0 0,-1 0 0 0 0,0 0 0 0 0,0 0 0 0 0,0 0 1 0 0,0 0-1 0 0,0 0 0 0 0,1 0 0 0 0,-1 0 0 0 0,0 0 0 0 0,0 0 0 0 0,0 0 0 0 0,0 0 0 0 0,0 0 0 0 0,1 0 0 0 0,-1 0 0 0 0,0 0 1 0 0,0 0-1 0 0,0 0 0 0 0,0 0 0 0 0,0 0 0 0 0,1 0 0 0 0,-1-1 0 0 0,0 1 0 0 0,0 0 0 0 0,0 0 0 0 0,0 0 0 0 0,-2 11 663 0 0,2-11-741 0 0,-3 9 147 0 0,1 0 0 0 0,-1 0 0 0 0,2 0 0 0 0,-1 1-1 0 0,1-1 1 0 0,1 13 0 0 0,-1-5 35 0 0,-6 193 869 0 0,-1 50-674 0 0,8-186-122 0 0,19-56-30 0 0,-18-18-148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0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15272 0 0,'0'0'4279'0'0,"2"6"-3856"0"0,1 11-269 0 0,0-1-1 0 0,-1 1 1 0 0,0 0-1 0 0,-2 24 1 0 0,-10 73 756 0 0,5-75-446 0 0,2 1 0 0 0,3 56-1 0 0,5-28 756 0 0,-5-67-1122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1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11 15680 0 0,'0'0'2591'0'0,"-4"-2"-2375"0"0,-1 0 12 0 0,0 1 1 0 0,-1-1-1 0 0,1 1 0 0 0,-1 0 0 0 0,1 0 0 0 0,-1 1 0 0 0,0-1 0 0 0,1 1 0 0 0,-1 0 0 0 0,0 1 0 0 0,-6 1 0 0 0,-69 16 339 0 0,63-13-172 0 0,5-1-218 0 0,0 0 1 0 0,-22 12-1 0 0,28-12-136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1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6 13672 0 0,'0'0'1648'0'0,"-5"0"-1487"0"0,-8 1 125 0 0,1-1 0 0 0,-1 2-1 0 0,1 0 1 0 0,-25 7 0 0 0,15-2-166 0 0,5-1 121 0 0,0 0 0 0 0,1 1 0 0 0,-24 13 0 0 0,36-17-204 0 0,0-1 1 0 0,0 1-1 0 0,0 0 1 0 0,0 1 0 0 0,1-1-1 0 0,-1 1 1 0 0,1 0 0 0 0,0-1-1 0 0,0 1 1 0 0,0 0 0 0 0,1 1-1 0 0,-1-1 1 0 0,1 1 0 0 0,0-1-1 0 0,0 1 1 0 0,1-1 0 0 0,-2 9-1 0 0,2-11-29 0 0,1-1 0 0 0,0 1 0 0 0,-1 0-1 0 0,1 0 1 0 0,0 0 0 0 0,0-1 0 0 0,0 1-1 0 0,1 0 1 0 0,-1 0 0 0 0,0 0 0 0 0,1-1-1 0 0,-1 1 1 0 0,1 0 0 0 0,-1 0-1 0 0,1-1 1 0 0,0 1 0 0 0,0 0 0 0 0,0-1-1 0 0,0 1 1 0 0,0-1 0 0 0,0 1 0 0 0,2 0-1 0 0,0 1 1 0 0,-1-1-1 0 0,1-1 1 0 0,0 1-1 0 0,0 0 1 0 0,0-1 0 0 0,0 1-1 0 0,1-1 1 0 0,-1 0-1 0 0,0 0 1 0 0,0-1-1 0 0,5 2 1 0 0,3-1 17 0 0,1 0 1 0 0,-1-1-1 0 0,0-1 1 0 0,0 1-1 0 0,1-2 1 0 0,15-3-1 0 0,-20 3 2 0 0,0 0 0 0 0,0-1 0 0 0,0 0 0 0 0,0 0 0 0 0,-1 0 1 0 0,1-1-1 0 0,-1 0 0 0 0,0-1 0 0 0,0 1 0 0 0,0-1 0 0 0,-1 0 0 0 0,7-8 0 0 0,-11 11-12 0 0,0 0 0 0 0,0 0-1 0 0,0 0 1 0 0,0 0 0 0 0,-1 0-1 0 0,1 0 1 0 0,-1 0 0 0 0,1-1 0 0 0,-1 1-1 0 0,0 0 1 0 0,1 0 0 0 0,-1 0-1 0 0,0-1 1 0 0,-1 1 0 0 0,1-3 0 0 0,-10-39 193 0 0,5 24-131 0 0,4 16 5 0 0,1 1 0 0 0,-1-1-1 0 0,0 1 1 0 0,0-1-1 0 0,-1 1 1 0 0,1 0 0 0 0,-1 0-1 0 0,1 0 1 0 0,-4-5-1 0 0,4 8-61 0 0,1 0-1 0 0,0 1 0 0 0,-1-1 1 0 0,1 0-1 0 0,-1 0 0 0 0,1 0 1 0 0,0 0-1 0 0,-1 1 0 0 0,1-1 0 0 0,-1 0 1 0 0,1 0-1 0 0,0 1 0 0 0,-1-1 1 0 0,1 0-1 0 0,0 1 0 0 0,0-1 1 0 0,-1 0-1 0 0,1 1 0 0 0,0-1 1 0 0,0 0-1 0 0,-1 1 0 0 0,1-1 1 0 0,0 1-1 0 0,0-1 0 0 0,0 0 0 0 0,0 1 1 0 0,0-1-1 0 0,-1 1 0 0 0,1 0 1 0 0,-5 14 367 0 0,3 5-206 0 0,0 1 0 0 0,2 0 0 0 0,0-1 1 0 0,2 1-1 0 0,0-1 0 0 0,7 29 0 0 0,-6-41-87 0 0,0-1-1 0 0,0 0 1 0 0,1 0 0 0 0,-1 0-1 0 0,2 0 1 0 0,-1 0 0 0 0,1-1 0 0 0,0 0-1 0 0,0 0 1 0 0,10 9 0 0 0,-7-9-8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1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0 16184 0 0,'0'0'1129'0'0,"0"4"-563"0"0,0 47 474 0 0,1 13-116 0 0,-2 0 1 0 0,-3 0-1 0 0,-14 66 1 0 0,18-101-582 0 0,1-19-66 0 0,1-16 17 0 0,9-20-191 0 0,-3 10-66 0 0,14-59 114 0 0,-18 57-97 0 0,1 0 0 0 0,0 0 1 0 0,1 0-1 0 0,1 1 0 0 0,1 0 0 0 0,1 0 0 0 0,14-21 0 0 0,-23 38-40 0 0,1-1-1 0 0,-1 0 0 0 0,1 1 1 0 0,-1-1-1 0 0,1 1 0 0 0,-1-1 1 0 0,1 1-1 0 0,-1-1 0 0 0,1 1 1 0 0,-1-1-1 0 0,1 1 0 0 0,0 0 1 0 0,-1-1-1 0 0,1 1 0 0 0,0 0 1 0 0,-1 0-1 0 0,1-1 0 0 0,0 1 1 0 0,-1 0-1 0 0,1 0 0 0 0,0 0 1 0 0,0 0-1 0 0,-1 0 0 0 0,1 0 1 0 0,0 0-1 0 0,-1 0 0 0 0,1 0 1 0 0,0 0-1 0 0,0 0 0 0 0,-1 0 1 0 0,1 1-1 0 0,0-1 0 0 0,2 2 8 0 0,-1-1-1 0 0,-1 1 0 0 0,1-1 0 0 0,0 1 0 0 0,0 0 0 0 0,-1-1 0 0 0,1 1 0 0 0,-1 0 1 0 0,1 0-1 0 0,1 3 0 0 0,3 6 61 0 0,0 1 1 0 0,7 24 0 0 0,-8-20-24 0 0,-2 1-1 0 0,0 0 1 0 0,0 31 0 0 0,-2-31 17 0 0,0 0 1 0 0,1 0-1 0 0,1 0 0 0 0,5 17 1 0 0,-6-28-40 0 0,1 0-3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2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 23127 0 0,'5'25'-1'0'0,"-1"0"-1"0"0,-1 1 0 0 0,-2-1 1 0 0,-1 35-1 0 0,-44 386-28 0 0,43-426 33 0 0,1 1 1 0 0,2 20 0 0 0,0 7 1143 0 0,-2-47-1075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2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13 16983 0 0,'0'0'2832'0'0,"-5"-2"-2688"0"0,-2-1 85 0 0,-1 1-1 0 0,0 0 1 0 0,0 1 0 0 0,0 0-1 0 0,0 0 1 0 0,0 1-1 0 0,0 0 1 0 0,0 0-1 0 0,0 1 1 0 0,0 0-1 0 0,-10 2 1 0 0,-118 28 910 0 0,121-27-1045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4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2 8032 0 0,'0'0'11805'0'0,"-4"-1"-11603"0"0,-7 0-67 0 0,1 1 0 0 0,-1 1 0 0 0,0-1-1 0 0,1 2 1 0 0,0-1 0 0 0,-1 2 0 0 0,1-1 0 0 0,0 1-1 0 0,0 1 1 0 0,0 0 0 0 0,-15 8 0 0 0,22-10-77 0 0,-1 0 0 0 0,1 0 0 0 0,0 0 0 0 0,0 1 0 0 0,0-1 0 0 0,1 1 0 0 0,-1 0 0 0 0,1 0 0 0 0,-1 0 0 0 0,1 0 0 0 0,0 0 0 0 0,0 1 0 0 0,0-1 0 0 0,1 1 0 0 0,-1-1 0 0 0,1 1 0 0 0,0-1 0 0 0,0 1 0 0 0,0 0 0 0 0,0 0 0 0 0,1-1 0 0 0,0 1 0 0 0,-1 0 0 0 0,1 0 0 0 0,1 0 0 0 0,-1 0 0 0 0,1 5 0 0 0,3 0 25 0 0,0 0 0 0 0,0 0 1 0 0,1-1-1 0 0,0 1 0 0 0,0-1 1 0 0,1 0-1 0 0,0 0 0 0 0,1-1 1 0 0,0 0-1 0 0,0 0 0 0 0,16 12 1 0 0,-19-17-32 0 0,1 1 0 0 0,0-1 0 0 0,1 0 0 0 0,-1-1 0 0 0,0 1 0 0 0,1-1 0 0 0,-1 0 0 0 0,0 0 0 0 0,1 0 0 0 0,9-1 0 0 0,5-1 137 0 0,31-5 1 0 0,-30 3-21 0 0,9-3-28 0 0,-14 1-76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4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224 100 15880 0 0,'0'0'5582'0'0,"1"4"-5355"0"0,1 1-126 0 0,-1 0 0 0 0,0-1 1 0 0,0 1-1 0 0,0 0 0 0 0,-1 0 1 0 0,0 0-1 0 0,0 0 0 0 0,0 0 1 0 0,-1 6-1 0 0,-3 7 572 0 0,-11 33 1 0 0,14-49-656 0 0,0-1 0 0 0,0 1 1 0 0,0 0-1 0 0,0 0 0 0 0,-1-1 1 0 0,1 1-1 0 0,0-1 0 0 0,-1 1 1 0 0,1-1-1 0 0,-1 1 0 0 0,1-1 1 0 0,-1 0-1 0 0,0 0 0 0 0,0 0 1 0 0,1 0-1 0 0,-1 0 0 0 0,0 0 1 0 0,0 0-1 0 0,0-1 0 0 0,0 1 1 0 0,0-1-1 0 0,0 1 0 0 0,0-1 1 0 0,0 0-1 0 0,0 0 0 0 0,0 0 1 0 0,0 0-1 0 0,-3 0 1 0 0,-2-1 0 0 0,0 0 1 0 0,1 0 0 0 0,-1 0-1 0 0,0-1 1 0 0,1 0 0 0 0,0-1-1 0 0,-9-3 1 0 0,10 4-10 0 0,0-1 1 0 0,0 1-1 0 0,0-1 1 0 0,0 0-1 0 0,0 0 1 0 0,1 0-1 0 0,0-1 0 0 0,-1 1 1 0 0,1-1-1 0 0,1 0 1 0 0,-1 0-1 0 0,0-1 1 0 0,1 1-1 0 0,0-1 0 0 0,0 0 1 0 0,-4-8-1 0 0,3 1 11 0 0,-1 0 0 0 0,1 0 0 0 0,1 0 0 0 0,0-1 0 0 0,0 1 0 0 0,1-14 0 0 0,1 23-16 0 0,1 1 0 0 0,0-1 0 0 0,0 0-1 0 0,1 1 1 0 0,-1-1 0 0 0,0 0 0 0 0,1 1 0 0 0,0-1 0 0 0,-1 1 0 0 0,1-1 0 0 0,0 1 0 0 0,0-1 0 0 0,1 1 0 0 0,-1 0 0 0 0,1-1 0 0 0,-1 1 0 0 0,1 0-1 0 0,-1 0 1 0 0,1 0 0 0 0,0 0 0 0 0,0 0 0 0 0,0 0 0 0 0,0 1 0 0 0,1-1 0 0 0,-1 1 0 0 0,0-1 0 0 0,0 1 0 0 0,1 0 0 0 0,-1 0 0 0 0,1 0 0 0 0,-1 0-1 0 0,1 1 1 0 0,0-1 0 0 0,-1 1 0 0 0,4-1 0 0 0,-1 0 6 0 0,1 1 1 0 0,-1 0-1 0 0,1 0 0 0 0,-1 0 0 0 0,1 1 0 0 0,-1-1 1 0 0,0 1-1 0 0,1 1 0 0 0,-1-1 0 0 0,0 1 0 0 0,0 0 1 0 0,0 0-1 0 0,0 0 0 0 0,0 1 0 0 0,0-1 0 0 0,-1 1 0 0 0,1 1 1 0 0,7 6-1 0 0,-7-5 6 0 0,0 0 0 0 0,0 0 0 0 0,-1 1 0 0 0,0 0 0 0 0,0 0-1 0 0,0 0 1 0 0,-1 0 0 0 0,1 1 0 0 0,-1-1 0 0 0,-1 1 0 0 0,0 0 0 0 0,0 0 0 0 0,0 0 0 0 0,1 8 0 0 0,3 52 139 0 0,-6-52-115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5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15072 0 0,'0'0'1606'0'0,"16"15"91"0"0,-13-9-1463 0 0,0 0-1 0 0,0 1 0 0 0,0-1 0 0 0,-1 0 0 0 0,0 1 1 0 0,0 0-1 0 0,-1-1 0 0 0,0 1 0 0 0,0 0 1 0 0,0 0-1 0 0,-1 9 0 0 0,2 10 435 0 0,0 0-144 0 0,-2 37 1 0 0,-1-27 431 0 0,1-35-948 0 0,0-1 0 0 0,0 0 0 0 0,0 0 0 0 0,0 1 0 0 0,0-1-1 0 0,0 0 1 0 0,0 0 0 0 0,0 0 0 0 0,0 1 0 0 0,0-1 0 0 0,0 0 0 0 0,0 0-1 0 0,0 0 1 0 0,0 1 0 0 0,-1-1 0 0 0,1 0 0 0 0,0 0 0 0 0,0 0-1 0 0,0 0 1 0 0,0 1 0 0 0,-1-1 0 0 0,1 0 0 0 0,0 0 0 0 0,0 0 0 0 0,0 0-1 0 0,0 0 1 0 0,-1 0 0 0 0,1 0 0 0 0,0 1 0 0 0,0-1 0 0 0,-1 0 0 0 0,1 0-1 0 0,0 0 1 0 0,0 0 0 0 0,0 0 0 0 0,-1 0 0 0 0,1 0 0 0 0,0 0 0 0 0,0 0-1 0 0,-1 0 1 0 0,1 0 0 0 0,0 0 0 0 0,0 0 0 0 0,0-1 0 0 0,-1 1 0 0 0,1 0-1 0 0,0 0 1 0 0,0 0 0 0 0,0 0 0 0 0,-1 0 0 0 0,1 0 0 0 0,0 0-1 0 0,0-1 1 0 0,-1 1 2 0 0,1 0-1 0 0,-1-1 1 0 0,0 1-1 0 0,1 0 1 0 0,-1-1-1 0 0,1 1 1 0 0,-1 0-1 0 0,1-1 1 0 0,0 1-1 0 0,-1-1 1 0 0,1 1-1 0 0,-1-1 1 0 0,1 1 0 0 0,0-1-1 0 0,-1 1 1 0 0,1-1-1 0 0,0 0 1 0 0,0 1-1 0 0,-1-1 1 0 0,1 1-1 0 0,0-2 1 0 0,0-5 56 0 0,0-20 163 0 0,5-47 1 0 0,-3 65-190 0 0,0 0 0 0 0,0 0 0 0 0,1 1 1 0 0,0-1-1 0 0,0 1 0 0 0,1-1 1 0 0,0 1-1 0 0,1 1 0 0 0,6-10 1 0 0,-6 10 33 0 0,0 1 1 0 0,0 0 0 0 0,1 0-1 0 0,0 0 1 0 0,1 1 0 0 0,-1 0-1 0 0,1 0 1 0 0,8-5 0 0 0,-13 9-56 0 0,0 0 0 0 0,0 0 0 0 0,0 0 0 0 0,1 0 0 0 0,-1 1 0 0 0,0-1 0 0 0,0 1 0 0 0,0-1 0 0 0,1 1 0 0 0,-1 0 0 0 0,0 0 0 0 0,1 0 0 0 0,-1 0 0 0 0,0 0 0 0 0,0 0 0 0 0,1 1 0 0 0,-1-1 0 0 0,0 1 0 0 0,0 0 0 0 0,0 0 0 0 0,0-1 0 0 0,1 1 0 0 0,-1 0 0 0 0,0 1 0 0 0,-1-1 0 0 0,1 0 0 0 0,0 1 0 0 0,0-1 0 0 0,0 1 0 0 0,-1-1 0 0 0,1 1 0 0 0,-1 0 0 0 0,3 3 0 0 0,-1 2 35 0 0,0-1 0 0 0,0 1 0 0 0,-1-1 0 0 0,1 1 0 0 0,-2 0 0 0 0,1 0 0 0 0,1 12 0 0 0,0 1 54 0 0,1-1 30 0 0,-1 0-1 0 0,0 0 1 0 0,-1 0-1 0 0,-2 0 1 0 0,-1 24-1 0 0,1 15 517 0 0,10-44-282 0 0,-10-14-307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5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0 25039 0 0,'0'0'96'0'0,"0"6"-88"0"0,-14 185 165 0 0,4-86 97 0 0,10-98-255 0 0,-1 43 164 0 0,1-47-143 0 0,0-1 0 0 0,1 1 1 0 0,-1-1-1 0 0,1 1 0 0 0,0-1 0 0 0,-1 0 0 0 0,1 1 0 0 0,0-1 0 0 0,0 0 0 0 0,1 0 0 0 0,-1 0 0 0 0,0 0 0 0 0,1 0 0 0 0,-1 0 0 0 0,1 0 0 0 0,3 3 0 0 0,-5-4-24 0 0,1-1 0 0 0,-1 0 0 0 0,0 1 0 0 0,1-1 0 0 0,-1 1 0 0 0,0-1 1 0 0,1 0-1 0 0,-1 1 0 0 0,1-1 0 0 0,-1 0 0 0 0,1 0 0 0 0,-1 1 1 0 0,1-1-1 0 0,-1 0 0 0 0,1 0 0 0 0,-1 0 0 0 0,1 0 0 0 0,-1 1 1 0 0,1-1-1 0 0,-1 0 0 0 0,1 0 0 0 0,-1 0 0 0 0,1 0 0 0 0,-1 0 0 0 0,1 0 1 0 0,-1 0-1 0 0,1-1 0 0 0,-1 1 0 0 0,1 0 0 0 0,-1 0 0 0 0,1 0 1 0 0,-1 0-1 0 0,1-1 0 0 0,-1 1 0 0 0,1 0 0 0 0,-1 0 0 0 0,0-1 1 0 0,1 1-1 0 0,-1 0 0 0 0,1-1 0 0 0,0 0 0 0 0,5-3 52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5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0 16280 0 0,'0'0'2335'0'0,"-3"0"-2191"0"0,-20 1 1193 0 0,-32 7 0 0 0,31-5-940 0 0,-38 3-1 0 0,39-6-57 0 0,1 1 0 0 0,-1 0 0 0 0,0 2 0 0 0,-23 7 0 0 0,39-8-325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6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10040 0 0,'0'0'8353'0'0,"2"4"-8136"0"0,-1 5-35 0 0,1 1 1 0 0,-1 0-1 0 0,-1 18 0 0 0,0-18-44 0 0,0 0 1 0 0,1 0-1 0 0,0 0 0 0 0,0 0 0 0 0,4 11 1 0 0,0-2 308 0 0,-1 0 1 0 0,-1 0 0 0 0,0 0 0 0 0,-1 0 0 0 0,-2 25-1 0 0,0-44-437 0 0,1 0 0 0 0,-1 1 0 0 0,0-1-1 0 0,0 0 1 0 0,0 0 0 0 0,0 1 0 0 0,0-1-1 0 0,0 0 1 0 0,0 0 0 0 0,0 1 0 0 0,0-1-1 0 0,0 0 1 0 0,0 0 0 0 0,0 1 0 0 0,0-1-1 0 0,0 0 1 0 0,0 0 0 0 0,0 1 0 0 0,0-1-1 0 0,0 0 1 0 0,0 0 0 0 0,-1 0 0 0 0,1 1-1 0 0,0-1 1 0 0,0 0 0 0 0,0 0 0 0 0,0 0-1 0 0,0 1 1 0 0,0-1 0 0 0,-1 0 0 0 0,1 0-1 0 0,0 0 1 0 0,0 0 0 0 0,0 1 0 0 0,-1-1 0 0 0,1 0-1 0 0,0 0 1 0 0,0 0 0 0 0,0 0 0 0 0,-1 0-1 0 0,1 0 1 0 0,0 0 0 0 0,0 0 0 0 0,-1 0-1 0 0,1 0 1 0 0,0 0 0 0 0,0 0 0 0 0,-1 0-1 0 0,1 0 1 0 0,0 0 0 0 0,0 0 0 0 0,-1 0-1 0 0,1 0 1 0 0,0 0 0 0 0,0 0 0 0 0,-1 0-1 0 0,1 0 1 0 0,0 0 0 0 0,0 0 0 0 0,0 0-1 0 0,-1 0 1 0 0,1-1 0 0 0,0 1 0 0 0,0 0-1 0 0,-1 0 1 0 0,-10-14 402 0 0,9 4-360 0 0,-1 0-1 0 0,1 0 0 0 0,1-1 0 0 0,0 1 1 0 0,1 0-1 0 0,0-1 0 0 0,0 1 0 0 0,1-1 1 0 0,1 1-1 0 0,2-12 0 0 0,0 8 21 0 0,1 0-1 0 0,0 0 1 0 0,1 0 0 0 0,0 1-1 0 0,2 0 1 0 0,10-16 0 0 0,-16 25-40 0 0,3-3 24 0 0,0 0 1 0 0,1 1 0 0 0,-1-1 0 0 0,1 1-1 0 0,0 1 1 0 0,1-1 0 0 0,0 1 0 0 0,0 0 0 0 0,0 0-1 0 0,0 1 1 0 0,15-6 0 0 0,-21 9-39 0 0,0 1 1 0 0,1 0 0 0 0,-1 0-1 0 0,1 0 1 0 0,-1 0-1 0 0,0 0 1 0 0,1 0 0 0 0,-1 1-1 0 0,1-1 1 0 0,-1 0-1 0 0,0 1 1 0 0,1-1 0 0 0,-1 1-1 0 0,0-1 1 0 0,0 1-1 0 0,1-1 1 0 0,-1 1-1 0 0,0 0 1 0 0,2 1 0 0 0,18 21 157 0 0,-18-19-168 0 0,8 11 33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7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4 15680 0 0,'19'-3'3227'0'0,"-25"3"-2765"0"0,1 1-1 0 0,-1 0 0 0 0,0 0 1 0 0,1 1-1 0 0,-1 0 1 0 0,1 0-1 0 0,-8 3 0 0 0,-39 23-149 0 0,42-22-13 0 0,-7 4-198 0 0,2 0 0 0 0,-1 0 0 0 0,2 2 0 0 0,-1 0 0 0 0,-13 15 0 0 0,22-20-73 0 0,0 0 0 0 0,0 1 0 0 0,1 0 0 0 0,0 0 0 0 0,0 0 0 0 0,1 0 0 0 0,0 1-1 0 0,0 0 1 0 0,1 0 0 0 0,0 0 0 0 0,-2 17 0 0 0,4-23-18 0 0,1-1-1 0 0,0 1 1 0 0,0 0 0 0 0,0 0 0 0 0,0-1-1 0 0,0 1 1 0 0,1 0 0 0 0,-1 0 0 0 0,1-1 0 0 0,0 1-1 0 0,0 0 1 0 0,0-1 0 0 0,0 1 0 0 0,0-1-1 0 0,0 1 1 0 0,3 2 0 0 0,-3-4-5 0 0,0 0 0 0 0,0 0 0 0 0,0 1 0 0 0,1-1 0 0 0,-1 0 0 0 0,1 0 0 0 0,-1 0 0 0 0,0-1 0 0 0,1 1 0 0 0,-1 0 0 0 0,1 0 0 0 0,0-1 0 0 0,-1 1 0 0 0,1-1 0 0 0,0 0-1 0 0,-1 1 1 0 0,1-1 0 0 0,0 0 0 0 0,-1 0 0 0 0,1 0 0 0 0,0 0 0 0 0,-1 0 0 0 0,1 0 0 0 0,0-1 0 0 0,-1 1 0 0 0,1-1 0 0 0,2 0 0 0 0,6-3 6 0 0,0 0 0 0 0,0-1 0 0 0,-1 0 0 0 0,1 0 0 0 0,-1-1 0 0 0,-1 0 0 0 0,1-1 0 0 0,-1 1 0 0 0,0-2 0 0 0,-1 1 0 0 0,1-1 0 0 0,-2-1 0 0 0,10-13 0 0 0,-11 15 3 0 0,-1 0 0 0 0,-1 0 0 0 0,0 0 0 0 0,0 0-1 0 0,0 0 1 0 0,-1-1 0 0 0,0 0 0 0 0,0 1 0 0 0,-1-1 0 0 0,0 0 0 0 0,0 0 0 0 0,-1 1 0 0 0,0-1 0 0 0,0 0 0 0 0,-1 0 0 0 0,0 0-1 0 0,0 1 1 0 0,-1-1 0 0 0,-3-9 0 0 0,5 16 7 0 0,0 1-1 0 0,0-1 0 0 0,0 1 1 0 0,0-1-1 0 0,-1 1 1 0 0,1-1-1 0 0,0 1 0 0 0,0-1 1 0 0,0 1-1 0 0,0-1 1 0 0,-1 1-1 0 0,1-1 0 0 0,0 1 1 0 0,-1-1-1 0 0,1 1 0 0 0,0-1 1 0 0,-1 1-1 0 0,1-1 1 0 0,0 1-1 0 0,-1 0 0 0 0,1-1 1 0 0,-1 1-1 0 0,1 0 1 0 0,-1-1-1 0 0,1 1 0 0 0,-1 0 1 0 0,0-1-1 0 0,-5 21 188 0 0,4-7-126 0 0,1 1 0 0 0,0-1-1 0 0,1 0 1 0 0,0 0 0 0 0,1 1 0 0 0,1-1 0 0 0,0 0 0 0 0,1 0 0 0 0,8 23 0 0 0,-8-30-35 0 0,-1 0 1 0 0,1-1 0 0 0,1 1 0 0 0,-1-1 0 0 0,1 0 0 0 0,0 0 0 0 0,0 0 0 0 0,1-1 0 0 0,9 9 0 0 0,-7-7 51 0 0,1 0 0 0 0,0-1 0 0 0,1 0 1 0 0,-1 0-1 0 0,17 6 0 0 0,-20-9-69 0 0,-1-1 0 0 0,1 0 1 0 0,0 0-1 0 0,0-1 0 0 0,0 1 0 0 0,0-1 0 0 0,9-1 0 0 0,3-2 57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7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3 17183 0 0,'0'0'4762'0'0,"-5"-2"-4573"0"0,-2 2-126 0 0,0-1 1 0 0,-1 1-1 0 0,1 1 0 0 0,0-1 1 0 0,0 1-1 0 0,0 0 0 0 0,0 1 1 0 0,0-1-1 0 0,0 1 0 0 0,0 1 1 0 0,1 0-1 0 0,-1 0 0 0 0,-10 6 1 0 0,5-2-5 0 0,0 1 1 0 0,1-1 0 0 0,0 2 0 0 0,0 0 0 0 0,1 0-1 0 0,-16 19 1 0 0,22-24-40 0 0,1 0-1 0 0,0 1 0 0 0,0-1 0 0 0,0 1 1 0 0,1-1-1 0 0,-1 1 0 0 0,1 0 0 0 0,0 0 1 0 0,1 0-1 0 0,-1 1 0 0 0,1-1 0 0 0,0 0 1 0 0,0 0-1 0 0,1 1 0 0 0,0-1 0 0 0,0 1 1 0 0,0-1-1 0 0,0 0 0 0 0,1 1 1 0 0,0-1-1 0 0,0 0 0 0 0,0 0 0 0 0,1 1 1 0 0,0-1-1 0 0,0 0 0 0 0,0 0 0 0 0,0-1 1 0 0,1 1-1 0 0,0 0 0 0 0,0-1 0 0 0,0 0 1 0 0,1 0-1 0 0,-1 0 0 0 0,1 0 0 0 0,0 0 1 0 0,0-1-1 0 0,6 5 0 0 0,-3-3 3 0 0,0-1-1 0 0,0 1 1 0 0,1-1-1 0 0,-1-1 1 0 0,1 0-1 0 0,0 0 1 0 0,0 0-1 0 0,0-1 0 0 0,1 0 1 0 0,-1 0-1 0 0,1-1 1 0 0,-1 0-1 0 0,0-1 1 0 0,1 0-1 0 0,-1 0 1 0 0,1-1-1 0 0,-1 0 1 0 0,1 0-1 0 0,12-4 1 0 0,-6 0 17 0 0,-1 0 0 0 0,1 0 0 0 0,17-10 0 0 0,-14 6-5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7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1 14872 0 0,'0'0'4727'0'0,"-2"4"-4583"0"0,-8 31 344 0 0,-30 109 992 0 0,36-124-1317 0 0,0 1 0 0 0,2-1 0 0 0,0 0 0 0 0,1 1 0 0 0,3 25 0 0 0,3-15 181 0 0,1 0 0 0 0,1-1 0 0 0,19 48 0 0 0,-25-74-210 0 0,-1-3 2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8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1 23551 0 0,'0'0'64'0'0,"-4"0"-56"0"0,-66 7 6 0 0,44-3-9 0 0,-30 0 0 0 0,15-4-13 0 0,-1 2 0 0 0,-64 11 0 0 0,85-11-16 0 0,15-2 16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8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303 141 12256 0 0,'0'0'497'0'0,"3"4"-244"0"0,0-1-150 0 0,-2-2-55 0 0,0 0 1 0 0,0 0-1 0 0,0 0 0 0 0,0 0 0 0 0,0 0 0 0 0,0 0 0 0 0,0 1 0 0 0,-1-1 0 0 0,1 0 0 0 0,0 1 0 0 0,-1-1 0 0 0,1 0 0 0 0,-1 1 0 0 0,1-1 1 0 0,-1 0-1 0 0,0 1 0 0 0,1-1 0 0 0,-1 1 0 0 0,0-1 0 0 0,0 1 0 0 0,0-1 0 0 0,0 1 0 0 0,0-1 0 0 0,-1 1 0 0 0,1-1 0 0 0,0 1 0 0 0,-1 1 1 0 0,-14 26 1168 0 0,13-25-1089 0 0,1 0 0 0 0,-1 0-1 0 0,0 0 1 0 0,0 0 0 0 0,0-1-1 0 0,-1 1 1 0 0,0-1 0 0 0,1 1-1 0 0,-5 3 1 0 0,-4 1 29 0 0,-1 0-1 0 0,0 0 1 0 0,-1-1-1 0 0,0-1 1 0 0,0 0-1 0 0,0-1 1 0 0,-1 0-1 0 0,0-1 1 0 0,0 0-1 0 0,0-1 1 0 0,0-1-1 0 0,-15 1 1 0 0,26-3-120 0 0,-1 0 1 0 0,1 0-1 0 0,-1-1 1 0 0,1 1-1 0 0,0-1 1 0 0,0 1 0 0 0,-1-1-1 0 0,1 0 1 0 0,0 0-1 0 0,0-1 1 0 0,0 1-1 0 0,0-1 1 0 0,0 1-1 0 0,0-1 1 0 0,0 0 0 0 0,1 0-1 0 0,-1 0 1 0 0,1-1-1 0 0,-1 1 1 0 0,1-1-1 0 0,0 1 1 0 0,0-1-1 0 0,0 0 1 0 0,0 0-1 0 0,1 1 1 0 0,-1-1 0 0 0,1 0-1 0 0,-1-1 1 0 0,1 1-1 0 0,-1-4 1 0 0,-1-5 75 0 0,0 0 1 0 0,1 0-1 0 0,0-1 1 0 0,0 1-1 0 0,2-1 1 0 0,0-20-1 0 0,1 25-42 0 0,0 0 0 0 0,0 0 0 0 0,1 0 0 0 0,0 0 0 0 0,1 0 0 0 0,0 0 0 0 0,0 1 0 0 0,0-1-1 0 0,1 1 1 0 0,0 0 0 0 0,1 0 0 0 0,7-9 0 0 0,-8 12-14 0 0,-1-1 1 0 0,1 1-1 0 0,1 0 0 0 0,-1 0 0 0 0,1 1 0 0 0,-1-1 1 0 0,1 1-1 0 0,0 0 0 0 0,0 1 0 0 0,1-1 1 0 0,-1 1-1 0 0,0 0 0 0 0,1 0 0 0 0,-1 1 1 0 0,1-1-1 0 0,0 1 0 0 0,-1 0 0 0 0,7 1 1 0 0,-3 0 7 0 0,0 1 0 0 0,0 0 0 0 0,0 0 1 0 0,0 1-1 0 0,-1 1 0 0 0,1-1 0 0 0,-1 1 0 0 0,0 1 1 0 0,1 0-1 0 0,-1 0 0 0 0,-1 0 0 0 0,1 1 0 0 0,7 6 1 0 0,-9-6-24 0 0,0 0 0 0 0,-1 0 1 0 0,1 1-1 0 0,-1-1 0 0 0,0 1 0 0 0,-1 1 1 0 0,1-1-1 0 0,-1 1 0 0 0,0-1 0 0 0,-1 1 1 0 0,0 0-1 0 0,0 1 0 0 0,0-1 0 0 0,-1 0 1 0 0,2 11-1 0 0,-1 7 15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29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 10 22415 0 0,'0'0'40'0'0,"0"4"-32"0"0,-30 200 96 0 0,28-173-32 0 0,2 37 0 0 0,0-28 199 0 0,0-40-265 0 0,0 0 0 0 0,0 0 0 0 0,0 1-1 0 0,0-1 1 0 0,1 0 0 0 0,-1 0 0 0 0,0 1 0 0 0,0-1 0 0 0,0 0 0 0 0,0 0-1 0 0,0 0 1 0 0,0 1 0 0 0,0-1 0 0 0,0 0 0 0 0,-1 0 0 0 0,1 1 0 0 0,0-1-1 0 0,0 0 1 0 0,0 0 0 0 0,0 0 0 0 0,0 1 0 0 0,0-1 0 0 0,0 0 0 0 0,0 0-1 0 0,-1 0 1 0 0,1 0 0 0 0,0 1 0 0 0,0-1 0 0 0,0 0 0 0 0,0 0 0 0 0,-1 0-1 0 0,1 0 1 0 0,0 0 0 0 0,0 1 0 0 0,0-1 0 0 0,-1 0 0 0 0,-5-6 101 0 0,-5-13-38 0 0,7 4-37 0 0,1-1 0 0 0,0 1 0 0 0,1-1 0 0 0,1 0 0 0 0,1 0 0 0 0,0 0 0 0 0,1 1 0 0 0,0-1 0 0 0,1 0 0 0 0,1 1 0 0 0,1-1 0 0 0,0 1 0 0 0,8-17 0 0 0,-9 24-4 0 0,1 0 1 0 0,1 0-1 0 0,0 0 0 0 0,0 1 0 0 0,0 0 1 0 0,1 0-1 0 0,11-10 0 0 0,-13 13-8 0 0,0 1 1 0 0,0 0-1 0 0,1 1 0 0 0,-1-1 0 0 0,1 1 0 0 0,0 0 1 0 0,-1 0-1 0 0,1 0 0 0 0,0 0 0 0 0,0 1 1 0 0,0 0-1 0 0,0 0 0 0 0,0 0 0 0 0,8 1 1 0 0,47-4 139 0 0,-36 4-114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0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2 10248 0 0,'0'0'7209'0'0,"-3"0"-7180"0"0,-3-1 80 0 0,0 0 1 0 0,0 1-1 0 0,0 0 1 0 0,0 1-1 0 0,0-1 0 0 0,0 1 1 0 0,1 0-1 0 0,-1 1 0 0 0,0-1 1 0 0,0 1-1 0 0,1 0 0 0 0,-1 0 1 0 0,1 1-1 0 0,0 0 0 0 0,-7 4 1 0 0,5-2-11 0 0,1 0 1 0 0,-1 0-1 0 0,1 1 0 0 0,0 0 1 0 0,0 0-1 0 0,0 0 0 0 0,1 1 1 0 0,0 0-1 0 0,0 0 0 0 0,-6 15 1 0 0,4-7-30 0 0,0 0 0 0 0,2 1 0 0 0,0 0 0 0 0,1 0 0 0 0,0 1 0 0 0,1-1 0 0 0,1 1 0 0 0,0 22 0 0 0,2-16-24 0 0,1 1-1 0 0,8 44 1 0 0,-7-57-43 0 0,1-1 0 0 0,0 0 0 0 0,1-1 0 0 0,0 1 0 0 0,0-1 1 0 0,1 1-1 0 0,0-1 0 0 0,1-1 0 0 0,7 10 0 0 0,-8-11-3 0 0,1 0 0 0 0,0-1 0 0 0,1 0 0 0 0,-1 0 0 0 0,1 0 0 0 0,0-1-1 0 0,1 0 1 0 0,-1 0 0 0 0,16 7 0 0 0,0-4-7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1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46 12256 0 0,'0'0'1221'0'0,"0"-4"-1112"0"0,-1-35 2559 0 0,0 38-2655 0 0,1 1 0 0 0,0 0-1 0 0,0 0 1 0 0,0 0 0 0 0,0 0 0 0 0,0 0-1 0 0,0 0 1 0 0,0 0 0 0 0,0 0 0 0 0,0 0-1 0 0,0-1 1 0 0,0 1 0 0 0,0 0-1 0 0,0 0 1 0 0,0 0 0 0 0,-1 0 0 0 0,1 0-1 0 0,0 0 1 0 0,0 0 0 0 0,0 0 0 0 0,0 0-1 0 0,0 0 1 0 0,0 0 0 0 0,0 0 0 0 0,0 0-1 0 0,-1 0 1 0 0,1 0 0 0 0,0 0 0 0 0,0 0-1 0 0,0 0 1 0 0,0 0 0 0 0,0 0-1 0 0,0 0 1 0 0,0 0 0 0 0,0 0 0 0 0,-1 0-1 0 0,1 0 1 0 0,0 0 0 0 0,0 0 0 0 0,0 0-1 0 0,0 0 1 0 0,0 0 0 0 0,0 0 0 0 0,0 0-1 0 0,0 0 1 0 0,0 0 0 0 0,-1 1-1 0 0,1-1 1 0 0,0 0 0 0 0,0 0 0 0 0,0 0-1 0 0,0 0 1 0 0,0 0 0 0 0,0 0 0 0 0,0 0-1 0 0,0 0 1 0 0,0 1 0 0 0,-6 4 250 0 0,5-5-274 0 0,-4 11 180 0 0,1 0 1 0 0,0 1 0 0 0,1-1 0 0 0,0 1-1 0 0,1-1 1 0 0,-2 19 0 0 0,2 75 551 0 0,3-63-372 0 0,-1-13 110 0 0,-1 0-1 0 0,-7 35 0 0 0,8-62-399 0 0,0-1 0 0 0,0 1-1 0 0,0-1 1 0 0,0 1 0 0 0,0-1 0 0 0,1 0 0 0 0,-1 1-1 0 0,1-1 1 0 0,-1 1 0 0 0,1-1 0 0 0,-1 0 0 0 0,1 1-1 0 0,-1-1 1 0 0,1 0 0 0 0,0 0 0 0 0,0 1 0 0 0,0-1 0 0 0,2 2-1 0 0,-2 16 1213 0 0,-1-16-1170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1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13 14368 0 0,'-11'-9'4321'0'0,"-6"7"-4018"0"0,0 1-1 0 0,-1 0 1 0 0,1 2 0 0 0,-18 2 0 0 0,28-3-203 0 0,-15 3 98 0 0,0 2 0 0 0,0 0 0 0 0,-29 11 0 0 0,41-12-180 0 0,5-3-12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2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0 17759 0 0,'0'0'34'0'0,"-3"4"-20"0"0,-2 5 2 0 0,0 0-1 0 0,1 0 0 0 0,0 1 0 0 0,0-1 0 0 0,1 1 1 0 0,0 0-1 0 0,-2 17 0 0 0,-6 78 129 0 0,10-90-123 0 0,-2 57 121 0 0,3-31 35 0 0,-8 42 0 0 0,8-79-67 0 0,-1 1-1 0 0,1 0 1 0 0,0 0 0 0 0,0-1-1 0 0,0 1 1 0 0,1 0-1 0 0,0-1 1 0 0,1 7 0 0 0,9-25-33 0 0,-1-1 0 0 0,-1 0 0 0 0,0-1 0 0 0,9-24 0 0 0,1 1 136 0 0,-15 31-113 0 0,1 1-1 0 0,0-1 1 0 0,0 1-1 0 0,1 1 0 0 0,0-1 1 0 0,8-6-1 0 0,-3 2 205 0 0,-11 10-282 0 0,1 1 0 0 0,0-1-1 0 0,0 0 1 0 0,0 0-1 0 0,0 1 1 0 0,0-1 0 0 0,0 0-1 0 0,1 1 1 0 0,-1-1 0 0 0,0 1-1 0 0,0-1 1 0 0,0 1 0 0 0,1 0-1 0 0,-1 0 1 0 0,0-1-1 0 0,0 1 1 0 0,0 0 0 0 0,1 0-1 0 0,-1 0 1 0 0,0 0 0 0 0,0 0-1 0 0,1 1 1 0 0,-1-1-1 0 0,0 0 1 0 0,0 1 0 0 0,1-1-1 0 0,-1 0 1 0 0,0 1 0 0 0,0-1-1 0 0,0 1 1 0 0,0 0-1 0 0,0-1 1 0 0,0 1 0 0 0,0 0-1 0 0,1 1 1 0 0,1 0 3 0 0,0 1 1 0 0,-1 0-1 0 0,1 0 0 0 0,-1 0 1 0 0,0 0-1 0 0,1 0 0 0 0,-2 0 1 0 0,1 0-1 0 0,0 1 0 0 0,1 5 1 0 0,-2-8-21 0 0,3 11 39 0 0,-1 0 1 0 0,0 0-1 0 0,0 0 1 0 0,-2 0-1 0 0,2 19 1 0 0,-4-21-24 0 0,0-1-1 0 0,0 0 1 0 0,0 0 0 0 0,-1 0 0 0 0,-7 17 0 0 0,9-17 12 0 0,0-4-25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2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77 118 19287 0 0,'0'4'1'0'0,"0"-4"-1"0"0,0 1 0 0 0,0-1 0 0 0,0 1 0 0 0,0-1 0 0 0,0 0 0 0 0,0 1 0 0 0,0-1 0 0 0,0 0 0 0 0,0 1 0 0 0,0-1 0 0 0,1 1 0 0 0,-1-1 0 0 0,0 0 0 0 0,0 1 0 0 0,0-1 0 0 0,0 0 0 0 0,1 1 0 0 0,-1-1 0 0 0,0 0 0 0 0,1 0 0 0 0,-1 1 0 0 0,0-1 0 0 0,0 0 0 0 0,1 0 0 0 0,-1 1 0 0 0,0-1 0 0 0,1 0 0 0 0,-1 0 0 0 0,1 1 0 0 0,9 7 7 0 0,-8-7-8 0 0,0-1 0 0 0,0 1-1 0 0,0 0 1 0 0,1-1 0 0 0,-1 1-1 0 0,0-1 1 0 0,1 0 0 0 0,-1 1 0 0 0,0-1-1 0 0,0 0 1 0 0,1 0 0 0 0,-1-1-1 0 0,0 1 1 0 0,1 0 0 0 0,-1-1-1 0 0,3-1 1 0 0,39-13-30 0 0,-22 3 0 0 0,-1-1 1 0 0,24-19-1 0 0,-44 32 31 0 0,0-1-1 0 0,0 0 0 0 0,0 0 1 0 0,0 1-1 0 0,0-1 1 0 0,0 0-1 0 0,-1 0 1 0 0,1 0-1 0 0,0 0 0 0 0,-1 0 1 0 0,1 0-1 0 0,-1 0 1 0 0,1 0-1 0 0,-1 0 1 0 0,1 0-1 0 0,-1 0 1 0 0,0-1-1 0 0,1 1 0 0 0,-1 0 1 0 0,0 0-1 0 0,0 0 1 0 0,0 0-1 0 0,0-1 1 0 0,0 1-1 0 0,0 0 0 0 0,0 0 1 0 0,0 0-1 0 0,-1-1 1 0 0,1 1-1 0 0,0 0 1 0 0,-1 0-1 0 0,1 0 1 0 0,-1 0-1 0 0,1 0 0 0 0,-1 0 1 0 0,0 0-1 0 0,1 0 1 0 0,-1 0-1 0 0,0 0 1 0 0,1 0-1 0 0,-1 0 0 0 0,0 1 1 0 0,-2-2-1 0 0,1-1 2 0 0,-1 1-1 0 0,0 0 0 0 0,1 0 0 0 0,-1 0 1 0 0,0 0-1 0 0,0 0 0 0 0,0 0 0 0 0,-1 1 1 0 0,1 0-1 0 0,0 0 0 0 0,-1 0 0 0 0,1 0 1 0 0,-4-1-1 0 0,-1 3 7 0 0,0-1 0 0 0,1 1-1 0 0,-1 1 1 0 0,1-1 0 0 0,0 1 0 0 0,-1 1 0 0 0,1-1 0 0 0,0 1 0 0 0,0 1 0 0 0,1-1 0 0 0,-1 1-1 0 0,1 0 1 0 0,0 0 0 0 0,0 1 0 0 0,0 0 0 0 0,0 0 0 0 0,1 1 0 0 0,0-1 0 0 0,0 1 0 0 0,0 0 0 0 0,-4 9-1 0 0,-5 7 85 0 0,2 1 0 0 0,1 0 0 0 0,1 1 0 0 0,-15 49 0 0 0,25-71-75 0 0,-1-1-1 0 0,1 1 1 0 0,-1 0-1 0 0,1-1 1 0 0,0 1-1 0 0,0 0 1 0 0,0-1-1 0 0,0 1 1 0 0,0 0-1 0 0,0 0 1 0 0,0-1-1 0 0,0 1 1 0 0,1 0-1 0 0,-1 0 1 0 0,1-1-1 0 0,-1 1 1 0 0,1-1-1 0 0,0 1 1 0 0,-1 0-1 0 0,1-1 1 0 0,0 1-1 0 0,0-1 1 0 0,0 0-1 0 0,0 1 1 0 0,1-1-1 0 0,-1 0 1 0 0,0 0-1 0 0,0 1 1 0 0,1-1-1 0 0,-1 0 1 0 0,1 0-1 0 0,2 1 1 0 0,0 0 6 0 0,1 0 0 0 0,0-1 0 0 0,-1 1 0 0 0,1-1 0 0 0,0 0 0 0 0,0 0 0 0 0,0-1 0 0 0,0 1 0 0 0,0-1 0 0 0,7-1 0 0 0,5-1 24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2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13360 0 0,'0'0'4831'0'0,"-2"4"-4687"0"0,-4 10 87 0 0,1 1-1 0 0,0 0 0 0 0,2 1 1 0 0,-1-1-1 0 0,2 0 0 0 0,-1 32 1 0 0,-5 20 278 0 0,7-55-322 0 0,0-1 0 0 0,1 1 0 0 0,1 14 0 0 0,0 7 359 0 0,-1-28-498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3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19743 0 0,'0'0'279'0'0,"-3"5"-251"0"0,1-2 32 0 0,0 1 0 0 0,0-1 0 0 0,0 1 0 0 0,1 0 1 0 0,-1 0-1 0 0,1 0 0 0 0,0 0 0 0 0,0 0 0 0 0,0 0 0 0 0,1 0 0 0 0,-1 0 0 0 0,1 5 0 0 0,0-8 20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3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 20823 0 0,'-5'19'10'0'0,"-17"149"-15"0"0,9-50 0 0 0,12-92 0 0 0,2-22 3 0 0,-1-1 1 0 0,0 1 0 0 0,0 0-1 0 0,-1-1 1 0 0,1 1 0 0 0,-1 0 0 0 0,-1 6-1 0 0,0 16-45 0 0,2-18 37 0 0,0-7 3 0 0,6-15 6 0 0,-4 11 2 0 0,0-1 0 0 0,-1 0 0 0 0,1 1-1 0 0,-1-1 1 0 0,0 0 0 0 0,0 0 0 0 0,0 0 0 0 0,0 0 0 0 0,-1 0 0 0 0,1-4-1 0 0,2-15 2 0 0,9-16 54 0 0,1 2 1 0 0,29-58-1 0 0,-38 87-16 0 0,0 1 0 0 0,0-1 0 0 0,1 1 0 0 0,0 0 0 0 0,0 0 0 0 0,1 0 0 0 0,0 0 0 0 0,0 1 0 0 0,0 0 0 0 0,8-5 0 0 0,7 8 183 0 0,-14 3-129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4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89 6824 0 0,'0'0'8768'0'0,"0"4"-8566"0"0,0 6-17 0 0,0 0-1 0 0,-1 0 0 0 0,0 0 1 0 0,0 0-1 0 0,-1 0 1 0 0,0 0-1 0 0,-1 0 0 0 0,0-1 1 0 0,-8 17-1 0 0,6-15-16 0 0,5-10-140 0 0,-1 1-1 0 0,1-1 1 0 0,0 0 0 0 0,-1 1 0 0 0,1-1-1 0 0,-1 0 1 0 0,0 0 0 0 0,1 1 0 0 0,-1-1-1 0 0,0 0 1 0 0,0 0 0 0 0,1 0 0 0 0,-1 0-1 0 0,0 0 1 0 0,0 0 0 0 0,0 0 0 0 0,0 0-1 0 0,-1-1 1 0 0,-1 2 0 0 0,-10 7 560 0 0,13-9-576 0 0,0 1 0 0 0,-1 0 0 0 0,1-1 0 0 0,-1 1 0 0 0,1-1 0 0 0,-1 0 0 0 0,1 1 0 0 0,-1-1 0 0 0,1 1 0 0 0,-1-1 0 0 0,1 0 0 0 0,-1 1-1 0 0,1-1 1 0 0,-1 0 0 0 0,1 0 0 0 0,-1 1 0 0 0,0-1 0 0 0,1 0 0 0 0,-1 0 0 0 0,0 0 0 0 0,1 0 0 0 0,-1 0 0 0 0,0 0 0 0 0,1 0 0 0 0,-1 0 0 0 0,1 0 0 0 0,-1 0 0 0 0,0 0 0 0 0,1 0 0 0 0,-1 0 0 0 0,0-1 0 0 0,1 1 0 0 0,-1 0-1 0 0,0-1 1 0 0,-4-2 43 0 0,1 0-1 0 0,-1-1 0 0 0,1 1 1 0 0,0-1-1 0 0,1 0 0 0 0,-1 0 1 0 0,0 0-1 0 0,1-1 1 0 0,0 0-1 0 0,0 1 0 0 0,1-1 1 0 0,-1 0-1 0 0,1 0 0 0 0,0 0 1 0 0,0 0-1 0 0,1-1 0 0 0,-1 1 1 0 0,1 0-1 0 0,0-1 0 0 0,1 1 1 0 0,-1-1-1 0 0,1 1 0 0 0,0-1 1 0 0,1 1-1 0 0,-1-1 0 0 0,1 1 1 0 0,0-1-1 0 0,3-6 0 0 0,-4 9-27 0 0,3-8 55 0 0,-1 1-1 0 0,1 0 0 0 0,1 0 1 0 0,6-12-1 0 0,-8 19-48 0 0,0 0-1 0 0,0 0 0 0 0,0 0 1 0 0,1 0-1 0 0,-1 0 1 0 0,1 1-1 0 0,0-1 1 0 0,0 1-1 0 0,0 0 1 0 0,0 0-1 0 0,0 0 0 0 0,0 0 1 0 0,0 0-1 0 0,1 1 1 0 0,-1 0-1 0 0,4-2 1 0 0,-3 2-9 0 0,0 0 1 0 0,0 1-1 0 0,0-1 1 0 0,0 1 0 0 0,0-1-1 0 0,0 1 1 0 0,0 0 0 0 0,0 1-1 0 0,0-1 1 0 0,0 1-1 0 0,-1 0 1 0 0,1 0 0 0 0,0 0-1 0 0,0 0 1 0 0,-1 1-1 0 0,1-1 1 0 0,0 1 0 0 0,-1 0-1 0 0,0 0 1 0 0,1 0-1 0 0,-1 1 1 0 0,0-1 0 0 0,0 1-1 0 0,4 4 1 0 0,-2-1 22 0 0,0 1-1 0 0,0-1 1 0 0,0 1-1 0 0,-1 0 1 0 0,0 0 0 0 0,0 0-1 0 0,-1 1 1 0 0,0-1-1 0 0,-1 1 1 0 0,1 0 0 0 0,0 8-1 0 0,0-1 58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5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14368 0 0,'0'0'4353'0'0,"-2"22"-3753"0"0,0 31 125 0 0,1-30-575 0 0,0 0 0 0 0,2 1 0 0 0,1-1 1 0 0,7 41-1 0 0,-8-60-116 0 0,1 1 1 0 0,-1 0 0 0 0,1 0 0 0 0,0-1 0 0 0,1 1-1 0 0,-1-1 1 0 0,1 0 0 0 0,0 1 0 0 0,0-1 0 0 0,5 5-1 0 0,-7-9-27 0 0,-1 0 0 0 0,1 1-1 0 0,0-1 1 0 0,-1 0 0 0 0,1 0-1 0 0,0 0 1 0 0,-1 0 0 0 0,1 0-1 0 0,0 0 1 0 0,-1 0 0 0 0,1 0-1 0 0,0-1 1 0 0,-1 1 0 0 0,1 0-1 0 0,0 0 1 0 0,-1 0 0 0 0,1-1-1 0 0,-1 1 1 0 0,1 0 0 0 0,0-1-1 0 0,-1 1 1 0 0,1-1 0 0 0,-1 1-1 0 0,1 0 1 0 0,-1-1 0 0 0,1 0-1 0 0,13-14 173 0 0,1-14-32 0 0,-2-1 1 0 0,-1-1-1 0 0,-1 0 1 0 0,6-33-1 0 0,-15 56-86 0 0,1 1-1 0 0,0 0 0 0 0,7-14 0 0 0,6-12 225 0 0,-16 33-278 0 0,0 0 1 0 0,0 0 0 0 0,0 1 0 0 0,0-1 0 0 0,1 0 0 0 0,-1 0-1 0 0,0 0 1 0 0,0 1 0 0 0,0-1 0 0 0,0 0 0 0 0,1 0 0 0 0,-1 0-1 0 0,0 1 1 0 0,0-1 0 0 0,0 0 0 0 0,1 0 0 0 0,-1 0 0 0 0,0 0-1 0 0,0 0 1 0 0,0 0 0 0 0,1 1 0 0 0,-1-1 0 0 0,0 0 0 0 0,0 0-1 0 0,1 0 1 0 0,-1 0 0 0 0,0 0 0 0 0,0 0 0 0 0,1 0-1 0 0,-1 0 1 0 0,0 0 0 0 0,0 0 0 0 0,1 0 0 0 0,-1 0 0 0 0,0 0-1 0 0,0 0 1 0 0,1-1 0 0 0,-1 1 0 0 0,0 0 0 0 0,0 0 0 0 0,1 0-1 0 0,-1 0 1 0 0,0 0 0 0 0,0 0 0 0 0,0-1 0 0 0,1 1 0 0 0,-1 0-1 0 0,0 0 1 0 0,0 0 0 0 0,0-1 0 0 0,0 1 0 0 0,0 0 0 0 0,1 0-1 0 0,-1 0 1 0 0,0-1 0 0 0,0 1 0 0 0,0 0 0 0 0,0 0-1 0 0,0-1 1 0 0,0 1 0 0 0,0 0 0 0 0,0 0 0 0 0,0-1 0 0 0,0 1-1 0 0,7 20 139 0 0,-1 32 127 0 0,-3-25-41 0 0,0 0 1 0 0,2-1-1 0 0,13 42 1 0 0,-18-67-212 0 0,0 0 0 0 0,0 0 0 0 0,1 0 0 0 0,-1 0 0 0 0,1 0 0 0 0,-1 0 0 0 0,1 0 0 0 0,-1 0 0 0 0,1 0 0 0 0,-1 0-1 0 0,1 0 1 0 0,0 0 0 0 0,-1 0 0 0 0,1-1 0 0 0,0 1 0 0 0,0 0 0 0 0,0-1 0 0 0,0 1 0 0 0,0 0 0 0 0,0-1 0 0 0,0 1 0 0 0,0-1 0 0 0,0 1 0 0 0,0-1 0 0 0,0 0 0 0 0,0 0 0 0 0,0 1 0 0 0,0-1 0 0 0,0 0 0 0 0,0 0 0 0 0,0 0 0 0 0,0 0 0 0 0,0 0 0 0 0,0 0 0 0 0,0 0-1 0 0,0 0 1 0 0,1-1 0 0 0,-1 1 0 0 0,0 0 0 0 0,0-1 0 0 0,0 1 0 0 0,0-1 0 0 0,0 1 0 0 0,0-1 0 0 0,-1 1 0 0 0,1-1 0 0 0,0 0 0 0 0,0 1 0 0 0,0-1 0 0 0,0-1 0 0 0,4-1 13 0 0,-1-1 0 0 0,1 0 1 0 0,-1-1-1 0 0,-1 1 0 0 0,1-1 0 0 0,0 0 0 0 0,4-9 1 0 0,12-33 105 0 0,-11 26 33 0 0,16-31 0 0 0,-25 51-166 0 0,1 1 1 0 0,-1-1-1 0 0,0 1 0 0 0,1-1 0 0 0,-1 1 1 0 0,0-1-1 0 0,1 1 0 0 0,-1-1 0 0 0,1 1 1 0 0,-1-1-1 0 0,1 1 0 0 0,-1 0 0 0 0,1-1 1 0 0,-1 1-1 0 0,1 0 0 0 0,-1 0 0 0 0,1-1 1 0 0,0 1-1 0 0,-1 0 0 0 0,1 0 0 0 0,-1 0 1 0 0,1 0-1 0 0,0 0 0 0 0,-1 0 0 0 0,1 0 1 0 0,-1 0-1 0 0,1 0 0 0 0,0 0 0 0 0,-1 0 1 0 0,1 0-1 0 0,-1 0 0 0 0,1 0 0 0 0,0 0 1 0 0,-1 1-1 0 0,1-1 0 0 0,-1 0 1 0 0,1 0-1 0 0,-1 1 0 0 0,1-1 0 0 0,0 1 1 0 0,2 3 14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6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20 16983 0 0,'-1'-20'603'0'0,"-1"23"834"0"0,-4 35 1729 0 0,4-24-2548 0 0,-35 255 881 0 0,36-238-1252 0 0,2-19-8 0 0,-1-11-235 0 0,0-1 0 0 0,0 0 1 0 0,0 0-1 0 0,0 0 0 0 0,0 0 0 0 0,0 0 1 0 0,0 0-1 0 0,0 0 0 0 0,0 0 0 0 0,0 0 1 0 0,0 0-1 0 0,0 0 0 0 0,0 1 0 0 0,0-1 1 0 0,0 0-1 0 0,0 0 0 0 0,0 0 1 0 0,0 0-1 0 0,0 0 0 0 0,0 0 0 0 0,0 0 1 0 0,0 0-1 0 0,0 0 0 0 0,0 0 0 0 0,0 0 1 0 0,0 0-1 0 0,0 1 0 0 0,0-1 0 0 0,0 0 1 0 0,0 0-1 0 0,0 0 0 0 0,0 0 0 0 0,0 0 1 0 0,1 0-1 0 0,-1 0 0 0 0,0 0 0 0 0,0 0 1 0 0,0 0-1 0 0,0 0 0 0 0,0 0 0 0 0,0 0 1 0 0,0 0-1 0 0,0 0 0 0 0,0 0 0 0 0,0 0 1 0 0,0 0-1 0 0,0 0 0 0 0,1 0 1 0 0,-1 0-1 0 0,0 0 0 0 0,0 0 0 0 0,0 0 1 0 0,0 0-1 0 0,0 0 0 0 0,0 0 0 0 0,0 0 1 0 0,0 0-1 0 0,0 0 0 0 0,0 0 0 0 0,0 0 1 0 0,1 0-1 0 0,-1 0 0 0 0,0 0 0 0 0,0 0 1 0 0,0 0-1 0 0,0 0 0 0 0,0 0 0 0 0,0 0 1 0 0,0 0-1 0 0,14-24 59 0 0,-1 0 0 0 0,0-1 0 0 0,-2 0 0 0 0,8-31 0 0 0,-10 29 10 0 0,2 0-1 0 0,0 1 1 0 0,24-40-1 0 0,-31 60-54 0 0,-1 1 35 0 0,1 0 0 0 0,-1 0 0 0 0,1 0 0 0 0,0 0 0 0 0,8-7 0 0 0,9 30 62 0 0,-14-7-93 0 0,-1 1 1 0 0,0 0-1 0 0,-1 0 0 0 0,-1 0 1 0 0,1 1-1 0 0,-2 0 1 0 0,0 0-1 0 0,0 0 0 0 0,0 20 1 0 0,-3-18 22 0 0,0 0-1 0 0,-5 29 1 0 0,0 15 316 0 0,5-54-331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6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22895 0 0,'5'1'1'0'0,"0"1"-1"0"0,0 0 1 0 0,0 0-1 0 0,0 1 1 0 0,0-1-1 0 0,-1 1 1 0 0,1 0-1 0 0,-1 1 1 0 0,0-1-1 0 0,0 1 1 0 0,0-1 0 0 0,6 8-1 0 0,-5-4 2 0 0,0 1 0 0 0,-1-1 0 0 0,0 1 0 0 0,0 0 0 0 0,0 0-1 0 0,-1 0 1 0 0,3 11 0 0 0,-2-2 2 0 0,-1 1-1 0 0,-1-1 0 0 0,0 1 0 0 0,-1 0 1 0 0,-1 0-1 0 0,-1-1 0 0 0,-3 23 0 0 0,-2-2 1 0 0,-2-1 0 0 0,-1 0 0 0 0,-25 65 0 0 0,2-17 4 0 0,23-59-8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7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39 9040 0 0,'0'0'4306'0'0,"0"-4"-3724"0"0,0-30 2737 0 0,0 33-2623 0 0,-18 8 407 0 0,3 10-978 0 0,1 0 0 0 0,0 1 0 0 0,1 0 0 0 0,1 1 0 0 0,1 0 0 0 0,1 1-1 0 0,0 0 1 0 0,2 1 0 0 0,0 0 0 0 0,1 0 0 0 0,2 1 0 0 0,0-1 0 0 0,1 1 0 0 0,1 0 0 0 0,0 38 0 0 0,3-51-76 0 0,1-1 0 0 0,0 1 0 0 0,1-1 0 0 0,0 1 0 0 0,0-1 0 0 0,1 0 0 0 0,0 0 0 0 0,0 0 0 0 0,1 0 0 0 0,0-1 0 0 0,1 0 0 0 0,-1 1 0 0 0,1-1 0 0 0,1-1 0 0 0,-1 1 0 0 0,1-1 0 0 0,0 0 0 0 0,1 0 0 0 0,-1-1 0 0 0,1 0 0 0 0,0 0 0 0 0,1 0 0 0 0,-1-1 0 0 0,1 0 0 0 0,0-1 0 0 0,-1 0 0 0 0,18 5 0 0 0,-17-6 8 0 0,1 1 4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8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14464 0 0,'0'0'7206'0'0,"-1"5"-7102"0"0,-2 3-42 0 0,0 1 1 0 0,1 0-1 0 0,1 0 1 0 0,-1 0-1 0 0,1 15 0 0 0,2 55 258 0 0,1-28 81 0 0,-2 90 1473 0 0,0-136-1794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8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8 14672 0 0,'0'0'1815'0'0,"-20"-4"772"0"0,5 2-2192 0 0,-1 1 0 0 0,1 1-1 0 0,-25 1 1 0 0,0 1 38 0 0,28-2-349 0 0,-1 1 1 0 0,1 0-1 0 0,0 1 1 0 0,-1 1-1 0 0,1 0 0 0 0,-14 5 1 0 0,26-8-3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9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0 13968 0 0,'0'0'2849'0'0,"-1"5"-2723"0"0,-7 64 734 0 0,-1 104 0 0 0,8-142-721 0 0,0 14 260 0 0,1 4 639 0 0,0-48-875 0 0,3-16 140 0 0,1 7-250 0 0,-1 1 1 0 0,0-1 0 0 0,0 0 0 0 0,-1 0-1 0 0,3-11 1 0 0,-3 10-21 0 0,0-1 0 0 0,1 1 0 0 0,0 0 1 0 0,5-11-1 0 0,-3 12 45 0 0,0 0 1 0 0,1 0-1 0 0,-1 0 0 0 0,12-11 1 0 0,-15 17-48 0 0,1-1 1 0 0,-1 1-1 0 0,1 0 1 0 0,0 0-1 0 0,0 0 1 0 0,0 0-1 0 0,0 0 1 0 0,0 1-1 0 0,0 0 1 0 0,0-1-1 0 0,1 1 1 0 0,-1 0-1 0 0,0 0 1 0 0,1 1-1 0 0,6-1 1 0 0,-9 1-25 0 0,1 1 1 0 0,0-1 0 0 0,-1 1 0 0 0,1 0-1 0 0,0 0 1 0 0,-1 0 0 0 0,1 0-1 0 0,-1 0 1 0 0,1 0 0 0 0,-1 1 0 0 0,0-1-1 0 0,1 0 1 0 0,-1 1 0 0 0,0-1-1 0 0,2 3 1 0 0,14 25 30 0 0,-13-18-11 0 0,-1 0 0 0 0,0 0 0 0 0,0 0 0 0 0,-2 0 0 0 0,1 0-1 0 0,-1 0 1 0 0,-1 1 0 0 0,-1 17 0 0 0,0 1 98 0 0,1-27-111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39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73 13360 0 0,'1'0'97'0'0,"1"1"0"0"0,-1-1 1 0 0,1 0-1 0 0,-1 0 0 0 0,0 1 1 0 0,1-1-1 0 0,-1 1 1 0 0,0-1-1 0 0,1 1 0 0 0,-1 0 1 0 0,0-1-1 0 0,0 1 0 0 0,1 0 1 0 0,0 1-1 0 0,-1-1-21 0 0,0 0-1 0 0,-1-1 1 0 0,1 1 0 0 0,0 0-1 0 0,0-1 1 0 0,-1 1 0 0 0,1-1-1 0 0,0 0 1 0 0,0 1-1 0 0,0-1 1 0 0,0 1 0 0 0,0-1-1 0 0,0 0 1 0 0,0 0 0 0 0,-1 0-1 0 0,1 0 1 0 0,0 1-1 0 0,0-1 1 0 0,0 0 0 0 0,0 0-1 0 0,0-1 1 0 0,0 1 0 0 0,0 0-1 0 0,0 0 1 0 0,0 0-1 0 0,0-1 1 0 0,0 1 0 0 0,-1 0-1 0 0,1-1 1 0 0,0 1 0 0 0,0-1-1 0 0,0 1 1 0 0,1-2-1 0 0,5-2 298 0 0,-4 2-291 0 0,1 0 0 0 0,0 0 0 0 0,-1 0 0 0 0,0 0 0 0 0,0-1 0 0 0,1 1 0 0 0,-1-1 1 0 0,-1 0-1 0 0,1 0 0 0 0,0 0 0 0 0,-1-1 0 0 0,1 1 0 0 0,-1 0 0 0 0,0-1 0 0 0,0 1 0 0 0,1-5 0 0 0,-3 7-70 0 0,0 0-1 0 0,0 0 0 0 0,0 0 0 0 0,0 0 0 0 0,0 1 0 0 0,0-1 0 0 0,0 0 0 0 0,0 0 1 0 0,-1 0-1 0 0,1 0 0 0 0,0 1 0 0 0,0-1 0 0 0,-1 0 0 0 0,1 0 0 0 0,-1 0 0 0 0,1 1 1 0 0,0-1-1 0 0,-1 0 0 0 0,0 0 0 0 0,1 1 0 0 0,-1-1 0 0 0,1 1 0 0 0,-1-1 0 0 0,0 0 1 0 0,1 1-1 0 0,-1-1 0 0 0,0 1 0 0 0,0 0 0 0 0,1-1 0 0 0,-1 1 0 0 0,0-1 0 0 0,0 1 1 0 0,0 0-1 0 0,0 0 0 0 0,1 0 0 0 0,-1-1 0 0 0,-1 1 0 0 0,-3-1 27 0 0,0 0 0 0 0,1 0-1 0 0,-1 1 1 0 0,1-1 0 0 0,-9 1 0 0 0,7 1-5 0 0,-1 1 0 0 0,1 0 0 0 0,-1 0 0 0 0,1 0 0 0 0,0 1 1 0 0,0-1-1 0 0,0 1 0 0 0,0 1 0 0 0,0 0 0 0 0,1-1 0 0 0,-1 1 0 0 0,1 1 1 0 0,0-1-1 0 0,-4 7 0 0 0,-4 4 100 0 0,0 0 0 0 0,2 1 0 0 0,-16 26 0 0 0,25-38-111 0 0,0 0 0 0 0,0 0 0 0 0,1 0 0 0 0,-1 1 0 0 0,1-1 0 0 0,0 0 0 0 0,0 0 0 0 0,0 1 0 0 0,1-1 0 0 0,0 1 0 0 0,0-1 0 0 0,0 1 0 0 0,1 4 0 0 0,-1-7-7 0 0,0 0 0 0 0,1 1-1 0 0,-1-1 1 0 0,1 0 0 0 0,0 0 0 0 0,0 0-1 0 0,0 0 1 0 0,0 0 0 0 0,0 0 0 0 0,0 0-1 0 0,0-1 1 0 0,1 1 0 0 0,-1 0 0 0 0,1-1-1 0 0,-1 1 1 0 0,1-1 0 0 0,0 1 0 0 0,-1-1 0 0 0,1 0-1 0 0,0 1 1 0 0,0-1 0 0 0,0 0 0 0 0,0 0-1 0 0,0-1 1 0 0,0 1 0 0 0,0 0 0 0 0,4 0-1 0 0,2 1 16 0 0,-3-1-9 0 0,0 0 0 0 0,0 0 0 0 0,0 0 0 0 0,0 0 0 0 0,0-1 0 0 0,1 0 0 0 0,-1 0 0 0 0,0-1-1 0 0,0 1 1 0 0,0-1 0 0 0,0 0 0 0 0,0 0 0 0 0,9-4 0 0 0,-4 0 16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0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0 14464 0 0,'0'0'3335'0'0,"1"4"-2919"0"0,0 9-220 0 0,0-1-1 0 0,-1 1 1 0 0,0-1-1 0 0,-1 1 0 0 0,-1-1 1 0 0,-5 21-1 0 0,1 5 284 0 0,2-11 98 0 0,1 41-1 0 0,3-68-504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0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13864 0 0,'0'0'4141'0'0,"0"4"-4008"0"0,0 23 1176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0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13264 0 0,'-1'7'212'0'0,"0"1"0"0"0,0 0 1 0 0,-1-1-1 0 0,-4 13 1 0 0,-5 20 629 0 0,4 16 200 0 0,-2 69-1 0 0,9-122-944 0 0,1 1 40 0 0,10 7-8 0 0,2 4 1854 0 0,-13-31-1357 0 0,0 9-542 0 0,0-1-1 0 0,1 1 1 0 0,1-1-1 0 0,-1 1 1 0 0,1-1 0 0 0,0 1-1 0 0,4-10 1 0 0,28-46 415 0 0,-30 57-479 0 0,1-4 58 0 0,3-3 45 0 0,1 0 0 0 0,10-14-1 0 0,-16 24-84 0 0,0-1 0 0 0,1 1 0 0 0,-1 0 0 0 0,1-1 0 0 0,0 2 0 0 0,-1-1 0 0 0,1 0 0 0 0,1 1 0 0 0,-1 0 0 0 0,0 0 0 0 0,6-2 0 0 0,-2 1 67 0 0,-1 1-39 0 0,1-1 0 0 0,0 1 0 0 0,-1 1 0 0 0,1-1 0 0 0,0 1 1 0 0,12 0-1 0 0,-9 2 28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1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71 129 96 0 0,'0'0'10521'0'0,"4"0"-10404"0"0,70 0 3798 0 0,-76 27-2219 0 0,2-20-1480 0 0,0 0 1 0 0,-1-1-1 0 0,-1 1 1 0 0,1 0-1 0 0,-1-1 1 0 0,0 1-1 0 0,0-1 1 0 0,-1 1-1 0 0,0-1 1 0 0,0 0-1 0 0,0 0 0 0 0,-1 0 1 0 0,-4 5-1 0 0,7-10-140 0 0,0 0-1 0 0,0 0 0 0 0,0 0 1 0 0,1 0-1 0 0,-1 0 0 0 0,0 0 1 0 0,-1 0-1 0 0,1 0 0 0 0,0-1 1 0 0,0 1-1 0 0,0 0 0 0 0,0-1 1 0 0,-1 1-1 0 0,1-1 1 0 0,0 1-1 0 0,-1-1 0 0 0,1 1 1 0 0,0-1-1 0 0,-1 0 0 0 0,1 0 1 0 0,0 0-1 0 0,-1 0 0 0 0,1 0 1 0 0,-2 0-1 0 0,0-1-13 0 0,-1 0 0 0 0,1-1 1 0 0,-1 1-1 0 0,1-1 0 0 0,0 0 1 0 0,0 0-1 0 0,0 0 0 0 0,-4-3 0 0 0,3 2 4 0 0,0-1 0 0 0,0 0 0 0 0,0 0 0 0 0,1 0-1 0 0,-1 0 1 0 0,1 0 0 0 0,0-1 0 0 0,0 1 0 0 0,1-1 0 0 0,-1 0-1 0 0,1 0 1 0 0,0 0 0 0 0,0 0 0 0 0,1 0 0 0 0,-1 0 0 0 0,1-1-1 0 0,1 1 1 0 0,-1 0 0 0 0,0-7 0 0 0,2 3-5 0 0,-1 0 0 0 0,1 0 0 0 0,1 0 0 0 0,-1 0-1 0 0,2 0 1 0 0,-1 1 0 0 0,1-1 0 0 0,1 1 0 0 0,-1 0 0 0 0,9-15 0 0 0,-10 20-22 0 0,0 0 0 0 0,0 0 1 0 0,1 1-1 0 0,-1-1 0 0 0,0 0 1 0 0,1 1-1 0 0,0 0 0 0 0,-1-1 0 0 0,1 1 1 0 0,0 0-1 0 0,0 0 0 0 0,0 1 0 0 0,4-3 1 0 0,-5 4-20 0 0,0-1 1 0 0,0 1-1 0 0,0-1 0 0 0,0 1 1 0 0,0 0-1 0 0,0-1 1 0 0,0 1-1 0 0,0 0 1 0 0,1 0-1 0 0,-1 1 0 0 0,0-1 1 0 0,0 0-1 0 0,0 1 1 0 0,0-1-1 0 0,0 1 1 0 0,-1 0-1 0 0,1-1 0 0 0,0 1 1 0 0,0 0-1 0 0,0 0 1 0 0,0 0-1 0 0,-1 1 0 0 0,3 1 1 0 0,1 1 13 0 0,0 1 1 0 0,-1-1-1 0 0,1 1 1 0 0,-1 0-1 0 0,0 1 1 0 0,-1-1 0 0 0,1 1-1 0 0,-1 0 1 0 0,0-1-1 0 0,0 2 1 0 0,-1-1-1 0 0,3 11 1 0 0,-2 0 67 0 0,0 0 0 0 0,-1 1 0 0 0,-1 28 0 0 0,-1-39-62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2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31 22119 0 0,'0'0'16'0'0,"-3"11"119"0"0,0-1-108 0 0,1-1-1 0 0,0 1 1 0 0,0 0 0 0 0,1 0-1 0 0,1 0 1 0 0,-1 0 0 0 0,2 0-1 0 0,-1 0 1 0 0,3 11 0 0 0,-1-15 30 0 0,0-1 0 0 0,0 1 0 0 0,0-1 0 0 0,1 1 0 0 0,0-1 0 0 0,0 0 0 0 0,0 0 1 0 0,0-1-1 0 0,1 1 0 0 0,0 0 0 0 0,6 4 0 0 0,-10-9-44 0 0,1 0 0 0 0,0 0 0 0 0,-1 0 0 0 0,1 0 0 0 0,0 0 1 0 0,0 0-1 0 0,-1 0 0 0 0,1 0 0 0 0,0-1 0 0 0,-1 1 0 0 0,1 0 0 0 0,0 0 0 0 0,-1-1 0 0 0,1 1 0 0 0,0 0 0 0 0,-1-1 1 0 0,1 1-1 0 0,-1-1 0 0 0,1 1 0 0 0,-1-1 0 0 0,1 1 0 0 0,0-2 0 0 0,13-12 109 0 0,-10 8-72 0 0,-1 0-1 0 0,1 0 1 0 0,-1-1 0 0 0,3-7 0 0 0,8-17 39 0 0,30-52 329 0 0,-43 82-361 0 0,0-1 0 0 0,0 0 0 0 0,0 1 0 0 0,0-1 0 0 0,0 1 0 0 0,0 0 0 0 0,0-1 0 0 0,0 1 0 0 0,1 0 0 0 0,-1-1 0 0 0,1 1 0 0 0,-1 0 0 0 0,0 0 0 0 0,1 0 0 0 0,0 0 0 0 0,-1 1 0 0 0,1-1 0 0 0,0 0 0 0 0,-1 1 0 0 0,4-2 0 0 0,-3 27 320 0 0,-2 102 960 0 0,0-126-1326 0 0,0-1-1 0 0,0 1 1 0 0,0-1-1 0 0,0 1 1 0 0,0-1-1 0 0,0 0 0 0 0,0 1 1 0 0,0-1-1 0 0,0 1 1 0 0,1-1-1 0 0,-1 1 0 0 0,0-1 1 0 0,0 0-1 0 0,1 1 1 0 0,-1-1-1 0 0,0 0 1 0 0,0 1-1 0 0,1-1 0 0 0,-1 0 1 0 0,0 1-1 0 0,1-1 1 0 0,-1 0-1 0 0,0 0 0 0 0,1 1 1 0 0,-1-1-1 0 0,1 0 1 0 0,-1 0-1 0 0,0 0 0 0 0,1 1 1 0 0,-1-1-1 0 0,1 0 1 0 0,-1 0-1 0 0,1 0 1 0 0,-1 0-1 0 0,1 0 0 0 0,-1 0 1 0 0,1 0-1 0 0,14-3 244 0 0,-9 0-231 0 0,-1 0 0 0 0,0-1 0 0 0,0 1 1 0 0,0-1-1 0 0,0-1 0 0 0,-1 1 0 0 0,1 0 0 0 0,-1-1 0 0 0,-1 0 1 0 0,1 0-1 0 0,4-7 0 0 0,1-6 12 0 0,0-1 1 0 0,6-20-1 0 0,-5 13 15 0 0,-9 25-44 0 0,-1 0 0 0 0,0 0 0 0 0,1-1 0 0 0,-1 1 0 0 0,1 0 0 0 0,0 0 0 0 0,-1 0 0 0 0,1 0 0 0 0,0 0 0 0 0,0 0 0 0 0,-1 0 0 0 0,1 0 0 0 0,0 0 0 0 0,0 1 0 0 0,0-1 0 0 0,0 0 0 0 0,0 1 0 0 0,0-1 0 0 0,2 0 0 0 0,-2 1 22 0 0,1 8-12 0 0,-2 1-9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3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49 16983 0 0,'0'-3'329'0'0,"1"0"0"0"0,0 0 0 0 0,0 0-1 0 0,0 1 1 0 0,0-1 0 0 0,0 0 0 0 0,1 1-1 0 0,-1-1 1 0 0,1 1 0 0 0,0-1 0 0 0,-1 1 0 0 0,1 0-1 0 0,3-3 1 0 0,-5 40 1386 0 0,0-7-1427 0 0,-1 0 1 0 0,-1 0-1 0 0,-2 0 1 0 0,-13 51-1 0 0,7-52 276 0 0,8-18-379 0 0,2-6-56 0 0,2-7 100 0 0,53-163 263 0 0,-52 158-466 0 0,1 1 1 0 0,0-1-1 0 0,0 1 1 0 0,1 0-1 0 0,0 1 1 0 0,1-1-1 0 0,0 1 0 0 0,0 0 1 0 0,0 0-1 0 0,1 1 1 0 0,13-10-1 0 0,-20 15-19 0 0,1 1 0 0 0,-1 0 1 0 0,1-1-1 0 0,0 1 0 0 0,-1 0 0 0 0,1-1 0 0 0,0 1 0 0 0,0 0 0 0 0,-1 0 0 0 0,1 0 1 0 0,0 0-1 0 0,-1 0 0 0 0,1 0 0 0 0,0 0 0 0 0,0 0 0 0 0,-1 0 0 0 0,1 0 0 0 0,0 0 1 0 0,0 0-1 0 0,-1 0 0 0 0,1 1 0 0 0,0-1 0 0 0,-1 0 0 0 0,1 1 0 0 0,0-1 0 0 0,-1 0 1 0 0,1 1-1 0 0,0-1 0 0 0,-1 1 0 0 0,1-1 0 0 0,-1 1 0 0 0,1-1 0 0 0,-1 1 0 0 0,1-1 1 0 0,-1 1-1 0 0,1-1 0 0 0,-1 1 0 0 0,0 0 0 0 0,1-1 0 0 0,-1 1 0 0 0,0 0 0 0 0,1-1 1 0 0,-1 1-1 0 0,0 0 0 0 0,0 0 0 0 0,12 40 81 0 0,-10-32-37 0 0,5 20 96 0 0,-1 0 0 0 0,-2 1 0 0 0,-1-1 1 0 0,0 35-1 0 0,-3-63-122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3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14968 0 0,'0'0'1591'0'0,"3"4"-1127"0"0,0 2-323 0 0,0 1-1 0 0,0 0 1 0 0,0 0-1 0 0,-1 1 1 0 0,0-1-1 0 0,-1 0 0 0 0,1 1 1 0 0,-1 13-1 0 0,-1 71 1703 0 0,-1-45-1598 0 0,2-26-95 0 0,-2-1-1 0 0,0 1 0 0 0,-1 0 1 0 0,-1 0-1 0 0,-1-1 0 0 0,0 1 1 0 0,-2-1-1 0 0,-9 24 0 0 0,2-18-45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4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110 137 2104 0 0,'0'0'11102'0'0,"2"-3"-10924"0"0,10-22 1170 0 0,10-30 1 0 0,-22 52-1228 0 0,1 1 0 0 0,0 0 1 0 0,-1 0-1 0 0,1-1 0 0 0,-1 1 1 0 0,0 0-1 0 0,0-1 0 0 0,0 1 0 0 0,0 0 1 0 0,0-1-1 0 0,0 1 0 0 0,0 0 1 0 0,-1-1-1 0 0,0 1 0 0 0,1 0 0 0 0,-2-3 1 0 0,1 4-102 0 0,1 0 1 0 0,-1 1-1 0 0,0-1 1 0 0,0 0-1 0 0,0 0 1 0 0,0 0-1 0 0,0 1 1 0 0,0-1-1 0 0,0 0 1 0 0,0 1-1 0 0,0-1 1 0 0,0 1-1 0 0,0-1 1 0 0,0 1-1 0 0,0-1 1 0 0,0 1-1 0 0,-1 0 1 0 0,1 0-1 0 0,0 0 1 0 0,0-1-1 0 0,0 1 1 0 0,-1 0-1 0 0,1 0 1 0 0,0 1-1 0 0,0-1 1 0 0,0 0-1 0 0,0 0 0 0 0,-1 1 1 0 0,1-1-1 0 0,0 0 1 0 0,0 1-1 0 0,0-1 1 0 0,-2 2-1 0 0,-1 0 11 0 0,-1 1-1 0 0,1 0 0 0 0,0 0 0 0 0,0 0 0 0 0,0 1 0 0 0,1 0 0 0 0,-1-1 0 0 0,1 1 0 0 0,0 0 1 0 0,0 0-1 0 0,0 1 0 0 0,0-1 0 0 0,1 1 0 0 0,0-1 0 0 0,-3 7 0 0 0,-3 11 245 0 0,-11 40 0 0 0,17-52-259 0 0,-5 23 183 0 0,1 0-1 0 0,2 0 0 0 0,0 46 0 0 0,3-51-133 0 0,2-8 38 0 0,0 0 0 0 0,1 0 0 0 0,2 0 0 0 0,0 0 1 0 0,0-1-1 0 0,2 0 0 0 0,8 20 0 0 0,-2-5 118 0 0,-11-33-202 0 0,-1 1 0 0 0,1 0 0 0 0,0 0-1 0 0,-1-1 1 0 0,1 1 0 0 0,0 0 0 0 0,0-1 0 0 0,0 1-1 0 0,1-1 1 0 0,-1 1 0 0 0,0-1 0 0 0,0 1 0 0 0,1-1-1 0 0,-1 0 1 0 0,1 0 0 0 0,-1 0 0 0 0,1 0-1 0 0,0 0 1 0 0,-1 0 0 0 0,1 0 0 0 0,2 0 0 0 0,6 0 95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5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 9440 0 0,'0'0'11781'0'0,"-3"2"-11667"0"0,1 0-72 0 0,-1 1-1 0 0,1-1 0 0 0,0 0 0 0 0,0 0 0 0 0,1 1 1 0 0,-1-1-1 0 0,0 1 0 0 0,1-1 0 0 0,0 1 0 0 0,-1 0 1 0 0,1 0-1 0 0,0 0 0 0 0,0-1 0 0 0,1 1 0 0 0,-1 0 1 0 0,1 0-1 0 0,-1 0 0 0 0,1 0 0 0 0,0 5 0 0 0,2 106 208 0 0,0-35 296 0 0,4 29 864 0 0,-6-108-1316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5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46 13968 0 0,'0'-2'135'0'0,"1"1"0"0"0,-1 0 0 0 0,1 0 0 0 0,-1 0 0 0 0,1-1 0 0 0,-1 1 0 0 0,1 0 0 0 0,0 0 0 0 0,0 0 0 0 0,-1 0 0 0 0,1 0 0 0 0,0 0 0 0 0,0 0 0 0 0,0 1 0 0 0,0-1 0 0 0,2-1 0 0 0,2-3 399 0 0,-11-10 1892 0 0,5 15-2338 0 0,0-1 0 0 0,0 0-1 0 0,0 0 1 0 0,0 1-1 0 0,0-1 1 0 0,0 1 0 0 0,-1-1-1 0 0,1 1 1 0 0,0-1 0 0 0,0 1-1 0 0,0 0 1 0 0,-1-1-1 0 0,1 1 1 0 0,0 0 0 0 0,0 0-1 0 0,-3 0 1 0 0,-27 1 185 0 0,19-1-77 0 0,-2 1-68 0 0,-1 1 1 0 0,-25 5-1 0 0,0 1 26 0 0,18-2-42 0 0,-11 0 72 0 0,27-6-146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6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13768 0 0,'0'0'4823'0'0,"3"14"-4205"0"0,0-7-474 0 0,-1 0 0 0 0,0 0 0 0 0,0 1 0 0 0,-1-1 0 0 0,0 1 0 0 0,-1-1 0 0 0,1 1 0 0 0,-1-1 0 0 0,-1 1 0 0 0,-1 9 0 0 0,2-8-31 0 0,1 32 303 0 0,0-32-343 0 0,0 1 1 0 0,-1-1-1 0 0,-1 11 0 0 0,-3 25 484 0 0,4 67-1 0 0,1-49 595 0 0,-1-63-1029 0 0,11-15 131 0 0,-8 3-210 0 0,0 1 1 0 0,0-1-1 0 0,-1 0 0 0 0,-1-1 0 0 0,0-18 1 0 0,-1 23-11 0 0,0-1 0 0 0,0 0 0 0 0,1 1 1 0 0,0-1-1 0 0,1 1 0 0 0,0-1 0 0 0,0 1 1 0 0,1-1-1 0 0,0 1 0 0 0,0 0 0 0 0,1 0 1 0 0,8-14-1 0 0,0 3 60 0 0,-11 17-79 0 0,0 0 0 0 0,0 0 0 0 0,0 1 0 0 0,0-1 0 0 0,0 0 1 0 0,0 0-1 0 0,1 1 0 0 0,-1-1 0 0 0,1 1 0 0 0,-1-1 0 0 0,1 1 0 0 0,-1 0 0 0 0,1-1 0 0 0,0 1 0 0 0,3-1 1 0 0,-4 1-11 0 0,1 0 0 0 0,-1 0 0 0 0,1 1 0 0 0,-1-1 0 0 0,1 1 0 0 0,-1-1 0 0 0,1 1 0 0 0,-1 0 0 0 0,1 0 1 0 0,0 0-1 0 0,-1 0 0 0 0,1 0 0 0 0,-1 0 0 0 0,1 0 0 0 0,0 0 0 0 0,-1 0 0 0 0,1 1 0 0 0,-1-1 0 0 0,1 1 0 0 0,-1-1 1 0 0,1 1-1 0 0,-1 0 0 0 0,1-1 0 0 0,-1 1 0 0 0,0 0 0 0 0,1 0 0 0 0,-1 0 0 0 0,0 0 0 0 0,0 0 0 0 0,0 0 0 0 0,0 0 1 0 0,1 1-1 0 0,-2-1 0 0 0,1 0 0 0 0,0 1 0 0 0,0-1 0 0 0,0 0 0 0 0,-1 1 0 0 0,2 2 0 0 0,2 7-1 0 0,0 1 0 0 0,0-1 0 0 0,-1 1-1 0 0,2 15 1 0 0,-3-15 4 0 0,1 0-4 0 0,0 1 1 0 0,-1-1 0 0 0,-1 1 0 0 0,0 0 0 0 0,-1 0 0 0 0,0 0-1 0 0,-3 14 1 0 0,3 5 19 0 0,0-29-22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6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96 14064 0 0,'3'2'168'0'0,"-1"0"0"0"0,1 0 0 0 0,0 0 0 0 0,0-1 0 0 0,0 1 0 0 0,1-1 0 0 0,-1 0 0 0 0,0 1 0 0 0,0-1 0 0 0,1-1 0 0 0,-1 1 0 0 0,1 0 0 0 0,-1-1 1 0 0,1 0-1 0 0,-1 0 0 0 0,0 0 0 0 0,1 0 0 0 0,-1 0 0 0 0,1-1 0 0 0,-1 0 0 0 0,1 1 0 0 0,-1-1 0 0 0,0 0 0 0 0,0-1 0 0 0,1 1 0 0 0,-1-1 0 0 0,0 1 1 0 0,0-1-1 0 0,0 0 0 0 0,-1 0 0 0 0,1 0 0 0 0,0-1 0 0 0,-1 1 0 0 0,1 0 0 0 0,2-5 0 0 0,-4 5-108 0 0,1 1 0 0 0,-1-1 1 0 0,1 0-1 0 0,-1 0 0 0 0,0 0 0 0 0,0-1 0 0 0,0 1 1 0 0,0 0-1 0 0,0 0 0 0 0,0-1 0 0 0,-1 1 0 0 0,1 0 1 0 0,-1-1-1 0 0,0 1 0 0 0,0 0 0 0 0,1-1 0 0 0,-1 1 1 0 0,-1-1-1 0 0,1-3 0 0 0,-4-3 90 0 0,4 8-131 0 0,0-1 0 0 0,0 1 1 0 0,0 0-1 0 0,-1 0 0 0 0,1 0 1 0 0,0 0-1 0 0,-1 0 0 0 0,1-1 0 0 0,-1 1 1 0 0,1 0-1 0 0,-1 0 0 0 0,0 0 1 0 0,1 0-1 0 0,-1 1 0 0 0,0-1 0 0 0,0 0 1 0 0,0 0-1 0 0,0 0 0 0 0,1 0 1 0 0,-1 1-1 0 0,0-1 0 0 0,0 0 0 0 0,0 1 1 0 0,-3-1-1 0 0,0 1 3 0 0,-1 0 1 0 0,0 1-1 0 0,0 0 1 0 0,1 0-1 0 0,-1 0 1 0 0,0 1-1 0 0,1-1 1 0 0,-1 1-1 0 0,1 0 1 0 0,0 1-1 0 0,0-1 1 0 0,0 1-1 0 0,0-1 1 0 0,0 1-1 0 0,0 1 1 0 0,1-1-1 0 0,-5 5 1 0 0,-5 6 67 0 0,1 0 0 0 0,1 1 0 0 0,-13 22 0 0 0,21-33-62 0 0,0 0 0 0 0,1 0 0 0 0,0 1 1 0 0,0-1-1 0 0,0 1 0 0 0,0-1 0 0 0,1 1 0 0 0,-1 0 0 0 0,1 0 0 0 0,1 0 0 0 0,-1 0 0 0 0,1 0 0 0 0,0 0 0 0 0,0-1 0 0 0,0 1 0 0 0,0 0 0 0 0,1 0 0 0 0,0 0 0 0 0,0 0 0 0 0,1 0 0 0 0,-1-1 0 0 0,1 1 0 0 0,0 0 1 0 0,5 7-1 0 0,-5-9-15 0 0,0-1 1 0 0,1 1-1 0 0,-1-1 1 0 0,1 0-1 0 0,0 0 1 0 0,0 0 0 0 0,0 0-1 0 0,0-1 1 0 0,0 1-1 0 0,0-1 1 0 0,1 1-1 0 0,-1-1 1 0 0,0 0-1 0 0,1-1 1 0 0,-1 1-1 0 0,1 0 1 0 0,-1-1 0 0 0,0 0-1 0 0,1 0 1 0 0,-1 0-1 0 0,1 0 1 0 0,-1 0-1 0 0,6-2 1 0 0,1-2 19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7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21047 0 0,'4'11'5'0'0,"-1"1"-1"0"0,-1 0 0 0 0,0-1 0 0 0,-1 1 0 0 0,0 0 0 0 0,-1 21 0 0 0,-3 1 16 0 0,-9 35 0 0 0,8-47-17 0 0,8 23 423 0 0,-4-45-356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7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16184 0 0,'0'0'5711'0'0,"0"4"-5439"0"0,0 14-1 0 0,0-13-150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8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22 14464 0 0,'-10'90'2017'0'0,"10"-79"-1597"0"0,2 0 1 0 0,-1 0-1 0 0,1 0 0 0 0,5 12 1 0 0,-4-12-174 0 0,0-1-1 0 0,-1 1 1 0 0,0 0 0 0 0,0 12 0 0 0,-9 35 851 0 0,7-56-794 0 0,0-6-91 0 0,1-17 14 0 0,-1 12-184 0 0,1 0-1 0 0,0 0 0 0 0,5-18 1 0 0,6-3 85 0 0,2 0 1 0 0,1 1 0 0 0,20-29-1 0 0,-29 50-52 0 0,0 1-1 0 0,1-1 0 0 0,0 1 0 0 0,1 0 0 0 0,-1 1 1 0 0,1 0-1 0 0,1 0 0 0 0,-1 1 0 0 0,13-7 0 0 0,23 6 391 0 0,-36 6-340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8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66 8032 0 0,'0'0'6040'0'0,"3"0"-5040"0"0,18 0-400 0 0,-20 0-561 0 0,-1 0 0 0 0,1 0 0 0 0,-1 1 0 0 0,0-1 0 0 0,1 0 1 0 0,-1 1-1 0 0,0-1 0 0 0,1 1 0 0 0,-1-1 0 0 0,0 0 0 0 0,0 1 1 0 0,1-1-1 0 0,-1 1 0 0 0,0-1 0 0 0,0 1 0 0 0,0-1 0 0 0,0 0 1 0 0,0 1-1 0 0,1-1 0 0 0,-1 1 0 0 0,0-1 0 0 0,0 1 0 0 0,0-1 1 0 0,0 1-1 0 0,0-1 0 0 0,-1 1 0 0 0,1 18 818 0 0,0-16-764 0 0,0 6 78 0 0,0-1 0 0 0,-1 0 0 0 0,0 0-1 0 0,0 0 1 0 0,-1 0 0 0 0,0 0-1 0 0,-1 0 1 0 0,0 0 0 0 0,-6 13-1 0 0,8-19-128 0 0,-1 1 1 0 0,0-1-1 0 0,1 1 0 0 0,-1-1 1 0 0,0 0-1 0 0,0 0 0 0 0,-1 0 0 0 0,1 0 1 0 0,0 0-1 0 0,-1 0 0 0 0,1 0 0 0 0,-1-1 1 0 0,1 1-1 0 0,-1-1 0 0 0,0 0 0 0 0,1 0 1 0 0,-1 0-1 0 0,0 0 0 0 0,0 0 0 0 0,0-1 1 0 0,0 1-1 0 0,0-1 0 0 0,0 0 0 0 0,0 0 1 0 0,0 0-1 0 0,0 0 0 0 0,0 0 1 0 0,0-1-1 0 0,-4 0 0 0 0,0-1 78 0 0,1 0 0 0 0,-1 0-1 0 0,-12-6 1 0 0,17 7-97 0 0,0 0-1 0 0,1 0 0 0 0,-1 0 0 0 0,0 0 1 0 0,1 0-1 0 0,-1-1 0 0 0,0 1 0 0 0,1-1 1 0 0,0 1-1 0 0,-1-1 0 0 0,1 1 0 0 0,0-1 1 0 0,0 0-1 0 0,0 0 0 0 0,0 1 0 0 0,0-1 1 0 0,-1-4-1 0 0,0-1 23 0 0,1 0 1 0 0,-1 0-1 0 0,2 0 1 0 0,-1 0-1 0 0,1 0 1 0 0,0-1-1 0 0,0 1 1 0 0,1 0-1 0 0,0 0 0 0 0,0 0 1 0 0,1 0-1 0 0,0 0 1 0 0,0 0-1 0 0,1 0 1 0 0,0 0-1 0 0,0 1 1 0 0,0 0-1 0 0,1-1 1 0 0,0 1-1 0 0,0 0 0 0 0,0 1 1 0 0,9-9-1 0 0,-11 12-15 0 0,0 0-1 0 0,-1 1 0 0 0,2-1 1 0 0,-1 0-1 0 0,0 1 1 0 0,0 0-1 0 0,0-1 0 0 0,1 1 1 0 0,-1 0-1 0 0,0 0 1 0 0,1 0-1 0 0,-1 1 0 0 0,1-1 1 0 0,-1 0-1 0 0,1 1 0 0 0,0 0 1 0 0,-1-1-1 0 0,1 1 1 0 0,-1 0-1 0 0,1 1 0 0 0,2-1 1 0 0,1 0 1 0 0,-3 1-9 0 0,0-1 0 0 0,0 1 0 0 0,0 0 0 0 0,-1 0 1 0 0,1 0-1 0 0,0 0 0 0 0,-1 0 0 0 0,1 1 0 0 0,-1-1 1 0 0,0 1-1 0 0,1-1 0 0 0,-1 1 0 0 0,0 0 0 0 0,0 0 1 0 0,0 0-1 0 0,0 0 0 0 0,0 1 0 0 0,0-1 0 0 0,-1 0 0 0 0,3 5 1 0 0,1 3 40 0 0,1 0 1 0 0,-1 0-1 0 0,7 22 1 0 0,3 56 344 0 0,-12-78-338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49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14568 0 0,'0'0'2475'0'0,"0"25"-429"0"0,1-2-1551 0 0,0 0 1 0 0,8 32-1 0 0,-1 12 192 0 0,-4-26-150 0 0,5-29-274 0 0,-9-11-226 0 0,1-1 1 0 0,0 1-1 0 0,-1-1 1 0 0,1 1-1 0 0,0-1 1 0 0,-1 1-1 0 0,1-1 1 0 0,-1 1-1 0 0,1 0 1 0 0,-1-1-1 0 0,1 1 1 0 0,-1 0-1 0 0,0-1 1 0 0,1 1-1 0 0,-1 0 1 0 0,0 0-1 0 0,1 0 1 0 0,-1-1-1 0 0,0 1 1 0 0,0 0-1 0 0,0 0 1 0 0,0-1-1 0 0,0 1 1 0 0,0 1-1 0 0,6-7 19 0 0,-1-1 0 0 0,1 0 0 0 0,-1 1 0 0 0,0-2 0 0 0,-1 1 0 0 0,0-1 0 0 0,0 1 0 0 0,4-10 0 0 0,2-8 55 0 0,8-30 1 0 0,-13 35 29 0 0,2 0 1 0 0,17-37-1 0 0,-18 42 36 0 0,-6 13-147 0 0,0 0-1 0 0,0 0 0 0 0,1-1 0 0 0,-1 1 0 0 0,0 0 1 0 0,1 0-1 0 0,-1 0 0 0 0,1 0 0 0 0,-1-1 1 0 0,1 1-1 0 0,0 0 0 0 0,0 0 0 0 0,-1 0 1 0 0,1 0-1 0 0,0 0 0 0 0,0 1 0 0 0,0-1 0 0 0,0 0 1 0 0,0 0-1 0 0,0 0 0 0 0,0 1 0 0 0,0-1 1 0 0,0 1-1 0 0,0-1 0 0 0,2 0 0 0 0,-2 1-19 0 0,-1 1-1 0 0,1-1 0 0 0,-1 0 0 0 0,1 0 1 0 0,-1 1-1 0 0,1-1 0 0 0,-1 0 1 0 0,1 1-1 0 0,-1-1 0 0 0,0 1 1 0 0,1-1-1 0 0,-1 0 0 0 0,0 1 1 0 0,1-1-1 0 0,-1 1 0 0 0,0-1 1 0 0,0 1-1 0 0,1-1 0 0 0,-1 1 0 0 0,0-1 1 0 0,0 1-1 0 0,0 0 0 0 0,0-1 1 0 0,1 1-1 0 0,-1-1 0 0 0,0 1 1 0 0,2 19 56 0 0,-1-16-30 0 0,3 118 579 0 0,-4-95-525 0 0,4 39 493 0 0,-3-64-555 0 0,0-1 0 0 0,0 0 0 0 0,0 1 0 0 0,0-1 0 0 0,0 0 0 0 0,0 0 0 0 0,1 0 0 0 0,-1 0 0 0 0,0 0 0 0 0,1 0 0 0 0,-1 0 0 0 0,1 0 0 0 0,-1-1 0 0 0,1 1 0 0 0,3 0 0 0 0,1 3 85 0 0,16-18 11 0 0,-15 7-115 0 0,0 0 1 0 0,-1-1-1 0 0,0 1 0 0 0,-1-1 1 0 0,0-1-1 0 0,0 1 0 0 0,0-1 1 0 0,5-16-1 0 0,-4 11-2 0 0,1-1 0 0 0,10-14 0 0 0,-11 19 0 0 0,-4 7 3 0 0,0-1 1 0 0,0 1-1 0 0,1 0 1 0 0,-1-1-1 0 0,1 1 1 0 0,6-5-1 0 0,-2 19 7 0 0,-4-6-2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50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23631 0 0,'16'-12'10'0'0,"-9"4"11"0"0,-7 7-12 0 0,0 21 74 0 0,0 8-54 0 0,1 12 47 0 0,-2-1-1 0 0,-8 47 1 0 0,8-51 191 0 0,2-21 23 0 0,-1-18 162 0 0,2-13-406 0 0,0 1-1 0 0,1-1 1 0 0,1 1-1 0 0,1 0 1 0 0,0 0-1 0 0,9-18 1 0 0,-9 25-7 0 0,1-1-1 0 0,0 1 1 0 0,0 1-1 0 0,1-1 1 0 0,8-8 0 0 0,9-12 109 0 0,-22 27-122 0 0,1 0 0 0 0,-1 0 0 0 0,0 0 0 0 0,1 0 0 0 0,-1 0 0 0 0,1 0 0 0 0,-1 1 0 0 0,1-1 0 0 0,0 1 0 0 0,0 0 0 0 0,0 0-1 0 0,0 0 1 0 0,0 0 0 0 0,0 0 0 0 0,0 1 0 0 0,0-1 0 0 0,0 1 0 0 0,0 0 0 0 0,0 0 0 0 0,4 0 0 0 0,-6 1-14 0 0,0 0 0 0 0,1 0 0 0 0,-1 0 0 0 0,0 0 0 0 0,0 0 0 0 0,0 0 0 0 0,0 0 1 0 0,0 0-1 0 0,0 0 0 0 0,0 1 0 0 0,0-1 0 0 0,0 0 0 0 0,-1 1 0 0 0,1-1 0 0 0,0 1 0 0 0,-1-1 0 0 0,1 3 0 0 0,8 30 266 0 0,-8-22-250 0 0,1 0-1 0 0,-2 1 1 0 0,0-1 0 0 0,0 0 0 0 0,-1 1-1 0 0,0-1 1 0 0,-1 0 0 0 0,-1 0 0 0 0,0 0-1 0 0,-8 19 1 0 0,6-20 35 0 0,1 1 0 0 0,0 0-1 0 0,1 0 1 0 0,0 0 0 0 0,-2 20-1 0 0,5-32-6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3:50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 15472 0 0,'0'0'2359'0'0,"0"4"-2157"0"0,15 90 1815 0 0,-11-48-1735 0 0,-1-14-61 0 0,-1 0 0 0 0,-1 0-1 0 0,-5 36 1 0 0,-5-24-45 0 0,-1 0 0 0 0,-3 0 0 0 0,-2-1 0 0 0,-1 0 0 0 0,-25 44 0 0 0,27-60-104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13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40 8240 0 0,'0'0'8541'0'0,"0"4"-7853"0"0,0 10-281 0 0,1 0 0 0 0,0 0 0 0 0,1 0-1 0 0,5 17 1 0 0,-2-9 117 0 0,0 1-1 0 0,-2 0 1 0 0,2 45-1 0 0,-3-39-239 0 0,-1-23-214 0 0,0-1 0 0 0,0 1 0 0 0,1-1 0 0 0,0 1 0 0 0,3 7 0 0 0,7 19 436 0 0,-19 6 81 0 0,7 29 274 0 0,0-39 2340 0 0,1-28-3196 0 0,-1 1 0 0 0,1-1-1 0 0,-1 1 1 0 0,1-1-1 0 0,-1 0 1 0 0,1 0-1 0 0,-1 1 1 0 0,1-1-1 0 0,-1 0 1 0 0,1 0 0 0 0,-1 0-1 0 0,1 0 1 0 0,-1 1-1 0 0,1-1 1 0 0,-1 0-1 0 0,1 0 1 0 0,0 0-1 0 0,-1 0 1 0 0,1 0 0 0 0,-1 0-1 0 0,1-1 1 0 0,-1 1-1 0 0,2 0 1 0 0,14-3 67 0 0,7-4-25 0 0,0-1 0 0 0,0-1-1 0 0,-1-1 1 0 0,36-22 0 0 0,-43 23-34 0 0,-1-1 0 0 0,-1-1-1 0 0,0 0 1 0 0,0 0 0 0 0,-1-1-1 0 0,-1-1 1 0 0,16-22 0 0 0,-17 19-4 0 0,-2-1 0 0 0,0 0 1 0 0,-2-1-1 0 0,0 1 0 0 0,0-1 1 0 0,3-23-1 0 0,-7 30-8 0 0,0 0 0 0 0,-1 0 1 0 0,-1 0-1 0 0,1 0 0 0 0,-2 0 0 0 0,-1-16 0 0 0,1 23 0 0 0,0 0-1 0 0,0 0 0 0 0,0 0 1 0 0,-1 0-1 0 0,1 0 1 0 0,-1 0-1 0 0,0 1 0 0 0,0-1 1 0 0,0 1-1 0 0,-1-1 1 0 0,1 1-1 0 0,-1 0 0 0 0,0-1 1 0 0,0 2-1 0 0,0-1 1 0 0,0 0-1 0 0,0 0 0 0 0,-1 1 1 0 0,-7-4-1 0 0,5 3 0 0 0,-1 0-1 0 0,0 1 1 0 0,0 0 0 0 0,1 0-1 0 0,-2 1 1 0 0,1 0-1 0 0,0 0 1 0 0,0 0 0 0 0,-10 2-1 0 0,-8 0-5 0 0,-33 9 1 0 0,18-4-4 0 0,27-4-16 0 0,2 3-6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14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 15272 0 0,'0'0'3431'0'0,"2"4"-3301"0"0,0-2-67 0 0,-1 1 1 0 0,1 0-1 0 0,-1 0 1 0 0,0 0-1 0 0,0 1 1 0 0,0-1 0 0 0,0 4-1 0 0,1 51 379 0 0,-2-52-431 0 0,0-5-4 0 0,0 1 0 0 0,1-1-1 0 0,-1 0 1 0 0,0 0-1 0 0,0 1 1 0 0,0-1-1 0 0,0 0 1 0 0,-1 0-1 0 0,1 1 1 0 0,0-1-1 0 0,-1 0 1 0 0,1 0-1 0 0,0 0 1 0 0,-1 0-1 0 0,1 1 1 0 0,-1-1-1 0 0,0 0 1 0 0,1 0-1 0 0,-2 1 1 0 0,1 0 50 0 0,0 0 0 0 0,0 0 0 0 0,0 0 0 0 0,0 0 0 0 0,0 0 0 0 0,0 1-1 0 0,1-1 1 0 0,-1 0 0 0 0,1 0 0 0 0,-1 5 0 0 0,-20-6 1415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16.0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319 243 12960 0 0,'0'0'3721'0'0,"-3"3"-3651"0"0,-6 6 14 0 0,-1-1 0 0 0,1-1 0 0 0,-20 12 0 0 0,27-18-72 0 0,-1 0 0 0 0,1-1 0 0 0,-1 1 0 0 0,0-1 0 0 0,1 1 0 0 0,-1-1 0 0 0,1 0 0 0 0,-4 0 0 0 0,4 0-5 0 0,0-1 1 0 0,1 1 0 0 0,-1 0 0 0 0,0 0 0 0 0,0 1-1 0 0,0-1 1 0 0,1 0 0 0 0,-1 1 0 0 0,0-1 0 0 0,0 1-1 0 0,1-1 1 0 0,-1 1 0 0 0,0 0 0 0 0,1 0 0 0 0,-3 1-1 0 0,1 0 8 0 0,1 0 0 0 0,-1 0-1 0 0,1 0 1 0 0,-1-1 0 0 0,0 1 0 0 0,1-1-1 0 0,-1 0 1 0 0,0 0 0 0 0,0 0-1 0 0,0 0 1 0 0,0-1 0 0 0,0 1-1 0 0,-5 0 1 0 0,-44-2 343 0 0,27-1-91 0 0,21 2-228 0 0,1 0 0 0 0,-1 0-1 0 0,1-1 1 0 0,-1 0 0 0 0,1 1 0 0 0,0-1 0 0 0,-1-1-1 0 0,1 1 1 0 0,0 0 0 0 0,0-1 0 0 0,0 1-1 0 0,0-1 1 0 0,0 0 0 0 0,0 0 0 0 0,1 0 0 0 0,-1-1-1 0 0,1 1 1 0 0,-1-1 0 0 0,1 1 0 0 0,0-1-1 0 0,0 0 1 0 0,0 0 0 0 0,-2-4 0 0 0,1-5 40 0 0,0 0-1 0 0,1-1 1 0 0,1 0 0 0 0,0 1 0 0 0,1-1 0 0 0,0 0 0 0 0,3-19 0 0 0,-2 26-44 0 0,0-1 19 0 0,1-1-1 0 0,1 0 1 0 0,0 0-1 0 0,0 1 1 0 0,0-1-1 0 0,1 1 1 0 0,6-10-1 0 0,-1 1 131 0 0,-5 9-95 0 0,0 0 0 0 0,1 0-1 0 0,-1 0 1 0 0,8-7 0 0 0,-11 13-44 0 0,0 0 1 0 0,1-1 0 0 0,-1 1 0 0 0,0 0 0 0 0,1-1 0 0 0,0 1 0 0 0,-1 0-1 0 0,1 0 1 0 0,0 0 0 0 0,0 1 0 0 0,-1-1 0 0 0,1 0 0 0 0,0 1 0 0 0,0-1 0 0 0,0 1-1 0 0,0-1 1 0 0,0 1 0 0 0,0 0 0 0 0,0 0 0 0 0,0 0 0 0 0,0 0 0 0 0,0 0-1 0 0,3 1 1 0 0,1 3 24 0 0,-1-1-1 0 0,0 1 0 0 0,0 0 1 0 0,0 0-1 0 0,0 1 0 0 0,-1-1 1 0 0,1 1-1 0 0,3 6 0 0 0,0 2 45 0 0,-1-1 1 0 0,0 1-1 0 0,-1 0 0 0 0,0 1 0 0 0,-1 0 0 0 0,-1 0 0 0 0,3 15 1 0 0,-5-23-59 0 0,-1 1 1 0 0,0 0-1 0 0,0-1 0 0 0,0 1 1 0 0,-1 0-1 0 0,0 0 1 0 0,0 0-1 0 0,-1-1 1 0 0,0 1-1 0 0,0 0 0 0 0,-4 11 1 0 0,-1 3 72 0 0,3-15-97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16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132 31 8840 0 0,'0'0'4172'0'0,"3"-2"-3903"0"0,1 0-219 0 0,-2 1-20 0 0,-1 1-1 0 0,0-1 0 0 0,0 0 1 0 0,1 1-1 0 0,-1-1 1 0 0,0 0-1 0 0,0 0 1 0 0,0 0-1 0 0,0 0 1 0 0,0 1-1 0 0,0-2 1 0 0,1-1-1 0 0,-2 3 71 0 0,0 1 0 0 0,-1-1 0 0 0,1 0 0 0 0,0 0-1 0 0,-1 0 1 0 0,1 1 0 0 0,-1-1 0 0 0,1 0 0 0 0,-1 0 0 0 0,1 0-1 0 0,0 0 1 0 0,-1 0 0 0 0,1 0 0 0 0,-1 0 0 0 0,1 0 0 0 0,-1 0-1 0 0,1 0 1 0 0,0 0 0 0 0,-1 0 0 0 0,1 0 0 0 0,-1 0 0 0 0,1-1-1 0 0,0 1 1 0 0,-1 0 0 0 0,1 0 0 0 0,-1 0 0 0 0,1-1-1 0 0,0 1 1 0 0,-1 0 0 0 0,1 0 0 0 0,0-1 0 0 0,-1 1 0 0 0,1 0-1 0 0,0-1 1 0 0,0 1 0 0 0,-1 0 0 0 0,1-1 0 0 0,0 1 0 0 0,0 0-1 0 0,0-1 1 0 0,-1 1 0 0 0,1-1 0 0 0,0 1 0 0 0,0 0 0 0 0,0-1-1 0 0,0 1 1 0 0,0-1 0 0 0,0 1 0 0 0,0-1 0 0 0,0 1 0 0 0,0 0-1 0 0,0-1 1 0 0,0 1 0 0 0,0-1 0 0 0,0 1 0 0 0,0-1 0 0 0,0 1-1 0 0,1 0 1 0 0,-1-1 0 0 0,0 1 0 0 0,0-1 0 0 0,0 1 0 0 0,1-1-1 0 0,-34 23 315 0 0,26-19-349 0 0,0 1 0 0 0,1 0 0 0 0,0 1 0 0 0,0 0 0 0 0,0 0 0 0 0,0 0 0 0 0,1 0 0 0 0,0 1 0 0 0,-9 12 0 0 0,5-2 203 0 0,-12 28 0 0 0,19-39-206 0 0,0 1 0 0 0,0 0 0 0 0,1-1 0 0 0,0 1 0 0 0,0 0 0 0 0,0 0 0 0 0,1 0 0 0 0,-1 0 0 0 0,2 6 0 0 0,1 1 102 0 0,2-1 0 0 0,7 22 0 0 0,-9-30-134 0 0,0-1-1 0 0,-1 0 0 0 0,1 0 1 0 0,0 0-1 0 0,1 0 1 0 0,-1 0-1 0 0,0 0 0 0 0,1-1 1 0 0,0 1-1 0 0,-1-1 0 0 0,1 0 1 0 0,0 0-1 0 0,4 3 0 0 0,0-2 41 0 0,-1 1-1 0 0,1-1 0 0 0,0-1 0 0 0,0 1 1 0 0,12 1-1 0 0,-16-4-52 0 0,0 0-1 0 0,0 0 1 0 0,0-1 0 0 0,0 1 0 0 0,0-1-1 0 0,0 0 1 0 0,0 0 0 0 0,0 0 0 0 0,4-2-1 0 0,-3 1 8 0 0,3-1-2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17.6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15472 0 0,'0'0'3610'0'0,"3"4"-3473"0"0,-1 2-68 0 0,1 0 0 0 0,-1 0 0 0 0,0 0-1 0 0,-1 0 1 0 0,0 0 0 0 0,1 0-1 0 0,-1 11 1 0 0,-1 54 343 0 0,0-4-199 0 0,1-42-139 0 0,-1-19-49 0 0,0 0-1 0 0,1 0 1 0 0,-1 0 0 0 0,1 0 0 0 0,0 0-1 0 0,1-1 1 0 0,-1 1 0 0 0,1 0 0 0 0,5 8-1 0 0,-6-11-22 0 0,1 1 19 0 0,-1 0-1 0 0,1-1 1 0 0,0 1-1 0 0,0-1 1 0 0,1 0-1 0 0,-1 1 1 0 0,0-1-1 0 0,1 0 1 0 0,0-1-1 0 0,0 1 1 0 0,0 0-1 0 0,0-1 1 0 0,0 1-1 0 0,1-1 1 0 0,-1 0 0 0 0,5 2-1 0 0,-6-4-5 0 0,-1 1 1 0 0,1 0-1 0 0,0-1 0 0 0,-1 0 0 0 0,1 1 0 0 0,0-1 1 0 0,-1 0-1 0 0,1 0 0 0 0,0 0 0 0 0,-1 0 1 0 0,1 0-1 0 0,0 0 0 0 0,0 0 0 0 0,-1-1 1 0 0,1 1-1 0 0,0-1 0 0 0,-1 1 0 0 0,3-2 1 0 0,-1 0 2 0 0,0 0 1 0 0,0 0 0 0 0,0 0-1 0 0,-1 0 1 0 0,1 0 0 0 0,-1-1-1 0 0,0 1 1 0 0,1-1 0 0 0,1-2-1 0 0,0-2 18 0 0,1-1-1 0 0,-2 1 1 0 0,1 0-1 0 0,-1-1 1 0 0,0 0-1 0 0,0 0 1 0 0,1-11-1 0 0,-1-2 79 0 0,-2 0-1 0 0,0 0 1 0 0,-1 0-1 0 0,-4-23 1 0 0,3-17 1281 0 0,1 61-1115 0 0,-1 5-191 0 0,0 0 0 0 0,0 0 0 0 0,1 1 0 0 0,-1 9 0 0 0,2 1 64 0 0,0-1 0 0 0,0 1 1 0 0,2 0-1 0 0,0-1 0 0 0,0 0 0 0 0,2 1 0 0 0,0-1 1 0 0,0-1-1 0 0,1 1 0 0 0,14 21 0 0 0,-14-26-73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18.3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 16072 0 0,'0'0'3927'0'0,"0"4"-3395"0"0,-4 261 2392 0 0,14-177-2381 0 0,-10-88-540 0 0,0-1-1 0 0,1 1 1 0 0,-1-1-1 0 0,0 1 1 0 0,0 0-1 0 0,0-1 1 0 0,0 1-1 0 0,0 0 1 0 0,0-1 0 0 0,1 1-1 0 0,-1 0 1 0 0,0-1-1 0 0,0 1 1 0 0,0 0-1 0 0,1-1 1 0 0,-1 1 0 0 0,0 0-1 0 0,0 0 1 0 0,1-1-1 0 0,-1 1 1 0 0,0 0-1 0 0,1 0 1 0 0,-1-1 0 0 0,0 1-1 0 0,1 0 1 0 0,-1 0-1 0 0,0 0 1 0 0,1 0-1 0 0,-1 0 1 0 0,0 0 0 0 0,1 0-1 0 0,-1-1 1 0 0,1 1-1 0 0,-1 0 1 0 0,0 0-1 0 0,1 0 1 0 0,-1 0 0 0 0,1 1-1 0 0,-1-1 1 0 0,0 0-1 0 0,1 0 1 0 0,-1 0-1 0 0,0 0 1 0 0,1 0 0 0 0,-1 0-1 0 0,0 1 1 0 0,1-1-1 0 0,-1 0 1 0 0,0 0-1 0 0,1 0 1 0 0,-1 1-1 0 0,0-1 1 0 0,0 0 0 0 0,1 0-1 0 0,-1 1 1 0 0,0-1-1 0 0,0 0 1 0 0,1 1-1 0 0,-1-1 1 0 0,0 0 0 0 0,0 1-1 0 0,0-1 1 0 0,0 0-1 0 0,1 1 1 0 0,-1-1-1 0 0,0 0 1 0 0,0 1 0 0 0,1-21 19 0 0,2 0 0 0 0,0 0 0 0 0,6-22 0 0 0,0 1 3 0 0,-5 21 29 0 0,1-1 1 0 0,1 1-1 0 0,1 0 1 0 0,10-21-1 0 0,-17 41-46 0 0,1-1 1 0 0,-1 1-1 0 0,0-1 1 0 0,0 1-1 0 0,0-1 0 0 0,0 1 1 0 0,0-1-1 0 0,1 1 1 0 0,-1 0-1 0 0,0-1 1 0 0,0 1-1 0 0,1-1 0 0 0,-1 1 1 0 0,0 0-1 0 0,1-1 1 0 0,-1 1-1 0 0,0 0 1 0 0,1-1-1 0 0,-1 1 0 0 0,0 0 1 0 0,1 0-1 0 0,-1-1 1 0 0,1 1-1 0 0,-1 0 0 0 0,1 0 1 0 0,-1 0-1 0 0,0-1 1 0 0,1 1-1 0 0,-1 0 1 0 0,1 0-1 0 0,-1 0 0 0 0,1 0 1 0 0,-1 0-1 0 0,1 0 1 0 0,-1 0-1 0 0,1 0 1 0 0,-1 0-1 0 0,1 0 0 0 0,-1 1 1 0 0,1-1-1 0 0,-1 0 1 0 0,0 0-1 0 0,1 0 0 0 0,-1 0 1 0 0,1 1-1 0 0,-1-1 1 0 0,1 0-1 0 0,-1 0 1 0 0,0 1-1 0 0,1-1 0 0 0,-1 0 1 0 0,0 1-1 0 0,1-1 1 0 0,-1 0-1 0 0,0 1 1 0 0,0-1-1 0 0,1 1 0 0 0,-1-1 1 0 0,0 1-1 0 0,0-1 1 0 0,1 0-1 0 0,-1 1 0 0 0,0-1 1 0 0,0 1-1 0 0,2 3 15 0 0,0 1-1 0 0,0-1 0 0 0,-1 0 1 0 0,1 0-1 0 0,0 7 0 0 0,20 105 698 0 0,-22-105-568 0 0,0-11-138 0 0,0 1-1 0 0,0 0 1 0 0,0-1 0 0 0,0 1-1 0 0,0 0 1 0 0,0-1-1 0 0,0 1 1 0 0,0-1-1 0 0,0 1 1 0 0,0 0 0 0 0,1-1-1 0 0,-1 1 1 0 0,0 0-1 0 0,0-1 1 0 0,0 1-1 0 0,1-1 1 0 0,-1 1 0 0 0,0-1-1 0 0,1 1 1 0 0,-1-1-1 0 0,0 1 1 0 0,1-1-1 0 0,-1 1 1 0 0,1-1 0 0 0,-1 1-1 0 0,1-1 1 0 0,-1 0-1 0 0,1 1 1 0 0,-1-1-1 0 0,1 0 1 0 0,0 1 0 0 0,0-1-1 0 0,5 3 148 0 0,-6-2-157 0 0,0-1 0 0 0,0 0-1 0 0,0 0 1 0 0,1 0 0 0 0,-1 0 0 0 0,0 0 0 0 0,0 0 0 0 0,0 1 0 0 0,1-1 0 0 0,-1 0 0 0 0,0 0 0 0 0,0 0 0 0 0,0 0-1 0 0,1 0 1 0 0,-1 0 0 0 0,0 0 0 0 0,0 0 0 0 0,0 0 0 0 0,1 0 0 0 0,-1 0 0 0 0,0 0 0 0 0,0 0 0 0 0,1 0-1 0 0,-1 0 1 0 0,0 0 0 0 0,0 0 0 0 0,0-1 0 0 0,1 1 0 0 0,-1 0 0 0 0,0 0 0 0 0,0 0 0 0 0,0 0 0 0 0,0 0 0 0 0,1 0-1 0 0,-1-1 1 0 0,0 1 0 0 0,0 0 0 0 0,0 0 0 0 0,0 0 0 0 0,0 0 0 0 0,1-1 0 0 0,-1 1 0 0 0,0 0 0 0 0,0 0 0 0 0,0 0-1 0 0,0-1 1 0 0,0 1 0 0 0,0 0 0 0 0,12-15 95 0 0,-1 0 0 0 0,-1-1-1 0 0,-1 0 1 0 0,11-23 0 0 0,-9 14-1 0 0,21-29-1 0 0,-32 53-85 0 0,1-1-1 0 0,0 1 0 0 0,0 0 0 0 0,0 0 1 0 0,0-1-1 0 0,0 1 0 0 0,0 0 0 0 0,0 0 0 0 0,0 0 1 0 0,1 0-1 0 0,-1 0 0 0 0,0 1 0 0 0,1-1 1 0 0,-1 0-1 0 0,0 0 0 0 0,1 1 0 0 0,-1-1 0 0 0,1 1 1 0 0,-1-1-1 0 0,1 1 0 0 0,-1 0 0 0 0,4 0 1 0 0,-4 0-5 0 0,1 0 1 0 0,-1 1-1 0 0,0-1 1 0 0,1 1 0 0 0,-1 0-1 0 0,0-1 1 0 0,0 1-1 0 0,1 0 1 0 0,-1 0 0 0 0,0 0-1 0 0,0 0 1 0 0,0 0-1 0 0,0 0 1 0 0,0 0 0 0 0,0 0-1 0 0,0 0 1 0 0,-1 0-1 0 0,1 1 1 0 0,0-1-1 0 0,-1 0 1 0 0,1 0 0 0 0,0 1-1 0 0,-1-1 1 0 0,1 3-1 0 0,8 32 51 0 0,-2-1 0 0 0,-2 1 0 0 0,-1 1 0 0 0,-2-1 0 0 0,-2 42 0 0 0,0-70-47 0 0,2-4-2 0 0,2-1-2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18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43 107 14464 0 0,'0'0'920'0'0,"1"4"-464"0"0,15 25 1023 0 0,-15-28-1415 0 0,-1 0-1 0 0,1 0 0 0 0,-1-1 1 0 0,1 1-1 0 0,0 0 0 0 0,-1 0 1 0 0,1-1-1 0 0,0 1 0 0 0,-1 0 1 0 0,1-1-1 0 0,0 1 0 0 0,0-1 1 0 0,0 1-1 0 0,0-1 0 0 0,0 1 1 0 0,-1-1-1 0 0,1 1 0 0 0,0-1 1 0 0,0 0-1 0 0,0 0 0 0 0,0 1 1 0 0,0-1-1 0 0,0 0 0 0 0,0 0 1 0 0,0 0-1 0 0,0 0 0 0 0,0 0 1 0 0,0 0-1 0 0,0 0 0 0 0,0-1 1 0 0,0 1-1 0 0,0 0 0 0 0,0-1 1 0 0,0 1-1 0 0,2-1 0 0 0,1-3 0 0 0,-1 1 0 0 0,1-1-1 0 0,0 0 1 0 0,-1 0-1 0 0,0 0 1 0 0,0 0 0 0 0,0-1-1 0 0,0 1 1 0 0,-1-1 0 0 0,0 0-1 0 0,0 0 1 0 0,0 1-1 0 0,-1-1 1 0 0,1-1 0 0 0,-1 1-1 0 0,0 0 1 0 0,-1 0 0 0 0,1 0-1 0 0,-1 0 1 0 0,0-1-1 0 0,0 1 1 0 0,-1 0 0 0 0,0 0-1 0 0,0-1 1 0 0,0 1-1 0 0,0 0 1 0 0,-4-8 0 0 0,5 13-56 0 0,0-1 0 0 0,-1 1 1 0 0,1-1-1 0 0,0 1 1 0 0,-1-1-1 0 0,1 1 0 0 0,-1-1 1 0 0,1 1-1 0 0,-1-1 0 0 0,1 1 1 0 0,-1 0-1 0 0,1-1 1 0 0,-1 1-1 0 0,1 0 0 0 0,-1-1 1 0 0,1 1-1 0 0,-1 0 0 0 0,0 0 1 0 0,1-1-1 0 0,-1 1 1 0 0,1 0-1 0 0,-1 0 0 0 0,0 0 1 0 0,1 0-1 0 0,-1 0 0 0 0,-1 0 1 0 0,-17 9 106 0 0,13-5-91 0 0,0 1 0 0 0,1 0 0 0 0,-9 10 0 0 0,7-4 7 0 0,0 0 0 0 0,0 0 0 0 0,1 0 0 0 0,0 1 1 0 0,1 0-1 0 0,1 0 0 0 0,0 1 0 0 0,1-1 0 0 0,0 1 0 0 0,0 0 0 0 0,0 21 0 0 0,2-23-9 0 0,0 0 17 0 0,0 0 0 0 0,0 1 0 0 0,2 11 0 0 0,-1-20-26 0 0,1 0 1 0 0,-1 0 0 0 0,1 0-1 0 0,0 0 1 0 0,0 0-1 0 0,0 0 1 0 0,0 0 0 0 0,1 0-1 0 0,-1 0 1 0 0,1 0 0 0 0,-1-1-1 0 0,1 1 1 0 0,0-1 0 0 0,0 1-1 0 0,5 3 1 0 0,1-1 30 0 0,-2-3-21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19.3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0 15376 0 0,'0'0'617'0'0,"0"4"-300"0"0,-2 5-61 0 0,1-1 0 0 0,-1 1-1 0 0,-1-1 1 0 0,-3 9 0 0 0,-4 13 258 0 0,-29 189 878 0 0,19-87-734 0 0,20-98-2 0 0,0-34-649 0 0,0 0 1 0 0,0 0 0 0 0,1 1-1 0 0,-1-1 1 0 0,0 0-1 0 0,0 0 1 0 0,1 0 0 0 0,-1 0-1 0 0,0 0 1 0 0,0 0-1 0 0,1 0 1 0 0,-1 0 0 0 0,0 0-1 0 0,0 0 1 0 0,1 0-1 0 0,-1 0 1 0 0,0 0 0 0 0,1 0-1 0 0,-1 0 1 0 0,0 0 0 0 0,0 0-1 0 0,1 0 1 0 0,-1 0-1 0 0,0 0 1 0 0,0 0 0 0 0,1 0-1 0 0,-1 0 1 0 0,0-1-1 0 0,0 1 1 0 0,1 0 0 0 0,-1 0-1 0 0,0 0 1 0 0,0 0-1 0 0,0-1 1 0 0,1 1 0 0 0,-1 0-1 0 0,0 0 1 0 0,0 0 0 0 0,0-1-1 0 0,1 1 1 0 0,9-8 142 0 0,-4-1-97 0 0,1 0-1 0 0,-2 0 1 0 0,0-1-1 0 0,0 0 1 0 0,0 1 0 0 0,-1-2-1 0 0,4-17 1 0 0,1 4 41 0 0,6-22 57 0 0,-11 30-87 0 0,1-1 1 0 0,1 2 0 0 0,0-1 0 0 0,2 1-1 0 0,-1 0 1 0 0,2 0 0 0 0,0 1 0 0 0,11-14-1 0 0,12 4 511 0 0,-32 24-561 0 0,1 0-1 0 0,-1 0 1 0 0,1 0-1 0 0,-1 0 1 0 0,1 0 0 0 0,0 0-1 0 0,-1 0 1 0 0,1 0-1 0 0,-1 0 1 0 0,1 1 0 0 0,-1-1-1 0 0,1 0 1 0 0,-1 0-1 0 0,1 0 1 0 0,-1 1 0 0 0,1-1-1 0 0,-1 0 1 0 0,1 1-1 0 0,-1-1 1 0 0,1 0 0 0 0,-1 1-1 0 0,1-1 1 0 0,-1 1-1 0 0,0-1 1 0 0,1 1 0 0 0,10 12 64 0 0,-1 13 80 0 0,-1 0 0 0 0,7 39 1 0 0,-14-52-101 0 0,0 0 0 0 0,-1 0 0 0 0,-1 16 0 0 0,1 22 115 0 0,0 16 151 0 0,-1-64-295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19.6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 15976 0 0,'0'0'1129'0'0,"0"4"-791"0"0,-2 31 615 0 0,-7 35-1 0 0,1-3-149 0 0,-5 12-110 0 0,7-50-231 0 0,-2 36-1 0 0,8-26-25 0 0,0-26-181 0 0,0-12-210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20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215 1 13968 0 0,'0'0'1816'0'0,"-23"0"-1680"0"0,18 0 8 0 0,-7 0 0 0 0,-3 3 0 0 0,-6 1 343 0 0,-4 0 1 0 0,-1-2 0 0 0,3 1 8 0 0,0-2-360 0 0,2 2 8 0 0,1 1 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20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 11152 0 0,'0'0'5298'0'0,"-1"4"-4941"0"0,-7 80 791 0 0,3 111 0 0 0,5-170-989 0 0,0-5 19 0 0,1-1-1 0 0,1 0 1 0 0,0 1-1 0 0,11 36 1 0 0,-11-50-30 0 0,0-1-1 0 0,-1 1 1 0 0,1-1 0 0 0,-1 1-1 0 0,-1-1 1 0 0,1 7-1 0 0,-1-11-91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21.2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302 0 19295 0 0,'-38'0'-9'0'0,"0"2"0"0"0,0 2-1 0 0,0 1 1 0 0,-69 19 0 0 0,92-20 2 0 0,-11-1-82 0 0,25-3 47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21.5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0 10848 0 0,'0'0'344'0'0,"-2"4"-174"0"0,-6 22 266 0 0,1 0 0 0 0,2 0 0 0 0,0 0 0 0 0,-2 42 0 0 0,1-10 246 0 0,6-56-602 0 0,0 0 1 0 0,0 1 0 0 0,0-1 0 0 0,1 0 0 0 0,-1 0 0 0 0,1 1 0 0 0,-1-1 0 0 0,1 0 0 0 0,1 2 0 0 0,2 15 886 0 0,-4-18-887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21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11760 0 0,'0'0'4394'0'0,"-1"4"-4142"0"0,-6 16-3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22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0 12864 0 0,'-13'255'3831'0'0,"11"-64"-1259"0"0,2-179-2121 0 0,0-12-376 0 0,2-4-5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22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258 1 13168 0 0,'0'0'2517'0'0,"-5"2"-2077"0"0,-15 4-203 0 0,-1-1-1 0 0,1-1 1 0 0,-1 0-1 0 0,0-2 1 0 0,-32 0 0 0 0,45-1-185 0 0,1-1 1 0 0,-1 1-1 0 0,0 0 1 0 0,0 0-1 0 0,1 1 1 0 0,-1 0-1 0 0,1 1 1 0 0,0-1-1 0 0,0 1 1 0 0,-9 5-1 0 0,11-6-13 0 0,4-2-25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22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1 12552 0 0,'0'0'2969'0'0,"2"3"-2561"0"0,0 5-333 0 0,-1-1 1 0 0,0 0 0 0 0,0 0-1 0 0,0 0 1 0 0,-1 1-1 0 0,0-1 1 0 0,-1 0-1 0 0,0 1 1 0 0,-2 11-1 0 0,-1 12 439 0 0,-1 34 115 0 0,-19 185 1049 0 0,22-179-742 0 0,2-45 101 0 0,0-25-956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4:23.2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164 104 14064 0 0,'0'0'1057'0'0,"4"0"-522"0"0,-2 0-579 0 0,6 0 407 0 0,0 0 0 0 0,0-1 0 0 0,0 0 0 0 0,8-2 0 0 0,-13 2-207 0 0,-1 1 1 0 0,1-1-1 0 0,0 0 1 0 0,-1-1-1 0 0,1 1 1 0 0,0 0-1 0 0,-1-1 1 0 0,0 0-1 0 0,1 1 1 0 0,-1-1-1 0 0,0 0 1 0 0,0 0-1 0 0,0 0 1 0 0,0-1-1 0 0,0 1 1 0 0,1-3-1 0 0,-1 1-52 0 0,1 1 0 0 0,-1-1 0 0 0,-1 0 0 0 0,1 0 0 0 0,-1 0 0 0 0,2-7 0 0 0,-2 10-95 0 0,-1 0 0 0 0,0 0 0 0 0,0 0 1 0 0,0 0-1 0 0,0 0 0 0 0,0 0 0 0 0,0 0 0 0 0,-1 0 1 0 0,1 0-1 0 0,0 0 0 0 0,0 0 0 0 0,-1 0 0 0 0,1 0 1 0 0,-1 0-1 0 0,1 0 0 0 0,-1 1 0 0 0,1-1 0 0 0,-1 0 1 0 0,1 0-1 0 0,-1 0 0 0 0,0 1 0 0 0,1-1 0 0 0,-1 0 1 0 0,0 1-1 0 0,0-1 0 0 0,1 0 0 0 0,-1 1 0 0 0,0-1 1 0 0,0 1-1 0 0,0 0 0 0 0,0-1 0 0 0,0 1 0 0 0,0 0 0 0 0,-1-1 1 0 0,-4-1 1 0 0,0 1 0 0 0,0-1 0 0 0,0 1 1 0 0,0 0-1 0 0,0 1 0 0 0,0 0 0 0 0,0 0 0 0 0,0 0 1 0 0,0 0-1 0 0,0 1 0 0 0,0 0 0 0 0,1 0 1 0 0,-1 1-1 0 0,-7 2 0 0 0,6-1-6 0 0,0 1-1 0 0,1 0 1 0 0,-1 0 0 0 0,1 1-1 0 0,0-1 1 0 0,0 1 0 0 0,1 0 0 0 0,0 1-1 0 0,0 0 1 0 0,-9 11 0 0 0,3 0-5 0 0,0 0 0 0 0,1 0 1 0 0,1 1-1 0 0,1 0 1 0 0,0 0-1 0 0,1 1 0 0 0,2 0 1 0 0,-1 0-1 0 0,-3 32 1 0 0,9-46 0 0 0,0 1 1 0 0,0-1 0 0 0,0 1 0 0 0,0-1 0 0 0,1 1 0 0 0,0 0-1 0 0,0-1 1 0 0,0 0 0 0 0,3 7 0 0 0,-3-10-1 0 0,0 1 0 0 0,1-1 1 0 0,-1 0-1 0 0,0 0 0 0 0,1 0 0 0 0,-1 0 1 0 0,1 0-1 0 0,-1 0 0 0 0,1 0 0 0 0,0 0 0 0 0,0-1 1 0 0,0 1-1 0 0,0-1 0 0 0,0 1 0 0 0,0-1 1 0 0,0 0-1 0 0,1 0 0 0 0,-1 0 0 0 0,0 0 1 0 0,1 0-1 0 0,-1 0 0 0 0,4 0 0 0 0,9 1 7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9:15.6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51 172 6224 0 0,'0'0'4934'0'0,"1"3"-4714"0"0,0 0-160 0 0,1-1 0 0 0,-1 1 0 0 0,1-1 0 0 0,0 1 0 0 0,0-1 0 0 0,0 0 0 0 0,0 0 0 0 0,0 0 0 0 0,0 0 0 0 0,1 0 0 0 0,-1-1 0 0 0,1 1 0 0 0,-1-1 0 0 0,1 0-1 0 0,0 1 1 0 0,-1-1 0 0 0,1 0 0 0 0,0-1 0 0 0,0 1 0 0 0,0 0 0 0 0,0-1 0 0 0,0 1 0 0 0,3-1 0 0 0,15 0 56 0 0,0 0 0 0 0,-1-1 0 0 0,1-1 1 0 0,-1-1-1 0 0,0-1 0 0 0,1-1 0 0 0,-2-1 0 0 0,24-9 0 0 0,-37 13-44 0 0,0-1-1 0 0,-1 0 1 0 0,0 0-1 0 0,0 0 1 0 0,1 0-1 0 0,-2-1 1 0 0,1 0-1 0 0,0 0 1 0 0,-1 0-1 0 0,0 0 1 0 0,0-1-1 0 0,0 0 1 0 0,5-9 0 0 0,1 0 279 0 0,-10 14-326 0 0,1-1 1 0 0,-1 1-1 0 0,1-1 1 0 0,-1 1-1 0 0,1-1 1 0 0,-1 0-1 0 0,1 1 1 0 0,-1-1-1 0 0,1 0 1 0 0,-1 1-1 0 0,0-1 0 0 0,1 0 1 0 0,-1 0-1 0 0,0 0 1 0 0,0 1-1 0 0,1-1 1 0 0,-1 0-1 0 0,0 0 1 0 0,0 0-1 0 0,0 1 1 0 0,0-1-1 0 0,0 0 0 0 0,0 0 1 0 0,0 0-1 0 0,-1 1 1 0 0,1-1-1 0 0,0 0 1 0 0,0 0-1 0 0,-1 0 1 0 0,1 1-1 0 0,0-1 1 0 0,-1 0-1 0 0,1 1 0 0 0,0-1 1 0 0,-1 0-1 0 0,0 0 1 0 0,-2-4 49 0 0,0 1 0 0 0,0 0 0 0 0,0 0 0 0 0,-1 0 0 0 0,1 0 0 0 0,-1 0 0 0 0,0 1 0 0 0,0 0 0 0 0,0 0 0 0 0,-1 0 0 0 0,1 0 0 0 0,-1 1 0 0 0,0-1 0 0 0,1 1 0 0 0,-1 0-1 0 0,-6-1 1 0 0,-21-3 111 0 0,1 1-1 0 0,0 2 0 0 0,-1 0 0 0 0,0 3 0 0 0,-42 4 0 0 0,48 4-125 0 0,24-7-48 0 0,-1 1 0 0 0,0-1 0 0 0,0 0 0 0 0,1 0 0 0 0,-1 0 0 0 0,0-1 0 0 0,0 1 0 0 0,-5 0 0 0 0,-18-1 36 0 0,21-1-47 0 0,1 0-1 0 0,1 0 2 0 0,2 1 58 0 0,6 81 111 0 0,-2-52-36 0 0,-1 46 0 0 0,-10 95 602 0 0,7-64-226 0 0,1-56-28 0 0,0-12 595 0 0,0-38-1022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9:15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14776 0 0,'0'0'3527'0'0,"4"3"-3403"0"0,1 2-63 0 0,1 0-1 0 0,-1 1 0 0 0,0 0 0 0 0,0 0 0 0 0,-1 0 0 0 0,0 0 0 0 0,0 1 0 0 0,-1-1 1 0 0,1 1-1 0 0,2 8 0 0 0,-1-1 2 0 0,1 5 20 0 0,1 0 1 0 0,11 18-1 0 0,-9-22-57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9:16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187 135 8936 0 0,'0'0'298'0'0,"4"-2"-196"0"0,0 0 45 0 0,0 0 0 0 0,1 0 0 0 0,-1-1 0 0 0,0 0 0 0 0,-1 1 0 0 0,1-1 0 0 0,0 0 1 0 0,-1-1-1 0 0,0 1 0 0 0,0-1 0 0 0,0 1 0 0 0,0-1 0 0 0,0 0 0 0 0,-1 0 0 0 0,1 0 0 0 0,-1-1 1 0 0,3-8-1 0 0,-4 9 13 0 0,2-25 1229 0 0,-3 28-1360 0 0,0 0 0 0 0,0 0 0 0 0,0 0 0 0 0,0 0 1 0 0,-1 0-1 0 0,1 0 0 0 0,0 0 0 0 0,-1 0 0 0 0,1 0 1 0 0,-1 0-1 0 0,1 1 0 0 0,-1-1 0 0 0,1 0 0 0 0,-1 0 1 0 0,0 1-1 0 0,1-1 0 0 0,-1 0 0 0 0,0 1 0 0 0,0-1 1 0 0,1 1-1 0 0,-1-1 0 0 0,0 1 0 0 0,0-1 1 0 0,0 1-1 0 0,0-1 0 0 0,0 1 0 0 0,0 0 0 0 0,-1-1 1 0 0,-5-1 223 0 0,2 0-149 0 0,-1 1 1 0 0,1-1-1 0 0,-1 1 1 0 0,1 0 0 0 0,-1 0-1 0 0,1 1 1 0 0,-1 0 0 0 0,1 0-1 0 0,-1 0 1 0 0,1 1 0 0 0,-1-1-1 0 0,-5 3 1 0 0,9-3-98 0 0,-4 1 28 0 0,0 0 0 0 0,-1 0 0 0 0,1 1 0 0 0,0 0 0 0 0,0 0 0 0 0,0 1 0 0 0,0 0 0 0 0,1 0 0 0 0,-1 0 0 0 0,1 1 1 0 0,0-1-1 0 0,0 1 0 0 0,0 0 0 0 0,0 1 0 0 0,-6 7 0 0 0,4-4 24 0 0,1 1 0 0 0,0 0 0 0 0,0 1 0 0 0,1-1 0 0 0,1 1 0 0 0,-1 0 0 0 0,2 1 0 0 0,-1-1 0 0 0,1 1 0 0 0,1-1-1 0 0,-3 22 1 0 0,5-25-5 0 0,0-1-1 0 0,0 0 0 0 0,1 0 0 0 0,-1 0 0 0 0,2 0 0 0 0,-1 0 0 0 0,0 0 0 0 0,1 0 0 0 0,0 0 0 0 0,1 0 0 0 0,-1-1 0 0 0,1 1 0 0 0,0-1 0 0 0,0 0 0 0 0,1 0 0 0 0,0 0 0 0 0,-1 0 0 0 0,2-1 1 0 0,-1 1-1 0 0,0-1 0 0 0,1 0 0 0 0,10 6 0 0 0,-9-6-3 0 0,0-1 1 0 0,0 0 0 0 0,0 0-1 0 0,0-1 1 0 0,1 0 0 0 0,-1 0-1 0 0,1 0 1 0 0,0-1 0 0 0,-1 0-1 0 0,1 0 1 0 0,0-1 0 0 0,9 0-1 0 0,-5-1 28 0 0,0 0 0 0 0,0-1 0 0 0,-1 0 0 0 0,1-1 0 0 0,0 0 0 0 0,17-8 0 0 0,-4 0 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9:20.6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1 8336 0 0,'0'0'4741'0'0,"-3"4"-4529"0"0,-2 2 27 0 0,0 1 0 0 0,0 1 0 0 0,0-1 0 0 0,1 1 0 0 0,0-1 0 0 0,1 1 0 0 0,-5 14 0 0 0,-54 216 1490 0 0,58-225-1646 0 0,1-4 14 0 0,0 0-1 0 0,-1 0 0 0 0,0 0 0 0 0,-9 16 0 0 0,11-22-32 0 0,0 0 0 0 0,0 0 0 0 0,0 0 1 0 0,0 0-1 0 0,-1-1 0 0 0,1 1 0 0 0,-1-1 0 0 0,-5 5 0 0 0,7-7-45 0 0,0 0 0 0 0,-1 1 0 0 0,1-1 0 0 0,0 0 0 0 0,0 0 0 0 0,-1 0 0 0 0,1 0 0 0 0,0 0 0 0 0,0 0 0 0 0,0 0 0 0 0,-1 0 0 0 0,1 0 0 0 0,0-1 0 0 0,0 1 0 0 0,-1-1 0 0 0,1 1 0 0 0,0-1 0 0 0,0 1 0 0 0,0-1 0 0 0,0 1 0 0 0,0-1 0 0 0,0 0 0 0 0,0 0 0 0 0,0 0 0 0 0,0 1 0 0 0,0-1 0 0 0,1 0 0 0 0,-3-2 0 0 0,-7-10 113 0 0,1-1 0 0 0,0 0 0 0 0,0-1-1 0 0,2 0 1 0 0,0 0 0 0 0,-9-26 0 0 0,15 37-79 0 0,-10-35 429 0 0,10 31-173 0 0,-1 0 1 0 0,0 0-1 0 0,-6-14 1 0 0,7 3 1179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9:20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 15472 0 0,'0'0'2971'0'0,"2"4"-2445"0"0,0-1-393 0 0,-1-1 1 0 0,0 1 0 0 0,1 0-1 0 0,-1 0 1 0 0,0 0 0 0 0,-1 0-1 0 0,1 0 1 0 0,0 0-1 0 0,-1 1 1 0 0,0-1 0 0 0,0 0-1 0 0,0 5 1 0 0,-2 39 280 0 0,1-27-86 0 0,0 0 0 0 0,-8 36 1 0 0,-13 32 593 0 0,22-83-844 0 0,0-1-40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9:21.3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14272 0 0,'0'0'3775'0'0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9:21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246 1 12160 0 0,'0'0'2406'0'0,"-5"1"-2299"0"0,-25 9 240 0 0,0 2 0 0 0,-47 24 0 0 0,46-10-135 0 0,28-22-164 0 0,-1 0 1 0 0,0 0-1 0 0,-1-1 0 0 0,1 1 1 0 0,-1-1-1 0 0,1 0 0 0 0,-7 2 1 0 0,9-3 15 0 0,-1-1-1 0 0,1 0 1 0 0,0 1 0 0 0,0-1 0 0 0,0 1 0 0 0,0 0 0 0 0,1 0-1 0 0,-1-1 1 0 0,0 1 0 0 0,1 0 0 0 0,-1 1 0 0 0,1-1 0 0 0,0 0-1 0 0,-2 3 1 0 0,1 1 236 0 0,2-6-278 0 0,-1 1 1 0 0,1-1-1 0 0,0 1 0 0 0,0-1 0 0 0,-1 1 0 0 0,1-1 0 0 0,0 1 0 0 0,0-1 0 0 0,0 1 1 0 0,0 0-1 0 0,0-1 0 0 0,-1 1 0 0 0,1-1 0 0 0,0 1 0 0 0,0-1 0 0 0,0 1 1 0 0,1 0-1 0 0,-1-1 0 0 0,0 1 0 0 0,0-1 0 0 0,0 1 0 0 0,0-1 0 0 0,1 1 0 0 0,-1-1 1 0 0,0 1-1 0 0,0-1 0 0 0,1 1 0 0 0,-1-1 0 0 0,0 1 0 0 0,1-1 0 0 0,-1 1 1 0 0,0-1-1 0 0,1 1 0 0 0,-1-1 0 0 0,1 0 0 0 0,-1 1 0 0 0,1-1 0 0 0,-1 0 1 0 0,1 1-1 0 0,-1-1 0 0 0,1 0 0 0 0,-1 0 0 0 0,1 0 0 0 0,-1 1 0 0 0,1-1 0 0 0,0 0 1 0 0,0 0-1 0 0,7 3 127 0 0,-1 0 1 0 0,1-1-1 0 0,0 0 0 0 0,10 2 1 0 0,-11-3-46 0 0,-1 0 1 0 0,1 0 0 0 0,0 1 0 0 0,-1 0-1 0 0,0 1 1 0 0,12 5 0 0 0,-16-7-70 0 0,0 1 0 0 0,0-1 0 0 0,-1 0 1 0 0,1 0-1 0 0,-1 1 0 0 0,1-1 0 0 0,-1 1 1 0 0,0-1-1 0 0,0 1 0 0 0,1 0 0 0 0,-1 0 1 0 0,0-1-1 0 0,0 1 0 0 0,-1 0 0 0 0,1 0 1 0 0,0 0-1 0 0,-1 0 0 0 0,1 0 0 0 0,-1 0 1 0 0,1 2-1 0 0,-1 0-8 0 0,-1 0 0 0 0,1-1 0 0 0,0 1 0 0 0,-1-1 0 0 0,0 1 0 0 0,0-1 0 0 0,0 1 0 0 0,0-1 1 0 0,-1 0-1 0 0,-2 6 0 0 0,-5 3 27 0 0,1 1 0 0 0,-2-1 1 0 0,1-1-1 0 0,-14 12 0 0 0,23-23-51 0 0,-14 15 74 0 0,-17 15 106 0 0,30-29-165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9:22.0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0 19999 0 0,'0'4'7'0'0,"-2"17"8"0"0,1-1 1 0 0,-2 0-1 0 0,-1 1 0 0 0,-1-1 0 0 0,0 0 0 0 0,-15 34 1 0 0,15-27 22 0 0,4-24-31 0 0,1 0 0 0 0,0 0 1 0 0,-1 0-1 0 0,1 0 0 0 0,-1 0 1 0 0,0 0-1 0 0,0 0 0 0 0,0 0 1 0 0,-1 0-1 0 0,-1 4 0 0 0,0-3 1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9:22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 13056 0 0,'0'0'3201'0'0,"-2"4"-2800"0"0,-15 24 444 0 0,16-27-613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9:22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239 70 13056 0 0,'3'4'209'0'0,"-1"0"-98"0"0,1 0 0 0 0,-1 0 0 0 0,1 0 1 0 0,-1 1-1 0 0,0-1 0 0 0,-1 1 0 0 0,1-1 0 0 0,-1 1 0 0 0,0-1 0 0 0,0 1 1 0 0,0 0-1 0 0,-1 0 0 0 0,1 0 0 0 0,-1 0 0 0 0,0-1 0 0 0,-1 1 1 0 0,1 0-1 0 0,-2 5 0 0 0,0-4 30 0 0,0-1 1 0 0,-1 1-1 0 0,1-1 1 0 0,-1 0-1 0 0,0 0 1 0 0,0 0-1 0 0,-1 0 1 0 0,1 0 0 0 0,-1-1-1 0 0,0 1 1 0 0,-1-1-1 0 0,1 0 1 0 0,-1 0-1 0 0,1-1 1 0 0,-1 0-1 0 0,0 1 1 0 0,-1-2-1 0 0,1 1 1 0 0,-10 3-1 0 0,5-2-51 0 0,0-2 0 0 0,0 1 0 0 0,-1-1 1 0 0,1-1-1 0 0,-1 0 0 0 0,1 0 0 0 0,0-1 0 0 0,-1-1 0 0 0,1 1 0 0 0,-16-4 0 0 0,24 3-64 0 0,0 1 0 0 0,0-1 0 0 0,0 0 0 0 0,0 0-1 0 0,0 0 1 0 0,0 0 0 0 0,0 0 0 0 0,0 0 0 0 0,0 0 0 0 0,0-1 0 0 0,1 1 0 0 0,-1-1 0 0 0,0 1-1 0 0,1-1 1 0 0,-1 0 0 0 0,1 0 0 0 0,0 1 0 0 0,-1-1 0 0 0,1 0 0 0 0,0 0 0 0 0,0 0 0 0 0,1 0-1 0 0,-1 0 1 0 0,0-1 0 0 0,1 1 0 0 0,-1-2 0 0 0,-1-7 86 0 0,1-1-1 0 0,0 1 1 0 0,0 0 0 0 0,2-13-1 0 0,0 3-29 0 0,-1 16-23 0 0,0-1 0 0 0,1 1 1 0 0,-1-1-1 0 0,1 1 0 0 0,1 0 1 0 0,-1-1-1 0 0,1 1 1 0 0,-1 0-1 0 0,2 0 0 0 0,-1 0 1 0 0,0 0-1 0 0,1 0 0 0 0,0 0 1 0 0,0 1-1 0 0,1 0 0 0 0,-1-1 1 0 0,1 1-1 0 0,0 0 0 0 0,0 1 1 0 0,0-1-1 0 0,1 1 0 0 0,-1 0 1 0 0,1 0-1 0 0,-1 0 0 0 0,1 0 1 0 0,0 1-1 0 0,0 0 1 0 0,1 0-1 0 0,-1 0 0 0 0,0 1 1 0 0,1 0-1 0 0,5-1 0 0 0,-5 1-10 0 0,0 0 0 0 0,1 1-1 0 0,-1 0 1 0 0,1 0-1 0 0,-1 0 1 0 0,0 1 0 0 0,1 0-1 0 0,5 1 1 0 0,-8 0-23 0 0,0-1 0 0 0,0 1 0 0 0,-1 0-1 0 0,1 0 1 0 0,-1 0 0 0 0,1 1 0 0 0,-1-1 0 0 0,0 1 0 0 0,0 0 0 0 0,0 0 0 0 0,0 0 0 0 0,0 0-1 0 0,3 6 1 0 0,-1-1 18 0 0,-1 0-1 0 0,0 0 1 0 0,0 0 0 0 0,0 0-1 0 0,-1 1 1 0 0,3 16-1 0 0,6 55 292 0 0,-11-64-287 0 0,2 2 16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29:23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7 14872 0 0,'0'0'1297'0'0,"2"3"-911"0"0,0 4-103 0 0,0-1 0 0 0,0 0 0 0 0,-1 1 0 0 0,1-1 0 0 0,-2 1 0 0 0,1 0 0 0 0,-1-1 0 0 0,0 1 0 0 0,-1 12 0 0 0,-7 49 843 0 0,-25 100 1 0 0,29-150-1015 0 0,4-15-86 0 0,0 0 1 0 0,-1 0-1 0 0,1 0 0 0 0,-1 0 0 0 0,0 0 1 0 0,0 0-1 0 0,0-1 0 0 0,0 1 0 0 0,-1 0 1 0 0,1 0-1 0 0,-1-1 0 0 0,1 1 0 0 0,-1-1 1 0 0,0 1-1 0 0,-2 1 0 0 0,2-2 5 0 0,1-2 38 0 0,2-8-52 0 0,3-112 33 0 0,-2 102-49 0 0,1 0 1 0 0,1-1-1 0 0,0 1 1 0 0,11-25 0 0 0,-3 10 6 0 0,-9 23-5 0 0,0 1 0 0 0,0-1 0 0 0,1 1 0 0 0,1 0 0 0 0,0 0 0 0 0,0 0 0 0 0,0 0 0 0 0,1 1 0 0 0,9-9 0 0 0,-14 15 0 0 0,1 1-1 0 0,-1 0 0 0 0,1 0 1 0 0,-1 0-1 0 0,1 0 1 0 0,0 0-1 0 0,-1 0 0 0 0,1 0 1 0 0,0 0-1 0 0,0 1 1 0 0,0-1-1 0 0,0 1 0 0 0,-1-1 1 0 0,1 1-1 0 0,0 0 0 0 0,0 0 1 0 0,0 0-1 0 0,0 0 1 0 0,0 0-1 0 0,0 0 0 0 0,0 0 1 0 0,0 1-1 0 0,0-1 0 0 0,3 2 1 0 0,-3-1 3 0 0,1 0-1 0 0,0 1 1 0 0,0 0-1 0 0,-1-1 1 0 0,1 1 0 0 0,-1 0-1 0 0,1 0 1 0 0,-1 0 0 0 0,0 1-1 0 0,0-1 1 0 0,0 1-1 0 0,0-1 1 0 0,0 1 0 0 0,1 3-1 0 0,4 8 20 0 0,0 0 0 0 0,-1 0-1 0 0,-1 0 1 0 0,-1 1 0 0 0,0 0-1 0 0,0 0 1 0 0,1 17 0 0 0,-2 77 210 0 0,-4-70-82 0 0,1-30-115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7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183 169 14776 0 0,'0'0'1344'0'0,"3"3"-949"0"0,1 0-314 0 0,-3-2-61 0 0,0 1-1 0 0,1-1 0 0 0,-1 0 0 0 0,0 0 1 0 0,0 0-1 0 0,0 1 0 0 0,0-1 0 0 0,0 1 0 0 0,0-1 1 0 0,0 1-1 0 0,-1-1 0 0 0,2 3 0 0 0,-2-2 157 0 0,-1 0-1 0 0,1 0 1 0 0,-1 0-1 0 0,1 1 1 0 0,-1-1 0 0 0,0 0-1 0 0,1-1 1 0 0,-1 1-1 0 0,0 0 1 0 0,0 0-1 0 0,-1 0 1 0 0,1 0-1 0 0,0-1 1 0 0,-3 4 0 0 0,-5 7 98 0 0,7-9-197 0 0,1 0-1 0 0,-2-1 1 0 0,1 1 0 0 0,0 0-1 0 0,0-1 1 0 0,-1 1 0 0 0,0-1-1 0 0,1 0 1 0 0,-1 1 0 0 0,0-1-1 0 0,0-1 1 0 0,0 1 0 0 0,0 0-1 0 0,0-1 1 0 0,-1 0 0 0 0,1 1 0 0 0,0-1-1 0 0,-1-1 1 0 0,1 1 0 0 0,-1 0-1 0 0,1-1 1 0 0,-7 0 0 0 0,6 1-42 0 0,0-1 0 0 0,1-1 1 0 0,-1 1-1 0 0,1 0 1 0 0,-1-1-1 0 0,0 0 0 0 0,1 0 1 0 0,-1 0-1 0 0,1 0 1 0 0,0-1-1 0 0,-1 1 1 0 0,1-1-1 0 0,0 0 0 0 0,0 0 1 0 0,0 0-1 0 0,0 0 1 0 0,0-1-1 0 0,0 1 0 0 0,1-1 1 0 0,-1 1-1 0 0,-3-7 1 0 0,1 1 28 0 0,1 0 0 0 0,-1-1-1 0 0,2 1 1 0 0,-1-1 0 0 0,1 0 0 0 0,1 0 0 0 0,-4-17 0 0 0,6 19-37 0 0,0 1-1 0 0,0 0 0 0 0,0 0 0 0 0,1 0 1 0 0,0 0-1 0 0,0-1 0 0 0,0 1 1 0 0,1 1-1 0 0,0-1 0 0 0,0 0 1 0 0,0 0-1 0 0,1 1 0 0 0,3-6 1 0 0,-2 3 25 0 0,1 1 1 0 0,0 0 0 0 0,0 0 0 0 0,0 0-1 0 0,1 1 1 0 0,7-7 0 0 0,-12 12-38 0 0,0 0 0 0 0,1 0 0 0 0,0 0 0 0 0,-1 0 0 0 0,1 0 0 0 0,-1 0 0 0 0,1 0 0 0 0,0 0 0 0 0,0 1 0 0 0,-1-1 0 0 0,1 1 0 0 0,0-1 0 0 0,0 1 1 0 0,0 0-1 0 0,0 0 0 0 0,0 0 0 0 0,-1 0 0 0 0,1 0 0 0 0,0 0 0 0 0,0 0 0 0 0,0 0 0 0 0,0 1 0 0 0,0-1 0 0 0,-1 1 0 0 0,1 0 0 0 0,0-1 0 0 0,0 1 0 0 0,-1 0 0 0 0,1 0 0 0 0,-1 0 0 0 0,1 0 0 0 0,-1 0 0 0 0,1 0 1 0 0,1 3-1 0 0,2 1 12 0 0,-1 0 1 0 0,0 0 0 0 0,0 0 0 0 0,0 1 0 0 0,-1-1 0 0 0,0 1 0 0 0,0 0 0 0 0,0 0 0 0 0,-1 0-1 0 0,0 1 1 0 0,2 7 0 0 0,3 10 60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0.5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57 10152 0 0,'0'0'4818'0'0,"0"-4"-4034"0"0,0-10-529 0 0,0 10 229 0 0,2 4-112 0 0,-1 0 1 0 0,1-1 0 0 0,0 1-1 0 0,-1 0 1 0 0,1 0-1 0 0,-1 0 1 0 0,1 0 0 0 0,-1 0-1 0 0,1 0 1 0 0,-1 0-1 0 0,1 1 1 0 0,2 0 0 0 0,-3 13-97 0 0,-1-1 0 0 0,-1 1 1 0 0,-5 25-1 0 0,1-5 195 0 0,-30 279 2375 0 0,34-304-2669 0 0,0 0 1 0 0,-1 0-1 0 0,0 0 0 0 0,0 0 0 0 0,-1-1 0 0 0,-1 1 0 0 0,-7 14 1 0 0,11-23-79 0 0,0 0 0 0 0,-1 1 1 0 0,1-1-1 0 0,0 0 0 0 0,0 1 1 0 0,-1-1-1 0 0,1 0 0 0 0,0 1 1 0 0,0-1-1 0 0,0 1 0 0 0,-1-1 1 0 0,1 0-1 0 0,0 1 0 0 0,0-1 1 0 0,0 1-1 0 0,0-1 0 0 0,0 1 1 0 0,0-1-1 0 0,0 0 0 0 0,0 1 1 0 0,0-1-1 0 0,0 1 0 0 0,0-1 1 0 0,0 1-1 0 0,0-1 0 0 0,0 0 1 0 0,1 1-1 0 0,-1-1 0 0 0,0 1 1 0 0,0-1-1 0 0,0 0 0 0 0,0 1 1 0 0,1-1-1 0 0,-1 0 0 0 0,0 1 1 0 0,1-1-1 0 0,-1 1 0 0 0,2 0-38 0 0,0-1-1 0 0,-1 1 0 0 0,1 0 0 0 0,-1-1 0 0 0,1 1 0 0 0,0-1 1 0 0,-1 0-1 0 0,1 0 0 0 0,0 1 0 0 0,2-1 0 0 0,42-5-274 0 0,-14-5 261 0 0,0-1-1 0 0,-1-1 1 0 0,-1-2 0 0 0,38-23-1 0 0,-47 23-26 0 0,-2 0-1 0 0,0-1 1 0 0,0-1-1 0 0,-2 0 1 0 0,0-2-1 0 0,20-26 0 0 0,-32 37-12 0 0,0-1-1 0 0,0 0 0 0 0,-1 0 1 0 0,0 0-1 0 0,0 0 0 0 0,-1-1 1 0 0,0 1-1 0 0,0-1 0 0 0,-1 0 0 0 0,-1 0 1 0 0,1 0-1 0 0,-1 0 0 0 0,-1 0 1 0 0,0 0-1 0 0,-1-16 0 0 0,0 18-2 0 0,0 0 0 0 0,0 0-1 0 0,-1 0 1 0 0,0 0-1 0 0,0 0 1 0 0,-1 0 0 0 0,0 0-1 0 0,0 1 1 0 0,0-1 0 0 0,-1 1-1 0 0,0 0 1 0 0,0 0-1 0 0,0 0 1 0 0,-1 1 0 0 0,0-1-1 0 0,0 1 1 0 0,-1 0-1 0 0,1 1 1 0 0,-13-9 0 0 0,0 4 0 0 0,0 0 1 0 0,-1 1-1 0 0,0 1 0 0 0,0 1 1 0 0,0 1-1 0 0,-1 0 1 0 0,0 2-1 0 0,0 0 0 0 0,0 1 1 0 0,0 1-1 0 0,0 1 1 0 0,-26 2-1 0 0,24 2-4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1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196 174 13168 0 0,'0'0'5719'0'0,"4"3"-5575"0"0,-4-3-147 0 0,2 1 40 0 0,-1 0 1 0 0,1 0-1 0 0,0 0 0 0 0,-1 1 1 0 0,0-1-1 0 0,1 0 1 0 0,-1 1-1 0 0,0-1 0 0 0,1 1 1 0 0,-1 0-1 0 0,0-1 1 0 0,0 1-1 0 0,0 0 1 0 0,-1-1-1 0 0,1 1 0 0 0,0 0 1 0 0,-1 0-1 0 0,1 0 1 0 0,-1 0-1 0 0,1 0 0 0 0,-1 0 1 0 0,0 0-1 0 0,0 0 1 0 0,0-1-1 0 0,0 1 0 0 0,0 0 1 0 0,0 0-1 0 0,-1 3 1 0 0,-1 1-19 0 0,1 0 0 0 0,-1 0 1 0 0,-1-1-1 0 0,1 1 0 0 0,-1 0 1 0 0,0-1-1 0 0,0 0 0 0 0,0 0 1 0 0,-1 1-1 0 0,0-2 0 0 0,0 1 1 0 0,0 0-1 0 0,0-1 0 0 0,-1 0 1 0 0,0 0-1 0 0,0 0 0 0 0,0-1 1 0 0,0 0-1 0 0,0 0 0 0 0,-1 0 1 0 0,1 0-1 0 0,-1-1 0 0 0,0 0 1 0 0,0 0-1 0 0,-8 1 0 0 0,11-3-9 0 0,1 0-1 0 0,-1 0 0 0 0,1 0 0 0 0,-1-1 0 0 0,1 1 1 0 0,-1-1-1 0 0,1 1 0 0 0,0-1 0 0 0,-1 0 0 0 0,1 0 1 0 0,0 0-1 0 0,-1 0 0 0 0,1-1 0 0 0,0 1 0 0 0,0 0 1 0 0,0-1-1 0 0,0 0 0 0 0,1 1 0 0 0,-1-1 0 0 0,-2-3 1 0 0,-2-2 16 0 0,0 0 1 0 0,1 0 0 0 0,0-1-1 0 0,-5-9 1 0 0,6 9-2 0 0,0 0 0 0 0,1 0 0 0 0,0 0-1 0 0,0-1 1 0 0,1 1 0 0 0,0-1 0 0 0,0 0 0 0 0,1 0 0 0 0,0 1-1 0 0,0-1 1 0 0,1 0 0 0 0,1 0 0 0 0,-1 0 0 0 0,1 0 0 0 0,1 1-1 0 0,0-1 1 0 0,0 0 0 0 0,0 1 0 0 0,1 0 0 0 0,1-1 0 0 0,-1 1-1 0 0,1 0 1 0 0,1 1 0 0 0,-1-1 0 0 0,1 1 0 0 0,8-9 0 0 0,-10 13 18 0 0,-1 0 1 0 0,1 0-1 0 0,0 0 1 0 0,0 0-1 0 0,0 1 1 0 0,0-1-1 0 0,0 1 1 0 0,1 0-1 0 0,-1 0 1 0 0,1 0 0 0 0,-1 1-1 0 0,1-1 1 0 0,6-1-1 0 0,-7 3-23 0 0,0-1 0 0 0,-1 1-1 0 0,1 0 1 0 0,0 0 0 0 0,-1 1 0 0 0,1-1-1 0 0,0 0 1 0 0,-1 1 0 0 0,1 0 0 0 0,0 0-1 0 0,-1-1 1 0 0,1 2 0 0 0,-1-1 0 0 0,0 0-1 0 0,1 0 1 0 0,-1 1 0 0 0,0-1 0 0 0,0 1-1 0 0,1 0 1 0 0,-1 0 0 0 0,2 2 0 0 0,18 20 124 0 0,-1 1 0 0 0,-1 1 0 0 0,-1 0 0 0 0,-1 2 0 0 0,-1 0 0 0 0,-2 1 0 0 0,20 51 0 0 0,-32-71-95 0 0,-2 0 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1.8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258 73 16479 0 0,'0'0'482'0'0,"2"-4"4"0"0,0 2-412 0 0,0 0 17 0 0,-1 0 0 0 0,1-1 0 0 0,0 1 0 0 0,-1 0 0 0 0,0-1 0 0 0,0 1 0 0 0,1 0 0 0 0,-2-1 0 0 0,1 1 0 0 0,0-1 0 0 0,0 0-1 0 0,-1 1 1 0 0,1-1 0 0 0,-1 0 0 0 0,0 1 0 0 0,0-5 0 0 0,-1 6 40 0 0,1 0-1 0 0,-1-1 0 0 0,0 1 1 0 0,0 0-1 0 0,0 0 0 0 0,0 0 1 0 0,0 0-1 0 0,0 0 1 0 0,0 0-1 0 0,0 1 0 0 0,0-1 1 0 0,0 0-1 0 0,0 0 0 0 0,-1 1 1 0 0,1-1-1 0 0,0 1 0 0 0,-1-1 1 0 0,1 1-1 0 0,-2-1 0 0 0,-27-3 203 0 0,21 5-251 0 0,1-1 0 0 0,-1 1 0 0 0,0 1 0 0 0,0 0-1 0 0,1 0 1 0 0,-1 0 0 0 0,1 1 0 0 0,0 1 0 0 0,0-1-1 0 0,0 1 1 0 0,0 1 0 0 0,0-1 0 0 0,1 2 0 0 0,0-1-1 0 0,0 0 1 0 0,1 1 0 0 0,-10 11 0 0 0,8-8-47 0 0,0 1 0 0 0,1 1-1 0 0,0-1 1 0 0,1 1 0 0 0,0 0 0 0 0,1 0 0 0 0,0 1 0 0 0,1 0-1 0 0,0 0 1 0 0,1 0 0 0 0,-4 23 0 0 0,6-26-3 0 0,0 0-1 0 0,1 0 1 0 0,0-1 0 0 0,0 1-1 0 0,1 0 1 0 0,2 11 0 0 0,-2-16-18 0 0,0 0 1 0 0,1 1 0 0 0,0-1 0 0 0,0 0 0 0 0,0 0 0 0 0,1 0-1 0 0,-1 0 1 0 0,1 0 0 0 0,0 0 0 0 0,0-1 0 0 0,0 1 0 0 0,1-1-1 0 0,5 4 1 0 0,-4-3 6 0 0,0-1 0 0 0,0 1 0 0 0,1-1 0 0 0,-1-1 0 0 0,1 1 0 0 0,0-1 0 0 0,0 0-1 0 0,0 0 1 0 0,0-1 0 0 0,0 0 0 0 0,0 0 0 0 0,0 0 0 0 0,0-1 0 0 0,8 0 0 0 0,-3-1 0 0 0,0 0 0 0 0,-1 0 0 0 0,1-2 0 0 0,-1 1 0 0 0,1-1 0 0 0,-1 0 0 0 0,15-8 0 0 0,-8 2 9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2.3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14672 0 0,'0'0'4751'0'0,"2"5"-4479"0"0,1 8-166 0 0,-2 0-1 0 0,1 1 1 0 0,-1-1-1 0 0,-1 0 1 0 0,0 1-1 0 0,-4 20 1 0 0,1 25 266 0 0,2-38-257 0 0,4 48 259 0 0,-3-63-312 0 0,1 1-1 0 0,1-1 1 0 0,-1 0-1 0 0,1 0 1 0 0,0 0-1 0 0,0 0 1 0 0,1 0-1 0 0,5 8 1 0 0,-8-13-45 0 0,1-1 0 0 0,-1 1 1 0 0,0-1-1 0 0,0 1 0 0 0,1-1 0 0 0,-1 0 1 0 0,0 1-1 0 0,1-1 0 0 0,-1 1 0 0 0,0-1 1 0 0,1 0-1 0 0,-1 1 0 0 0,1-1 1 0 0,-1 0-1 0 0,0 0 0 0 0,1 1 0 0 0,-1-1 1 0 0,1 0-1 0 0,-1 0 0 0 0,1 0 1 0 0,-1 1-1 0 0,1-1 0 0 0,-1 0 0 0 0,1 0 1 0 0,-1 0-1 0 0,1 0 0 0 0,-1 0 1 0 0,1 0-1 0 0,-1 0 0 0 0,1 0 0 0 0,0 0 1 0 0,0-1-1 0 0,0 0 0 0 0,0 1 0 0 0,0-1 1 0 0,0 0-1 0 0,0 0 0 0 0,0 0 1 0 0,-1 1-1 0 0,1-1 0 0 0,0 0 0 0 0,0 0 1 0 0,-1 0-1 0 0,2-2 0 0 0,13-37 149 0 0,-14 38-124 0 0,9-38 170 0 0,-1 0 0 0 0,5-71 0 0 0,3-21 407 0 0,-17 131-587 0 0,0 0 1 0 0,1 0 0 0 0,-1-1-1 0 0,0 1 1 0 0,1 0 0 0 0,-1 0-1 0 0,1 0 1 0 0,0 0 0 0 0,-1 0-1 0 0,1 0 1 0 0,0 0 0 0 0,-1 0-1 0 0,1 0 1 0 0,0 0 0 0 0,0 0-1 0 0,0 0 1 0 0,1-1 0 0 0,9 18 177 0 0,2 15-36 0 0,-1 1 0 0 0,-2 0-1 0 0,-1 1 1 0 0,-1-1 0 0 0,-2 2-1 0 0,3 38 1 0 0,13 38 266 0 0,-21-105-406 0 0,1 4 60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2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18391 0 0,'0'0'2970'0'0,"4"2"-2556"0"0,-3-2-376 0 0,1 1 0 0 0,-1 0 0 0 0,1 0 0 0 0,-1 0 0 0 0,0 0 0 0 0,1 0 0 0 0,-1 0 0 0 0,0 1 0 0 0,0-1 0 0 0,0 0 0 0 0,0 1 0 0 0,0-1 0 0 0,0 1 0 0 0,0-1 0 0 0,0 1 0 0 0,0 2 0 0 0,7 34 475 0 0,-6-15-350 0 0,-1-1-1 0 0,-1 0 1 0 0,-2 0 0 0 0,0 0-1 0 0,-1 0 1 0 0,-8 27 0 0 0,9-10 267 0 0,4-43-417 0 0,0-1-1 0 0,0 1 0 0 0,1 0 1 0 0,-1-1-1 0 0,1 1 0 0 0,5-5 1 0 0,9-17 20 0 0,5-20 31 0 0,-16 30-32 0 0,0 1 0 0 0,2 0-1 0 0,0 1 1 0 0,19-26 0 0 0,-16 27-2 0 0,-6 5 33 0 0,1 1 0 0 0,1 0 0 0 0,9-8-1 0 0,-16 15-55 0 0,1 0 1 0 0,-1 0-1 0 0,0 0 0 0 0,1 0 0 0 0,-1 1 0 0 0,0-1 0 0 0,1 0 1 0 0,-1 0-1 0 0,0 0 0 0 0,1 0 0 0 0,-1 0 0 0 0,0 0 0 0 0,1 0 1 0 0,-1 1-1 0 0,0-1 0 0 0,1 0 0 0 0,-1 0 0 0 0,0 1 0 0 0,0-1 1 0 0,1 0-1 0 0,-1 0 0 0 0,0 1 0 0 0,0-1 0 0 0,0 0 0 0 0,1 0 0 0 0,-1 1 1 0 0,0-1-1 0 0,0 0 0 0 0,0 1 0 0 0,0-1 0 0 0,0 0 0 0 0,1 1 1 0 0,-1-1-1 0 0,0 0 0 0 0,0 1 0 0 0,0-1 0 0 0,0 1 0 0 0,4 13 139 0 0,2 23-6 0 0,-2-12 61 0 0,1 0 0 0 0,11 33 1 0 0,-16-57-182 0 0,0 0 1 0 0,0-1 0 0 0,1 1 0 0 0,-1 0 0 0 0,0-1-1 0 0,0 1 1 0 0,1 0 0 0 0,-1-1 0 0 0,1 1 0 0 0,-1-1-1 0 0,0 1 1 0 0,1 0 0 0 0,-1-1 0 0 0,1 1-1 0 0,-1-1 1 0 0,1 1 0 0 0,0-1 0 0 0,-1 0 0 0 0,1 1-1 0 0,-1-1 1 0 0,1 0 0 0 0,0 1 0 0 0,-1-1 0 0 0,1 0-1 0 0,0 0 1 0 0,0 1 0 0 0,0-1-8 0 0,0-1 1 0 0,1 1-1 0 0,-1 0 0 0 0,0 0 0 0 0,0-1 0 0 0,0 1 1 0 0,0-1-1 0 0,0 1 0 0 0,0-1 0 0 0,0 0 1 0 0,0 1-1 0 0,-1-1 0 0 0,1 0 0 0 0,0 1 0 0 0,1-2 1 0 0,5-7-8 0 0,0 1 0 0 0,-1-1 1 0 0,6-10-1 0 0,-5 7 68 0 0,32-46 87 0 0,-39 58-158 0 0,0 0-1 0 0,0-1 1 0 0,0 1 0 0 0,0 0 0 0 0,1 0-1 0 0,-1-1 1 0 0,0 1 0 0 0,0 0 0 0 0,1 0 0 0 0,-1 0-1 0 0,0-1 1 0 0,0 1 0 0 0,1 0 0 0 0,-1 0-1 0 0,0 0 1 0 0,1 0 0 0 0,-1 0 0 0 0,0-1 0 0 0,1 1-1 0 0,-1 0 1 0 0,0 0 0 0 0,1 0 0 0 0,-1 0-1 0 0,0 0 1 0 0,1 0 0 0 0,-1 0 0 0 0,0 0 0 0 0,1 0-1 0 0,-1 0 1 0 0,0 0 0 0 0,0 0 0 0 0,1 1-1 0 0,-1-1 1 0 0,0 0 0 0 0,1 0 0 0 0,-1 0 0 0 0,0 0-1 0 0,1 0 1 0 0,-1 1 0 0 0,0-1 0 0 0,0 0-1 0 0,1 0 1 0 0,-1 0 0 0 0,0 1 0 0 0,0-1-1 0 0,0 0 1 0 0,1 1 0 0 0,-1-1 0 0 0,0 0 0 0 0,0 0-1 0 0,0 1 1 0 0,0-1 0 0 0,0 0 0 0 0,1 1-1 0 0,-1 0 1 0 0,6 16 56 0 0,3 52 41 0 0,-7-47-81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3.3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95 260 24951 0 0,'3'-1'7'0'0,"5"0"-3"0"0,-1-1 0 0 0,1 0 0 0 0,-1-1 0 0 0,1 0 1 0 0,-1 0-1 0 0,0 0 0 0 0,0-1 0 0 0,0 0 0 0 0,-1-1 0 0 0,0 1 0 0 0,1-1 1 0 0,-2-1-1 0 0,1 1 0 0 0,-1-1 0 0 0,1 0 0 0 0,-1 0 0 0 0,-1 0 1 0 0,7-13-1 0 0,-6 12 2 0 0,-1-1 0 0 0,0 0 1 0 0,-1 0-1 0 0,0 0 0 0 0,0 0 1 0 0,-1-1-1 0 0,0 0 1 0 0,0 1-1 0 0,-1-1 0 0 0,0 0 1 0 0,-1 1-1 0 0,0-1 0 0 0,0 0 1 0 0,-1 0-1 0 0,0 1 1 0 0,0-1-1 0 0,-3-9 0 0 0,3 17-5 0 0,1 1-1 0 0,0-1 1 0 0,-1 1 0 0 0,1 0-1 0 0,-1-1 1 0 0,1 1 0 0 0,0 0-1 0 0,-1 0 1 0 0,1-1-1 0 0,-1 1 1 0 0,1 0 0 0 0,-1 0-1 0 0,1 0 1 0 0,-1 0 0 0 0,1-1-1 0 0,-1 1 1 0 0,1 0-1 0 0,-1 0 1 0 0,1 0 0 0 0,-1 0-1 0 0,1 0 1 0 0,-1 0 0 0 0,1 0-1 0 0,-1 0 1 0 0,1 0-1 0 0,-1 1 1 0 0,1-1 0 0 0,-1 0-1 0 0,-14 5 14 0 0,8-2-13 0 0,1 1-1 0 0,0 0 0 0 0,0 0 1 0 0,0 1-1 0 0,1 0 0 0 0,0 0 1 0 0,0 0-1 0 0,-6 7 0 0 0,-33 50 7 0 0,42-59-6 0 0,-17 28 6 0 0,1 0 1 0 0,2 2-1 0 0,-22 57 0 0 0,32-68 1 0 0,2 1-1 0 0,0 0 1 0 0,-2 31 0 0 0,2-10 3 0 0,4-34 3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3.8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41 16072 0 0,'0'0'3154'0'0,"0"4"-2527"0"0,6 66 1103 0 0,-3-48-1355 0 0,-1 1 0 0 0,-2 33-1 0 0,-7 35 741 0 0,21-108-978 0 0,5-39-13 0 0,42-84 0 0 0,-54 128-93 0 0,0 1-1 0 0,18-20 0 0 0,-8 8 25 0 0,-16 22-46 0 0,0 0 0 0 0,0 0 1 0 0,-1 0-1 0 0,1 0 1 0 0,0 0-1 0 0,0 0 0 0 0,0 0 1 0 0,0 0-1 0 0,0 0 1 0 0,0 0-1 0 0,1 0 0 0 0,-1 1 1 0 0,0-1-1 0 0,0 1 1 0 0,0-1-1 0 0,1 1 0 0 0,-1-1 1 0 0,0 1-1 0 0,1-1 1 0 0,-1 1-1 0 0,0 0 0 0 0,1 0 1 0 0,-1 0-1 0 0,0 0 1 0 0,1 0-1 0 0,-1 0 0 0 0,1 0 1 0 0,-1 0-1 0 0,0 1 1 0 0,1-1-1 0 0,-1 0 1 0 0,0 1-1 0 0,0-1 0 0 0,1 1 1 0 0,-1 0-1 0 0,0-1 1 0 0,0 1-1 0 0,0 0 0 0 0,0 0 1 0 0,0-1-1 0 0,0 1 1 0 0,0 0-1 0 0,0 0 0 0 0,0 0 1 0 0,0 0-1 0 0,0 1 1 0 0,0-1-1 0 0,-1 0 0 0 0,1 0 1 0 0,0 0-1 0 0,-1 1 1 0 0,1-1-1 0 0,-1 0 0 0 0,0 1 1 0 0,1 1-1 0 0,4 22 128 0 0,-2-1 0 0 0,0 1 0 0 0,-1 0 0 0 0,-2 0 0 0 0,-4 42 0 0 0,1 16 499 0 0,-1-72-406 0 0,2-7-166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4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0 18295 0 0,'0'0'547'0'0,"1"4"9"0"0,2 10-254 0 0,0 0 0 0 0,0 0 0 0 0,-2 0 1 0 0,0 0-1 0 0,-1 19 0 0 0,-8 78 1295 0 0,1-45-862 0 0,-21 190 1123 0 0,26-245-1804 0 0,0-2 2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4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273 0 24727 0 0,'0'0'0'0'0,"-27"11"0"0"0,12-8 0 0 0,-5 1 0 0 0,-1 0 0 0 0,-5 0 0 0 0,-2 1 0 0 0,-2-1 0 0 0,2 0 8 0 0,0 0-8 0 0,3 2 0 0 0,1-2 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5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0 539 8536 0 0,'0'0'7262'0'0,"4"-2"-6619"0"0,-2 0-560 0 0,1 1 1 0 0,-1-1 0 0 0,1 0-1 0 0,-1 0 1 0 0,0 0 0 0 0,0 0-1 0 0,0 0 1 0 0,0-1 0 0 0,0 1-1 0 0,0 0 1 0 0,-1-1-1 0 0,1 0 1 0 0,-1 1 0 0 0,1-1-1 0 0,-1 0 1 0 0,0 0 0 0 0,0 1-1 0 0,-1-1 1 0 0,1 0 0 0 0,0 0-1 0 0,-1-4 1 0 0,27-383 4617 0 0,-23 301-3634 0 0,-4 88-642 0 0,0 1-403 0 0,1 0 0 0 0,-1 0-1 0 0,1 0 1 0 0,-1 0 0 0 0,1 1 0 0 0,0-1-1 0 0,-1 0 1 0 0,1 0 0 0 0,-1 0 0 0 0,0 1 0 0 0,1-1-1 0 0,-1 0 1 0 0,1 0 0 0 0,-1 1 0 0 0,1-1 0 0 0,-1 0-1 0 0,1 1 1 0 0,-1-1 0 0 0,0 0 0 0 0,1 1 0 0 0,-1-1-1 0 0,1 1 1 0 0,8 24 389 0 0,10 45 0 0 0,-10-33-295 0 0,12 58 326 0 0,9 30 103 0 0,-25-107-382 0 0,1-1-1 0 0,1 0 0 0 0,1 0 1 0 0,17 28-1 0 0,-24-43-122 0 0,1 0-1 0 0,-1 0 0 0 0,1 0 0 0 0,-1 0 0 0 0,1 0 0 0 0,0 0 0 0 0,0-1 0 0 0,0 1 0 0 0,0 0 0 0 0,0-1 0 0 0,0 1 0 0 0,4 1 0 0 0,-5-3-23 0 0,0 0-1 0 0,0 0 0 0 0,1 0 1 0 0,-1 0-1 0 0,0 0 0 0 0,0 0 1 0 0,0 0-1 0 0,0-1 0 0 0,0 1 1 0 0,0 0-1 0 0,0-1 0 0 0,0 1 1 0 0,0 0-1 0 0,0-1 0 0 0,0 1 0 0 0,0-1 1 0 0,0 0-1 0 0,0 1 0 0 0,0-1 1 0 0,0 0-1 0 0,0 0 0 0 0,0 1 1 0 0,-1-1-1 0 0,1 0 0 0 0,0 0 1 0 0,-1 0-1 0 0,1 0 0 0 0,-1 0 1 0 0,1 0-1 0 0,-1 0 0 0 0,1 0 0 0 0,-1-1 1 0 0,5-8 23 0 0,-2 1-1 0 0,1-1 1 0 0,-1 1 0 0 0,-1-1 0 0 0,1 0-1 0 0,-2 0 1 0 0,0 0 0 0 0,1-20 0 0 0,-11-84 282 0 0,7 98-267 0 0,0-7-11 0 0,-2 0 50 0 0,1 0 0 0 0,2 0 0 0 0,0 0 0 0 0,2-1 0 0 0,0 1 0 0 0,6-30 0 0 0,0 39 184 0 0,-7 14-273 0 0,0 0-1 0 0,1-1 1 0 0,-1 1 0 0 0,0 0 0 0 0,0 0-1 0 0,0 0 1 0 0,0 0 0 0 0,1 0 0 0 0,-1 0 0 0 0,0 0-1 0 0,0 0 1 0 0,0 0 0 0 0,1 0 0 0 0,-1 0 0 0 0,0 0-1 0 0,0 0 1 0 0,0 0 0 0 0,1 0 0 0 0,-1 0 0 0 0,0 0-1 0 0,0 0 1 0 0,0 0 0 0 0,0 0 0 0 0,1 0 0 0 0,-1 0-1 0 0,0 0 1 0 0,0 0 0 0 0,0 0 0 0 0,1 0-1 0 0,-1 0 1 0 0,0 1 0 0 0,0-1 0 0 0,0 0 0 0 0,0 0-1 0 0,0 0 1 0 0,1 0 0 0 0,-1 0 0 0 0,0 1 0 0 0,0-1-1 0 0,0 0 1 0 0,0 0 0 0 0,0 0 0 0 0,0 0 0 0 0,0 1-1 0 0,0-1 1 0 0,0 0 0 0 0,0 0 0 0 0,0 0 0 0 0,1 1-1 0 0,-1-1 1 0 0,0 0 0 0 0,0 0 0 0 0,0 0 0 0 0,0 0-1 0 0,0 1 1 0 0,-1-1 0 0 0,1 0 0 0 0,0 0-1 0 0,0 0 1 0 0,0 1 0 0 0,0-1 0 0 0,0 0 0 0 0,0 0-1 0 0,0 0 1 0 0,0 1 0 0 0,13 59 156 0 0,-7-30-104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5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66 27671 0 0,'18'-15'-8'0'0,"-14"12"0"0"0,-6 11-7 0 0,-4 14 0 0 0,1-1 0 0 0,1 1 0 0 0,1 1 0 0 0,0 26 0 0 0,-2 11-16 0 0,3-46 10 0 0,2-1 0 0 0,0 24 0 0 0,1-31 8 0 0,0-1-1 0 0,0 1 1 0 0,0 0-1 0 0,0-1 1 0 0,1 1-1 0 0,0-1 1 0 0,0 0-1 0 0,6 10 1 0 0,-8-14 8 0 0,0-1 0 0 0,1 1 1 0 0,-1-1-1 0 0,0 1 0 0 0,1-1 1 0 0,-1 1-1 0 0,1-1 0 0 0,-1 1 0 0 0,0-1 1 0 0,1 0-1 0 0,-1 1 0 0 0,1-1 1 0 0,0 0-1 0 0,-1 1 0 0 0,1-1 0 0 0,-1 0 1 0 0,1 0-1 0 0,-1 1 0 0 0,1-1 1 0 0,0 0-1 0 0,-1 0 0 0 0,1 0 0 0 0,-1 0 1 0 0,1 0-1 0 0,0 0 0 0 0,-1 0 1 0 0,1 0-1 0 0,-1 0 0 0 0,1 0 1 0 0,1-1-1 0 0,0 1-1 0 0,-1-1 1 0 0,1 0-1 0 0,0-1 1 0 0,0 1-1 0 0,0 0 1 0 0,-1 0-1 0 0,1-1 1 0 0,-1 1-1 0 0,3-3 1 0 0,1-3-3 0 0,0 0 1 0 0,0 0 0 0 0,7-14-1 0 0,-6 6 4 0 0,0-1-1 0 0,-1 0 1 0 0,0 0-1 0 0,4-32 1 0 0,-3-67-20 0 0,-5 88 22 0 0,3-23 36 0 0,-2 30-9 0 0,-1 17-16 0 0,0 6-3 0 0,12 306 328 0 0,-8-252-247 0 0,-1-30-46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6.2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1 24743 0 0,'-8'90'-11'0'0,"4"-51"-4"0"0,1 0 0 0 0,5 75 0 0 0,0-88-22 0 0,-2 29 0 0 0,0-23-191 0 0,1-34 219 0 0,-1-1 1 0 0,1 1 0 0 0,0 0 0 0 0,0 0 0 0 0,0 0 0 0 0,0 0 0 0 0,0 0-1 0 0,1 0 1 0 0,-1 1 0 0 0,3-4 0 0 0,4-6-8 0 0,36-86-96 0 0,-1 2 35 0 0,-35 80 71 0 0,-3 5 4 0 0,0 0 0 0 0,2 0 0 0 0,-1 0 0 0 0,1 0-1 0 0,10-9 1 0 0,-17 19 2 0 0,0-1 1 0 0,0 1-1 0 0,0 0 0 0 0,0 0 0 0 0,1 0 0 0 0,-1 0 0 0 0,0-1 0 0 0,0 1 0 0 0,0 0 0 0 0,1 0 1 0 0,-1 0-1 0 0,0 0 0 0 0,0 0 0 0 0,0 0 0 0 0,1 0 0 0 0,-1 0 0 0 0,0-1 0 0 0,0 1 1 0 0,0 0-1 0 0,1 0 0 0 0,-1 0 0 0 0,0 0 0 0 0,0 0 0 0 0,1 0 0 0 0,-1 0 0 0 0,0 0 0 0 0,0 0 1 0 0,1 1-1 0 0,-1-1 0 0 0,0 0 0 0 0,0 0 0 0 0,0 0 0 0 0,1 0 0 0 0,-1 0 0 0 0,0 0 1 0 0,0 0-1 0 0,0 0 0 0 0,1 1 0 0 0,-1-1 0 0 0,0 0 0 0 0,0 0 0 0 0,6 13 12 0 0,-1 16 15 0 0,-4-22-10 0 0,2 19 101 0 0,1 0 1 0 0,12 46-1 0 0,-15-71-103 0 0,-1 0-1 0 0,0 0 0 0 0,1-1 1 0 0,-1 1-1 0 0,0 0 0 0 0,1 0 1 0 0,-1-1-1 0 0,1 1 0 0 0,-1 0 1 0 0,1-1-1 0 0,-1 1 0 0 0,1 0 1 0 0,0-1-1 0 0,-1 1 0 0 0,1-1 1 0 0,0 1-1 0 0,-1-1 0 0 0,1 1 1 0 0,0-1-1 0 0,0 0 0 0 0,0 1 1 0 0,-1-1-1 0 0,1 0 0 0 0,1 1 1 0 0,0-1 9 0 0,0 0 0 0 0,0 0 1 0 0,0 0-1 0 0,0 0 0 0 0,0-1 1 0 0,0 1-1 0 0,0 0 0 0 0,0-1 1 0 0,0 0-1 0 0,2 0 0 0 0,3-2 32 0 0,0-1 0 0 0,0 0-1 0 0,-1 0 1 0 0,9-6-1 0 0,-9 4-11 0 0,0 0-1 0 0,0 0 0 0 0,-1-1 1 0 0,0 1-1 0 0,6-12 0 0 0,-7 12 5 0 0,-1 0-1 0 0,2 0 1 0 0,-1 0-1 0 0,1 1 1 0 0,-1-1-1 0 0,2 1 1 0 0,7-6-1 0 0,-13 10-36 0 0,1 1-1 0 0,-1 0 0 0 0,0-1 1 0 0,1 1-1 0 0,-1 0 1 0 0,1 0-1 0 0,-1-1 0 0 0,1 1 1 0 0,-1 0-1 0 0,1 0 1 0 0,-1 0-1 0 0,1 0 0 0 0,-1 0 1 0 0,1 0-1 0 0,-1 0 1 0 0,1 0-1 0 0,-1 0 1 0 0,1 0-1 0 0,-1 0 0 0 0,1 0 1 0 0,0 0-1 0 0,-1 0 1 0 0,1 0-1 0 0,-1 0 0 0 0,0 1 1 0 0,1-1-1 0 0,-1 0 1 0 0,1 0-1 0 0,-1 1 0 0 0,1-1 1 0 0,9 17 139 0 0,-2 25-6 0 0,-8-41-138 0 0,3 22 67 0 0,-2 0-1 0 0,0 0 1 0 0,-4 35 0 0 0,1-38-19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6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0 15072 0 0,'0'0'7079'0'0,"-4"0"-6791"0"0,-113 0 384 0 0,89 0-600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7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310 12 13360 0 0,'0'0'3954'0'0,"-6"-2"-3406"0"0,-5-1-462 0 0,0 1-1 0 0,0 0 1 0 0,0 1 0 0 0,-1 0-1 0 0,1 1 1 0 0,0 0 0 0 0,-17 3-1 0 0,-146 1 1409 0 0,150-1-1368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0:58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153 1 14672 0 0,'0'0'5478'0'0,"-1"4"-5349"0"0,1-2-137 0 0,-1 12 208 0 0,1-14-191 0 0,0 1 0 0 0,0-1 0 0 0,-1 0-1 0 0,1 1 1 0 0,0-1 0 0 0,0 1-1 0 0,0-1 1 0 0,0 0 0 0 0,0 1-1 0 0,-1-1 1 0 0,1 0 0 0 0,0 0 0 0 0,0 1-1 0 0,0-1 1 0 0,-1 0 0 0 0,1 1-1 0 0,0-1 1 0 0,-1 0 0 0 0,1 0-1 0 0,0 0 1 0 0,0 1 0 0 0,-1-1 0 0 0,1 0-1 0 0,0 0 1 0 0,-1 0 0 0 0,1 0-1 0 0,0 1 1 0 0,-1-1 0 0 0,1 0 0 0 0,-1 0-1 0 0,1 0 1 0 0,0 0 0 0 0,-1 0-1 0 0,1 0 1 0 0,-1 0 0 0 0,-20-3-16 0 0,0 1 0 0 0,-38 1 1 0 0,33 2-26 0 0,12-1 2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16.8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0 383 12056 0 0,'0'0'8841'0'0,"3"-5"-8272"0"0,7-14-138 0 0,0 0 0 0 0,-2-1 0 0 0,0 0 0 0 0,-1 0-1 0 0,7-42 1 0 0,-8 38-380 0 0,50-147 1404 0 0,-56 170-1413 0 0,1 0 1 0 0,-1 0 0 0 0,0-1 0 0 0,1 1-1 0 0,-1 0 1 0 0,1 0 0 0 0,-1 0 0 0 0,1 0 0 0 0,-1 0-1 0 0,1 0 1 0 0,0 0 0 0 0,-1 0 0 0 0,1 0 0 0 0,0 0-1 0 0,0 1 1 0 0,0-1 0 0 0,-1 0 0 0 0,1 0-1 0 0,0 1 1 0 0,0-1 0 0 0,0 1 0 0 0,0-1 0 0 0,2 0-1 0 0,-1 1 0 0 0,-1 1 0 0 0,1-1 0 0 0,0 1 0 0 0,-1-1-1 0 0,0 1 1 0 0,1 0 0 0 0,-1 0 0 0 0,1 0-1 0 0,-1 0 1 0 0,0 0 0 0 0,1 0 0 0 0,-1 0 0 0 0,0 0-1 0 0,0 0 1 0 0,0 0 0 0 0,1 2 0 0 0,3 3 2 0 0,-1 1 0 0 0,1-1 1 0 0,-1 1-1 0 0,-1 0 0 0 0,1 0 1 0 0,-1 0-1 0 0,0 0 0 0 0,2 13 0 0 0,11 65 283 0 0,-12-56-216 0 0,16 105 582 0 0,-20-98-149 0 0,0-32-512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17.1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167 5 26415 0 0,'-4'-1'0'0'0,"-3"0"0"0"0,0 0 0 0 0,0 0 1 0 0,0 0-1 0 0,0 1 0 0 0,0 0 0 0 0,0 1 0 0 0,0-1 0 0 0,0 1 1 0 0,0 1-1 0 0,0-1 0 0 0,-12 6 0 0 0,10-4-19 0 0,0-1-1 0 0,0 0 1 0 0,-1 0 0 0 0,-15 0 0 0 0,21-2-39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17.5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 44 14272 0 0,'0'0'896'0'0,"2"-4"-448"0"0,-1 2-240 0 0,1-2 207 0 0,-1 0-1 0 0,1 0 0 0 0,-1-1 1 0 0,1 1-1 0 0,-1 0 0 0 0,0-8 1 0 0,-1 12 83 0 0,-8 15 321 0 0,1 26-346 0 0,-3 61-1 0 0,3-26-93 0 0,6-62-284 0 0,0 0 0 0 0,0 1 0 0 0,2-1 0 0 0,0 0 0 0 0,0 0 0 0 0,2 0 0 0 0,-1 0 1 0 0,2 0-1 0 0,9 24 0 0 0,-9-32-13 0 0,-4-5-42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17.9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144 16 13560 0 0,'0'0'1785'0'0,"-15"-5"488"0"0,11 3-2106 0 0,-1 0 1 0 0,0 1-1 0 0,1-1 0 0 0,-1 1 0 0 0,0 0 1 0 0,0 0-1 0 0,0 0 0 0 0,1 1 0 0 0,-11 0 1 0 0,6 0-22 0 0,-1 1 1 0 0,1 0 0 0 0,-1 1 0 0 0,-12 3 0 0 0,10-1-29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18.4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13560 0 0,'0'0'1518'0'0,"0"4"-1395"0"0,5 68 1324 0 0,-2-48-1037 0 0,-2 0 0 0 0,-2 44 0 0 0,-5 118 1253 0 0,6-185-1654 0 0,0 0 8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18.76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185 1 18111 0 0,'-17'0'22'0'0,"0"0"-1"0"0,0 1 0 0 0,0 1 1 0 0,0 0-1 0 0,-28 9 0 0 0,1 0-3 0 0,33-7-12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19.1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 0 12960 0 0,'14'26'1222'0'0,"-14"202"3509"0"0,0-228-4717 0 0,0 1 1 0 0,0-1-1 0 0,0 0 1 0 0,0 1-1 0 0,0-1 1 0 0,0 0-1 0 0,0 1 1 0 0,0-1-1 0 0,0 0 1 0 0,0 0-1 0 0,0 1 1 0 0,0-1-1 0 0,0 0 1 0 0,1 1 0 0 0,-1-1-1 0 0,0 0 1 0 0,0 0-1 0 0,0 1 1 0 0,1-1-1 0 0,-1 0 1 0 0,0 0-1 0 0,0 0 1 0 0,0 1-1 0 0,1-1 1 0 0,-1 0-1 0 0,0 0 1 0 0,1 0-1 0 0,-1 0 1 0 0,0 1-1 0 0,0-1 1 0 0,1 0-1 0 0,-1 0 1 0 0,0 0-1 0 0,1 0 1 0 0,-1 0-3 0 0,1 0 1 0 0,-1 0-1 0 0,0 0 0 0 0,0 0 0 0 0,1 0 1 0 0,-1 0-1 0 0,0 1 0 0 0,0-1 1 0 0,1 0-1 0 0,-1 0 0 0 0,0 0 1 0 0,0 0-1 0 0,1 1 0 0 0,-1-1 1 0 0,0 0-1 0 0,0 0 0 0 0,0 0 1 0 0,1 1-1 0 0,-1-1 0 0 0,0 0 1 0 0,0 0-1 0 0,0 1 0 0 0,0-1 1 0 0,0 0-1 0 0,1 0 0 0 0,-1 1 1 0 0,0-1-1 0 0,0 0 0 0 0,0 1 1 0 0,0-1-1 0 0,0 0 0 0 0,0 0 1 0 0,0 1-1 0 0,0-1 0 0 0,0 0 1 0 0,0 1-1 0 0,0-1 0 0 0,0 0 1 0 0,0 0-1 0 0,-1 1 0 0 0,1-1 0 0 0,0 0 1 0 0,0 0-1 0 0,0 1 0 0 0,0-1 1 0 0,0 0-1 0 0,0 0 0 0 0,-1 1 1 0 0,1 0 30 0 0,0 0 1 0 0,0-1-1 0 0,-1 1 1 0 0,1 0-1 0 0,0-1 1 0 0,0 1-1 0 0,-1 0 1 0 0,1 0-1 0 0,0-1 1 0 0,-1 1-1 0 0,1 0 0 0 0,-1-1 1 0 0,1 1-1 0 0,-1-1 1 0 0,1 1-1 0 0,-1-1 1 0 0,1 1-1 0 0,-1-1 1 0 0,-1 1-1 0 0,2-1-13 0 0,0 0-1 0 0,-1 0 0 0 0,1 0 1 0 0,0 0-1 0 0,-1-1 0 0 0,1 1 1 0 0,-1 0-1 0 0,1 0 0 0 0,0-1 1 0 0,-1 1-1 0 0,1 0 0 0 0,0-1 1 0 0,0 1-1 0 0,-1 0 1 0 0,1-1-1 0 0,0 1 0 0 0,0 0 1 0 0,-1-1-1 0 0,1 1 0 0 0,0-1 1 0 0,0 1-1 0 0,0 0 0 0 0,0-1 1 0 0,0 0-1 0 0,-9-35 448 0 0,7 18-358 0 0,1 0 1 0 0,1-27 0 0 0,0 38-76 0 0,1 1 0 0 0,-1-1 0 0 0,2 0 1 0 0,-1 0-1 0 0,1 1 0 0 0,0-1 0 0 0,0 1 1 0 0,1-1-1 0 0,5-9 0 0 0,-3 12-7 0 0,-1-1 0 0 0,1 1 0 0 0,0 1 0 0 0,0-1 0 0 0,1 1 1 0 0,-1-1-1 0 0,1 2 0 0 0,0-1 0 0 0,0 0 0 0 0,0 1 0 0 0,9-2 0 0 0,-9 2-22 0 0,17-5 34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19.4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11 20815 0 0,'9'-10'72'0'0,"-10"15"-37"0"0,-1 0 0 0 0,1 0-1 0 0,1 1 1 0 0,-1-1-1 0 0,1 0 1 0 0,0 0-1 0 0,0 1 1 0 0,2 5 0 0 0,-1 8-8 0 0,-1 156 188 0 0,0-168-201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19.8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14672 0 0,'0'0'3903'0'0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20.3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13464 0 0,'0'0'385'0'0,"2"4"6"0"0,-1 1-259 0 0,1 1 0 0 0,-1 0 0 0 0,0-1 0 0 0,-1 1 0 0 0,1-1 0 0 0,-1 1 0 0 0,0 6 0 0 0,-1-1 80 0 0,2 1 1 0 0,-1-1 0 0 0,2 1 0 0 0,2 11 0 0 0,2 21 716 0 0,-3-3-185 0 0,-4 72 0 0 0,0-88-165 0 0,3 33 1 0 0,0-7 219 0 0,-2-49-765 0 0,0-1 0 0 0,0 1 0 0 0,1 0 0 0 0,-1-1-1 0 0,0 1 1 0 0,1-1 0 0 0,0 1 0 0 0,-1-1 0 0 0,1 1-1 0 0,0-1 1 0 0,0 1 0 0 0,0-1 0 0 0,0 1 0 0 0,0-1-1 0 0,0 0 1 0 0,3 2 0 0 0,-4-2-8 0 0,0 0 1 0 0,1-1-1 0 0,-1 1 1 0 0,0-1-1 0 0,1 1 1 0 0,-1 0-1 0 0,0-1 1 0 0,0 1-1 0 0,0 0 1 0 0,0-1-1 0 0,0 1 0 0 0,1 0 1 0 0,-1-1-1 0 0,0 1 1 0 0,0 0-1 0 0,-1-1 1 0 0,1 1-1 0 0,0 0 1 0 0,0-1-1 0 0,0 1 1 0 0,0 0-1 0 0,-1-1 0 0 0,1 1 1 0 0,0 0-1 0 0,-4 1 266 0 0,2-14-221 0 0,3-2-34 0 0,0 0 0 0 0,2 1-1 0 0,-1-1 1 0 0,2 0 0 0 0,0 1 0 0 0,0-1 0 0 0,1 1-1 0 0,1 1 1 0 0,9-18 0 0 0,-10 21-12 0 0,1-3 40 0 0,1 0 0 0 0,0 0 0 0 0,0 1 0 0 0,12-13 0 0 0,-17 21-52 0 0,1 0 1 0 0,-1 1 0 0 0,1 0-1 0 0,0-1 1 0 0,0 1 0 0 0,0 0-1 0 0,0 1 1 0 0,0-1-1 0 0,0 0 1 0 0,0 1 0 0 0,1 0-1 0 0,-1 0 1 0 0,0 0-1 0 0,1 0 1 0 0,-1 0 0 0 0,1 1-1 0 0,-1-1 1 0 0,1 1-1 0 0,-1 0 1 0 0,1 0 0 0 0,5 1-1 0 0,-8 0-10 0 0,0-1-1 0 0,0 1 1 0 0,0-1 0 0 0,0 1-1 0 0,0 0 1 0 0,0 0-1 0 0,0-1 1 0 0,-1 1-1 0 0,1 0 1 0 0,0 0 0 0 0,0 0-1 0 0,-1 0 1 0 0,1 0-1 0 0,-1 0 1 0 0,1 0 0 0 0,-1 0-1 0 0,1 0 1 0 0,-1 0-1 0 0,0 0 1 0 0,0 0-1 0 0,1 2 1 0 0,4 26 30 0 0,-5-28-29 0 0,1 9 2 0 0,0 0 0 0 0,-1-1 1 0 0,0 1-1 0 0,0 0 0 0 0,-1 0 1 0 0,-1-1-1 0 0,1 1 1 0 0,-6 15-1 0 0,1-12 2 0 0,1 0 0 0 0,-2 0 1 0 0,1-1-1 0 0,-2 0 0 0 0,-12 16 0 0 0,13-20-8 0 0,0 1 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20.8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 40 14568 0 0,'0'0'1320'0'0,"-2"4"-1199"0"0,-1 4 62 0 0,0 0 1 0 0,0-1 0 0 0,1 1-1 0 0,0 0 1 0 0,0 0-1 0 0,0 14 1 0 0,0 56 924 0 0,2-62-1085 0 0,0-11 69 0 0,1 0 0 0 0,-1 0 1 0 0,1 0-1 0 0,0 0 1 0 0,1 0-1 0 0,-1 0 0 0 0,1-1 1 0 0,0 1-1 0 0,1 0 0 0 0,3 6 1 0 0,-4-9-75 0 0,-1-1 0 0 0,0 0 0 0 0,1 1 0 0 0,-1-1 0 0 0,1 0 0 0 0,-1 0 0 0 0,1 0 0 0 0,0 0 0 0 0,0 0 0 0 0,-1 0 0 0 0,1 0 0 0 0,0-1 0 0 0,0 1 0 0 0,0-1 0 0 0,0 1 0 0 0,0-1 0 0 0,-1 0 0 0 0,1 0 0 0 0,0 0-1 0 0,0 0 1 0 0,0 0 0 0 0,0 0 0 0 0,4-1 0 0 0,-4 1-9 0 0,0-1-1 0 0,-1 1 0 0 0,1 0 1 0 0,0-1-1 0 0,0 1 1 0 0,0-1-1 0 0,-1 0 0 0 0,1 0 1 0 0,0 0-1 0 0,-1 0 0 0 0,1 0 1 0 0,-1 0-1 0 0,1 0 0 0 0,-1 0 1 0 0,1 0-1 0 0,-1-1 0 0 0,0 1 1 0 0,0-1-1 0 0,0 1 0 0 0,1-1 1 0 0,-1 1-1 0 0,-1-1 0 0 0,3-3 1 0 0,7-40 178 0 0,-1 0 0 0 0,-3-1 1 0 0,2-64-1 0 0,-8 102 299 0 0,0 10-139 0 0,-1 19 45 0 0,2 35 10 0 0,1-24-284 0 0,0-3 142 0 0,0 1-1 0 0,3-1 0 0 0,0 0 0 0 0,14 43 0 0 0,-8-58 461 0 0,-7-11-640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21.1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15272 0 0,'0'0'945'0'0,"2"4"-468"0"0,3 12-64 0 0,0 0 0 0 0,-1 0 0 0 0,0 1 0 0 0,-1 0 0 0 0,-1 0 0 0 0,-1 0 0 0 0,-1 32 0 0 0,-1-24-83 0 0,2-1-1 0 0,1 1 1 0 0,6 31 0 0 0,-6-46-142 0 0,-1 0 1 0 0,0 0 0 0 0,0 15-1 0 0,1 20 287 0 0,-1-42-415 0 0,0 0 0 0 0,1 0 0 0 0,-1-1 0 0 0,0 1-1 0 0,1 0 1 0 0,3 4 0 0 0,-3-3 6 0 0,-1-4 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21.5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173 2 15376 0 0,'0'0'2454'0'0,"-18"0"43"0"0,5-1-2296 0 0,1 1-1 0 0,-1 0 0 0 0,0 1 0 0 0,1 1 1 0 0,-1 0-1 0 0,1 1 0 0 0,0 0 0 0 0,0 1 1 0 0,0 0-1 0 0,-12 6 0 0 0,17-5-83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21.8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149 174 19991 0 0,'38'-15'-19'0'0,"-33"14"15"0"0,-1 0 1 0 0,1 0-1 0 0,-1 0 1 0 0,1-1 0 0 0,-1 0-1 0 0,0 0 1 0 0,0 0-1 0 0,0-1 1 0 0,0 1 0 0 0,0-1-1 0 0,-1 0 1 0 0,5-4-1 0 0,-5 2-6 0 0,-1-1 0 0 0,1 1 0 0 0,-1-1-1 0 0,0 0 1 0 0,-1 0 0 0 0,1 0 0 0 0,-1-1-1 0 0,-1 1 1 0 0,1-12 0 0 0,-1 15 5 0 0,-1 1 1 0 0,1-1-1 0 0,-1 0 1 0 0,0 0-1 0 0,0 1 1 0 0,0-1-1 0 0,0 0 1 0 0,-1 1-1 0 0,1-1 1 0 0,-1 1-1 0 0,0 0 1 0 0,1 0-1 0 0,-1-1 1 0 0,0 1-1 0 0,0 0 1 0 0,0 0-1 0 0,-1 1 1 0 0,1-1-1 0 0,0 0 1 0 0,-1 1 0 0 0,1-1-1 0 0,-1 1 1 0 0,0 0-1 0 0,1 0 1 0 0,-1 0-1 0 0,0 0 1 0 0,1 0-1 0 0,-6 0 1 0 0,2 1-1 0 0,1-1 0 0 0,-1 1 0 0 0,1 0 0 0 0,-1 0 0 0 0,1 1 1 0 0,0 0-1 0 0,-1 0 0 0 0,1 0 0 0 0,0 1 0 0 0,-1-1 0 0 0,1 1 1 0 0,0 0-1 0 0,0 1 0 0 0,-7 4 0 0 0,1 1-1 0 0,1 0 1 0 0,1 0-1 0 0,-1 1 0 0 0,1 0 1 0 0,1 1-1 0 0,0 0 1 0 0,0 0-1 0 0,-8 16 0 0 0,12-19 3 0 0,0 1 0 0 0,0 0 0 0 0,1 0 0 0 0,0 0 1 0 0,1 0-1 0 0,0 0 0 0 0,0 1 0 0 0,1-1 0 0 0,0 1 0 0 0,0 0 0 0 0,1-1 0 0 0,0 1 0 0 0,2 12 0 0 0,-1-16 2 0 0,0-1-1 0 0,1 1 0 0 0,0 0 1 0 0,0-1-1 0 0,0 0 1 0 0,0 1-1 0 0,0-1 1 0 0,1 0-1 0 0,0 0 1 0 0,0 0-1 0 0,5 4 0 0 0,-2-1 2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1:22.2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192 1 17599 0 0,'-17'0'0'0'0,"0"1"0"0"0,0 1 0 0 0,0 1 0 0 0,0 0 0 0 0,0 2 0 0 0,-17 5 0 0 0,30-8 0 0 0,1 0 0 0 0,0-1 0 0 0,0 1 0 0 0,0 0 0 0 0,0 1 0 0 0,0-1 0 0 0,1 0 0 0 0,-1 1 0 0 0,1 0 0 0 0,-1-1 0 0 0,1 1 0 0 0,0 0 0 0 0,0 0 0 0 0,0 0 0 0 0,0 1 0 0 0,1-1 0 0 0,-1 0 0 0 0,1 1 0 0 0,0-1 0 0 0,0 1 0 0 0,0-1 0 0 0,0 1 0 0 0,1-1 0 0 0,0 1 0 0 0,-1 0 0 0 0,1-1 0 0 0,1 1 0 0 0,-1 0 0 0 0,0-1 0 0 0,2 6 0 0 0,-1-6 2 0 0,1 0-1 0 0,-1 0 0 0 0,1 0 1 0 0,-1 0-1 0 0,1 0 0 0 0,0-1 0 0 0,0 1 1 0 0,1 0-1 0 0,-1-1 0 0 0,0 0 1 0 0,1 1-1 0 0,4 2 0 0 0,1 1 4 0 0,0 0 0 0 0,0-1 1 0 0,10 5-1 0 0,64 23 55 0 0,-81-33-56 0 0,0 1-1 0 0,0 0 1 0 0,0-1 0 0 0,0 1 0 0 0,0 0 0 0 0,0-1-1 0 0,0 1 1 0 0,0 0 0 0 0,0 0 0 0 0,0 0-1 0 0,-1 0 1 0 0,1 0 0 0 0,0 0 0 0 0,-1 0 0 0 0,1 0-1 0 0,-1 0 1 0 0,1 1 0 0 0,-1-1 0 0 0,1 0-1 0 0,-1 0 1 0 0,0 0 0 0 0,1 1 0 0 0,-1-1 0 0 0,0 0-1 0 0,0 0 1 0 0,0 1 0 0 0,0-1 0 0 0,0 0 0 0 0,0 0-1 0 0,0 0 1 0 0,-1 1 0 0 0,1 0 0 0 0,-2 4 14 0 0,1-1 1 0 0,-1 0-1 0 0,0 0 1 0 0,0 0-1 0 0,0 0 1 0 0,-4 5-1 0 0,-1 1 21 0 0,-1-1 0 0 0,-1-1-1 0 0,1 0 1 0 0,-2 0-1 0 0,1-1 1 0 0,-1 0 0 0 0,0 0-1 0 0,-1-1 1 0 0,0-1-1 0 0,-13 7 1 0 0,1 0 40 0 0,3-2-15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12.7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52 0 8136 0 0,'0'0'7564'0'0,"-2"4"-6943"0"0,-4 6 59 0 0,1 1 1 0 0,0 0 0 0 0,0 0-1 0 0,1 0 1 0 0,-2 13 0 0 0,-7 52 949 0 0,10-57-1261 0 0,1 1-1 0 0,1-1 0 0 0,1 1 1 0 0,2 20-1 0 0,0 10 349 0 0,-2-34-555 0 0,-1 4 104 0 0,2 0 0 0 0,0-1 0 0 0,1 1 0 0 0,5 23 0 0 0,-1-10 309 0 0,-1 1 0 0 0,-2-1 0 0 0,-2 1 0 0 0,-4 54-1 0 0,1-8 497 0 0,1-60-823 0 0,1-14-139 0 0,-1 0 1 0 0,1-1-1 0 0,0 1 1 0 0,0-1-1 0 0,1 1 1 0 0,0-1-1 0 0,0 1 1 0 0,0-1-1 0 0,3 10 1 0 0,1-6 98 0 0,-1 1 0 0 0,-1-1 0 0 0,1 1 1 0 0,-2 0-1 0 0,3 16 0 0 0,-9-4-125 0 0,4-21-81 0 0,-1 0 0 0 0,0 0 0 0 0,1 1 0 0 0,0-1 0 0 0,-1 0 0 0 0,1 0 0 0 0,0 0 0 0 0,-1 1 0 0 0,1-1 0 0 0,0 0 0 0 0,0 1 0 0 0,0-1 0 0 0,0 0 0 0 0,0 1 0 0 0,1-1 0 0 0,-1 0 0 0 0,0 0 0 0 0,0 1-1 0 0,1-1 1 0 0,-1 0 0 0 0,1 0 0 0 0,-1 0 0 0 0,1 0 0 0 0,0 1 0 0 0,-1-1 0 0 0,2 1 0 0 0,1 1-2 0 0,8 12 0 0 0,-10-10 0 0 0,1-1 0 0 0,-2 1 0 0 0,1 0 0 0 0,0-1 0 0 0,-1 1 0 0 0,0 5 0 0 0,1-6 0 0 0,3 1 0 0 0,-1-3 0 0 0,-1-1 0 0 0,1 1 0 0 0,0-1 0 0 0,0 0 0 0 0,0 0 0 0 0,0 0 0 0 0,0 0 0 0 0,0-1 0 0 0,0 1 0 0 0,0-1 0 0 0,0 1 0 0 0,0-1 0 0 0,3-1 0 0 0,13 3 0 0 0,18 2 0 0 0,1-1 0 0 0,70-3 0 0 0,-36-2 0 0 0,72-7 0 0 0,-49 8 0 0 0,103-13 0 0 0,-169 10 0 0 0,-1 2 0 0 0,1 2 0 0 0,33 2 0 0 0,-57-1 0 0 0,-1 0 0 0 0,1 0 0 0 0,-1 1 0 0 0,1-1 0 0 0,5 4 0 0 0,-6-3 0 0 0,0 0 0 0 0,0-1 0 0 0,0 1 0 0 0,0-1 0 0 0,1 0 0 0 0,-1 0 0 0 0,8 1 0 0 0,-7-2 0 0 0,-1-1 0 0 0,-1 1 0 0 0,1 0 0 0 0,-1 0 0 0 0,1 1 0 0 0,-1-1 0 0 0,1 1 0 0 0,-1 0 0 0 0,1 0 0 0 0,-1 0 0 0 0,1 0 0 0 0,4 3 0 0 0,-1-2 0 0 0,-1 0 0 0 0,0 0 0 0 0,1-1 0 0 0,-1 0 0 0 0,1 0 0 0 0,-1 0 0 0 0,1-1 0 0 0,-1 0 0 0 0,1 0 0 0 0,-1-1 0 0 0,1 0 0 0 0,9-2 0 0 0,28-2 0 0 0,1479 5 0 0 0,-1491 2 0 0 0,54 9 0 0 0,-12 0 0 0 0,231-5 0 0 0,-181-8 0 0 0,490 2 0 0 0,-490-13 0 0 0,130 6 0 0 0,-3 7 0 0 0,-247 0 0 0 0,1 0 0 0 0,-1 0 0 0 0,0 1 0 0 0,1 1 0 0 0,0 2 0 0 0,-1 0 0 0 0,0 1 0 0 0,0-1 0 0 0,1 0 0 0 0,-1 0 0 0 0,0 1 0 0 0,-2 0 0 0 0,-1-1 0 0 0,-1-2 0 0 0,0 1 0 0 0,0 0 0 0 0,0 0 0 0 0,1 0 0 0 0,-1 0 0 0 0,1 0 0 0 0,1 5 0 0 0,0-2 0 0 0,-1 0 0 0 0,1 0 0 0 0,-1 0 0 0 0,0 0 0 0 0,-1 0 0 0 0,0 0 0 0 0,0 9 0 0 0,0 36 0 0 0,0 288 0 0 0,11-278 0 0 0,-8-39 0 0 0,2 0 0 0 0,10 33 0 0 0,-9-38 0 0 0,0 1 0 0 0,-2-1 0 0 0,0 1 0 0 0,-1 0 0 0 0,0 21 0 0 0,-2-20 0 0 0,1 1 0 0 0,1-1 0 0 0,1 0 0 0 0,12 35 0 0 0,2 12 0 0 0,-18-54 0 0 0,0-10 0 0 0,0 0 0 0 0,0 0 0 0 0,1 0 0 0 0,-1-1 0 0 0,0 1 0 0 0,1 0 0 0 0,-1 0 0 0 0,1 0 0 0 0,0-1 0 0 0,-1 1 0 0 0,1 0 0 0 0,0-1 0 0 0,0 1 0 0 0,0 0 0 0 0,0-1 0 0 0,3 3 0 0 0,-3 0 0 0 0,-1 0 0 0 0,0 1 0 0 0,0-3 0 0 0,4-2 0 0 0,0 0 0 0 0,0-2 0 0 0,0 0 0 0 0,0 0 0 0 0,-1 0 0 0 0,1 0 0 0 0,0 0 0 0 0,-1-1 0 0 0,1 1 0 0 0,-1-1 0 0 0,0 0 0 0 0,0 0 0 0 0,0 0 0 0 0,0-1 0 0 0,4-6 0 0 0,2-1 0 0 0,2-4 0 0 0,-1 0 0 0 0,0-1 0 0 0,12-27 0 0 0,-3 5 0 0 0,-13 29 0 0 0,2-1 0 0 0,-3 2 0 0 0,-5 3 0 0 0,0 8 0 0 0,-1 0 0 0 0,0 1 0 0 0,0-1 0 0 0,0 0 0 0 0,0 0 0 0 0,-1-1 0 0 0,1 1 0 0 0,-1 0 0 0 0,0 0 0 0 0,0-1 0 0 0,0 1 0 0 0,0-1 0 0 0,-4 4 0 0 0,-9 14 0 0 0,7-6 0 0 0,0 0 0 0 0,-2-1 0 0 0,1 0 0 0 0,-2 0 0 0 0,0-1 0 0 0,0-1 0 0 0,-1 1 0 0 0,0-2 0 0 0,-22 15 0 0 0,29-22 0 0 0,0-1 0 0 0,0 1 0 0 0,0-1 0 0 0,0-1 0 0 0,-1 1 0 0 0,1-1 0 0 0,0 1 0 0 0,-1-1 0 0 0,1-1 0 0 0,-1 1 0 0 0,1-1 0 0 0,-1 0 0 0 0,-9-2 0 0 0,5 1 0 0 0,1-1 0 0 0,-1 0 0 0 0,1-1 0 0 0,0 0 0 0 0,0-1 0 0 0,-15-8 0 0 0,13 7 0 0 0,-28-18 0 0 0,35 23 0 0 0,0 0 0 0 0,-1 0 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14.5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0 346 7736 0 0,'0'0'9387'0'0,"0"4"-9141"0"0,1 6 95 0 0,1-15 1344 0 0,9-25-385 0 0,-9 25-1174 0 0,1-1-1 0 0,-1-1 1 0 0,0 1 0 0 0,-1 0-1 0 0,1 0 1 0 0,-1-1-1 0 0,0 1 1 0 0,-1-8-1 0 0,1 6-15 0 0,-1 0 1 0 0,1 1-1 0 0,1-1 0 0 0,-1 1 0 0 0,4-9 0 0 0,0 0 147 0 0,0-1 0 0 0,-1 0 0 0 0,3-24 0 0 0,-6 27-18 0 0,2-1 0 0 0,0 1 1 0 0,0 0-1 0 0,1 0 1 0 0,8-16-1 0 0,-12 29-167 0 0,1 0 0 0 0,-1 0 0 0 0,1 0 0 0 0,0 0 1 0 0,-1 0-1 0 0,1 0 0 0 0,0 0 0 0 0,0 0 0 0 0,0 0 0 0 0,0 1 0 0 0,0-1 1 0 0,0 0-1 0 0,1 0 0 0 0,1-1 225 0 0,-2 3-214 0 0,1 1 0 0 0,-1 0 0 0 0,0 0 0 0 0,0 0 1 0 0,-1 0-1 0 0,1 0 0 0 0,0 0 0 0 0,-1 0 0 0 0,1 2 1 0 0,6 25 167 0 0,-2-12-58 0 0,-1 0-1 0 0,-1 0 1 0 0,0 0-1 0 0,-1 0 1 0 0,-1 29-1 0 0,-1-29 28 0 0,1 0-1 0 0,1 1 1 0 0,1-1 0 0 0,0-1-1 0 0,2 1 1 0 0,10 28-1 0 0,-14-42-139 0 0,-1-2-52 0 0,0 0-1 0 0,0 0 0 0 0,1 0 0 0 0,-1 0 1 0 0,0 0-1 0 0,0-1 0 0 0,1 1 0 0 0,-1 0 1 0 0,1 0-1 0 0,-1 0 0 0 0,1-1 0 0 0,-1 1 1 0 0,1 0-1 0 0,-1 0 0 0 0,1-1 0 0 0,0 1 0 0 0,-1-1 1 0 0,1 1-1 0 0,0 0 0 0 0,-1-1 0 0 0,1 1 1 0 0,0-1-1 0 0,0 0 0 0 0,0 1 0 0 0,0-1 1 0 0,-1 0-1 0 0,1 1 0 0 0,0-1 0 0 0,1 0 1 0 0,0 0-6 0 0,0-1 0 0 0,-1 1 1 0 0,1-1-1 0 0,-1 1 0 0 0,1-1 1 0 0,-1 0-1 0 0,1 0 1 0 0,-1 0-1 0 0,1 0 0 0 0,-1 0 1 0 0,0 0-1 0 0,1 0 1 0 0,-1 0-1 0 0,1-3 0 0 0,5-4 48 0 0,0-1 0 0 0,-1-1 1 0 0,9-17-1 0 0,15-50 163 0 0,-24 58-152 0 0,1 0-1 0 0,1 0 1 0 0,1 1-1 0 0,20-33 1 0 0,-6 29 203 0 0,-22 22-277 0 0,-1 1 0 0 0,1-1 0 0 0,-1 0 0 0 0,1 0 0 0 0,-1 0 0 0 0,1 1 0 0 0,-1-1 0 0 0,1 0 0 0 0,-1 1 1 0 0,1-1-1 0 0,-1 0 0 0 0,1 1 0 0 0,-1-1 0 0 0,1 1 0 0 0,-1-1 0 0 0,0 1 0 0 0,1-1 0 0 0,-1 1 0 0 0,0-1 0 0 0,0 1 0 0 0,1-1 1 0 0,-1 1-1 0 0,0-1 0 0 0,0 1 0 0 0,1 0 0 0 0,6 16 51 0 0,-3-3-49 0 0,-1-1-1 0 0,0 0 1 0 0,-1 1-1 0 0,0 22 1 0 0,2 13-1 0 0,-2-25-8 0 0,-2-15 0 0 0,1 1 0 0 0,0-1 0 0 0,0 1 0 0 0,1-1 0 0 0,4 13 0 0 0,-3-18 0 0 0,-1 0 0 0 0,1 0 0 0 0,-1 0 0 0 0,1 0 0 0 0,7 6 0 0 0,-8-8 0 0 0,-1-1 0 0 0,0 1 0 0 0,1-1 0 0 0,-1 0 0 0 0,1 0 0 0 0,0 0 0 0 0,-1 0 0 0 0,1 0 0 0 0,0 0 0 0 0,-1 0 0 0 0,1-1 0 0 0,0 1 0 0 0,0 0 0 0 0,0-1 0 0 0,0 0 0 0 0,0 1 0 0 0,2-1 0 0 0,6-2 0 0 0,0-2 0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14.9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80 144 17383 0 0,'16'4'2093'0'0,"-15"-4"-2014"0"0,-1 0-1 0 0,1 1 1 0 0,0-1-1 0 0,0 0 1 0 0,-1 0 0 0 0,1 1-1 0 0,0-1 1 0 0,0 0 0 0 0,0 0-1 0 0,0 0 1 0 0,-1 0 0 0 0,1 0-1 0 0,0 0 1 0 0,0 0 0 0 0,0-1-1 0 0,0 1 1 0 0,-1 0 0 0 0,1 0-1 0 0,0-1 1 0 0,0 1-1 0 0,-1 0 1 0 0,1-1 0 0 0,0 1-1 0 0,0 0 1 0 0,-1-1 0 0 0,1 1-1 0 0,1-2 1 0 0,2-2 161 0 0,1 0 1 0 0,0 0-1 0 0,-1 0 1 0 0,0-1-1 0 0,0 0 1 0 0,-1 0-1 0 0,1 0 1 0 0,-1 0-1 0 0,0 0 1 0 0,0-1-1 0 0,2-6 1 0 0,-4 9-208 0 0,0 1 0 0 0,0-1 0 0 0,0 0 0 0 0,0 1 0 0 0,-1-1 0 0 0,1 0 0 0 0,-1 0 0 0 0,0 1 0 0 0,1-1 1 0 0,-1 0-1 0 0,0 0 0 0 0,-1 1 0 0 0,1-1 0 0 0,0 0 0 0 0,-1 0 0 0 0,0 1 0 0 0,1-1 0 0 0,-1 0 0 0 0,0 1 0 0 0,-1-1 0 0 0,1 1 0 0 0,0-1 1 0 0,-1 1-1 0 0,1 0 0 0 0,-1 0 0 0 0,0-1 0 0 0,-1-1 0 0 0,2 4-27 0 0,0-1 1 0 0,-1 1-1 0 0,1-1 1 0 0,0 1-1 0 0,0-1 1 0 0,0 1-1 0 0,0 0 1 0 0,0-1-1 0 0,0 1 1 0 0,0 0 0 0 0,-1 0-1 0 0,1 0 1 0 0,0 0-1 0 0,0 0 1 0 0,0 0-1 0 0,0 0 1 0 0,-1 1-1 0 0,1-1 1 0 0,0 0-1 0 0,0 1 1 0 0,0-1-1 0 0,0 0 1 0 0,0 1-1 0 0,-1 0 1 0 0,-23 16 45 0 0,14-5-33 0 0,1-1 1 0 0,1 1-1 0 0,0 0 1 0 0,1 1-1 0 0,0 0 1 0 0,1 1-1 0 0,0-1 1 0 0,1 1-1 0 0,1 0 1 0 0,0 1-1 0 0,1 0 1 0 0,1-1-1 0 0,-3 24 1 0 0,5-32-9 0 0,1 0 0 0 0,-1 0 0 0 0,2 0 0 0 0,-1-1-1 0 0,1 1 1 0 0,-1 0 0 0 0,2 0 0 0 0,-1 0 0 0 0,1-1 0 0 0,3 10 0 0 0,-3-12-3 0 0,-1 0 0 0 0,1 0 0 0 0,0 0-1 0 0,-1 0 1 0 0,1 0 0 0 0,1-1 0 0 0,-1 1 0 0 0,0-1 0 0 0,1 1 0 0 0,-1-1-1 0 0,1 0 1 0 0,0 0 0 0 0,0 0 0 0 0,-1-1 0 0 0,1 1 0 0 0,0 0 0 0 0,1-1-1 0 0,-1 0 1 0 0,4 1 0 0 0,-2-1 2 0 0,0 0-1 0 0,0-1 1 0 0,1 1 0 0 0,-1-1-1 0 0,0 0 1 0 0,0-1 0 0 0,0 1-1 0 0,1-1 1 0 0,-1 0-1 0 0,0-1 1 0 0,0 1 0 0 0,0-1-1 0 0,6-3 1 0 0,10-5 7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15.3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39 1 16384 0 0,'0'0'3215'0'0,"-3"4"-2703"0"0,0 1-403 0 0,0 0 0 0 0,0 1-1 0 0,1-1 1 0 0,0 1-1 0 0,0-1 1 0 0,0 1 0 0 0,0 0-1 0 0,0 9 1 0 0,-5 59 694 0 0,4-40-278 0 0,0 0-238 0 0,2-1 1 0 0,1 1 0 0 0,7 57-1 0 0,-4-63-96 0 0,-2 0 0 0 0,-2 30 0 0 0,1-15 212 0 0,0-42-397 0 0,0-1-1 0 0,0 0 1 0 0,0 1 0 0 0,0-1-1 0 0,0 0 1 0 0,0 1 0 0 0,0-1-1 0 0,0 0 1 0 0,1 1-1 0 0,-1-1 1 0 0,0 0 0 0 0,0 0-1 0 0,0 1 1 0 0,0-1-1 0 0,1 0 1 0 0,-1 0 0 0 0,0 1-1 0 0,0-1 1 0 0,1 0-1 0 0,-1 0 1 0 0,0 0 0 0 0,1 1-1 0 0,-1-1 1 0 0,0 0 0 0 0,1 0-1 0 0,-1 0 8 0 0,1 1 28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15.6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268 3 22431 0 0,'0'0'160'0'0,"-5"-1"-142"0"0,-6 0-1 0 0,-1 1 0 0 0,1 0 0 0 0,-1 0 0 0 0,1 1 0 0 0,-1 1 1 0 0,-19 5-1 0 0,-30 3 53 0 0,45-8-41 0 0,0 0 0 0 0,0 1 0 0 0,0 1 1 0 0,-17 7-1 0 0,28-9-15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16.1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42 1 15072 0 0,'0'0'2089'0'0,"1"5"-1879"0"0,-1 22 616 0 0,-1 0-1 0 0,-7 45 1 0 0,2-13-559 0 0,-21 265 2061 0 0,27-220-778 0 0,1-124-1468 0 0,1 1 0 0 0,1 0 1 0 0,7-25-1 0 0,5-31 74 0 0,-13 66-118 0 0,0 1 0 0 0,0-1 1 0 0,1 1-1 0 0,0-1 0 0 0,0 1 0 0 0,1 0 0 0 0,0 1 1 0 0,1-1-1 0 0,0 1 0 0 0,0 0 0 0 0,8-8 1 0 0,-12 13-24 0 0,1-1 1 0 0,1 1-1 0 0,-1 1 0 0 0,0-1 1 0 0,0 0-1 0 0,1 1 1 0 0,-1-1-1 0 0,1 1 1 0 0,-1 0-1 0 0,1-1 1 0 0,0 1-1 0 0,-1 0 1 0 0,1 1-1 0 0,0-1 1 0 0,0 0-1 0 0,0 1 1 0 0,-1 0-1 0 0,1 0 0 0 0,0 0 1 0 0,0 0-1 0 0,0 0 1 0 0,0 0-1 0 0,0 1 1 0 0,3 0-1 0 0,-2 0-1 0 0,0 1-1 0 0,0-1 1 0 0,0 1-1 0 0,-1 0 1 0 0,1 0-1 0 0,0 0 1 0 0,-1 1-1 0 0,0-1 1 0 0,1 1-1 0 0,-1-1 1 0 0,0 1-1 0 0,0 0 1 0 0,-1 1-1 0 0,1-1 1 0 0,3 7-1 0 0,-2-3 3 0 0,-1 1-1 0 0,0-1 0 0 0,0 1 1 0 0,-1 0-1 0 0,0 0 0 0 0,-1 0 1 0 0,1 0-1 0 0,-2 0 0 0 0,1 0 1 0 0,-1 1-1 0 0,0-1 0 0 0,-1 0 1 0 0,0 0-1 0 0,0 0 0 0 0,-1 0 1 0 0,0 0-1 0 0,-3 9 0 0 0,3-1 65 0 0,2-13-64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16.6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193 151 14464 0 0,'0'7'612'0'0,"-1"0"0"0"0,0 0 1 0 0,-1-1-1 0 0,1 1 0 0 0,-2 0 1 0 0,-4 11-1 0 0,-3 10 949 0 0,8-25-1495 0 0,1 0-1 0 0,-1 0 0 0 0,1-1 0 0 0,-1 1 1 0 0,0 0-1 0 0,0-1 0 0 0,0 0 0 0 0,0 1 0 0 0,-1-1 1 0 0,1 0-1 0 0,-1 0 0 0 0,1-1 0 0 0,-1 1 1 0 0,0 0-1 0 0,0-1 0 0 0,1 0 0 0 0,-1 1 1 0 0,0-1-1 0 0,0 0 0 0 0,0 0 0 0 0,-6 0 1 0 0,5 0-41 0 0,0 0 0 0 0,-1 0 0 0 0,1-1 1 0 0,0 0-1 0 0,-1 0 0 0 0,1 0 1 0 0,-1 0-1 0 0,1 0 0 0 0,0-1 1 0 0,-1 0-1 0 0,1 0 0 0 0,0 0 0 0 0,0-1 1 0 0,-1 1-1 0 0,-3-3 0 0 0,5 1-8 0 0,0 0 0 0 0,0 1 0 0 0,0-1-1 0 0,1-1 1 0 0,-1 1 0 0 0,1 0 0 0 0,0-1-1 0 0,0 1 1 0 0,0-1 0 0 0,1 1-1 0 0,-1-1 1 0 0,1 0 0 0 0,-1 0 0 0 0,1 0-1 0 0,1 0 1 0 0,-2-7 0 0 0,0-6 57 0 0,1-1 1 0 0,2-23-1 0 0,-1 35-53 0 0,1 0 0 0 0,1 0 0 0 0,-1-1 0 0 0,1 1 0 0 0,0 0 0 0 0,0 0-1 0 0,1 0 1 0 0,0 1 0 0 0,0-1 0 0 0,0 1 0 0 0,0-1 0 0 0,1 1 0 0 0,0 0-1 0 0,5-4 1 0 0,-6 5 16 0 0,1 0 1 0 0,0 1-1 0 0,-1-1 0 0 0,1 1 0 0 0,1 0 0 0 0,-1 1 0 0 0,0-1 0 0 0,1 1 1 0 0,-1-1-1 0 0,1 1 0 0 0,0 1 0 0 0,0-1 0 0 0,-1 1 0 0 0,1 0 0 0 0,0 0 1 0 0,0 0-1 0 0,1 0 0 0 0,4 1 0 0 0,-7 1-9 0 0,0-1-1 0 0,0 1 1 0 0,0 0 0 0 0,0 0-1 0 0,0 0 1 0 0,0 0 0 0 0,0 1-1 0 0,-1-1 1 0 0,1 1 0 0 0,0 0 0 0 0,-1 0-1 0 0,1-1 1 0 0,-1 2 0 0 0,0-1-1 0 0,1 0 1 0 0,-1 0 0 0 0,0 1-1 0 0,-1-1 1 0 0,1 1 0 0 0,0 0-1 0 0,-1-1 1 0 0,1 1 0 0 0,-1 0 0 0 0,0 0-1 0 0,1 4 1 0 0,1 7 93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17.1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239 1 16575 0 0,'0'0'2904'0'0,"0"4"-2694"0"0,-3 32 647 0 0,0-1 1 0 0,-10 37 0 0 0,-1 9-250 0 0,4-7-108 0 0,-8 58 120 0 0,-2 152 0 0 0,20-238-455 0 0,0-28 105 0 0,0-15-47 0 0,0-5 76 0 0,1-16-198 0 0,6-32 1 0 0,-5 36-63 0 0,0 1 1 0 0,0-1-1 0 0,-2 0 1 0 0,0-24-1 0 0,-5 11 29 0 0,-1-22 151 0 0,6 46-197 0 0,-1 0 0 0 0,1 1 0 0 0,-1-1-1 0 0,0 0 1 0 0,1 1 0 0 0,-1-1 0 0 0,0 0 0 0 0,-1 1 0 0 0,1-1 0 0 0,0 1 0 0 0,-1-1 0 0 0,1 1 0 0 0,-1 0-1 0 0,0 0 1 0 0,0 0 0 0 0,0 0 0 0 0,0 0 0 0 0,0 0 0 0 0,0 0 0 0 0,-1 1 0 0 0,1-1 0 0 0,0 1-1 0 0,-1 0 1 0 0,1-1 0 0 0,-4 0 0 0 0,1 3-6 0 0,1 0-1 0 0,0 0 0 0 0,0 0 1 0 0,-1 1-1 0 0,1-1 1 0 0,0 1-1 0 0,0 0 0 0 0,0 0 1 0 0,0 1-1 0 0,-4 3 1 0 0,1 0-8 0 0,1 1 0 0 0,0 0 0 0 0,0 0 1 0 0,1 0-1 0 0,0 1 0 0 0,0 0 1 0 0,1 0-1 0 0,-5 12 0 0 0,6-14-5 0 0,-8 16 6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17.6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305 1 14872 0 0,'0'0'2229'0'0,"-5"3"-1899"0"0,-19 15 351 0 0,-27 15 0 0 0,26-20-480 0 0,13-7-47 0 0,0 0 1 0 0,0 1 0 0 0,0 1-1 0 0,1-1 1 0 0,0 2 0 0 0,-16 16 0 0 0,26-24-149 0 0,-1 0 1 0 0,1 1-1 0 0,0-1 0 0 0,1 1 1 0 0,-1 0-1 0 0,0-1 1 0 0,0 1-1 0 0,1 0 1 0 0,-1-1-1 0 0,1 1 0 0 0,-1 0 1 0 0,1-1-1 0 0,0 1 1 0 0,0 0-1 0 0,0 0 0 0 0,0 0 1 0 0,0-1-1 0 0,0 1 1 0 0,0 0-1 0 0,0 0 1 0 0,1-1-1 0 0,-1 1 0 0 0,1 0 1 0 0,-1 0-1 0 0,1-1 1 0 0,0 1-1 0 0,0-1 1 0 0,0 1-1 0 0,-1-1 0 0 0,2 1 1 0 0,-1-1-1 0 0,0 1 1 0 0,0-1-1 0 0,0 0 0 0 0,3 2 1 0 0,4 5-1 0 0,1 0-1 0 0,0-1 1 0 0,0-1 0 0 0,11 7 0 0 0,-16-11-5 0 0,0 1 0 0 0,0-1 0 0 0,0 1 0 0 0,-1 0 0 0 0,1 0 0 0 0,-1 1-1 0 0,1-1 1 0 0,-1 1 0 0 0,0-1 0 0 0,0 1 0 0 0,0 0 0 0 0,-1 0 0 0 0,0 0 0 0 0,1 1 0 0 0,-1-1 0 0 0,2 8 0 0 0,-3-8-2 0 0,-1 0 1 0 0,1 0 0 0 0,-1 0 0 0 0,0 0 0 0 0,0 0 0 0 0,0 0 0 0 0,0 0 0 0 0,-1 0 0 0 0,0 0 0 0 0,0 0 0 0 0,0 0 0 0 0,0 0 0 0 0,0 0 0 0 0,-1 0 0 0 0,0 0 0 0 0,0-1-1 0 0,0 1 1 0 0,-3 3 0 0 0,-2 3-1 0 0,0-1-1 0 0,-1 0 0 0 0,0-1 0 0 0,-1 0 0 0 0,0 0 1 0 0,0-1-1 0 0,-12 7 0 0 0,-3 1-3 0 0,-47 19 0 0 0,42-23 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28.6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275 3 15576 0 0,'0'0'2527'0'0,"-3"-1"-2287"0"0,-8 2 20 0 0,0 1 0 0 0,0-1 0 0 0,1 2 0 0 0,-1 0 0 0 0,1 0-1 0 0,-1 0 1 0 0,-16 10 0 0 0,3-3 29 0 0,0 2-1 0 0,-29 19 1 0 0,47-27-273 0 0,1 0-1 0 0,-1 0 1 0 0,1 0 0 0 0,0 0-1 0 0,0 1 1 0 0,1 0 0 0 0,0 0 0 0 0,0 0-1 0 0,0 1 1 0 0,0-1 0 0 0,1 1-1 0 0,0 0 1 0 0,0 0 0 0 0,-4 12-1 0 0,7-16-14 0 0,0-1-1 0 0,0 0 0 0 0,0 1 0 0 0,0-1 0 0 0,0 0 0 0 0,0 0 0 0 0,0 1 1 0 0,1-1-1 0 0,-1 0 0 0 0,1 1 0 0 0,-1-1 0 0 0,1 0 0 0 0,-1 0 1 0 0,1 0-1 0 0,-1 0 0 0 0,1 1 0 0 0,0-1 0 0 0,0 0 0 0 0,0 0 1 0 0,-1 0-1 0 0,1 0 0 0 0,0-1 0 0 0,0 1 0 0 0,0 0 0 0 0,1 0 1 0 0,-1-1-1 0 0,1 2 0 0 0,1 0 0 0 0,1 0-1 0 0,-1-1 1 0 0,1 1-1 0 0,-1-1 1 0 0,1 0-1 0 0,0 0 1 0 0,7 2 0 0 0,9-1-11 0 0,0-1 0 0 0,0 0 0 0 0,38-5 0 0 0,-50 3 2 0 0,1-1 1 0 0,-1 0-1 0 0,0-1 1 0 0,0 0-1 0 0,0 0 0 0 0,0 0 1 0 0,-1-1-1 0 0,1 0 0 0 0,-1-1 1 0 0,0 0-1 0 0,0 0 0 0 0,6-6 1 0 0,-2 1-9 0 0,-6 6 11 0 0,0 0 0 0 0,-1 0 0 0 0,1-1 0 0 0,-1 1 1 0 0,0-1-1 0 0,0 0 0 0 0,-1 0 0 0 0,1 0 0 0 0,-1 0 0 0 0,0-1 0 0 0,3-9 0 0 0,-4 8 35 0 0,0-1 1 0 0,-1 1 0 0 0,0-1-1 0 0,-1 1 1 0 0,0-1-1 0 0,0 0 1 0 0,0 0 0 0 0,-4-14-1 0 0,4 22-21 0 0,0 0-1 0 0,0 0 0 0 0,1-1 0 0 0,-1 1 0 0 0,0 0 1 0 0,0 0-1 0 0,0 0 0 0 0,0 0 0 0 0,0-1 1 0 0,0 1-1 0 0,-1 0 0 0 0,1 0 0 0 0,0 0 1 0 0,0 0-1 0 0,0 0 0 0 0,0-1 0 0 0,0 1 0 0 0,0 0 1 0 0,0 0-1 0 0,0 0 0 0 0,0 0 0 0 0,0 0 1 0 0,0 0-1 0 0,0-1 0 0 0,0 1 0 0 0,-1 0 1 0 0,1 0-1 0 0,0 0 0 0 0,0 0 0 0 0,0 0 0 0 0,0 0 1 0 0,0 0-1 0 0,0 0 0 0 0,-1 0 0 0 0,1 0 1 0 0,0 0-1 0 0,0-1 0 0 0,0 1 0 0 0,0 0 0 0 0,-1 0 1 0 0,1 0-1 0 0,0 0 0 0 0,0 0 0 0 0,0 0 1 0 0,0 0-1 0 0,0 0 0 0 0,-1 0 0 0 0,-4 9 132 0 0,-1 14 123 0 0,-2 25 107 0 0,-4 41 208 0 0,12-80-492 0 0,0 1 1 0 0,0-1 0 0 0,1 1 0 0 0,0-1 0 0 0,0 1 0 0 0,1-1-1 0 0,4 10 1 0 0,-5-13-27 0 0,0-5-37 0 0,-1 0 0 0 0,0 0 0 0 0,0 0 1 0 0,1 0-1 0 0,-1 0 0 0 0,1 0 0 0 0,-1 0 0 0 0,1 0 0 0 0,-1 0 0 0 0,1 0 0 0 0,0 0 0 0 0,-1-1 0 0 0,2 2 0 0 0,2 0 122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29.1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317 0 14672 0 0,'0'0'4378'0'0,"-1"4"-4059"0"0,-12 37 71 0 0,-1-1-1 0 0,-3 0 1 0 0,-1-2 0 0 0,-1 0 0 0 0,-38 54-1 0 0,52-86-352 0 0,-12 13 228 0 0,15-18-253 0 0,1-1 0 0 0,-1 1 1 0 0,1-1-1 0 0,-1 1 0 0 0,0-1 1 0 0,1 0-1 0 0,-1 0 0 0 0,1 0 1 0 0,-1 0-1 0 0,0 0 0 0 0,1 0 1 0 0,-1-1-1 0 0,1 1 0 0 0,-1 0 1 0 0,0-1-1 0 0,1 1 0 0 0,-1-1 1 0 0,1 0-1 0 0,0 1 0 0 0,-1-1 1 0 0,1 0-1 0 0,-1 0 0 0 0,1 0 1 0 0,0 0-1 0 0,0 0 0 0 0,-1 0 1 0 0,0-2-1 0 0,-5-3 29 0 0,0-1 1 0 0,0 0-1 0 0,-8-11 0 0 0,-57-83 903 0 0,68 93-823 0 0,4 7-90 0 0,0 0 569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29.6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120 198 14272 0 0,'0'0'6185'0'0,"5"1"-5995"0"0,-3 0-163 0 0,0-1 1 0 0,0 1-1 0 0,0-1 0 0 0,0 0 0 0 0,0 1 0 0 0,0-1 0 0 0,0 0 0 0 0,0 0 1 0 0,0 0-1 0 0,0-1 0 0 0,0 1 0 0 0,0 0 0 0 0,0-1 0 0 0,0 1 0 0 0,0-1 0 0 0,0 0 1 0 0,0 0-1 0 0,0 1 0 0 0,0-1 0 0 0,0-1 0 0 0,-1 1 0 0 0,1 0 0 0 0,0 0 0 0 0,-1-1 1 0 0,4-2-1 0 0,4-5 19 0 0,0 0-1 0 0,0 0 1 0 0,-1-1 0 0 0,0-1 0 0 0,-1 1 0 0 0,0-1-1 0 0,-1 0 1 0 0,0-1 0 0 0,0 1 0 0 0,3-14 0 0 0,-8 23-42 0 0,-1 0 1 0 0,1-1 0 0 0,-1 1 0 0 0,0 0 0 0 0,1 0-1 0 0,-1 0 1 0 0,0 0 0 0 0,-1-1 0 0 0,1 1-1 0 0,0 0 1 0 0,0 0 0 0 0,-1 0 0 0 0,0 0 0 0 0,1 0-1 0 0,-1 0 1 0 0,0-1 0 0 0,0 2 0 0 0,-2-4 0 0 0,2 4-1 0 0,0 0 1 0 0,0-1 0 0 0,0 1 0 0 0,0 0-1 0 0,0 0 1 0 0,0 1 0 0 0,0-1 0 0 0,-1 0 0 0 0,1 0-1 0 0,0 1 1 0 0,-1-1 0 0 0,1 0 0 0 0,0 1 0 0 0,-1-1-1 0 0,1 1 1 0 0,-1 0 0 0 0,1 0 0 0 0,-1-1-1 0 0,1 1 1 0 0,-1 0 0 0 0,1 0 0 0 0,-1 0 0 0 0,1 0-1 0 0,-1 1 1 0 0,1-1 0 0 0,-1 0 0 0 0,1 1 0 0 0,-1-1-1 0 0,1 1 1 0 0,0-1 0 0 0,-3 2 0 0 0,-8 4 14 0 0,1 0 1 0 0,0 1 0 0 0,0 1-1 0 0,0 0 1 0 0,1 0 0 0 0,0 1 0 0 0,1 0-1 0 0,-15 19 1 0 0,9-9 25 0 0,1 1 0 0 0,1 0 0 0 0,0 1 0 0 0,2 0-1 0 0,-12 32 1 0 0,20-46-23 0 0,1 1 0 0 0,0-1-1 0 0,0 0 1 0 0,1 1-1 0 0,-1-1 1 0 0,2 1 0 0 0,-1-1-1 0 0,1 1 1 0 0,0 0 0 0 0,1-1-1 0 0,0 1 1 0 0,0-1 0 0 0,0 1-1 0 0,1-1 1 0 0,0 0-1 0 0,1 1 1 0 0,0-1 0 0 0,0 0-1 0 0,0-1 1 0 0,1 1 0 0 0,5 8-1 0 0,-6-12 3 0 0,0 0-1 0 0,0 0 0 0 0,0 0 1 0 0,0 0-1 0 0,0-1 1 0 0,1 1-1 0 0,-1-1 0 0 0,1 0 1 0 0,-1 0-1 0 0,1 0 1 0 0,0 0-1 0 0,0-1 0 0 0,0 1 1 0 0,0-1-1 0 0,0 0 1 0 0,7 1-1 0 0,0-2 32 0 0,0 1 0 0 0,0-1 0 0 0,0-1-1 0 0,22-3 1 0 0,-9 0 25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30.4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334 9 12760 0 0,'0'0'6511'0'0,"-4"-3"-6367"0"0,1 2-127 0 0,-8-4 133 0 0,10 6-131 0 0,0-1-1 0 0,1 0 1 0 0,-1 1 0 0 0,0-1 0 0 0,1 1 0 0 0,-1-1 0 0 0,1 1 0 0 0,-1-1 0 0 0,1 1-1 0 0,-1-1 1 0 0,1 1 0 0 0,-1-1 0 0 0,1 1 0 0 0,0 0 0 0 0,-1-1 0 0 0,1 1 0 0 0,0 0-1 0 0,-1-1 1 0 0,1 1 0 0 0,0 1 0 0 0,-58 168 1266 0 0,-65 135-603 0 0,107-271-570 0 0,-27 39 1 0 0,-5 9 155 0 0,31-49-51 0 0,16-24-138 0 0,1-5-70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31.2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221 34 12256 0 0,'0'0'2186'0'0,"3"-3"-1803"0"0,0-1-181 0 0,-2 3-128 0 0,-1 0-1 0 0,1 0 0 0 0,0 0 1 0 0,0 0-1 0 0,-1 1 1 0 0,1-1-1 0 0,0 0 1 0 0,-1-1-1 0 0,1 1 0 0 0,-1 0 1 0 0,0 0-1 0 0,1 0 1 0 0,-1 0-1 0 0,0 0 0 0 0,1 0 1 0 0,-1-1-1 0 0,0 1 1 0 0,0-2-1 0 0,-1 3-35 0 0,1-1 0 0 0,0 1 0 0 0,-1 0 0 0 0,1-1 0 0 0,-1 1 0 0 0,1 0 0 0 0,0-1 0 0 0,-1 1-1 0 0,1 0 1 0 0,-1-1 0 0 0,1 1 0 0 0,-1 0 0 0 0,1 0 0 0 0,-1 0 0 0 0,0-1 0 0 0,1 1 0 0 0,-1 0 0 0 0,1 0 0 0 0,-1 0 0 0 0,1 0 0 0 0,-1 0-1 0 0,1 0 1 0 0,-1 0 0 0 0,0 0 0 0 0,1 0 0 0 0,-1 1 0 0 0,1-1 0 0 0,-1 0 0 0 0,1 0 0 0 0,-1 0 0 0 0,1 1 0 0 0,-1-1 0 0 0,0 0-1 0 0,-18 7 307 0 0,-14 7-73 0 0,19-9-130 0 0,0 2 1 0 0,0 0-1 0 0,-20 13 0 0 0,21-12-107 0 0,-19 13 117 0 0,30-20-132 0 0,0 1-1 0 0,0-1 1 0 0,0 1-1 0 0,0 0 0 0 0,1 0 1 0 0,-1 0-1 0 0,0 0 0 0 0,1 0 1 0 0,0 0-1 0 0,-1 0 0 0 0,-1 4 1 0 0,2 1 150 0 0,-1-5-112 0 0,1 1 0 0 0,0 0 0 0 0,0-1 0 0 0,1 1 0 0 0,-1 0 0 0 0,1 0 0 0 0,-1-1 0 0 0,1 1 0 0 0,0 0 0 0 0,0 0 0 0 0,0 0 0 0 0,0 0 0 0 0,1-1 0 0 0,-1 1 0 0 0,1 0 0 0 0,-1 0 0 0 0,1-1 0 0 0,0 1 0 0 0,2 4 0 0 0,1-2-3 0 0,-1-1-1 0 0,1 1 1 0 0,0 0-1 0 0,0-1 1 0 0,1 0-1 0 0,-1 0 1 0 0,1 0-1 0 0,0-1 1 0 0,0 1-1 0 0,0-1 1 0 0,0 0-1 0 0,1-1 1 0 0,-1 1-1 0 0,9 1 1 0 0,-3 1 68 0 0,0 0 1 0 0,15 9 0 0 0,-25-13-102 0 0,0 0 0 0 0,0-1 0 0 0,0 1 0 0 0,0 0 0 0 0,0 0 0 0 0,0 0 0 0 0,0 0 0 0 0,0 0 0 0 0,0 0 0 0 0,-1 0 1 0 0,1 0-1 0 0,0 0 0 0 0,-1 1 0 0 0,1-1 0 0 0,-1 0 0 0 0,1 0 0 0 0,-1 1 0 0 0,0-1 0 0 0,0 0 0 0 0,1 2 0 0 0,-1 0 2 0 0,-1 0 0 0 0,1-1 0 0 0,0 1-1 0 0,-1 0 1 0 0,1-1 0 0 0,-1 1 0 0 0,0 0 0 0 0,0-1-1 0 0,-2 5 1 0 0,-4 4 33 0 0,0-1 0 0 0,0 1 0 0 0,-13 13-1 0 0,13-17 10 0 0,-17 19 36 0 0,17-19-32 0 0,1 0-1 0 0,-1 1 1 0 0,1-1-1 0 0,0 2 1 0 0,-5 9-1 0 0,8-14-28 0 0,1 0 0 0 0,-1-1 0 0 0,0 0 0 0 0,0 1 0 0 0,0-1 0 0 0,0 0 0 0 0,0 0 0 0 0,-1-1 0 0 0,-3 4 0 0 0,2-3 54 0 0,4-2-20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31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276 0 15376 0 0,'0'0'2342'0'0,"-5"4"-1965"0"0,-75 57 1037 0 0,48-39-1040 0 0,2 1 0 0 0,-34 34-1 0 0,53-46-308 0 0,6-6-36 0 0,0 0 0 0 0,0 0 1 0 0,0 0-1 0 0,1 0 0 0 0,0 1 0 0 0,0 0 0 0 0,0-1 0 0 0,1 1 0 0 0,0 1 1 0 0,0-1-1 0 0,0 0 0 0 0,-2 11 0 0 0,5-16-26 0 0,0 1 1 0 0,-1-1-1 0 0,1 0 0 0 0,0 1 0 0 0,0-1 1 0 0,0 0-1 0 0,0 0 0 0 0,0 1 1 0 0,1-1-1 0 0,-1 0 0 0 0,0 1 0 0 0,0-1 1 0 0,1 0-1 0 0,-1 0 0 0 0,1 1 1 0 0,-1-1-1 0 0,1 0 0 0 0,0 0 0 0 0,-1 0 1 0 0,1 0-1 0 0,0 0 0 0 0,0 0 1 0 0,1 2-1 0 0,1-1 1 0 0,0 0-1 0 0,-1-1 1 0 0,1 1 0 0 0,0-1 0 0 0,0 0 0 0 0,0 0-1 0 0,0 1 1 0 0,0-2 0 0 0,5 2 0 0 0,4 0 2 0 0,-1-1 1 0 0,1-1 0 0 0,-1 0 0 0 0,20-2 0 0 0,-23 1 4 0 0,0 0-1 0 0,1-1 1 0 0,-1 0 0 0 0,0 0 0 0 0,0 0 0 0 0,0-1 0 0 0,0-1 0 0 0,-1 1-1 0 0,1-1 1 0 0,-1-1 0 0 0,0 1 0 0 0,0-1 0 0 0,-1 0 0 0 0,1-1 0 0 0,-1 0-1 0 0,0 0 1 0 0,0 0 0 0 0,-1-1 0 0 0,0 1 0 0 0,8-15 0 0 0,-7 6 90 0 0,-1 0 0 0 0,-1 0 1 0 0,0 0-1 0 0,1-18 1 0 0,-4 31-91 0 0,-1 0 42 0 0,0-1 0 0 0,1 0 0 0 0,-1 1-1 0 0,0-1 1 0 0,0 0 0 0 0,0 1 0 0 0,-1-1 0 0 0,1 0-1 0 0,-1 1 1 0 0,1-1 0 0 0,-1 1 0 0 0,0-1 0 0 0,0 1-1 0 0,0-1 1 0 0,-1 1 0 0 0,-1-4 0 0 0,3 5-43 0 0,-1 1 0 0 0,1-1 0 0 0,0 1 1 0 0,0 0-1 0 0,-1-1 0 0 0,1 1 0 0 0,0 0 0 0 0,0-1 1 0 0,-1 1-1 0 0,1 0 0 0 0,0 0 0 0 0,-1-1 1 0 0,1 1-1 0 0,0 0 0 0 0,-1 0 0 0 0,1-1 0 0 0,-1 1 1 0 0,1 0-1 0 0,0 0 0 0 0,-1 0 0 0 0,1 0 1 0 0,-1 0-1 0 0,1 0 0 0 0,0 0 0 0 0,-1 0 0 0 0,1 0 1 0 0,-1 0-1 0 0,1 0 0 0 0,-1 0 0 0 0,1 0 1 0 0,0 0-1 0 0,-1 0 0 0 0,1 0 0 0 0,-1 0 0 0 0,1 0 1 0 0,0 1-1 0 0,-1-1 0 0 0,1 0 0 0 0,-1 0 1 0 0,1 0-1 0 0,0 1 0 0 0,-1-1 0 0 0,1 0 0 0 0,0 0 1 0 0,0 1-1 0 0,-1-1 0 0 0,1 0 0 0 0,0 1 1 0 0,0-1-1 0 0,-1 0 0 0 0,1 1 0 0 0,0-1 0 0 0,0 1 1 0 0,0-1-1 0 0,-1 1 0 0 0,-8 22 432 0 0,9-23-422 0 0,-6 26 248 0 0,2 1-1 0 0,0-1 0 0 0,1 44 0 0 0,3-59-125 0 0,-1 7 49 0 0,1-1 1 0 0,2 0-1 0 0,3 22 0 0 0,-4-29-39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32.1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326 0 16575 0 0,'0'0'2186'0'0,"-2"7"-1972"0"0,-63 102 2034 0 0,-21 37-1490 0 0,25-40-226 0 0,46-83-428 0 0,9-14-41 0 0,0 0 0 0 0,0 0 0 0 0,-8 21 0 0 0,14-30-59 0 0,0 1 0 0 0,0-1 0 0 0,0 0 0 0 0,0 0 0 0 0,0 1 0 0 0,0-1 0 0 0,0 0 0 0 0,0 0 0 0 0,0 0 0 0 0,0 1 0 0 0,0-1 0 0 0,0 0 0 0 0,0 0 0 0 0,0 0 0 0 0,0 1 0 0 0,0-1 0 0 0,-1 0 0 0 0,1 0 0 0 0,0 0 0 0 0,0 1 1 0 0,0-1-1 0 0,0 0 0 0 0,0 0 0 0 0,-1 0 0 0 0,1 0 0 0 0,0 0 0 0 0,0 1 0 0 0,0-1 0 0 0,0 0 0 0 0,-1 0 0 0 0,1 0 0 0 0,0 0 0 0 0,0 0 0 0 0,0 0 0 0 0,-1 0 0 0 0,1 0 0 0 0,0 0 0 0 0,0 0 0 0 0,-1 0 0 0 0,1 0 0 0 0,0 0 0 0 0,0 0 0 0 0,0 0 1 0 0,-1 0-1 0 0,1 0 0 0 0,0 0 0 0 0,0 0 0 0 0,0 0 0 0 0,-1 0 0 0 0,-6-13 57 0 0,-3-21-18 0 0,5 9 8 0 0,0-27 0 0 0,3 24 113 0 0,-8-37 0 0 0,6 48 19 0 0,0 2 304 0 0,0 0-1 0 0,2 0 1 0 0,-2-22 208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32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186 208 15976 0 0,'0'0'737'0'0,"3"-2"5"0"0,4-4-385 0 0,-1 0 0 0 0,1-1 0 0 0,-2 1 0 0 0,1-1 0 0 0,-1 0 0 0 0,0 0 0 0 0,0-1 0 0 0,-1 0 0 0 0,0 0 0 0 0,4-12 0 0 0,-6 14-219 0 0,0 0 1 0 0,0 0-1 0 0,-1 0 1 0 0,0 0-1 0 0,0-1 1 0 0,-1 1-1 0 0,0 0 0 0 0,0 0 1 0 0,0-1-1 0 0,-1 1 1 0 0,0 0-1 0 0,0 0 1 0 0,0 0-1 0 0,-1 0 0 0 0,0 0 1 0 0,-3-8-1 0 0,4 14-132 0 0,1 0-1 0 0,0 0 1 0 0,0-1 0 0 0,-1 1-1 0 0,1 0 1 0 0,0-1-1 0 0,-1 1 1 0 0,1 0-1 0 0,0 0 1 0 0,-1 0 0 0 0,1 0-1 0 0,0-1 1 0 0,-1 1-1 0 0,1 0 1 0 0,0 0-1 0 0,-1 0 1 0 0,1 0-1 0 0,-1 0 1 0 0,1 0 0 0 0,0 0-1 0 0,-1 0 1 0 0,1 0-1 0 0,-1 0 1 0 0,1 0-1 0 0,0 0 1 0 0,-1 0 0 0 0,1 0-1 0 0,0 0 1 0 0,-1 0-1 0 0,1 1 1 0 0,0-1-1 0 0,-1 0 1 0 0,1 0 0 0 0,0 0-1 0 0,-1 0 1 0 0,1 1-1 0 0,0-1 1 0 0,-1 1-1 0 0,-11 8 192 0 0,11-9-195 0 0,-28 25 42 0 0,1 2-1 0 0,0 1 1 0 0,2 1-1 0 0,2 1 1 0 0,-36 56 0 0 0,56-79-36 0 0,0 0 1 0 0,1 1 0 0 0,0-1 0 0 0,1 1 0 0 0,-1-1 0 0 0,1 1 0 0 0,1 0-1 0 0,0-1 1 0 0,0 1 0 0 0,0 0 0 0 0,1 9 0 0 0,1-13-5 0 0,-1-1 0 0 0,1 1 0 0 0,-1-1 0 0 0,1 0 0 0 0,0 1 0 0 0,0-1 0 0 0,1 0 0 0 0,-1 1-1 0 0,1-1 1 0 0,0 0 0 0 0,-1 0 0 0 0,1 0 0 0 0,1-1 0 0 0,-1 1 0 0 0,0 0 0 0 0,1-1 0 0 0,-1 1 0 0 0,1-1 0 0 0,0 0 0 0 0,0 0 0 0 0,-1 0 0 0 0,2 0 0 0 0,-1 0 0 0 0,0-1 0 0 0,0 0 0 0 0,0 1 0 0 0,4 0 0 0 0,7 1 4 0 0,0-1 0 0 0,0 0 0 0 0,0-1 1 0 0,0 0-1 0 0,0-1 0 0 0,0-1 0 0 0,0 0 0 0 0,17-4 0 0 0,-10 0-8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33.4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303 37 14272 0 0,'0'0'5087'0'0,"-4"-3"-4847"0"0,2 2-207 0 0,0 0-1 0 0,0 1 1 0 0,0-1-1 0 0,0 0 1 0 0,0 0-1 0 0,-1 1 1 0 0,1-1-1 0 0,0 1 1 0 0,-1 0 0 0 0,1 0-1 0 0,0 0 1 0 0,-1 0-1 0 0,1 0 1 0 0,-3 1-1 0 0,-2 0 90 0 0,0 1 0 0 0,0 0-1 0 0,1 0 1 0 0,-11 5 0 0 0,-4 5 238 0 0,-38 26 1 0 0,48-30-295 0 0,0 0 0 0 0,0 1 1 0 0,1 0-1 0 0,0 1 0 0 0,1 0 1 0 0,0 0-1 0 0,1 1 0 0 0,0 0 1 0 0,1 1-1 0 0,0-1 1 0 0,1 1-1 0 0,0 1 0 0 0,1-1 1 0 0,0 1-1 0 0,1 0 0 0 0,-5 25 1 0 0,9-36-52 0 0,-1-1 0 0 0,1 1 0 0 0,0-1 0 0 0,-1 1 0 0 0,1-1 0 0 0,0 1 0 0 0,0 0 0 0 0,0-1 0 0 0,0 1 0 0 0,0-1 0 0 0,1 1 0 0 0,-1 0 0 0 0,0-1 0 0 0,1 1 0 0 0,-1-1 0 0 0,1 1 0 0 0,-1-1 0 0 0,2 3 0 0 0,0-3 1 0 0,0 0-1 0 0,0 0 1 0 0,0 0-1 0 0,-1 0 1 0 0,1 0-1 0 0,0 0 1 0 0,1-1-1 0 0,-1 1 1 0 0,0-1-1 0 0,0 1 1 0 0,0-1-1 0 0,0 0 1 0 0,4 0-1 0 0,7 1 21 0 0,0 0 0 0 0,0-1 0 0 0,1-1 1 0 0,-1-1-1 0 0,0 1 0 0 0,-1-2 0 0 0,1 0 0 0 0,0-1 0 0 0,16-6 0 0 0,-11 1 22 0 0,-1 0 1 0 0,0-1 0 0 0,0 0-1 0 0,-1-2 1 0 0,23-20-1 0 0,-34 28-35 0 0,-1-1 0 0 0,0 0 0 0 0,0 0 0 0 0,0-1-1 0 0,0 1 1 0 0,-1-1 0 0 0,0 0 0 0 0,0 0 0 0 0,-1 0 0 0 0,1 0 0 0 0,-2-1-1 0 0,1 1 1 0 0,0 0 0 0 0,-1-1 0 0 0,0 1 0 0 0,-1-12 0 0 0,0 5 116 0 0,0 0 0 0 0,-1 0 1 0 0,-1 0-1 0 0,0 0 0 0 0,-1 1 0 0 0,0-1 1 0 0,-7-14-1 0 0,10 26-94 0 0,0 1 0 0 0,0-1-1 0 0,0 0 1 0 0,0 1 0 0 0,-1-1 0 0 0,1 1 0 0 0,0-1-1 0 0,-1 0 1 0 0,1 1 0 0 0,0-1 0 0 0,-1 1 0 0 0,1-1-1 0 0,0 1 1 0 0,-1-1 0 0 0,1 1 0 0 0,-1-1 0 0 0,1 1-1 0 0,-1-1 1 0 0,0 1 0 0 0,1 0 0 0 0,-1-1 0 0 0,1 1-1 0 0,-2-1 1 0 0,2 2-25 0 0,-1-1 0 0 0,1 0-1 0 0,-1 0 1 0 0,1 1-1 0 0,-1-1 1 0 0,1 0 0 0 0,-1 1-1 0 0,1-1 1 0 0,-1 0-1 0 0,1 1 1 0 0,0-1 0 0 0,-1 1-1 0 0,1-1 1 0 0,0 1-1 0 0,-1-1 1 0 0,1 1 0 0 0,0-1-1 0 0,0 1 1 0 0,0-1-1 0 0,-1 1 1 0 0,1 0 0 0 0,-1 3 22 0 0,-1 1 1 0 0,1 0 0 0 0,0 0 0 0 0,0-1 0 0 0,1 9 0 0 0,3 11 195 0 0,1 0 0 0 0,2 0 1 0 0,0 0-1 0 0,15 35 0 0 0,-5-15 176 0 0,-14-37-347 0 0,1-1 1 0 0,-1 0-1 0 0,2 0 0 0 0,-1 0 0 0 0,1 0 1 0 0,5 7-1 0 0,-4-6 38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33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318 23 18591 0 0,'0'0'2834'0'0,"-1"-3"-2601"0"0,-6-12-93 0 0,7 15-118 0 0,0 0 0 0 0,0-1 0 0 0,0 1 0 0 0,-1 0 0 0 0,1-1 0 0 0,0 1 1 0 0,-1 0-1 0 0,1-1 0 0 0,0 1 0 0 0,-1 0 0 0 0,1 0 0 0 0,0 0 0 0 0,-1-1 0 0 0,1 1 0 0 0,0 0 0 0 0,-1 0 0 0 0,1 0 0 0 0,-1 0 1 0 0,1 0-1 0 0,0-1 0 0 0,-1 1 0 0 0,1 0 0 0 0,-1 0 0 0 0,1 0 0 0 0,0 0 0 0 0,-1 0 0 0 0,1 0 0 0 0,-1 1 0 0 0,1-1 0 0 0,0 0 1 0 0,-1 0-1 0 0,0 0 0 0 0,-10 6 745 0 0,-33 32-6 0 0,34-28-729 0 0,0-1 1 0 0,-1 0-1 0 0,0-1 0 0 0,-22 13 1 0 0,25-18 31 0 0,0 1 0 0 0,-1-1 0 0 0,0 0 0 0 0,-13 2 1 0 0,-12 3 52 0 0,29-5-117 0 0,-1 0 0 0 0,0 0 0 0 0,1 0 0 0 0,0 1 0 0 0,0 0 0 0 0,0 0 0 0 0,0 0 0 0 0,1 1-1 0 0,-1 0 1 0 0,1 0 0 0 0,0 0 0 0 0,1 0 0 0 0,-1 1 0 0 0,-2 6 0 0 0,5-11-1 0 0,0 0 1 0 0,1 0 0 0 0,-1 0-1 0 0,1 0 1 0 0,-1 0-1 0 0,1 0 1 0 0,-1 1 0 0 0,1-1-1 0 0,0 0 1 0 0,0 0-1 0 0,-1 0 1 0 0,1 0-1 0 0,0 1 1 0 0,0-1 0 0 0,0 0-1 0 0,0 0 1 0 0,0 0-1 0 0,1 0 1 0 0,-1 1 0 0 0,0-1-1 0 0,0 0 1 0 0,1 0-1 0 0,-1 0 1 0 0,1 0-1 0 0,-1 0 1 0 0,1 0 0 0 0,-1 0-1 0 0,1 0 1 0 0,0 0-1 0 0,-1 0 1 0 0,1 0 0 0 0,0 0-1 0 0,0 0 1 0 0,0-1-1 0 0,0 1 1 0 0,0 0-1 0 0,1 0 1 0 0,3 2-2 0 0,0-1-1 0 0,0 0 1 0 0,0 0-1 0 0,0 0 1 0 0,11 1-1 0 0,-14-2 3 0 0,5 0 0 0 0,0 0 0 0 0,1 1 0 0 0,-1 0 0 0 0,0 0 0 0 0,0 1 0 0 0,-1 0 0 0 0,1 0 0 0 0,0 0 0 0 0,-1 1 0 0 0,0 0 0 0 0,0 1 0 0 0,0-1 0 0 0,-1 1 0 0 0,1 0 0 0 0,-1 0 0 0 0,7 9 0 0 0,36 55 0 0 0,-48-68 2 0 0,1 1 0 0 0,-1 0-1 0 0,1-1 1 0 0,-1 1 0 0 0,0 0 0 0 0,0 0-1 0 0,1-1 1 0 0,-1 1 0 0 0,-1 0 0 0 0,1 0-1 0 0,0 0 1 0 0,0-1 0 0 0,-1 1 0 0 0,1 0-1 0 0,-1-1 1 0 0,1 1 0 0 0,-1 0 0 0 0,0-1-1 0 0,-1 3 1 0 0,-18 29 43 0 0,18-31-43 0 0,-5 7 22 0 0,-1-1 0 0 0,0 0 0 0 0,0 0 0 0 0,-1-1 0 0 0,1 0-1 0 0,-19 11 1 0 0,-2 1 71 0 0,20-12-63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35.6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 0 10656 0 0,'0'0'5142'0'0,"-4"4"-4947"0"0,-39 32 2831 0 0,35-30-2897 0 0,0-1-1 0 0,0 1 0 0 0,0 1 1 0 0,1 0-1 0 0,0 0 1 0 0,0 0-1 0 0,1 1 1 0 0,0 0-1 0 0,0 0 1 0 0,1 1-1 0 0,-7 15 1 0 0,0 8 16 0 0,-32 104 476 0 0,28-28-564 0 0,10-53-18 0 0,4-42-33 0 0,0 0-1 0 0,1 0 0 0 0,1 0 0 0 0,0 0 0 0 0,1 1 1 0 0,0-1-1 0 0,1 0 0 0 0,0-1 0 0 0,1 1 1 0 0,1 0-1 0 0,7 17 0 0 0,-6-15-4 0 0,2 0 0 0 0,0-1 0 0 0,1 0 0 0 0,0 0 0 0 0,1-1 0 0 0,0 0 0 0 0,1-1-1 0 0,1 0 1 0 0,15 14 0 0 0,-25-25-1 0 0,0 0 0 0 0,1 0 0 0 0,-1 0 0 0 0,0 0 0 0 0,1 0 0 0 0,-1 0 0 0 0,0 0 0 0 0,1-1 0 0 0,-1 1 0 0 0,1-1 0 0 0,0 1 0 0 0,-1-1 0 0 0,1 1 0 0 0,-1-1 0 0 0,1 0 0 0 0,-1 0 0 0 0,3 0 0 0 0,5-2 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36.2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 11552 0 0,'0'0'4512'0'0,"4"4"-4460"0"0,2 3-37 0 0,-1 1 1 0 0,0-1-1 0 0,0 1 1 0 0,-1 0 0 0 0,0 0-1 0 0,-1 1 1 0 0,1-1-1 0 0,-2 1 1 0 0,4 15 0 0 0,2 19 70 0 0,3 84 0 0 0,-10-100-35 0 0,3 210 185 0 0,-7-190-162 0 0,-1 0-1 0 0,-3-1 0 0 0,-12 48 1 0 0,17-87-58 0 0,0 0 1 0 0,0-1-1 0 0,0 1 1 0 0,-1-1-1 0 0,0 1 1 0 0,0-1-1 0 0,-1 0 1 0 0,0 0-1 0 0,0 0 1 0 0,-8 8-1 0 0,-3 0 17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43.2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71 9744 0 0,'0'0'13161'0'0,"-2"4"-13027"0"0,-7 32 453 0 0,2 0 0 0 0,1 0 0 0 0,-2 47 0 0 0,7-72-445 0 0,-1 162 1525 0 0,4-106 1191 0 0,20-73-2716 0 0,-8 4-86 0 0,0 0 0 0 0,0-2 0 0 0,-1 0 0 0 0,1 0 0 0 0,-1-1 0 0 0,24-13 0 0 0,-32 16-52 0 0,8-6 11 0 0,-1 1 0 0 0,1-2 0 0 0,-2 1 0 0 0,1-2 0 0 0,-1 0 0 0 0,0 0-1 0 0,-1-1 1 0 0,-1 0 0 0 0,16-22 0 0 0,-2-4 30 0 0,38-80 0 0 0,-58 111-42 0 0,-1 0 0 0 0,0 0 1 0 0,0 0-1 0 0,0 0 0 0 0,0-1 0 0 0,-1 1 0 0 0,0 0 1 0 0,-1-1-1 0 0,1 1 0 0 0,-1-1 0 0 0,0 1 0 0 0,-1-1 1 0 0,0 1-1 0 0,0-1 0 0 0,0 1 0 0 0,-1 0 0 0 0,0-1 0 0 0,0 1 1 0 0,0 0-1 0 0,-1 0 0 0 0,0 1 0 0 0,-6-10 0 0 0,5 11 0 0 0,0-1-1 0 0,0 1 1 0 0,-1 1-1 0 0,1-1 1 0 0,-1 1-1 0 0,0-1 1 0 0,0 1-1 0 0,0 1 1 0 0,0-1-1 0 0,0 1 1 0 0,-1 0-1 0 0,1 0 1 0 0,-1 0-1 0 0,0 1 0 0 0,1 0 1 0 0,-1 0-1 0 0,0 1 1 0 0,0-1-1 0 0,0 1 1 0 0,-7 1-1 0 0,-11 1 5 0 0,-1 2-1 0 0,1 0 1 0 0,-32 10-1 0 0,47-11-4 0 0,1-1 2 0 0,0 0 0 0 0,0 1 0 0 0,0 1 0 0 0,0-1 0 0 0,0 1 0 0 0,1 1 0 0 0,-12 8 0 0 0,6-1 3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43.9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3 162 10848 0 0,'0'0'4582'0'0,"3"4"-4476"0"0,18 18 852 0 0,1-29 171 0 0,-13 3-1000 0 0,0 0-1 0 0,0-1 0 0 0,-1 0 0 0 0,0-1 0 0 0,0 0 0 0 0,0 0 0 0 0,-1-1 1 0 0,1 0-1 0 0,-2 0 0 0 0,1 0 0 0 0,-1-1 0 0 0,0 0 0 0 0,-1-1 0 0 0,0 1 1 0 0,0-1-1 0 0,-1 0 0 0 0,0 0 0 0 0,5-16 0 0 0,-9 24-120 0 0,0 0 1 0 0,1 0-1 0 0,-1 0 0 0 0,0 0 0 0 0,0 0 0 0 0,0 1 1 0 0,0-1-1 0 0,0 0 0 0 0,0 0 0 0 0,0 0 1 0 0,0 0-1 0 0,0 0 0 0 0,0 0 0 0 0,0 0 1 0 0,-1 0-1 0 0,1 0 0 0 0,0 0 0 0 0,-1 0 0 0 0,1 1 1 0 0,0-1-1 0 0,-1 0 0 0 0,1 0 0 0 0,-1 0 1 0 0,0 1-1 0 0,1-1 0 0 0,-1 0 0 0 0,0 1 1 0 0,1-1-1 0 0,-1 0 0 0 0,0 1 0 0 0,0-1 0 0 0,1 1 1 0 0,-1-1-1 0 0,0 1 0 0 0,0-1 0 0 0,0 1 1 0 0,0 0-1 0 0,0 0 0 0 0,-1-1 0 0 0,-1 0 3 0 0,0 1 0 0 0,0-1-1 0 0,0 1 1 0 0,0 0 0 0 0,0 0-1 0 0,0 0 1 0 0,0 0 0 0 0,0 1-1 0 0,0-1 1 0 0,0 1 0 0 0,-5 2-1 0 0,3-1-1 0 0,0 1 0 0 0,0 0 0 0 0,1 0 0 0 0,-1 1-1 0 0,1-1 1 0 0,0 1 0 0 0,0 0 0 0 0,0 0 0 0 0,0 1-1 0 0,-3 5 1 0 0,-29 52 127 0 0,35-61-133 0 0,-5 14 39 0 0,0 1 0 0 0,1-1 0 0 0,0 1 0 0 0,2 0 0 0 0,0 1-1 0 0,0-1 1 0 0,0 28 0 0 0,4-40-29 0 0,-1-1-1 0 0,0 1 1 0 0,1 0-1 0 0,0-1 1 0 0,0 1-1 0 0,0-1 1 0 0,0 1-1 0 0,0-1 1 0 0,1 0-1 0 0,-1 1 1 0 0,1-1 0 0 0,0 0-1 0 0,0 0 1 0 0,0 0-1 0 0,1 0 1 0 0,-1-1-1 0 0,1 1 1 0 0,-1-1-1 0 0,1 1 1 0 0,0-1-1 0 0,0 0 1 0 0,0 0-1 0 0,0 0 1 0 0,1 0 0 0 0,-1-1-1 0 0,0 1 1 0 0,1-1-1 0 0,-1 0 1 0 0,1 0-1 0 0,-1 0 1 0 0,7 0-1 0 0,3 0 12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44.2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0 13768 0 0,'0'0'3295'0'0,"0"4"-2879"0"0,-10 127 848 0 0,2-45-549 0 0,3-22-429 0 0,1-27-17 0 0,2 0 1 0 0,4 62 0 0 0,-2-83-124 0 0,-1-14-120 0 0,1-1-1 0 0,0 0 1 0 0,0 1 0 0 0,0-1-1 0 0,0 1 1 0 0,0-1 0 0 0,0 0-1 0 0,0 1 1 0 0,0-1-1 0 0,1 0 1 0 0,-1 1 0 0 0,0-1-1 0 0,1 0 1 0 0,-1 0 0 0 0,1 1-1 0 0,0-1 1 0 0,-1 0 0 0 0,1 0-1 0 0,0 0 1 0 0,0 0-1 0 0,-1 1 1 0 0,3 0 0 0 0,-2-1 43 0 0,2 4-4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44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89 204 12552 0 0,'0'0'2156'0'0,"4"1"-1802"0"0,-2 0-279 0 0,1-1-1 0 0,-1 1 1 0 0,1-1-1 0 0,-1 0 1 0 0,1 0-1 0 0,-1 0 1 0 0,1 0-1 0 0,-1 0 1 0 0,1 0-1 0 0,-1-1 1 0 0,1 1-1 0 0,-1-1 1 0 0,0 0-1 0 0,1 0 1 0 0,-1 1-1 0 0,0-2 1 0 0,0 1-1 0 0,1 0 1 0 0,-1 0-1 0 0,0-1 1 0 0,0 1-1 0 0,0-1 1 0 0,-1 1-1 0 0,1-1 1 0 0,2-2-1 0 0,1-2 23 0 0,0 0-1 0 0,0-1 0 0 0,0 1 1 0 0,-1-1-1 0 0,0 0 0 0 0,0 0 0 0 0,-1-1 1 0 0,0 1-1 0 0,0-1 0 0 0,-1 1 1 0 0,1-1-1 0 0,-2 0 0 0 0,2-13 0 0 0,-3 17-71 0 0,0 1-1 0 0,0-1 0 0 0,0 0 0 0 0,-1 1 0 0 0,0-1 1 0 0,1 1-1 0 0,-1-1 0 0 0,-1 1 0 0 0,1 0 0 0 0,0-1 0 0 0,-1 1 1 0 0,-3-5-1 0 0,5 6-15 0 0,-1 1 0 0 0,0 0 1 0 0,0-1-1 0 0,0 1 0 0 0,1 0 0 0 0,-1-1 1 0 0,0 1-1 0 0,-1 0 0 0 0,1 0 0 0 0,0 0 1 0 0,0 0-1 0 0,0 0 0 0 0,-1 0 0 0 0,1 1 1 0 0,0-1-1 0 0,-1 0 0 0 0,1 1 0 0 0,-1-1 1 0 0,1 0-1 0 0,0 1 0 0 0,-1 0 0 0 0,1-1 1 0 0,-1 1-1 0 0,0 0 0 0 0,1 0 0 0 0,-1 0 1 0 0,1 0-1 0 0,-1 0 0 0 0,-2 1 0 0 0,-3 2 18 0 0,0 1-1 0 0,0 0 1 0 0,0 0-1 0 0,0 1 1 0 0,1-1 0 0 0,0 2-1 0 0,0-1 1 0 0,1 1-1 0 0,-1-1 1 0 0,1 2-1 0 0,0-1 1 0 0,1 0-1 0 0,-1 1 1 0 0,-3 9-1 0 0,-5 10 63 0 0,1 1 1 0 0,-11 42-1 0 0,20-60-68 0 0,1-1 0 0 0,0 1-1 0 0,1 0 1 0 0,0 0 0 0 0,0 0 0 0 0,1 1 0 0 0,0 8 0 0 0,1-14 3 0 0,-1 0 1 0 0,1 0 0 0 0,0 0-1 0 0,0 0 1 0 0,0 0-1 0 0,0 0 1 0 0,1 0-1 0 0,-1 0 1 0 0,1 0 0 0 0,0-1-1 0 0,0 1 1 0 0,1-1-1 0 0,-1 1 1 0 0,1-1-1 0 0,-1 0 1 0 0,1 0-1 0 0,5 4 1 0 0,0-1 24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45.0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0 12960 0 0,'0'0'1509'0'0,"-2"5"-1330"0"0,-7 26 346 0 0,0 1 0 0 0,3 0 0 0 0,-5 43 0 0 0,-2 9-48 0 0,7-33-22 0 0,2 1 1 0 0,3 77 0 0 0,2-61-191 0 0,-1-61-235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45.4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282 12 12864 0 0,'0'0'1056'0'0,"-5"-2"-951"0"0,-8-1 111 0 0,1 1-1 0 0,-1 0 1 0 0,1 1 0 0 0,-1 0-1 0 0,0 0 1 0 0,0 2 0 0 0,1 0-1 0 0,-21 3 1 0 0,10 1 124 0 0,0 0-1 0 0,1 2 0 0 0,0 0 1 0 0,-22 11-1 0 0,35-13-235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45.7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101 223 12056 0 0,'0'0'448'0'0,"5"-4"-223"0"0,115-141 2054 0 0,-119 143-2200 0 0,0 0 1 0 0,1 0-1 0 0,-1 0 1 0 0,0 0-1 0 0,0-1 1 0 0,0 1-1 0 0,-1 0 1 0 0,1 0-1 0 0,0 0 1 0 0,-1-1-1 0 0,0 1 1 0 0,1 0-1 0 0,-1-1 1 0 0,0 1-1 0 0,0-1 1 0 0,0 1-1 0 0,0 0 1 0 0,-1-1-1 0 0,1 1 1 0 0,-1 0-1 0 0,1 0 1 0 0,-2-3-1 0 0,1 4-56 0 0,1-1 0 0 0,-1 1-1 0 0,0 0 1 0 0,0 0 0 0 0,0-1 0 0 0,0 1-1 0 0,0 0 1 0 0,-1 0 0 0 0,1 0-1 0 0,0 0 1 0 0,0 0 0 0 0,-1 1 0 0 0,1-1-1 0 0,0 0 1 0 0,-1 1 0 0 0,1-1 0 0 0,-1 0-1 0 0,1 1 1 0 0,-1 0 0 0 0,1-1-1 0 0,-1 1 1 0 0,1 0 0 0 0,-1 0 0 0 0,1 0-1 0 0,-1 0 1 0 0,1 0 0 0 0,-1 0-1 0 0,1 0 1 0 0,-1 0 0 0 0,1 1 0 0 0,-1-1-1 0 0,1 1 1 0 0,-3 0 0 0 0,-5 3 2 0 0,1 0 1 0 0,0 0 0 0 0,0 0-1 0 0,1 1 1 0 0,-1 0-1 0 0,1 0 1 0 0,0 1 0 0 0,1 0-1 0 0,-1 1 1 0 0,1-1-1 0 0,0 1 1 0 0,1 0 0 0 0,-1 0-1 0 0,2 1 1 0 0,-6 9-1 0 0,-5 14 39 0 0,2 0 0 0 0,-16 52 0 0 0,27-76-55 0 0,-2 5 38 0 0,1 0-1 0 0,0 1 1 0 0,1-1-1 0 0,1 1 1 0 0,0 0-1 0 0,1 0 1 0 0,0-1-1 0 0,1 1 0 0 0,3 16 1 0 0,-4-24-25 0 0,1-1 0 0 0,0 1 0 0 0,1 0-1 0 0,-1-1 1 0 0,1 1 0 0 0,0-1 0 0 0,0 0 0 0 0,0 0 0 0 0,1 0 0 0 0,-1 0 0 0 0,1 0 0 0 0,0 0-1 0 0,0-1 1 0 0,0 1 0 0 0,1-1 0 0 0,-1 0 0 0 0,1 0 0 0 0,0 0 0 0 0,-1 0 0 0 0,1-1 0 0 0,1 0-1 0 0,-1 1 1 0 0,0-2 0 0 0,1 1 0 0 0,-1 0 0 0 0,1-1 0 0 0,8 2 0 0 0,13-1 48 0 0,4-1-6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49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268 1 8840 0 0,'0'0'8834'0'0,"-4"2"-8621"0"0,-14 11 39 0 0,9-6 152 0 0,0 0 1 0 0,-1 0-1 0 0,0-1 0 0 0,-13 5 1 0 0,22-10-320 0 0,-1 0 0 0 0,0 0 0 0 0,1 0 0 0 0,-1 0 0 0 0,1 0-1 0 0,0 0 1 0 0,-1 0 0 0 0,1 1 0 0 0,-2 2 0 0 0,-12 9 403 0 0,-56 37 659 0 0,62-44-968 0 0,0 0 1 0 0,1 1-1 0 0,-1 0 1 0 0,1 0 0 0 0,1 1-1 0 0,-13 16 1 0 0,19-22-119 0 0,-1 1 0 0 0,1-1 0 0 0,0 0 0 0 0,0 0 0 0 0,-1 1-1 0 0,2-1 1 0 0,-1 1 0 0 0,0-1 0 0 0,0 1 0 0 0,1-1 0 0 0,-1 1 0 0 0,1-1 0 0 0,0 1 0 0 0,0 0 0 0 0,0-1 0 0 0,0 1 0 0 0,0-1 0 0 0,1 1-1 0 0,-1-1 1 0 0,1 1 0 0 0,0-1 0 0 0,-1 1 0 0 0,1-1 0 0 0,0 1 0 0 0,2 2 0 0 0,3 4 146 0 0,0 0 1 0 0,1-1-1 0 0,0 1 1 0 0,14 12 0 0 0,-12-12-75 0 0,11 17 284 0 0,-17-22-338 0 0,-1 0 1 0 0,1-1 0 0 0,0 1 0 0 0,0-1 0 0 0,0 1 0 0 0,1-1 0 0 0,-1 0 0 0 0,7 4-1 0 0,15 4 249 0 0,-22-10-229 0 0,0 0 0 0 0,0 0 0 0 0,0 1 0 0 0,0-1-1 0 0,0 1 1 0 0,0-1 0 0 0,-1 1 0 0 0,1 0-1 0 0,-1 0 1 0 0,1 0 0 0 0,3 4 0 0 0,9 11 602 0 0,-2-3-317 0 0,-7-2-205 0 0,6 10 336 0 0,-11-20-469 0 0,1 0 0 0 0,-1 1-1 0 0,0-1 1 0 0,1 0 0 0 0,-1 1 0 0 0,0-1 0 0 0,0 1 0 0 0,-1 0 0 0 0,1-1 0 0 0,0 1 0 0 0,-1 0-1 0 0,0-1 1 0 0,1 1 0 0 0,-1 0 0 0 0,0 0 0 0 0,-1-1 0 0 0,1 1 0 0 0,0 0 0 0 0,-1-1-1 0 0,0 4 1 0 0,-1 0-1 0 0,0 1-1 0 0,0-1 1 0 0,-1 0-1 0 0,0 0 0 0 0,0 0 1 0 0,0 0-1 0 0,-1-1 1 0 0,0 1-1 0 0,0-1 1 0 0,0 0-1 0 0,-1 0 0 0 0,0 0 1 0 0,0-1-1 0 0,0 0 1 0 0,-8 6-1 0 0,7-7-44 0 0,1 1 0 0 0,-1-1 0 0 0,0-1 0 0 0,0 1 0 0 0,0-1 0 0 0,-11 2 0 0 0,10-2 0 0 0,-4 3 0 0 0,6-3 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50.5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1 8240 0 0,'0'0'5121'0'0,"-4"3"-4802"0"0,-3 3-223 0 0,0 1 0 0 0,0 0 0 0 0,1 1 1 0 0,0 0-1 0 0,0 0 0 0 0,1 0 0 0 0,0 0 1 0 0,-7 17-1 0 0,-3 9 208 0 0,-11 37 0 0 0,20-48-229 0 0,0 0 0 0 0,1 0 0 0 0,1 0 0 0 0,1 0 0 0 0,1 1 0 0 0,2 42 0 0 0,0-55-49 0 0,1-1 0 0 0,1 1 0 0 0,0 0 0 0 0,1-1 0 0 0,0 1 0 0 0,0-1 0 0 0,1 0 0 0 0,0 0 0 0 0,1-1 0 0 0,0 1 0 0 0,0-1 0 0 0,1 0 0 0 0,1 0 0 0 0,-1-1 0 0 0,2 1 0 0 0,15 13 0 0 0,-3-7 45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51.4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10248 0 0,'0'0'3601'0'0,"4"1"-3460"0"0,4 3-48 0 0,1-1 0 0 0,-1 2-1 0 0,0-1 1 0 0,-1 1 0 0 0,1 0-1 0 0,-1 1 1 0 0,0 0 0 0 0,0 0-1 0 0,-1 0 1 0 0,0 1-1 0 0,0 0 1 0 0,0 0 0 0 0,7 14-1 0 0,-6-9-9 0 0,0 1 0 0 0,-2-1 0 0 0,1 1 0 0 0,-2 0 0 0 0,0 1-1 0 0,0-1 1 0 0,-1 1 0 0 0,2 23 0 0 0,-3-6 36 0 0,-2 0 1 0 0,0-1-1 0 0,-2 1 1 0 0,-10 49-1 0 0,7-62-63 0 0,0 1-1 0 0,-1-1 1 0 0,-1 0-1 0 0,0-1 1 0 0,-2 0 0 0 0,0 0-1 0 0,-1 0 1 0 0,-19 24-1 0 0,-12 6 102 0 0,19-25-77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57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132 2 96 0 0,'0'0'12642'0'0,"-3"0"-12435"0"0,1 0-231 0 0,1 0 51 0 0,0-1 0 0 0,1 1 1 0 0,-1 0-1 0 0,0 0 0 0 0,0 0 0 0 0,1 0 1 0 0,-1 0-1 0 0,0 0 0 0 0,0 0 1 0 0,0 0-1 0 0,1 0 0 0 0,-1 0 1 0 0,0 0-1 0 0,0 0 0 0 0,1 1 0 0 0,-1-1 1 0 0,0 0-1 0 0,1 1 0 0 0,-1-1 1 0 0,0 0-1 0 0,1 1 0 0 0,-1-1 1 0 0,0 1-1 0 0,1-1 0 0 0,-1 1 0 0 0,1-1 1 0 0,-1 1-1 0 0,1-1 0 0 0,-1 1 1 0 0,1 0-1 0 0,-1-1 0 0 0,1 1 1 0 0,-1 1-1 0 0,0 0 100 0 0,1-1 0 0 0,-1 1 0 0 0,0 0 0 0 0,0-1 0 0 0,0 1 0 0 0,0-1 0 0 0,0 1 0 0 0,0-1 0 0 0,0 0 0 0 0,0 1 0 0 0,-3 1 0 0 0,-7 10 665 0 0,-27 77 1849 0 0,10 11-830 0 0,19-49-813 0 0,8-47-840 0 0,0 0-1 0 0,0 0 1 0 0,1 0-1 0 0,-1 0 0 0 0,1 0 1 0 0,1 9-1 0 0,0 2 187 0 0,20 13 308 0 0,-18-24-583 0 0,0 0 1 0 0,0-1-1 0 0,0 1 1 0 0,0 0 0 0 0,1-1-1 0 0,0 0 1 0 0,0 0-1 0 0,0 0 1 0 0,0 0-1 0 0,1-1 1 0 0,0 1 0 0 0,-1-1-1 0 0,1 0 1 0 0,0-1-1 0 0,9 4 1 0 0,24 14 238 0 0,-25-17-231 0 0,-10-2-57 0 0,0 0 0 0 0,0 0 1 0 0,0 0-1 0 0,0 0 0 0 0,-1-1 0 0 0,1 0 0 0 0,0 1 0 0 0,0-1 0 0 0,0 0 0 0 0,0 0 0 0 0,0-1 0 0 0,0 1 0 0 0,3-1 1 0 0,9-4 80 0 0,-1-1 1 0 0,1 0 0 0 0,-1-1-1 0 0,22-14 1 0 0,-30 17-77 0 0,-1 0-1 0 0,0 0 1 0 0,0-1-1 0 0,0 0 1 0 0,-1 0-1 0 0,1 0 1 0 0,-1 0-1 0 0,0-1 1 0 0,-1 1-1 0 0,1-1 1 0 0,-1 0-1 0 0,-1 0 1 0 0,4-10 0 0 0,-4 9 11 0 0,1-1 0 0 0,-1 1 0 0 0,1-1 0 0 0,0 1 0 0 0,1 0 1 0 0,4-7-1 0 0,-7 12-23 0 0,0 0 0 0 0,-1-1 1 0 0,1 1-1 0 0,-1-1 0 0 0,0 1 1 0 0,1 0-1 0 0,-1-1 0 0 0,0 1 1 0 0,-1-1-1 0 0,1 1 0 0 0,-1-4 1 0 0,0-10 50 0 0,1 16-56 0 0,-3-3-7 0 0,0 2-2 0 0,2 1-4 0 0,0-1 3 0 0,-1 0 0 0 0,1 0 1 0 0,0 1-1 0 0,0-1 1 0 0,0 1-1 0 0,-1-1 1 0 0,1 1-1 0 0,0-1 1 0 0,-1 1-1 0 0,1-1 1 0 0,0 1-1 0 0,-1 0 1 0 0,1 0-1 0 0,-1 0 0 0 0,1 0 1 0 0,0 0-1 0 0,-1 0 1 0 0,1 0-1 0 0,-1 0 1 0 0,-1 1-1 0 0,-2 0-5 0 0,-3-1-6 0 0,0 1 0 0 0,0 0 0 0 0,0 1 0 0 0,0 0 0 0 0,0 0 0 0 0,0 1 0 0 0,1 0 0 0 0,-12 5 1 0 0,15-2-116 0 0,3-6 74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57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70 18919 0 0,'0'0'-14'0'0,"-4"0"-1820"0"0,1 0 1865 0 0,0 0-182 0 0,-1 0 0 0 0,1 1-1 0 0,-1-2 1 0 0,0 1 0 0 0,1 0 0 0 0,-1-1-1 0 0,1 0 1 0 0,-1 0 0 0 0,1 0-1 0 0,-7-2 1 0 0,5 1-62 0 0,5 2 203 0 0,-1 0 1 0 0,1 0-1 0 0,-1 0 0 0 0,1 0 1 0 0,-1 0-1 0 0,1 0 1 0 0,-1 0-1 0 0,1 0 0 0 0,-1-1 1 0 0,1 1-1 0 0,-1 0 0 0 0,1 0 1 0 0,-1 0-1 0 0,1-1 1 0 0,-1 1-1 0 0,1 0 0 0 0,-1-1 1 0 0,1 1-1 0 0,0 0 1 0 0,-1-1-1 0 0,1 1 0 0 0,0-1 1 0 0,-1 1-1 0 0,1-1 1 0 0,0 1-1 0 0,0 0 0 0 0,-1-1 1 0 0,1 0-1 0 0,-1-4 8 0 0,1 1 2 0 0,0 4 2 0 0,1-1 1 0 0,-1 0 0 0 0,0 0 0 0 0,0 0 0 0 0,1 0 0 0 0,-1 1 0 0 0,0-1 0 0 0,1 0 0 0 0,-1 0 0 0 0,1 0 0 0 0,-1 1 0 0 0,1-1 0 0 0,0 0 0 0 0,-1 1 0 0 0,1-1 0 0 0,0 1 0 0 0,-1-1 0 0 0,1 0 0 0 0,0 1 0 0 0,1-1 0 0 0,18-8 91 0 0,-16 7-80 0 0,41-11 176 0 0,-28 8-110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58.5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87 124 10656 0 0,'0'0'1697'0'0,"5"-1"-1321"0"0,-1-1-262 0 0,1 1-1 0 0,-1-1 1 0 0,1 1-1 0 0,-1-1 1 0 0,0 0 0 0 0,0-1-1 0 0,0 1 1 0 0,0-1-1 0 0,0 0 1 0 0,-1 0 0 0 0,1 0-1 0 0,-1 0 1 0 0,0-1-1 0 0,4-4 1 0 0,0-2 9 0 0,-4 5 136 0 0,1 0 1 0 0,-1 0-1 0 0,0-1 0 0 0,0 1 0 0 0,2-9 1 0 0,-2 7 50 0 0,0-7 260 0 0,-3 13-560 0 0,0 1 1 0 0,0 0-1 0 0,0-1 1 0 0,0 1 0 0 0,0-1-1 0 0,0 1 1 0 0,0 0-1 0 0,0-1 1 0 0,-1 1-1 0 0,1-1 1 0 0,0 1 0 0 0,0 0-1 0 0,-1-1 1 0 0,1 1-1 0 0,0 0 1 0 0,0-1 0 0 0,-1 1-1 0 0,1 0 1 0 0,0 0-1 0 0,-1-1 1 0 0,1 1-1 0 0,0 0 1 0 0,-1 0 0 0 0,1 0-1 0 0,0-1 1 0 0,-1 1-1 0 0,1 0 1 0 0,-1 0 0 0 0,1 0-1 0 0,0 0 1 0 0,-1 0-1 0 0,1 0 1 0 0,-1 0-1 0 0,-2 0 17 0 0,1 0-1 0 0,-1 0 1 0 0,1 0-1 0 0,0 1 1 0 0,-1-1-1 0 0,1 1 1 0 0,0-1-1 0 0,-1 1 0 0 0,1 0 1 0 0,0 0-1 0 0,0 0 1 0 0,0 0-1 0 0,-1 1 1 0 0,1-1-1 0 0,-2 3 1 0 0,-28 24 71 0 0,29-25-84 0 0,-7 8 45 0 0,1 0-1 0 0,0 1 0 0 0,1-1 1 0 0,0 2-1 0 0,1-1 0 0 0,0 1 1 0 0,1 0-1 0 0,-8 26 0 0 0,7-14 112 0 0,1 1-1 0 0,1 0 1 0 0,-3 52-1 0 0,7-76-152 0 0,1 0-1 0 0,0 0 1 0 0,0 0-1 0 0,0 0 0 0 0,0 0 1 0 0,1 0-1 0 0,-1 0 1 0 0,0 0-1 0 0,1 0 1 0 0,-1 0-1 0 0,1 0 1 0 0,0-1-1 0 0,0 1 1 0 0,0 0-1 0 0,0 0 1 0 0,0-1-1 0 0,0 1 1 0 0,0 0-1 0 0,0-1 1 0 0,1 1-1 0 0,-1-1 0 0 0,3 2 1 0 0,-2-1 8 0 0,1-1-1 0 0,0 0 1 0 0,0 0 0 0 0,0 0-1 0 0,0 0 1 0 0,0 0 0 0 0,0 0-1 0 0,0-1 1 0 0,0 0 0 0 0,0 1-1 0 0,0-1 1 0 0,0 0 0 0 0,3-1-1 0 0,8-1 51 0 0,0 0 0 0 0,0-2-1 0 0,0 1 1 0 0,24-12-1 0 0,-18 7 17 0 0,-3-3-2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59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1 14168 0 0,'0'0'2733'0'0,"-3"4"-2447"0"0,-4 4-173 0 0,2 1-1 0 0,-1 0 0 0 0,1 1 0 0 0,0-1 1 0 0,1 1-1 0 0,0 0 0 0 0,1 0 0 0 0,0 0 0 0 0,0 0 1 0 0,1 1-1 0 0,-1 18 0 0 0,-1 8 110 0 0,2 0-1 0 0,2 1 1 0 0,5 40 0 0 0,-3-62-162 0 0,-2-14-44 0 0,0 0 1 0 0,0 0-1 0 0,0-1 0 0 0,0 1 1 0 0,0 0-1 0 0,1-1 1 0 0,-1 1-1 0 0,0 0 0 0 0,1-1 1 0 0,0 1-1 0 0,-1 0 1 0 0,1-1-1 0 0,0 1 0 0 0,0-1 1 0 0,0 0-1 0 0,0 1 1 0 0,0-1-1 0 0,0 0 0 0 0,2 2 1 0 0,-3-3-7 0 0,1-1 0 0 0,0 1 0 0 0,-1 0 0 0 0,1-1 0 0 0,-1 1 1 0 0,1 0-1 0 0,-1-1 0 0 0,1 1 0 0 0,-1-1 0 0 0,1 1 0 0 0,-1-1 0 0 0,0 1 1 0 0,1-1-1 0 0,-1 1 0 0 0,0-1 0 0 0,1 0 0 0 0,-1 1 0 0 0,0-1 0 0 0,0 1 1 0 0,1-1-1 0 0,-1 0 0 0 0,0 1 0 0 0,0-1 0 0 0,0 0 0 0 0,0 1 0 0 0,0-2 0 0 0,9-30 23 0 0,-6 23-6 0 0,27-82 102 0 0,-25 78-91 0 0,0 1 1 0 0,2-1-1 0 0,-1 1 0 0 0,17-22 0 0 0,-18 29 28 0 0,1-1 1 0 0,-1 0-1 0 0,1 1 0 0 0,0 0 1 0 0,0 1-1 0 0,1-1 0 0 0,11-5 1 0 0,-17 10-45 0 0,0 0 0 0 0,1 0 0 0 0,-1 0 0 0 0,1 1 0 0 0,-1-1 0 0 0,0 1 0 0 0,0-1 0 0 0,1 0 0 0 0,-1 1 0 0 0,0 0 0 0 0,0-1 0 0 0,1 1 0 0 0,-1 0 0 0 0,0 0 0 0 0,0 0 0 0 0,0-1 0 0 0,0 1 0 0 0,0 0 0 0 0,0 0 0 0 0,0 1 0 0 0,0-1 0 0 0,-1 0 0 0 0,2 2 0 0 0,19 32 258 0 0,-18-27-196 0 0,0 1 0 0 0,0 0 0 0 0,-1-1 0 0 0,0 1 0 0 0,-1 0 0 0 0,0 0 0 0 0,0 0 0 0 0,-1 0 0 0 0,0 0 0 0 0,-1 0 0 0 0,0 0 0 0 0,0-1 0 0 0,-3 12 0 0 0,2-1 76 0 0,2-17-127 0 0,0 1 0 0 0,0-1 0 0 0,-1 0 0 0 0,1 0 0 0 0,0 0 1 0 0,-1 0-1 0 0,1 0 0 0 0,-1 0 0 0 0,0 0 0 0 0,0 0 0 0 0,1 0 0 0 0,-4 4 0 0 0,2-1 105 0 0,2-1-100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2:59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77 146 15376 0 0,'0'0'662'0'0,"4"0"-331"0"0,2 0-286 0 0,-3 1 133 0 0,1-1 0 0 0,-1 0 1 0 0,1 0-1 0 0,-1 0 1 0 0,1-1-1 0 0,-1 1 1 0 0,1-1-1 0 0,-1 0 0 0 0,0 0 1 0 0,1 0-1 0 0,-1 0 1 0 0,0-1-1 0 0,4-1 0 0 0,2-4 17 0 0,2-1 73 0 0,0 0-1 0 0,-1-1 0 0 0,13-14 0 0 0,-21 21-242 0 0,0 1 0 0 0,-1-1 0 0 0,1 0 0 0 0,-1 0 0 0 0,1 0 0 0 0,-1 0 0 0 0,0 0 0 0 0,0 0 0 0 0,0-1 0 0 0,0 1 0 0 0,0 0 0 0 0,-1 0 0 0 0,1-1 0 0 0,-1 1 0 0 0,1-1 0 0 0,-1 1 0 0 0,0 0 0 0 0,0-1 0 0 0,0 1 0 0 0,0-1 0 0 0,0 1 0 0 0,0 0 0 0 0,-1-1 0 0 0,1 1 0 0 0,-3-5 0 0 0,3 6-11 0 0,-1 0 1 0 0,0-1 0 0 0,1 1 0 0 0,-1 0 0 0 0,0 0-1 0 0,0 0 1 0 0,0 0 0 0 0,1 0 0 0 0,-1 0 0 0 0,0 0-1 0 0,0 0 1 0 0,-1 1 0 0 0,1-1 0 0 0,0 0 0 0 0,0 1-1 0 0,0-1 1 0 0,0 1 0 0 0,-1-1 0 0 0,1 1 0 0 0,0-1-1 0 0,-3 1 1 0 0,2-1 0 0 0,-1 1 0 0 0,1 1 0 0 0,-1-1 0 0 0,1 0-1 0 0,-1 0 1 0 0,1 1 0 0 0,0 0 0 0 0,-1-1 0 0 0,1 1 0 0 0,-5 2 0 0 0,1 0 14 0 0,0 1 1 0 0,0 0 0 0 0,0 0-1 0 0,0 0 1 0 0,1 1 0 0 0,0 0 0 0 0,-7 7-1 0 0,-4 13 79 0 0,0 1-1 0 0,2 1 0 0 0,1 0 0 0 0,-19 56 0 0 0,28-71-50 0 0,1 0-1 0 0,0 0 1 0 0,-3 23-1 0 0,5-30-34 0 0,1 0 0 0 0,0 0-1 0 0,0 0 1 0 0,0 0 0 0 0,1-1 0 0 0,-1 1 0 0 0,1 0 0 0 0,0 0-1 0 0,1 0 1 0 0,-1-1 0 0 0,1 1 0 0 0,3 6 0 0 0,-3-9-13 0 0,-1-1 1 0 0,1 1 0 0 0,0-1-1 0 0,-1 0 1 0 0,1 0 0 0 0,0 0-1 0 0,0 0 1 0 0,0 0-1 0 0,0 0 1 0 0,0 0 0 0 0,0-1-1 0 0,0 1 1 0 0,0-1 0 0 0,0 1-1 0 0,1-1 1 0 0,3 0 0 0 0,5 0 12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0.0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0 13968 0 0,'0'0'3913'0'0,"2"5"-3772"0"0,0 5-20 0 0,0 1 0 0 0,-1-1 1 0 0,0 1-1 0 0,-1-1 0 0 0,-1 15 0 0 0,-9 60 740 0 0,2-24-538 0 0,4-20-44 0 0,-5 90 1123 0 0,9-130-1247 0 0,7-13 35 0 0,-3 1-70 0 0,0 0-1 0 0,4-23 1 0 0,2-4-7 0 0,-3 14-64 0 0,3-9 127 0 0,22-48 0 0 0,-27 71-121 0 0,0 0 0 0 0,1 1 0 0 0,0 0 0 0 0,0 0 0 0 0,1 0 0 0 0,0 1 0 0 0,1 0 0 0 0,16-14 0 0 0,-17 17 11 0 0,-6 4-53 0 0,0 0 0 0 0,0 0 0 0 0,0 0 0 0 0,0 0 0 0 0,1 0-1 0 0,-1 1 1 0 0,0-1 0 0 0,1 0 0 0 0,-1 1 0 0 0,0-1 0 0 0,1 1 0 0 0,-1-1 0 0 0,1 1 0 0 0,-1-1-1 0 0,3 1 1 0 0,4 0 35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0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1 13168 0 0,'0'0'3016'0'0,"-4"1"-2872"0"0,-6 3 138 0 0,0 0 1 0 0,0 0-1 0 0,0 1 1 0 0,1 1 0 0 0,-1 0-1 0 0,1 0 1 0 0,1 0 0 0 0,-1 1-1 0 0,1 1 1 0 0,1-1 0 0 0,-1 1-1 0 0,-7 11 1 0 0,5-5-132 0 0,0 0 0 0 0,1 1-1 0 0,0 0 1 0 0,1 1 0 0 0,1 0 0 0 0,0 0 0 0 0,-4 20 0 0 0,10-32-125 0 0,-3 9 75 0 0,1 1-1 0 0,-2 25 0 0 0,4-37-91 0 0,1 1 0 0 0,0 0-1 0 0,0-1 1 0 0,0 1 0 0 0,0 0-1 0 0,0-1 1 0 0,1 1 0 0 0,-1-1 0 0 0,1 1-1 0 0,0-1 1 0 0,-1 1 0 0 0,1-1-1 0 0,0 1 1 0 0,1-1 0 0 0,-1 0 0 0 0,0 1-1 0 0,1-1 1 0 0,-1 0 0 0 0,1 0 0 0 0,0 0-1 0 0,-1 0 1 0 0,4 2 0 0 0,-2-3-8 0 0,0 0 0 0 0,-1 1 0 0 0,1-2 0 0 0,0 1 1 0 0,0 0-1 0 0,0-1 0 0 0,0 1 0 0 0,-1-1 0 0 0,1 0 1 0 0,0 0-1 0 0,0 0 0 0 0,0 0 0 0 0,0 0 0 0 0,0-1 1 0 0,0 1-1 0 0,0-1 0 0 0,5-2 0 0 0,5-2 5 0 0,-1 0 0 0 0,18-11-1 0 0,-27 14-5 0 0,2-1 0 0 0,0 0 0 0 0,0-1-1 0 0,0 0 1 0 0,-1 0 0 0 0,1 0-1 0 0,-1-1 1 0 0,0 0-1 0 0,5-7 1 0 0,23-45-5 0 0,-27 48 4 0 0,-4 3 2 0 0,1 1-1 0 0,0 0 1 0 0,-1-1 0 0 0,0 1-1 0 0,0 0 1 0 0,-1-1 0 0 0,0 1-1 0 0,0-1 1 0 0,0 0 0 0 0,0 1-1 0 0,-1-1 1 0 0,-1-6 0 0 0,-4-12 34 0 0,-11-31 0 0 0,14 45-23 0 0,-3-4 198 0 0,6 14-206 0 0,0 0 1 0 0,0 0 0 0 0,0 0-1 0 0,0 0 1 0 0,0 0-1 0 0,0 0 1 0 0,0 0-1 0 0,0 0 1 0 0,0 0 0 0 0,0 1-1 0 0,0-1 1 0 0,0 0-1 0 0,0 0 1 0 0,0 0 0 0 0,0 0-1 0 0,0 0 1 0 0,0 0-1 0 0,0 0 1 0 0,0 0-1 0 0,0 0 1 0 0,0 0 0 0 0,0 0-1 0 0,0 0 1 0 0,0 0-1 0 0,0 0 1 0 0,0 0 0 0 0,0 0-1 0 0,-1 0 1 0 0,1 0-1 0 0,0 0 1 0 0,0 0 0 0 0,0 1-1 0 0,0-1 1 0 0,0 0-1 0 0,0 0 1 0 0,0 0-1 0 0,0 0 1 0 0,0 0 0 0 0,0 0-1 0 0,0 0 1 0 0,0 0-1 0 0,0 0 1 0 0,0 0 0 0 0,0 0-1 0 0,0 0 1 0 0,-1 0-1 0 0,1 0 1 0 0,0 0-1 0 0,0 0 1 0 0,0-1 0 0 0,0 1-1 0 0,0 0 1 0 0,0 0-1 0 0,0 0 1 0 0,0 0 0 0 0,0 0-1 0 0,0 0 1 0 0,0 0-1 0 0,0 0 1 0 0,0 0-1 0 0,0 0 1 0 0,0 0 0 0 0,0 26 526 0 0,1-10-433 0 0,-2 17 101 0 0,2 0 1 0 0,1 0 0 0 0,2 0 0 0 0,1 0-1 0 0,11 35 1 0 0,-8-45-104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1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14776 0 0,'0'0'5631'0'0,"2"6"-5445"0"0,1 6 33 0 0,-1 1 1 0 0,0 0 0 0 0,-1 0 0 0 0,0 0-1 0 0,-1 16 1 0 0,-10 73 466 0 0,3-28-204 0 0,-2 157 1240 0 0,9-226-1636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1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215 9 15472 0 0,'0'0'4201'0'0,"-5"-1"-3673"0"0,-10-2-298 0 0,0 1 1 0 0,-1 1-1 0 0,1 0 1 0 0,-1 1-1 0 0,1 0 1 0 0,0 2 0 0 0,-1 0-1 0 0,1 0 1 0 0,0 1-1 0 0,0 1 1 0 0,-14 6-1 0 0,21-5-30 0 0,4-1-128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1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94 223 15680 0 0,'0'0'1915'0'0,"0"3"-1717"0"0,0 1-135 0 0,0-3-41 0 0,0 0 0 0 0,1 0 1 0 0,-1 0-1 0 0,0 0 0 0 0,0 0 1 0 0,0 0-1 0 0,0 0 0 0 0,0-1 1 0 0,-1 1-1 0 0,1 0 0 0 0,0 0 0 0 0,0 0 1 0 0,-1 0-1 0 0,1 0 0 0 0,0 0 1 0 0,-1 0-1 0 0,1-1 0 0 0,-2 3 0 0 0,2-3 9 0 0,0 0 0 0 0,0 0-1 0 0,0 0 1 0 0,0 1-1 0 0,0-1 1 0 0,0 0-1 0 0,0 0 1 0 0,0 0-1 0 0,0 1 1 0 0,0-1-1 0 0,0 0 1 0 0,0 0 0 0 0,0 0-1 0 0,0 1 1 0 0,0-1-1 0 0,0 0 1 0 0,0 0-1 0 0,0 1 1 0 0,0-1-1 0 0,0 0 1 0 0,0 0-1 0 0,0 0 1 0 0,0 1 0 0 0,0-1-1 0 0,1 0 1 0 0,-1 0-1 0 0,0 0 1 0 0,0 0-1 0 0,0 1 1 0 0,0-1-1 0 0,0 0 1 0 0,1 0-1 0 0,-1 0 1 0 0,0 0-1 0 0,0 0 1 0 0,0 0 0 0 0,1 0-1 0 0,-1 1 1 0 0,0-1-1 0 0,0 0 1 0 0,0 0-1 0 0,1 0 1 0 0,-1 0-1 0 0,0 0 1 0 0,0 0-1 0 0,0 0 1 0 0,1 0 0 0 0,-1 0-1 0 0,0 0 1 0 0,0 0-1 0 0,1 0 1 0 0,-1 0-1 0 0,0 0 1 0 0,0 0-1 0 0,0 0 1 0 0,1 0-1 0 0,-1-1 1 0 0,0 1 0 0 0,0 0-1 0 0,0 0 1 0 0,14-1 593 0 0,-1-5-497 0 0,-1 0-1 0 0,0-1 0 0 0,-1 0 1 0 0,1 0-1 0 0,-1-1 1 0 0,-1-1-1 0 0,1 0 0 0 0,-2-1 1 0 0,1 1-1 0 0,-1-2 1 0 0,-1 1-1 0 0,0-2 0 0 0,9-13 1 0 0,-14 18-66 0 0,0 1 0 0 0,0 0 0 0 0,-1-1 0 0 0,0 1 0 0 0,0-1 0 0 0,1-7 0 0 0,-3 12-43 0 0,1-1-1 0 0,-1 0 1 0 0,0 0 0 0 0,0 1 0 0 0,0-1 0 0 0,-1 0 0 0 0,1 0 0 0 0,-1 1 0 0 0,1-1 0 0 0,-1 0 0 0 0,0 1 0 0 0,0-1 0 0 0,0 1 0 0 0,0-1 0 0 0,-1 1 0 0 0,1-1 0 0 0,-1 1 0 0 0,-2-3 0 0 0,3 4 7 0 0,-1-1 1 0 0,0 1 0 0 0,0 0-1 0 0,0 0 1 0 0,0 0 0 0 0,0 0-1 0 0,0 0 1 0 0,0 0 0 0 0,0 0 0 0 0,-1 1-1 0 0,1-1 1 0 0,0 1 0 0 0,0 0-1 0 0,-1 0 1 0 0,1-1 0 0 0,0 1-1 0 0,-4 1 1 0 0,0 0 6 0 0,-1-1 0 0 0,1 1 0 0 0,0 1 0 0 0,0-1 0 0 0,-7 4 0 0 0,4-1 6 0 0,0 1-1 0 0,0 1 1 0 0,0-1-1 0 0,1 1 1 0 0,0 1 0 0 0,0 0-1 0 0,0 0 1 0 0,1 0-1 0 0,0 1 1 0 0,0 0-1 0 0,1 1 1 0 0,-6 10-1 0 0,-1 4 46 0 0,1 1 0 0 0,0 0-1 0 0,-11 40 1 0 0,20-54-46 0 0,0 1 0 0 0,0 0 0 0 0,1 0 1 0 0,1 0-1 0 0,-1 0 0 0 0,2 0 0 0 0,0 0 0 0 0,0 0 0 0 0,1 0 1 0 0,3 17-1 0 0,-2-23-20 0 0,-1-1 1 0 0,0 1-1 0 0,1-1 0 0 0,0 1 1 0 0,0-1-1 0 0,0 0 1 0 0,1 0-1 0 0,-1 0 0 0 0,1 0 1 0 0,0-1-1 0 0,0 1 1 0 0,0-1-1 0 0,1 1 0 0 0,-1-1 1 0 0,1 0-1 0 0,0 0 1 0 0,0-1-1 0 0,0 1 0 0 0,0-1 1 0 0,0 0-1 0 0,0 0 1 0 0,1 0-1 0 0,-1-1 0 0 0,1 0 1 0 0,-1 1-1 0 0,1-1 0 0 0,5 0 1 0 0,3 0 16 0 0,0 0 0 0 0,19-2 1 0 0,-2-2 19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3.2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 9240 0 0,'0'0'11665'0'0,"4"-1"-11548"0"0,32-6 18 0 0,0 1 0 0 0,0 2 0 0 0,0 1 0 0 0,0 2-1 0 0,38 4 1 0 0,-57 0-103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4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196 130 13768 0 0,'0'0'5879'0'0,"4"1"-5773"0"0,-3-1-93 0 0,1 0 1 0 0,-1 1 0 0 0,0-1 0 0 0,0 1-1 0 0,0-1 1 0 0,1 1 0 0 0,-1-1-1 0 0,0 1 1 0 0,0 0 0 0 0,0 0 0 0 0,0 0-1 0 0,0-1 1 0 0,0 1 0 0 0,0 0-1 0 0,-1 0 1 0 0,1 0 0 0 0,0 0-1 0 0,0 0 1 0 0,-1 1 0 0 0,2 0 0 0 0,-1 2 49 0 0,0-1 0 0 0,0 1 0 0 0,0 0 0 0 0,-1 0 0 0 0,1 0 0 0 0,-1-1 0 0 0,0 7 0 0 0,0-2 12 0 0,0 0 0 0 0,-1 1 0 0 0,0-1 0 0 0,0 0 0 0 0,-1 0 0 0 0,0 0 1 0 0,-6 14-1 0 0,6-18-40 0 0,0 0 0 0 0,0 0 1 0 0,-1 0-1 0 0,0 0 0 0 0,0 0 1 0 0,0 0-1 0 0,0-1 0 0 0,0 0 1 0 0,-1 0-1 0 0,1 1 1 0 0,-1-2-1 0 0,0 1 0 0 0,0 0 1 0 0,0-1-1 0 0,-6 3 0 0 0,7-5-17 0 0,1 1 0 0 0,-1 0-1 0 0,0-1 1 0 0,0 0-1 0 0,1 1 1 0 0,-1-1 0 0 0,0 0-1 0 0,0 0 1 0 0,1-1 0 0 0,-1 1-1 0 0,0-1 1 0 0,0 1-1 0 0,1-1 1 0 0,-1 0 0 0 0,1 0-1 0 0,-1 0 1 0 0,1 0 0 0 0,-1 0-1 0 0,1-1 1 0 0,-1 1-1 0 0,1-1 1 0 0,-4-3 0 0 0,0 0 4 0 0,1 0 1 0 0,-1-1 0 0 0,1 1-1 0 0,0-1 1 0 0,1 0 0 0 0,-1 0-1 0 0,-3-8 1 0 0,-1-3 58 0 0,2-1 0 0 0,0 0 0 0 0,1 0 0 0 0,0 0 1 0 0,-5-38-1 0 0,11 52-57 0 0,-1 1 0 0 0,1-1 0 0 0,0 1-1 0 0,0-1 1 0 0,0 1 0 0 0,1-1 0 0 0,-1 1 0 0 0,1-1 0 0 0,0 1 0 0 0,0 0 0 0 0,0-1 0 0 0,0 1 0 0 0,1 0 0 0 0,0 0 0 0 0,-1 0 0 0 0,1 0 0 0 0,0 0 0 0 0,0 0 0 0 0,0 0 0 0 0,1 1 0 0 0,-1-1 0 0 0,1 1 0 0 0,-1 0 0 0 0,1 0 0 0 0,0-1 0 0 0,0 2 0 0 0,0-1-1 0 0,0 0 1 0 0,0 1 0 0 0,0-1 0 0 0,1 1 0 0 0,4-2 0 0 0,19-1 114 0 0,-14 1-36 0 0,0 0 0 0 0,0 1 0 0 0,1 1 1 0 0,-1 0-1 0 0,25 3 0 0 0,-36-2-91 0 0,1 1 0 0 0,0 0 0 0 0,0 0 0 0 0,-1 0 0 0 0,1 0 1 0 0,-1 1-1 0 0,1-1 0 0 0,-1 1 0 0 0,1-1 0 0 0,-1 1 0 0 0,0 0 0 0 0,0 0 0 0 0,0 0 1 0 0,0 0-1 0 0,0 0 0 0 0,0 1 0 0 0,0-1 0 0 0,-1 0 0 0 0,1 1 0 0 0,-1-1 0 0 0,0 1 0 0 0,1 3 1 0 0,3 7 23 0 0,-1-1 1 0 0,-1 1 0 0 0,3 20 0 0 0,-4-20-16 0 0,0 1 1 0 0,-2-1 0 0 0,1 1 0 0 0,-1 0 0 0 0,-1 0 0 0 0,-3 16 0 0 0,3-21-5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4.8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7 14776 0 0,'0'0'3886'0'0,"-3"5"-3755"0"0,-3 6 23 0 0,-1 1 0 0 0,2 0-1 0 0,-1 0 1 0 0,1 0 0 0 0,1 1 0 0 0,-4 18 0 0 0,5-6 18 0 0,0-9-74 0 0,1-1 0 0 0,1 1 0 0 0,0 0 0 0 0,1-1 0 0 0,0 1 0 0 0,4 19-1 0 0,-3-30-66 0 0,1 0 0 0 0,-1-1 1 0 0,1 1-1 0 0,0-1 0 0 0,0 0 0 0 0,1 0 0 0 0,-1 0 0 0 0,1 0 0 0 0,0 0 0 0 0,0 0 0 0 0,0-1 0 0 0,1 1 0 0 0,-1-1 0 0 0,1 0 0 0 0,0 0 0 0 0,5 3 0 0 0,-7-4-17 0 0,0-1 0 0 0,1 0-1 0 0,-1 0 1 0 0,0-1 0 0 0,0 1-1 0 0,1 0 1 0 0,-1-1 0 0 0,1 1-1 0 0,-1-1 1 0 0,0 0 0 0 0,1 0-1 0 0,-1 0 1 0 0,1 0 0 0 0,-1 0 0 0 0,1-1-1 0 0,-1 1 1 0 0,0-1 0 0 0,1 0-1 0 0,-1 1 1 0 0,0-1 0 0 0,0 0-1 0 0,1 0 1 0 0,-1 0 0 0 0,0-1-1 0 0,0 1 1 0 0,0 0 0 0 0,0-1 0 0 0,0 0-1 0 0,-1 1 1 0 0,1-1 0 0 0,0 0-1 0 0,-1 0 1 0 0,3-3 0 0 0,5-7 64 0 0,-1-1 1 0 0,0 0-1 0 0,-1 0 0 0 0,-1 0 1 0 0,0-1-1 0 0,0 0 1 0 0,-1-1-1 0 0,-1 1 1 0 0,-1-1-1 0 0,0 0 1 0 0,1-17-1 0 0,7-64 910 0 0,3 57-5 0 0,-14 38-774 0 0,-1 2-133 0 0,0 0 1 0 0,1 0-1 0 0,-1 0 0 0 0,0-1 1 0 0,1 1-1 0 0,-1 0 0 0 0,1 0 1 0 0,0 0-1 0 0,-1 0 1 0 0,1 0-1 0 0,0 0 0 0 0,0 0 1 0 0,-1 0-1 0 0,1 0 0 0 0,0 0 1 0 0,0 0-1 0 0,0 0 1 0 0,0 0-1 0 0,1 2 0 0 0,-1 33-46 0 0,0-25 126 0 0,0 39 195 0 0,-2-16-48 0 0,3 1 1 0 0,1 0 0 0 0,8 45-1 0 0,-7-62-135 0 0,-3-13-103 0 0,1 1 1 0 0,0-1 0 0 0,0 0 0 0 0,1 1 0 0 0,-1-1-1 0 0,1 0 1 0 0,3 5 0 0 0,-5-10 39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5.2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1 17383 0 0,'0'0'1160'0'0,"-1"3"-576"0"0,-7 33 322 0 0,1 0-1 0 0,2 1 1 0 0,-1 45-1 0 0,2-23-535 0 0,2 18 427 0 0,2-47-323 0 0,-7 50-1 0 0,6-44-183 0 0,1-35-276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5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204 1 16983 0 0,'0'0'1784'0'0,"-4"2"-1648"0"0,-5 3 90 0 0,1-1-1 0 0,-1 0 0 0 0,0-1 0 0 0,0 0 0 0 0,-1-1 0 0 0,-13 2 1 0 0,-64 7 755 0 0,63-11-715 0 0,13 0-130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6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63 239 10040 0 0,'4'-2'496'0'0,"16"-2"5"0"0,-1-2 0 0 0,1 0 0 0 0,-1-2 0 0 0,0 0 1 0 0,-1-1-1 0 0,0-1 0 0 0,0 0 0 0 0,-1-1 0 0 0,-1-1 1 0 0,19-18-1 0 0,-30 26-284 0 0,0-1 1 0 0,-1 0 0 0 0,1-1-1 0 0,-1 1 1 0 0,-1-1 0 0 0,1 0-1 0 0,4-11 1 0 0,-7 15-165 0 0,0 1-1 0 0,-1-1 1 0 0,0 1 0 0 0,1-1 0 0 0,-1 1-1 0 0,0-1 1 0 0,0 0 0 0 0,0 1 0 0 0,0-1-1 0 0,0 0 1 0 0,0 1 0 0 0,-1-1 0 0 0,1 1-1 0 0,-1-1 1 0 0,1 0 0 0 0,-1 1 0 0 0,1-1-1 0 0,-1 1 1 0 0,0-1 0 0 0,1 1 0 0 0,-1 0-1 0 0,0-1 1 0 0,0 1 0 0 0,0 0 0 0 0,0 0 0 0 0,-1-1-1 0 0,1 1 1 0 0,0 0 0 0 0,0 0 0 0 0,-1 0-1 0 0,1 1 1 0 0,-1-1 0 0 0,1 0 0 0 0,0 0-1 0 0,-1 1 1 0 0,0-1 0 0 0,1 1 0 0 0,-2-1-1 0 0,-12-4 153 0 0,-1 1-1 0 0,1 1 1 0 0,-1 0-1 0 0,0 1 0 0 0,0 1 1 0 0,0 0-1 0 0,-18 2 0 0 0,10-1 105 0 0,19 1-233 0 0,0 0-1 0 0,0 1 0 0 0,0-1 1 0 0,1 1-1 0 0,-1 0 1 0 0,-7 4-1 0 0,-5 1 144 0 0,11-5-112 0 0,0-1 1 0 0,0 1-1 0 0,-1-1 1 0 0,1-1-1 0 0,0 1 1 0 0,-10-1-1 0 0,10 0-31 0 0,5 0 2 0 0,0 1 0 0 0,0 0 0 0 0,0 1 0 0 0,0-1 1 0 0,1 0-1 0 0,-1 0 0 0 0,0 0 0 0 0,0 0 0 0 0,1 1 0 0 0,-1-1 0 0 0,1 0 1 0 0,-1 1-1 0 0,1-1 0 0 0,0 0 0 0 0,-1 1 0 0 0,1-1 0 0 0,0 1 0 0 0,0-1 0 0 0,0 3 1 0 0,10 188 969 0 0,-6-58-504 0 0,-5-93-188 0 0,8 65 1 0 0,-7-103-319 0 0,0 0 1 0 0,1-1 0 0 0,0 1-1 0 0,-1 0 1 0 0,1-1-1 0 0,0 1 1 0 0,0-1-1 0 0,1 1 1 0 0,-1-1 0 0 0,0 0-1 0 0,1 0 1 0 0,-1 1-1 0 0,4 1 1 0 0,-5-3 58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7.0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20 112 18695 0 0,'0'0'5278'0'0,"-1"3"-5162"0"0,-4 16-11 0 0,1-1 0 0 0,0 1 0 0 0,1 0 0 0 0,2 0 0 0 0,0 30 0 0 0,2-43-79 0 0,0 1-1 0 0,0-1 1 0 0,1 1 0 0 0,0-1-1 0 0,1 0 1 0 0,-1 0-1 0 0,1 0 1 0 0,1 0 0 0 0,-1 0-1 0 0,1-1 1 0 0,0 1 0 0 0,7 7-1 0 0,-9-11-15 0 0,0 0-1 0 0,0 0 0 0 0,-1 0 1 0 0,1 0-1 0 0,0-1 1 0 0,1 1-1 0 0,-1-1 0 0 0,0 0 1 0 0,0 1-1 0 0,1-1 1 0 0,-1 0-1 0 0,0 0 1 0 0,1-1-1 0 0,-1 1 0 0 0,1 0 1 0 0,-1-1-1 0 0,1 0 1 0 0,-1 1-1 0 0,1-1 1 0 0,0 0-1 0 0,-1 0 0 0 0,1 0 1 0 0,-1-1-1 0 0,1 1 1 0 0,-1-1-1 0 0,1 1 0 0 0,-1-1 1 0 0,1 0-1 0 0,-1 0 1 0 0,0 0-1 0 0,1 0 1 0 0,-1 0-1 0 0,0-1 0 0 0,0 1 1 0 0,2-2-1 0 0,0-1 5 0 0,-1 0-1 0 0,1 1 0 0 0,-1-1 1 0 0,0 0-1 0 0,-1-1 0 0 0,1 1 1 0 0,-1 0-1 0 0,0-1 1 0 0,0 0-1 0 0,2-5 0 0 0,0-2 29 0 0,-1-1-1 0 0,4-21 0 0 0,3-32 144 0 0,5-47 250 0 0,-16 51 681 0 0,-8 71-471 0 0,6 5-498 0 0,1 1 0 0 0,1 0 0 0 0,0 0 0 0 0,1 0-1 0 0,0 0 1 0 0,3 15 0 0 0,1 8 70 0 0,2 37 315 0 0,-3 72 274 0 0,-2-139-733 0 0,-1-1 1 0 0,2 1 0 0 0,-1-1-1 0 0,1 1 1 0 0,0-1-1 0 0,0 0 1 0 0,1 0 0 0 0,5 10-1 0 0,-8-16-18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7.3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18895 0 0,'0'0'3018'0'0,"3"4"-2877"0"0,0 3 147 0 0,0 0 0 0 0,-1 0 0 0 0,0 0 0 0 0,0 1 1 0 0,-1-1-1 0 0,0 0 0 0 0,0 1 0 0 0,0-1 0 0 0,-2 15 0 0 0,-7 133 976 0 0,4-89-710 0 0,3 88 0 0 0,-2-101-359 0 0,0-13 13 0 0,3-39-183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7.6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256 22 16783 0 0,'0'0'4338'0'0,"-4"-2"-3904"0"0,-10-2-242 0 0,-1 0-1 0 0,1 1 0 0 0,-1 0 1 0 0,-22-1-1 0 0,-68 3 687 0 0,75 1-789 0 0,19 0-81 0 0,0 2 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8.2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0 8032 0 0,'0'0'1716'0'0,"-2"4"-1527"0"0,-24 54 478 0 0,-30 70 287 0 0,48-107-843 0 0,2 1 0 0 0,0 0 0 0 0,1 0 0 0 0,-2 27 0 0 0,4-1 108 0 0,3 0 0 0 0,2 0 0 0 0,2 0 0 0 0,14 68 0 0 0,-11-82-147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08.8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1 13056 0 0,'9'21'121'0'0,"-1"0"1"0"0,-1 1 0 0 0,0 0-1 0 0,-2 1 1 0 0,-1-1 0 0 0,-1 1-1 0 0,0 0 1 0 0,-2 0 0 0 0,-1-1 0 0 0,-4 43-1 0 0,-2-28 50 0 0,-1-1-1 0 0,-2 1 1 0 0,-2-2-1 0 0,-1 1 0 0 0,-19 38 1 0 0,9-31 52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17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0 140 96 0 0,'0'0'10226'0'0,"3"-4"-10094"0"0,3-5 387 0 0,0 1 0 0 0,1 0-1 0 0,0 0 1 0 0,8-7 0 0 0,-14 15-459 0 0,-1-1 1 0 0,1 0 0 0 0,-1 1-1 0 0,1-1 1 0 0,0 0 0 0 0,-1 0 0 0 0,1 1-1 0 0,-1-1 1 0 0,1 0 0 0 0,-1 0-1 0 0,0 0 1 0 0,1 0 0 0 0,-1 1 0 0 0,0-1-1 0 0,0 0 1 0 0,0 0 0 0 0,1-1-1 0 0,-1 1-26 0 0,0 0 1 0 0,0 0-1 0 0,0 0 0 0 0,0 1 0 0 0,0-1 0 0 0,1 0 0 0 0,-1 1 0 0 0,0-1 1 0 0,0 0-1 0 0,1 0 0 0 0,-1 1 0 0 0,0-1 0 0 0,1 1 0 0 0,-1-1 0 0 0,1 0 0 0 0,-1 1 1 0 0,1-1-1 0 0,-1 1 0 0 0,1-1 0 0 0,0 1 0 0 0,-1-1 0 0 0,1 1 0 0 0,0-1 1 0 0,2-1 144 0 0,0 1 0 0 0,-1-1 0 0 0,1 0 1 0 0,0 0-1 0 0,-1 0 0 0 0,0-1 1 0 0,0 1-1 0 0,4-6 0 0 0,-4 6-81 0 0,0-1 0 0 0,0 1-1 0 0,-1 0 1 0 0,2 0 0 0 0,-1 0-1 0 0,0 0 1 0 0,0 0 0 0 0,1 1-1 0 0,-1-1 1 0 0,4-1-1 0 0,-3 1-1 0 0,1 0 0 0 0,-1 1 0 0 0,1 0 0 0 0,-1 0 0 0 0,1 0 0 0 0,0 1 0 0 0,-1-1-1 0 0,1 1 1 0 0,5-1 0 0 0,0 1-15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18.4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50 8936 0 0,'0'0'7254'0'0,"2"-4"-7204"0"0,0 1-19 0 0,1-1 0 0 0,-1 1 0 0 0,1 0 0 0 0,0 0 0 0 0,0 0 0 0 0,0 0 1 0 0,0 0-1 0 0,1 0 0 0 0,-1 1 0 0 0,1 0 0 0 0,-1 0 0 0 0,1 0 1 0 0,0 0-1 0 0,0 0 0 0 0,0 1 0 0 0,0-1 0 0 0,0 1 0 0 0,6-1 0 0 0,-4 2-4 0 0,-2 0-4 0 0,0 0 1 0 0,-1 0-1 0 0,1 0 0 0 0,0 1 0 0 0,-1-1 0 0 0,1 1 0 0 0,-1 0 0 0 0,1 0 0 0 0,5 2 0 0 0,-1 1 15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04.7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0 169 96 0 0,'0'0'7016'0'0,"3"-3"-6848"0"0,13-18 352 0 0,-3 2 27 0 0,2 0-1 0 0,25-24 1 0 0,-30 32-284 0 0,0 1 1 0 0,13-19-1 0 0,-13 16-149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31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38 96 0 0,'0'0'9345'0'0,"4"0"-9380"0"0,26 0-49 0 0,-29 0 145 0 0,-1 0-1 0 0,0 0 1 0 0,0 0-1 0 0,0 0 1 0 0,1 0-1 0 0,-1 0 1 0 0,0 0-1 0 0,0 0 1 0 0,0-1-1 0 0,1 1 1 0 0,-1 0-1 0 0,0 0 1 0 0,0 0-1 0 0,0 0 1 0 0,0-1-1 0 0,1 1 1 0 0,-1 0-1 0 0,0 0 1 0 0,0 0-1 0 0,0-1 1 0 0,0 1-1 0 0,0 0 1 0 0,0 0 0 0 0,0 0-1 0 0,0-1 1 0 0,0 1-1 0 0,0 0 1 0 0,0 0-1 0 0,0-1 1 0 0,0 1-1 0 0,0 0 1 0 0,0 0-1 0 0,0 0 1 0 0,0-1-1 0 0,0 1 1 0 0,0 0-1 0 0,0 0 1 0 0,0-1-1 0 0,0 1 1 0 0,0 0-1 0 0,0 0 1 0 0,0 0-1 0 0,0-1 1 0 0,-1 1-1 0 0,1 0 1 0 0,0 0-1 0 0,0 0 1 0 0,0 0-1 0 0,0-1 1 0 0,-1 1-1 0 0,1 0 1 0 0,0 0-1 0 0,-7-10 1500 0 0,5 8-1425 0 0,0 0 0 0 0,-1 0 0 0 0,0 1 0 0 0,1-1 0 0 0,-1 1 0 0 0,0-1 0 0 0,1 1 0 0 0,-1 0 0 0 0,0 0 0 0 0,0 0 0 0 0,0 1 0 0 0,-6-2 0 0 0,-39 1 1470 0 0,29 2 641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4T20:35:51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0 24575,'0'0'0,"0"0"0,0 0 0,0 0 0,0 0 0,0 0 0,-2 3 0,-2 1 0,-3 1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34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231 38 6728 0 0,'0'0'7073'0'0,"-1"-4"-6714"0"0,1 1-421 0 0,-5-14 897 0 0,5 16-781 0 0,-1 1 1 0 0,1-1-1 0 0,0 0 0 0 0,-1 1 0 0 0,1-1 1 0 0,0 1-1 0 0,-1-1 0 0 0,1 0 0 0 0,-1 1 1 0 0,1-1-1 0 0,-1 1 0 0 0,1-1 0 0 0,-1 1 1 0 0,1 0-1 0 0,-1-1 0 0 0,0 1 0 0 0,1 0 1 0 0,-1-1-1 0 0,0 1 0 0 0,1 0 0 0 0,-1-1 1 0 0,0 1-1 0 0,1 0 0 0 0,-1 0 0 0 0,0 0 1 0 0,-41-3 2496 0 0,21 25-1495 0 0,8-15-563 0 0,12-6-469 0 0,0-1 0 0 0,0 0-1 0 0,0 0 1 0 0,0 1 0 0 0,0-1 0 0 0,0 1 0 0 0,1-1-1 0 0,-1 1 1 0 0,0-1 0 0 0,0 1 0 0 0,0-1 0 0 0,0 1-1 0 0,1 0 1 0 0,-1 0 0 0 0,0 0 0 0 0,-1 1 39 0 0,0 1 1 0 0,0-1 0 0 0,0-1-1 0 0,-1 1 1 0 0,1 0 0 0 0,0 0-1 0 0,-5 2 1 0 0,-14 12 251 0 0,12-7-116 0 0,0 3-96 0 0,8-10-87 0 0,0 0 0 0 0,0-1 0 0 0,0 1 0 0 0,0-1 0 0 0,0 1 0 0 0,-1-1 0 0 0,1 1 0 0 0,0-1 0 0 0,-3 2-1 0 0,-11 13 89 0 0,9-5-58 0 0,5-9-34 0 0,0-1 0 0 0,0 0 0 0 0,0 0 0 0 0,1 1 0 0 0,-1-1 0 0 0,0 1 1 0 0,1-1-1 0 0,-1 1 0 0 0,1-1 0 0 0,-1 1 0 0 0,1-1 0 0 0,0 1 0 0 0,0 0 0 0 0,0-1 0 0 0,0 1 1 0 0,0-1-1 0 0,0 1 0 0 0,0-1 0 0 0,1 4 0 0 0,-1-4-4 0 0,0 0 0 0 0,0 0 0 0 0,0 0 0 0 0,0 0 0 0 0,-1-1 0 0 0,1 1 0 0 0,0 0 0 0 0,0 0 0 0 0,-1 0 1 0 0,1 0-1 0 0,0 0 0 0 0,-1-1 0 0 0,1 1 0 0 0,-1 0 0 0 0,1 0 0 0 0,-1-1 0 0 0,0 2 0 0 0,0-1 7 0 0,0 0 1 0 0,0 1-1 0 0,0-1 1 0 0,0 0-1 0 0,1 1 1 0 0,-1-1-1 0 0,1 0 1 0 0,-1 1-1 0 0,1-1 1 0 0,-1 1-1 0 0,1 2 1 0 0,-3 80 208 0 0,3-82-222 0 0,1 0 1 0 0,0 0 0 0 0,0 0-1 0 0,-1 0 1 0 0,1 0 0 0 0,0-1-1 0 0,1 1 1 0 0,-1 0 0 0 0,0 0-1 0 0,3 2 1 0 0,0 1 5 0 0,1 4 1 0 0,0-1 0 0 0,1-1-1 0 0,-1 1 1 0 0,1-1 0 0 0,1 0 0 0 0,-1 0 0 0 0,1-1-1 0 0,1 0 1 0 0,11 8 0 0 0,-17-13-4 0 0,1 0 0 0 0,0 0 1 0 0,0-1-1 0 0,0 1 0 0 0,0-1 0 0 0,0 1 0 0 0,0-1 0 0 0,0 0 1 0 0,0 0-1 0 0,0-1 0 0 0,0 1 0 0 0,-1-1 0 0 0,6 0 1 0 0,12-2 58 0 0,-17 3-50 0 0,0-1 1 0 0,0 0-1 0 0,-1-1 0 0 0,1 1 0 0 0,0 0 0 0 0,-1-1 0 0 0,1 1 1 0 0,3-4-1 0 0,10-5 66 0 0,-12 8-63 0 0,0 0-1 0 0,0 0 1 0 0,0-1-1 0 0,0 1 1 0 0,0-1-1 0 0,-1 0 1 0 0,1 0-1 0 0,-1-1 1 0 0,0 1-1 0 0,6-8 0 0 0,0 0 10 0 0,-4 3-8 0 0,0 1 0 0 0,-1-1 0 0 0,6-11 0 0 0,-8 14-3 0 0,1-1-1 0 0,0 1 1 0 0,0-1-1 0 0,0 1 1 0 0,1 0-1 0 0,-1 0 1 0 0,1 0-1 0 0,7-6 1 0 0,-8 7 5 0 0,-3 3-19 0 0,0 1 0 0 0,1-1 0 0 0,-1 1 0 0 0,0 0 0 0 0,0-1 0 0 0,1 1 0 0 0,-1 0 0 0 0,0-1 1 0 0,0 1-1 0 0,1 0 0 0 0,-1-1 0 0 0,0 1 0 0 0,1 0 0 0 0,-1-1 0 0 0,0 1 0 0 0,1 0 0 0 0,-1 0 0 0 0,0-1 0 0 0,1 1 0 0 0,-1 0 0 0 0,1 0 0 0 0,-1 0 0 0 0,1 0 0 0 0,0 0 0 0 0,2-3 7 0 0,-2-1 0 0 0,-1-1 0 0 0,0 1 2 0 0,0 0 2 0 0,0 0-12 0 0,0 4-12 0 0,-1-1 4 0 0,-1 0 3 0 0,0 1 0 0 0,-1-1 1 0 0,1 0-1 0 0,0 1 1 0 0,-1-1-1 0 0,1 1 0 0 0,0 0 1 0 0,-1 0-1 0 0,1 0 1 0 0,0 0-1 0 0,-1 0 1 0 0,1 0-1 0 0,-3 1 0 0 0,-3 0-12 0 0,-67-1-221 0 0,72 0 220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35.2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79 10344 0 0,'0'0'2893'0'0,"0"4"-2792"0"0,0 11-1 0 0,0-15-96 0 0,0 1 0 0 0,0-1 0 0 0,0 0 1 0 0,0 0-1 0 0,0 1 0 0 0,0-1 0 0 0,0 0 0 0 0,0 0 0 0 0,0 0 0 0 0,1 1 0 0 0,-1-1 0 0 0,0 0 0 0 0,0 0 0 0 0,0 0 0 0 0,0 1 0 0 0,0-1 1 0 0,1 0-1 0 0,-1 0 0 0 0,0 0 0 0 0,0 0 0 0 0,0 1 0 0 0,1-1 0 0 0,-1 0 0 0 0,0 0 0 0 0,0 0 0 0 0,1 0 0 0 0,-1 0 0 0 0,0 0 0 0 0,0 0 1 0 0,1 0-1 0 0,-1 0 0 0 0,0 0 0 0 0,0 0 0 0 0,1 0 0 0 0,-1 0 0 0 0,0 0 0 0 0,0 0 0 0 0,0 0 0 0 0,1 0 0 0 0,-1 0 0 0 0,0 0 0 0 0,0 0 0 0 0,1 0 1 0 0,-1 0-1 0 0,0-1 0 0 0,13-4 81 0 0,-11 4-75 0 0,4-1 10 0 0,48-22 84 0 0,-50 22-79 0 0,1 0 0 0 0,-1-1 0 0 0,0 0 0 0 0,0 0 0 0 0,0 0 0 0 0,0-1 0 0 0,-1 1-1 0 0,1-1 1 0 0,3-6 0 0 0,-6 9 18 0 0,0 0 0 0 0,-1-1-1 0 0,1 1 1 0 0,0 0-1 0 0,-1 0 1 0 0,1 0 0 0 0,-1-1-1 0 0,0 1 1 0 0,1 0 0 0 0,-1 0-1 0 0,0-1 1 0 0,0 1-1 0 0,0 0 1 0 0,0-1 0 0 0,0 1-1 0 0,0-2 1 0 0,-1 2-19 0 0,1 1-1 0 0,0-1 1 0 0,-1 0 0 0 0,1 1-1 0 0,-1-1 1 0 0,1 1 0 0 0,-1-1-1 0 0,1 1 1 0 0,-1-1 0 0 0,0 1-1 0 0,1-1 1 0 0,-1 1-1 0 0,0-1 1 0 0,1 1 0 0 0,-1 0-1 0 0,0 0 1 0 0,1-1 0 0 0,-1 1-1 0 0,0 0 1 0 0,0 0 0 0 0,1 0-1 0 0,-1 0 1 0 0,0-1 0 0 0,0 1-1 0 0,1 0 1 0 0,-1 1 0 0 0,0-1-1 0 0,0 0 1 0 0,1 0 0 0 0,-1 0-1 0 0,0 0 1 0 0,-1 1 0 0 0,-3 0 31 0 0,-1 1 1 0 0,0-1 0 0 0,1 1 0 0 0,0 0 0 0 0,-1 1 0 0 0,1 0-1 0 0,0-1 1 0 0,0 2 0 0 0,0-1 0 0 0,1 0 0 0 0,-1 1 0 0 0,1 0-1 0 0,0 0 1 0 0,-6 7 0 0 0,5-5 21 0 0,0 1 0 0 0,1-1 1 0 0,0 1-1 0 0,0 0 0 0 0,0 0 0 0 0,1 1 0 0 0,0-1 0 0 0,1 1 1 0 0,-4 15-1 0 0,5-17-22 0 0,0 1 0 0 0,1 0 1 0 0,-1 0-1 0 0,2 0 1 0 0,-1-1-1 0 0,1 1 0 0 0,0 0 1 0 0,0 0-1 0 0,0-1 0 0 0,1 1 1 0 0,0-1-1 0 0,1 1 0 0 0,4 8 1 0 0,-5-11-26 0 0,1 0 1 0 0,0 0 0 0 0,0 0 0 0 0,0 0 0 0 0,1-1-1 0 0,-1 1 1 0 0,1-1 0 0 0,0 0 0 0 0,0 0 0 0 0,0 0-1 0 0,0-1 1 0 0,1 1 0 0 0,-1-1 0 0 0,1 0-1 0 0,-1 0 1 0 0,1-1 0 0 0,0 0 0 0 0,-1 1 0 0 0,7-1-1 0 0,-8 0-15 0 0,-1-1-1 0 0,1-1 0 0 0,-1 1 0 0 0,1 0 1 0 0,-1 0-1 0 0,1-1 0 0 0,-1 0 0 0 0,0 1 1 0 0,1-1-1 0 0,-1 0 0 0 0,0 0 1 0 0,4-2-1 0 0,2-3 24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35.6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13264 0 0,'0'0'1374'0'0,"4"2"-1258"0"0,-3-2-145 0 0,0 0 49 0 0,-1 0 0 0 0,1 0 0 0 0,0 0-1 0 0,-1 1 1 0 0,1-1 0 0 0,0 0 0 0 0,-1 0 0 0 0,1 1 0 0 0,-1-1 0 0 0,1 0 0 0 0,-1 1 0 0 0,1-1 0 0 0,0 0 0 0 0,-1 1 0 0 0,0-1 0 0 0,1 1-1 0 0,-1-1 1 0 0,1 1 0 0 0,-2 19 1458 0 0,-1 1-1189 0 0,1 1 1 0 0,2 30 0 0 0,1-7 83 0 0,7 143 403 0 0,-5-83-409 0 0,-4-104-359 0 0,0 0-1 0 0,0 0 1 0 0,0 0-1 0 0,1 1 1 0 0,-1-1 0 0 0,0 0-1 0 0,1 0 1 0 0,-1 0-1 0 0,0 0 1 0 0,1 0-1 0 0,0 0 1 0 0,-1 0 0 0 0,1 0-1 0 0,-1 0 1 0 0,1 0-1 0 0,0 0 1 0 0,0 0-1 0 0,1 1 1 0 0,-1-1 17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36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307 0 13672 0 0,'0'0'1744'0'0,"-4"4"-1374"0"0,-7 2-90 0 0,0 0 0 0 0,0-1 0 0 0,0 0-1 0 0,-22 6 1 0 0,-57 10 228 0 0,-8 3 390 0 0,78-18-768 0 0,2-1-20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37.6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178 55 8336 0 0,'0'0'7022'0'0,"-4"-2"-6911"0"0,-14-6 153 0 0,0 1-1 0 0,0 0 1 0 0,-28-4 0 0 0,-13-6 587 0 0,45 14 37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38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289 5 16344 0 0,'0'0'118'0'0,"-3"-1"-110"0"0,-3 0-5 0 0,1 0 0 0 0,-1 0 0 0 0,0 1 0 0 0,1 0 0 0 0,-1 0 0 0 0,1 0 0 0 0,-1 1 0 0 0,0 0 0 0 0,1 0 0 0 0,-1 0 0 0 0,1 1 0 0 0,-7 2 0 0 0,0 1 5 0 0,-1 0 1 0 0,1 1-1 0 0,0 1 1 0 0,-14 10-1 0 0,2-1 15 0 0,17-13-13 0 0,1 1-1 0 0,-1 1 1 0 0,1-1-1 0 0,0 1 1 0 0,1 0-1 0 0,-7 7 1 0 0,4-2 12 0 0,1 0 0 0 0,0 0 0 0 0,1 1 1 0 0,0-1-1 0 0,0 1 0 0 0,1 1 0 0 0,-4 14 0 0 0,8-22-10 0 0,0 0 0 0 0,0 0 0 0 0,0 0 0 0 0,1 1 0 0 0,-1-1 0 0 0,1 0 0 0 0,0 1-1 0 0,0-1 1 0 0,1 0 0 0 0,-1 1 0 0 0,1-1 0 0 0,0 0 0 0 0,0 0 0 0 0,1 0 0 0 0,-1 0 0 0 0,1 0-1 0 0,0 0 1 0 0,0 0 0 0 0,0 0 0 0 0,0-1 0 0 0,1 1 0 0 0,-1-1 0 0 0,1 1 0 0 0,4 3-1 0 0,-1-3 6 0 0,0 1 0 0 0,0-1 0 0 0,1-1-1 0 0,-1 1 1 0 0,1-1 0 0 0,-1 0-1 0 0,1 0 1 0 0,0-1 0 0 0,0 0-1 0 0,1 0 1 0 0,-1-1 0 0 0,0 0-1 0 0,0 0 1 0 0,12-1 0 0 0,10-1 62 0 0,1-1 1 0 0,36-7 0 0 0,-40 5-6 0 0,-2 0-18 0 0,-16 2-32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39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0 10952 0 0,'0'0'2944'0'0,"0"4"-2528"0"0,-2 79 679 0 0,4 103 289 0 0,11-114-1035 0 0,-5-29-122 0 0,-4-24-85 0 0,2 26 406 0 0,-6-41-502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39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36 10656 0 0,'0'0'3913'0'0,"4"-2"-3700"0"0,9-4-7 0 0,1 0 0 0 0,1 2 0 0 0,27-7 0 0 0,-29 10-165 0 0,-1-1 8 0 0,1 0 1 0 0,0 1-1 0 0,-1 1 1 0 0,18 1-1 0 0,17 7 45 0 0,-26-4-63 0 0,1-1 0 0 0,22 0 0 0 0,-27-3-8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40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39 8744 0 0,'0'0'7448'0'0,"-5"-2"-7312"0"0,-19-4 385 0 0,-31-5 0 0 0,-8-1 508 0 0,43 4 195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41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28 9848 0 0,'0'0'4272'0'0,"-3"0"-4167"0"0,2 0-105 0 0,-12 0 231 0 0,0 0 0 0 0,-17-4 0 0 0,19 3-299 0 0,2-1 1445 0 0,15 1-613 0 0,55-6-57 0 0,46 2-103 0 0,-73 0-339 0 0,-32 4-241 0 0,4-1 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42.5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46 8840 0 0,'0'0'6996'0'0,"-1"4"-6890"0"0,-8 35 117 0 0,2 0-1 0 0,1 1 1 0 0,0 49-1 0 0,2-37-93 0 0,4 73 2936 0 0,4-135-1846 0 0,10 10-1111 0 0,0 0 0 0 0,0-1 0 0 0,0-1 1 0 0,0 0-1 0 0,16-5 0 0 0,-16 3-92 0 0,-1-1 0 0 0,-1-1 0 0 0,1 0 0 0 0,-1 0 1 0 0,0-1-1 0 0,0-1 0 0 0,-1 0 0 0 0,0 0 0 0 0,0-1 0 0 0,-1-1 0 0 0,9-11 0 0 0,-6 8-2 0 0,-1-1 1 0 0,17-24-1 0 0,-25 30-9 0 0,1 0 0 0 0,-1-1 0 0 0,0 0 0 0 0,-1 1 1 0 0,0-2-1 0 0,3-16 0 0 0,-5 22-3 0 0,0-1 0 0 0,-1 1 1 0 0,1 0-1 0 0,-1-1 0 0 0,-1 1 0 0 0,1-1 1 0 0,-1 1-1 0 0,1 0 0 0 0,-1-1 0 0 0,0 1 1 0 0,-1 0-1 0 0,1 0 0 0 0,-1 0 0 0 0,0 0 0 0 0,0 0 1 0 0,-2-4-1 0 0,0 3 0 0 0,0 1-1 0 0,1-1 1 0 0,-1 1 0 0 0,-1 0 0 0 0,1 0-1 0 0,-1 1 1 0 0,1-1 0 0 0,-1 1-1 0 0,0 0 1 0 0,0 0 0 0 0,-11-4 0 0 0,-8-3 10 0 0,-1 1 0 0 0,0 2 0 0 0,-49-10 0 0 0,56 15-6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1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0 6128 0 0,'0'0'3325'0'0,"4"0"-3074"0"0,7 0 1073 0 0,-21 0 3408 0 0,8 0-4682 0 0,1 0 1 0 0,0 0 0 0 0,-1 0 0 0 0,1 1 0 0 0,-1-1 0 0 0,1 0 0 0 0,0 1 0 0 0,-1-1 0 0 0,1 0 0 0 0,0 1 0 0 0,0-1 0 0 0,-1 1 0 0 0,1 0 0 0 0,0 0 0 0 0,0-1 0 0 0,-2 3 0 0 0,-7 4 116 0 0,-5 7 269 0 0,14-12-384 0 0,-1-1 0 0 0,1 1 0 0 0,-1-1 1 0 0,1 1-1 0 0,-1-1 0 0 0,1 1 0 0 0,-1-1 0 0 0,0 0 0 0 0,-3 2 0 0 0,-5-1 223 0 0,10-2-256 0 0,-1 0 0 0 0,0 0 1 0 0,0 1-1 0 0,1-1 0 0 0,-1 0 0 0 0,0 1 0 0 0,1-1 0 0 0,-1 0 0 0 0,0 1 0 0 0,1-1 0 0 0,-1 1 0 0 0,1-1 0 0 0,-1 1 0 0 0,0-1 1 0 0,1 1-1 0 0,-1-1 0 0 0,0 2 0 0 0,-5 4 108 0 0,0 1 0 0 0,1 0 0 0 0,-1 0 0 0 0,1 0 0 0 0,1 1 0 0 0,-1 0 1 0 0,1 0-1 0 0,-3 10 0 0 0,2-10-20 0 0,5-8-97 0 0,-1 1 0 0 0,1 0 0 0 0,-1-1 0 0 0,1 1 0 0 0,-1 0 0 0 0,1-1 0 0 0,0 1 1 0 0,-1 0-1 0 0,1 0 0 0 0,0-1 0 0 0,-1 1 0 0 0,1 0 0 0 0,0 0 0 0 0,0 0 0 0 0,0-1 0 0 0,0 3 0 0 0,-7 50 286 0 0,7-10-62 0 0,21-23-84 0 0,-2 7-39 0 0,-17-23-86 0 0,0 0 0 0 0,0-1 0 0 0,1 1 0 0 0,0 0 0 0 0,0-1 0 0 0,0 0 0 0 0,0 1 0 0 0,0-1-1 0 0,7 4 1 0 0,-5-4 12 0 0,0 0 1 0 0,1 0-1 0 0,-1-1 0 0 0,1 0 0 0 0,10 3 0 0 0,-13-5-22 0 0,-1 1 0 0 0,1-1 0 0 0,0 0 0 0 0,-1 0 0 0 0,1 0 0 0 0,0 0 0 0 0,-1 0 1 0 0,1 0-1 0 0,-1-1 0 0 0,1 1 0 0 0,0-1 0 0 0,-1 0 0 0 0,1 0 0 0 0,-1 0 0 0 0,0 0 0 0 0,4-2 0 0 0,22-14 79 0 0,-21 14-79 0 0,-1 0-1 0 0,0-1 0 0 0,0 0 1 0 0,0-1-1 0 0,0 1 0 0 0,9-11 1 0 0,-6 5-1 0 0,0-1 1 0 0,-1 0-1 0 0,0-1 0 0 0,-1 0 1 0 0,9-18-1 0 0,-14 25-14 0 0,-2 1 0 0 0,0 0 0 0 0,0 0 0 0 0,0-1 0 0 0,0 1 0 0 0,0 0 0 0 0,0-1 0 0 0,0 0 0 0 0,0 1 0 0 0,0 0 0 0 0,0 1 3 0 0,-1 2 9 0 0,-17 1-6 0 0,15-1-5 0 0,-1 1 0 0 0,0 0 0 0 0,0 0 1 0 0,0 0-1 0 0,0 0 0 0 0,0 1 0 0 0,0-1 0 0 0,0 1 1 0 0,0 0-1 0 0,0 0 0 0 0,1 1 0 0 0,-1-1 1 0 0,1 1-1 0 0,-1 0 0 0 0,-5 3 0 0 0,4-1-1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1.6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13 117 11152 0 0,'0'0'1504'0'0,"0"3"-1378"0"0,0-2-91 0 0,0 0 0 0 0,0 0 1 0 0,0 0-1 0 0,0 0 0 0 0,0 0 0 0 0,1-1 0 0 0,-1 1 0 0 0,0 0 0 0 0,0 0 0 0 0,1 0 0 0 0,-1 0 1 0 0,0-1-1 0 0,1 1 0 0 0,-1 0 0 0 0,1 0 0 0 0,-1-1 0 0 0,1 1 0 0 0,-1 0 0 0 0,1-1 0 0 0,0 1 1 0 0,-1 0-1 0 0,2 0 0 0 0,0-1 60 0 0,-1 0 0 0 0,1 0 0 0 0,0 0 0 0 0,0 0 0 0 0,-1 0 0 0 0,1 0 0 0 0,0 0 0 0 0,-1-1 0 0 0,1 1 1 0 0,0-1-1 0 0,-1 1 0 0 0,1-1 0 0 0,2-1 0 0 0,2 0 21 0 0,-1-1 1 0 0,0 0-1 0 0,1 0 0 0 0,-1 0 1 0 0,0 0-1 0 0,-1-1 0 0 0,1 1 1 0 0,0-1-1 0 0,-1-1 0 0 0,0 1 1 0 0,0-1-1 0 0,0 1 0 0 0,-1-1 0 0 0,0 0 1 0 0,1 0-1 0 0,-2-1 0 0 0,1 1 1 0 0,-1 0-1 0 0,3-9 0 0 0,-4 12-76 0 0,-1-1 0 0 0,1 1 0 0 0,-1 0 0 0 0,1-1 0 0 0,-1 1 0 0 0,0-1 0 0 0,0 1-1 0 0,0 0 1 0 0,-1-5 0 0 0,0 6-29 0 0,1 0 0 0 0,0 0 0 0 0,-1 0 0 0 0,1 1-1 0 0,0-1 1 0 0,-1 0 0 0 0,1 1 0 0 0,-1-1 0 0 0,1 0 0 0 0,-1 1-1 0 0,1-1 1 0 0,-1 1 0 0 0,0-1 0 0 0,1 0 0 0 0,-1 1 0 0 0,0 0 0 0 0,1-1-1 0 0,-1 1 1 0 0,0-1 0 0 0,1 1 0 0 0,-1 0 0 0 0,0-1 0 0 0,0 1-1 0 0,0 0 1 0 0,1 0 0 0 0,-1 0 0 0 0,0 0 0 0 0,0 0 0 0 0,0 0 0 0 0,0 0-1 0 0,1 0 1 0 0,-1 0 0 0 0,0 0 0 0 0,0 0 0 0 0,0 0 0 0 0,-1 1-1 0 0,-4 0 13 0 0,0 1 0 0 0,0 1-1 0 0,-1-1 1 0 0,1 1-1 0 0,1 0 1 0 0,-1 0 0 0 0,0 0-1 0 0,1 1 1 0 0,0 0-1 0 0,0 0 1 0 0,0 1 0 0 0,0-1-1 0 0,0 1 1 0 0,1 0-1 0 0,0 0 1 0 0,0 0 0 0 0,-3 8-1 0 0,5-10-11 0 0,1 1 0 0 0,-1-1-1 0 0,1 1 1 0 0,0 0 0 0 0,0-1 0 0 0,0 1 0 0 0,0 0-1 0 0,1 0 1 0 0,0 0 0 0 0,0-1 0 0 0,0 1-1 0 0,0 0 1 0 0,0 0 0 0 0,1 0 0 0 0,0 0 0 0 0,-1 0-1 0 0,2-1 1 0 0,-1 1 0 0 0,0 0 0 0 0,1-1 0 0 0,-1 1-1 0 0,1-1 1 0 0,0 0 0 0 0,0 1 0 0 0,1-1-1 0 0,-1 0 1 0 0,1 0 0 0 0,3 3 0 0 0,-2-2-4 0 0,0 0 1 0 0,0-1 0 0 0,0 0-1 0 0,0 1 1 0 0,0-2 0 0 0,1 1-1 0 0,0 0 1 0 0,-1-1 0 0 0,1 0-1 0 0,0 0 1 0 0,0 0 0 0 0,0-1-1 0 0,0 1 1 0 0,1-1 0 0 0,-1-1-1 0 0,0 1 1 0 0,0-1-1 0 0,1 0 1 0 0,-1 0 0 0 0,7-1-1 0 0,0-2 1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1.9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0 12960 0 0,'0'0'1256'0'0,"0"4"-1138"0"0,-1 35 819 0 0,0-16-648 0 0,1 0-1 0 0,1 0 0 0 0,5 34 1 0 0,-3-39-139 0 0,-1 0 1 0 0,-1 0-1 0 0,-1 0 0 0 0,-1 0 1 0 0,-2 19-1 0 0,0-17-34 0 0,2 1 0 0 0,1-1-1 0 0,2 28 1 0 0,0-8 63 0 0,-2-33-141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2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0 12760 0 0,'0'0'704'0'0,"-21"12"-472"0"0,10-9-128 0 0,-2 0 8 0 0,0-2-8 0 0,0 2 8 0 0,0-1 120 0 0,-2 0 0 0 0,-1 0 0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2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20 11760 0 0,'0'0'824'0'0,"3"-1"-716"0"0,9-3 213 0 0,-17-1 321 0 0,-27-2 335 0 0,4 5-488 0 0,0 2 1 0 0,0 1-1 0 0,0 1 1 0 0,-38 8-1 0 0,22 2-22 0 0,33-9-366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4.2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115 185 10848 0 0,'0'0'5935'0'0,"5"2"-5909"0"0,3 0-9 0 0,1 0 0 0 0,-1-1 1 0 0,1 0-1 0 0,0 0 0 0 0,0-1 0 0 0,-1 0 0 0 0,14-2 1 0 0,69-12 295 0 0,-66 9-196 0 0,-14 2 61 0 0,0 0 1 0 0,0-1-1 0 0,-1 0 0 0 0,1-1 1 0 0,-1 0-1 0 0,0-1 1 0 0,0 0-1 0 0,-1 0 0 0 0,11-9 1 0 0,-18 13-113 0 0,-1 1 0 0 0,1-1-1 0 0,0 1 1 0 0,-1-1 0 0 0,0 0 0 0 0,1 1 0 0 0,-1-1 0 0 0,0 0 0 0 0,0 0 0 0 0,0 0 0 0 0,0 0 0 0 0,0 0-1 0 0,0-3 1 0 0,0 3-29 0 0,-1 1-1 0 0,0-1 1 0 0,0 1-1 0 0,-1 0 1 0 0,1-1-1 0 0,0 1 0 0 0,0-1 1 0 0,-1 1-1 0 0,1 0 1 0 0,-1-1-1 0 0,1 1 1 0 0,-1 0-1 0 0,1 0 1 0 0,-1-1-1 0 0,0 1 0 0 0,0 0 1 0 0,1 0-1 0 0,-1 0 1 0 0,0 0-1 0 0,-2-2 1 0 0,-5-3 17 0 0,1 0 0 0 0,-1 0 0 0 0,-1 0 0 0 0,1 1 0 0 0,-1 0 1 0 0,0 1-1 0 0,0 0 0 0 0,0 1 0 0 0,-1-1 0 0 0,0 2 0 0 0,1-1 1 0 0,-1 2-1 0 0,0-1 0 0 0,0 1 0 0 0,-16 0 0 0 0,8 2 1 0 0,-1 0 0 0 0,1 1 0 0 0,-1 0 0 0 0,1 2-1 0 0,0 0 1 0 0,0 1 0 0 0,-25 11 0 0 0,35-13-31 0 0,1 1-1 0 0,0-1 1 0 0,0 1-1 0 0,0 1 0 0 0,0-1 1 0 0,1 1-1 0 0,-9 8 1 0 0,14-13-29 0 0,-19 0-181 0 0,19 0 162 0 0,-10 10-705 0 0,8 11 684 0 0,0-1 1 0 0,1 1-1 0 0,1 0 1 0 0,3 37-1 0 0,-1-42 36 0 0,0-3 3 0 0,1-1 1 0 0,1 0-1 0 0,0 0 0 0 0,8 20 1 0 0,5 20 2 0 0,-15-47 3 0 0,-1-3 0 0 0,1-1 0 0 0,-1 1 0 0 0,0 0 0 0 0,1 0 0 0 0,0-1 0 0 0,-1 1 0 0 0,1 0 0 0 0,0-1 0 0 0,0 1 0 0 0,2 2 0 0 0,0 1 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4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11952 0 0,'0'0'1914'0'0,"0"3"-1636"0"0,2 7-136 0 0,0 1 0 0 0,1-1 1 0 0,0-1-1 0 0,1 1 0 0 0,0 0 1 0 0,6 9-1 0 0,7 18 251 0 0,-6-8-66 0 0,-8-18-230 0 0,0-1-1 0 0,1 0 1 0 0,0-1-1 0 0,1 1 1 0 0,8 13-1 0 0,-4-14-16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4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58 151 11048 0 0,'0'0'1538'0'0,"4"-1"-1171"0"0,3-1-150 0 0,0 0 1 0 0,0-1-1 0 0,0 1 1 0 0,0-1-1 0 0,-1-1 0 0 0,0 1 1 0 0,0-1-1 0 0,0-1 1 0 0,0 1-1 0 0,0-1 1 0 0,-1 0-1 0 0,0 0 0 0 0,9-11 1 0 0,-11 12-129 0 0,-1 1-1 0 0,1 0 1 0 0,-1-1 0 0 0,0 0-1 0 0,0 1 1 0 0,0-1 0 0 0,-1 0-1 0 0,0 0 1 0 0,1 0 0 0 0,-1 0 0 0 0,-1 0-1 0 0,1 0 1 0 0,0 0 0 0 0,-1-1-1 0 0,0 1 1 0 0,-1-8 0 0 0,1 11-74 0 0,0 0 0 0 0,-1 1-1 0 0,1-1 1 0 0,-1 0 0 0 0,1 1 0 0 0,-1-1 0 0 0,1 0 0 0 0,-1 1-1 0 0,1-1 1 0 0,-1 1 0 0 0,1-1 0 0 0,-1 0 0 0 0,0 1 0 0 0,1 0 0 0 0,-1-1-1 0 0,0 1 1 0 0,1-1 0 0 0,-1 1 0 0 0,0 0 0 0 0,0 0 0 0 0,1-1 0 0 0,-1 1-1 0 0,0 0 1 0 0,0 0 0 0 0,0 0 0 0 0,1 0 0 0 0,-1 0 0 0 0,0 0-1 0 0,0 0 1 0 0,0 0 0 0 0,1 0 0 0 0,-1 0 0 0 0,-1 1 0 0 0,-29 7 145 0 0,26-6-131 0 0,-2 1 9 0 0,1 0-1 0 0,-1 0 0 0 0,1 1 1 0 0,0-1-1 0 0,0 2 0 0 0,1-1 0 0 0,-1 0 1 0 0,1 1-1 0 0,0 0 0 0 0,0 1 1 0 0,0-1-1 0 0,1 1 0 0 0,0-1 0 0 0,0 1 1 0 0,1 1-1 0 0,-6 11 0 0 0,4-5 28 0 0,0-1 0 0 0,1 0 0 0 0,1 1 0 0 0,0 0-1 0 0,0 0 1 0 0,2 0 0 0 0,-1 0 0 0 0,2 19 0 0 0,0-27-36 0 0,1-1 0 0 0,0 1 0 0 0,0-1 0 0 0,0 1 0 0 0,1-1 1 0 0,-1 0-1 0 0,1 1 0 0 0,0-1 0 0 0,0 0 0 0 0,3 4 0 0 0,-4-6-15 0 0,1-1 0 0 0,-1 1 0 0 0,0 0 0 0 0,1-1 0 0 0,-1 1 0 0 0,1-1 0 0 0,-1 1 0 0 0,1-1 0 0 0,-1 0 0 0 0,1 1-1 0 0,0-1 1 0 0,0 0 0 0 0,0 0 0 0 0,0 0 0 0 0,0-1 0 0 0,0 1 0 0 0,0 0 0 0 0,0-1 0 0 0,0 1 0 0 0,0-1 0 0 0,0 0 0 0 0,0 0-1 0 0,5 0 1 0 0,3-2-6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5.3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12256 0 0,'0'0'2254'0'0,"1"5"-1891"0"0,5 44 235 0 0,-2 0 0 0 0,-2 0-1 0 0,-2 1 1 0 0,-11 81 0 0 0,9-109-357 0 0,2-1 0 0 0,2 22 0 0 0,0 8 261 0 0,-2-44-358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5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174 72 12160 0 0,'0'0'3976'0'0,"-5"1"-3814"0"0,-23 13 411 0 0,-36 24 0 0 0,31-18-274 0 0,29-17-267 0 0,0 0 0 0 0,1 0-1 0 0,-1 0 1 0 0,1 0-1 0 0,0 0 1 0 0,0 1-1 0 0,0-1 1 0 0,1 1 0 0 0,-5 7-1 0 0,6-9-20 0 0,0 0 0 0 0,0 0 0 0 0,0 0 0 0 0,0 0 0 0 0,0 0 0 0 0,1 0 0 0 0,-1 0 0 0 0,1 0 0 0 0,-1 0 0 0 0,1 0 0 0 0,0 0 0 0 0,0 0 0 0 0,0 0 0 0 0,0 1 0 0 0,0-1 0 0 0,1 0 0 0 0,-1 0 0 0 0,1 0 0 0 0,-1 0 0 0 0,1 0 0 0 0,0 0-1 0 0,1 2 1 0 0,0-2-4 0 0,1 0-1 0 0,0-1 0 0 0,0 1 1 0 0,0-1-1 0 0,0 0 1 0 0,0 0-1 0 0,0 0 0 0 0,0 0 1 0 0,0-1-1 0 0,0 1 0 0 0,0-1 1 0 0,7 0-1 0 0,-5 1 1 0 0,1-1-3 0 0,0 0 1 0 0,1-1-1 0 0,-1 0 1 0 0,0 0-1 0 0,0 0 1 0 0,0 0-1 0 0,0-1 0 0 0,0 0 1 0 0,0-1-1 0 0,-1 1 1 0 0,8-5-1 0 0,-4 1 1 0 0,0 1-1 0 0,0-2 1 0 0,0 1-1 0 0,-1-1 0 0 0,13-13 1 0 0,-16 14 2 0 0,1 0-1 0 0,-1-1 1 0 0,-1 0 0 0 0,1 0 0 0 0,-1 0 0 0 0,0 0 0 0 0,-1-1 0 0 0,0 0-1 0 0,4-12 1 0 0,-6 13 18 0 0,0 0 0 0 0,-1 1-1 0 0,1-1 1 0 0,-1 0-1 0 0,0 0 1 0 0,-1 0 0 0 0,0 0-1 0 0,0 0 1 0 0,-1 1 0 0 0,1-1-1 0 0,-5-10 1 0 0,1 71 923 0 0,3 45-554 0 0,1 38 325 0 0,2-117-623 0 0,4-2-3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6.5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138 486 13056 0 0,'0'0'1956'0'0,"-1"3"-1752"0"0,-5 28 1247 0 0,6-30-1085 0 0,7-27 288 0 0,7-10-433 0 0,14-60-1 0 0,-3 11-67 0 0,-3 14 64 0 0,21-58 279 0 0,-32 99-237 0 0,-9 21-84 0 0,1 1-1 0 0,1 0 1 0 0,7-15-1 0 0,-41 133 1401 0 0,19-74-1408 0 0,10-30-117 0 0,-1 1 0 0 0,0-1-1 0 0,0 1 1 0 0,0-1 0 0 0,-1 0-1 0 0,0 0 1 0 0,0 0 0 0 0,-1 0-1 0 0,-5 7 1 0 0,8-12-40 0 0,-1 1 0 0 0,1-1 0 0 0,-1 0 0 0 0,0 0 0 0 0,1 0-1 0 0,-1 0 1 0 0,0 0 0 0 0,0 0 0 0 0,0 0 0 0 0,1 0 0 0 0,-1-1 0 0 0,0 1 0 0 0,0-1 0 0 0,0 0 0 0 0,0 1 0 0 0,0-1-1 0 0,0 0 1 0 0,0 0 0 0 0,0 0 0 0 0,0-1 0 0 0,0 1 0 0 0,0 0 0 0 0,0-1 0 0 0,0 1 0 0 0,0-1 0 0 0,0 0 0 0 0,0 1-1 0 0,1-1 1 0 0,-4-2 0 0 0,-4-3-2 0 0,-1 0-1 0 0,1-1 1 0 0,0 0 0 0 0,-9-10-1 0 0,-2 0 13 0 0,-54-54 48 0 0,54 51 20 0 0,19 19-54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7.6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 12864 0 0,'0'0'8417'0'0,"-5"0"-7947"0"0,-17 1-123 0 0,1 1 0 0 0,-23 5-1 0 0,30-4-126 0 0,0-2 0 0 0,-1 0 0 0 0,-20-2 1 0 0,7 0 196 0 0,28 1-371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8.9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11856 0 0,'0'0'6705'0'0,"2"3"-6616"0"0,1 2-58 0 0,-1 1 0 0 0,0-1 0 0 0,0 0-1 0 0,0 1 1 0 0,-1-1 0 0 0,0 1 0 0 0,0-1 0 0 0,0 1 0 0 0,0 7-1 0 0,-3 61 236 0 0,-1-24-4 0 0,3 72 806 0 0,0-121-519 0 0,2-1 74 0 0,12 0-595 0 0,0 0 1 0 0,1-2-1 0 0,22-4 0 0 0,-31 4-17 0 0,1 0 0 0 0,-1 0 0 0 0,1 0 0 0 0,-1-1 1 0 0,0 0-1 0 0,0-1 0 0 0,0 1 0 0 0,-1-1 0 0 0,10-8 0 0 0,-4 1 26 0 0,0 0 1 0 0,-1-1-1 0 0,0 0 1 0 0,-1 0-1 0 0,0-1 1 0 0,-1 0-1 0 0,0-1 0 0 0,-1 0 1 0 0,-1 0-1 0 0,0-1 1 0 0,-1 1-1 0 0,-1-1 0 0 0,0 0 1 0 0,3-24-1 0 0,-7 35-28 0 0,0 0 0 0 0,0 1 0 0 0,0-1 0 0 0,0 0 0 0 0,-1 0 0 0 0,0 0 0 0 0,0 1 0 0 0,0-1 0 0 0,0 0 0 0 0,0 1 0 0 0,-1-1 0 0 0,1 0 0 0 0,-1 1 0 0 0,0 0 0 0 0,0-1 0 0 0,0 1 0 0 0,-1 0 0 0 0,1 0 0 0 0,-1 0 0 0 0,1 1 0 0 0,-1-1 0 0 0,-5-3 0 0 0,4 3-4 0 0,-1 0 0 0 0,0 1 0 0 0,1 0 0 0 0,-1-1 1 0 0,0 2-1 0 0,0-1 0 0 0,-1 0 0 0 0,1 1 0 0 0,0 0 1 0 0,0 0-1 0 0,0 1 0 0 0,-1 0 0 0 0,1-1 0 0 0,0 2 0 0 0,-8 0 1 0 0,-17 2 13 0 0,21-2-13 0 0,-1 0 0 0 0,0 1 0 0 0,1 0 0 0 0,0 0 1 0 0,-12 4-1 0 0,13-2 0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59.6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204 156 17311 0 0,'0'0'-16'0'0,"3"-4"-46"0"0,2-1 57 0 0,21-23-105 0 0,-26 28 108 0 0,0 0-1 0 0,0 0 0 0 0,1-1 1 0 0,-1 1-1 0 0,0 0 0 0 0,0-1 1 0 0,0 1-1 0 0,0-1 0 0 0,1 1 1 0 0,-1 0-1 0 0,0-1 1 0 0,0 1-1 0 0,0 0 0 0 0,0-1 1 0 0,0 1-1 0 0,0-1 0 0 0,0 1 1 0 0,0 0-1 0 0,0-1 0 0 0,0 1 1 0 0,0-1-1 0 0,-1 1 1 0 0,1 0-1 0 0,0-1 0 0 0,0 1 1 0 0,0 0-1 0 0,0-1 0 0 0,-1 1 1 0 0,1 0-1 0 0,0-1 1 0 0,0 1-1 0 0,0 0 0 0 0,-1-1 1 0 0,1 1-1 0 0,0 0 0 0 0,-1 0 1 0 0,1-1-1 0 0,-1 1 1 0 0,-13-9-37 0 0,5 9 39 0 0,-1 1 0 0 0,0 0 0 0 0,0 0 0 0 0,1 1 0 0 0,-1 0 0 0 0,1 1 0 0 0,0 0 0 0 0,-1 1 0 0 0,1-1 0 0 0,1 2 0 0 0,-1-1 0 0 0,1 1 0 0 0,-11 8 0 0 0,11-7 8 0 0,1-1 0 0 0,0 1-1 0 0,0 0 1 0 0,0 0 0 0 0,1 1 0 0 0,0-1 0 0 0,0 1 0 0 0,1 1 0 0 0,0-1 0 0 0,-7 15-1 0 0,11-19 0 0 0,0 1 0 0 0,0-1 0 0 0,0 1 0 0 0,0 0 0 0 0,1-1 0 0 0,0 1 0 0 0,0 0 0 0 0,0 4 0 0 0,0-7-2 0 0,0 0-1 0 0,0 1 0 0 0,1-1 1 0 0,-1 0-1 0 0,0 0 0 0 0,0 1 0 0 0,1-1 1 0 0,-1 0-1 0 0,1 0 0 0 0,-1 0 1 0 0,1 0-1 0 0,0 0 0 0 0,-1 1 0 0 0,1-1 1 0 0,0 0-1 0 0,0-1 0 0 0,-1 1 1 0 0,1 0-1 0 0,0 0 0 0 0,0 0 0 0 0,0 0 1 0 0,0-1-1 0 0,0 1 0 0 0,0 0 1 0 0,1-1-1 0 0,1 2 0 0 0,3-1 9 0 0,0-1 0 0 0,1 1 0 0 0,-1-1-1 0 0,1 0 1 0 0,-1-1 0 0 0,1 0 0 0 0,-1 1 0 0 0,0-2 0 0 0,0 1 0 0 0,1-1-1 0 0,-1 0 1 0 0,0 0 0 0 0,0-1 0 0 0,-1 0 0 0 0,1 0 0 0 0,-1 0-1 0 0,1-1 1 0 0,-1 0 0 0 0,0 0 0 0 0,7-7 0 0 0,0 0 45 0 0,-1-1 1 0 0,0-1 0 0 0,0 0-1 0 0,-1 0 1 0 0,-1-1 0 0 0,14-27-1 0 0,-20 32 3 0 0,0-1-1 0 0,0 1 0 0 0,-1-1 1 0 0,0 1-1 0 0,1-17 1 0 0,-2 15 95 0 0,1 0 1 0 0,0 0 0 0 0,5-17-1 0 0,-5 28 985 0 0,-1 8-431 0 0,1 25-187 0 0,-2 40-290 0 0,2-58-32 0 0,-1-1 0 0 0,2 1 0 0 0,-1-1-1 0 0,7 17 1 0 0,-8-27-178 0 0,20 48 697 0 0,-18-46-642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00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0 16072 0 0,'0'0'2159'0'0,"0"4"-2015"0"0,-9 290 2815 0 0,1-175-2428 0 0,12-78-341 0 0,-4-40-182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00.3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39 12760 0 0,'-4'-5'932'0'0,"-4"-4"-200"0"0,3 6-536 0 0,0 0 1 0 0,0 0 0 0 0,0 0 0 0 0,0 1 0 0 0,-1 0-1 0 0,1 0 1 0 0,-1 1 0 0 0,1-1 0 0 0,-1 1 0 0 0,-6 0-1 0 0,-4-1 10 0 0,0 2 0 0 0,-23 2 0 0 0,35-2-171 0 0,0 1-1 0 0,0 0 0 0 0,0 0 1 0 0,0 0-1 0 0,-7 4 1 0 0,-4 2 55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00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176 139 10544 0 0,'0'0'3158'0'0,"-4"-2"-2939"0"0,3 1-200 0 0,-1 0 0 0 0,0 0 0 0 0,0 1 0 0 0,1-1 0 0 0,-1 1 0 0 0,0 0 0 0 0,0 0 0 0 0,0-1 0 0 0,0 1 0 0 0,1 0 0 0 0,-1 0 0 0 0,0 1 0 0 0,0-1 0 0 0,0 0 0 0 0,-3 1 0 0 0,-31 16 213 0 0,27-11-151 0 0,-1 0 0 0 0,1 0 0 0 0,0 1-1 0 0,0 1 1 0 0,1 0 0 0 0,0 0 0 0 0,0 0 0 0 0,-9 13 0 0 0,15-17-52 0 0,0 1-1 0 0,0-1 1 0 0,0 0 0 0 0,0 0 0 0 0,1 1 0 0 0,-1-1-1 0 0,1 1 1 0 0,0 0 0 0 0,1-1 0 0 0,-1 1 0 0 0,1 0-1 0 0,0-1 1 0 0,0 1 0 0 0,0 0 0 0 0,1-1 0 0 0,0 1-1 0 0,0 0 1 0 0,0-1 0 0 0,3 8 0 0 0,-4-11-19 0 0,1 0 1 0 0,0-1-1 0 0,-1 1 1 0 0,1 0-1 0 0,0-1 0 0 0,0 1 1 0 0,0 0-1 0 0,-1-1 1 0 0,1 1-1 0 0,0-1 1 0 0,0 1-1 0 0,0-1 1 0 0,0 0-1 0 0,0 1 0 0 0,0-1 1 0 0,0 0-1 0 0,0 0 1 0 0,0 0-1 0 0,0 1 1 0 0,0-1-1 0 0,0 0 0 0 0,0 0 1 0 0,0-1-1 0 0,0 1 1 0 0,0 0-1 0 0,0 0 1 0 0,2-1-1 0 0,28-7 107 0 0,-22 2-66 0 0,1 0-1 0 0,-1 0 0 0 0,0-1 1 0 0,-1 0-1 0 0,1 0 0 0 0,-1-1 1 0 0,-1 0-1 0 0,0-1 0 0 0,0 0 1 0 0,0 0-1 0 0,-1 0 0 0 0,-1-1 1 0 0,1 0-1 0 0,-2 0 0 0 0,1 0 1 0 0,3-15-1 0 0,-5 7 73 0 0,-1 1-1 0 0,0-32 1 0 0,-2 31 31 0 0,1 0 0 0 0,4-25-1 0 0,-2 36 887 0 0,-1 13-495 0 0,1 25-231 0 0,-2-11-18 0 0,3 1-107 0 0,1-1-1 0 0,0 0 1 0 0,1 0 0 0 0,2 0-1 0 0,0-1 1 0 0,0 0 0 0 0,2-1-1 0 0,1 0 1 0 0,13 19 0 0 0,-16-28-79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01.3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20 13864 0 0,'0'0'3118'0'0,"0"-4"-2699"0"0,-2-10 58 0 0,2 14-445 0 0,0 0 0 0 0,-1 0 0 0 0,1 0 0 0 0,0-1-1 0 0,0 1 1 0 0,0 0 0 0 0,0 0 0 0 0,-1 0 0 0 0,1 0 0 0 0,0 0 0 0 0,0 0 0 0 0,0 0-1 0 0,-1 0 1 0 0,1 0 0 0 0,0 0 0 0 0,0 0 0 0 0,0 0 0 0 0,-1 0 0 0 0,1 0 0 0 0,0 0-1 0 0,0 0 1 0 0,0 0 0 0 0,-1 0 0 0 0,1 0 0 0 0,0 0 0 0 0,0 0 0 0 0,0 0-1 0 0,-1 0 1 0 0,1 0 0 0 0,0 0 0 0 0,0 0 0 0 0,0 0 0 0 0,0 1 0 0 0,-1-1 0 0 0,1 0-1 0 0,0 0 1 0 0,0 0 0 0 0,0 0 0 0 0,-1 1 0 0 0,-9 5-46 0 0,9-5 130 0 0,-9 7-29 0 0,0 1 0 0 0,0 0 0 0 0,1 0 0 0 0,1 1 0 0 0,-1 0 0 0 0,1 1 1 0 0,1 0-1 0 0,0 0 0 0 0,-10 23 0 0 0,-1 9 50 0 0,-18 62 1 0 0,29-75-116 0 0,1 0 1 0 0,2 0-1 0 0,1 0 0 0 0,1 1 1 0 0,3 30-1 0 0,-1-49-22 0 0,2 0-1 0 0,-1 0 0 0 0,1 0 0 0 0,1-1 0 0 0,0 1 1 0 0,1-1-1 0 0,0 0 0 0 0,1 0 0 0 0,6 11 0 0 0,-8-17 1 0 0,0 0 0 0 0,0 0-1 0 0,0 0 1 0 0,1 0-1 0 0,0-1 1 0 0,0 0 0 0 0,0 1-1 0 0,0-2 1 0 0,1 1 0 0 0,-1 0-1 0 0,1-1 1 0 0,0 0-1 0 0,0 0 1 0 0,1 0 0 0 0,-1-1-1 0 0,0 0 1 0 0,1 0 0 0 0,0 0-1 0 0,-1 0 1 0 0,7 0-1 0 0,2-2 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45.6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46 6224 0 0,'0'0'9806'0'0,"-5"-1"-9691"0"0,3 0-99 0 0,1 0 0 0 0,-1 1 0 0 0,0-1 0 0 0,0 1 0 0 0,0-1 0 0 0,0 1 0 0 0,0 0 0 0 0,0 0 0 0 0,0 0 0 0 0,0 0 0 0 0,0 0 0 0 0,0 0 0 0 0,0 1 0 0 0,0-1 0 0 0,0 1 0 0 0,1-1 0 0 0,-1 1 0 0 0,0 0 0 0 0,0-1 0 0 0,0 1 0 0 0,-2 2 0 0 0,-10 4 128 0 0,1 2 0 0 0,0-1 0 0 0,-22 20 0 0 0,33-24-123 0 0,-1 0 0 0 0,1 0 0 0 0,0 0 1 0 0,1 0-1 0 0,-1 0 0 0 0,1 0 0 0 0,-1 1 1 0 0,1-1-1 0 0,1 0 0 0 0,-1 1 0 0 0,0 5 0 0 0,-1 2 17 0 0,2-8-23 0 0,-1 0 0 0 0,1 0-1 0 0,0 0 1 0 0,0 0 0 0 0,1 0 0 0 0,-1-1 0 0 0,1 1 0 0 0,0 0 0 0 0,0 0 0 0 0,0-1-1 0 0,0 1 1 0 0,0 0 0 0 0,1-1 0 0 0,0 1 0 0 0,0-1 0 0 0,0 0 0 0 0,0 1 0 0 0,5 4-1 0 0,-5-6-4 0 0,0 0-1 0 0,-1-1 1 0 0,1 1-1 0 0,0-1 1 0 0,0 0-1 0 0,0 0 1 0 0,0 1-1 0 0,0-1 1 0 0,0 0-1 0 0,0-1 0 0 0,0 1 1 0 0,1 0-1 0 0,-1-1 1 0 0,0 1-1 0 0,0-1 1 0 0,1 0-1 0 0,-1 1 1 0 0,0-1-1 0 0,1 0 1 0 0,-1-1-1 0 0,0 1 0 0 0,0 0 1 0 0,1-1-1 0 0,-1 1 1 0 0,0-1-1 0 0,0 0 1 0 0,1 1-1 0 0,-1-1 1 0 0,0 0-1 0 0,0 0 1 0 0,0-1-1 0 0,3-1 0 0 0,3-3 24 0 0,0 0 0 0 0,0 0-1 0 0,-1-1 1 0 0,0 0-1 0 0,0 0 1 0 0,0-1 0 0 0,-1 0-1 0 0,0 0 1 0 0,-1 0-1 0 0,0-1 1 0 0,0 0-1 0 0,-1 0 1 0 0,0 0 0 0 0,0 0-1 0 0,3-15 1 0 0,-4 3 186 0 0,0 0 1 0 0,-1-1 0 0 0,-1-23-1 0 0,-1 45-172 0 0,-3 18 196 0 0,3 1-198 0 0,0 0 1 0 0,2-1 0 0 0,0 1-1 0 0,1-1 1 0 0,1 0-1 0 0,0 1 1 0 0,2-2 0 0 0,0 1-1 0 0,13 25 1 0 0,-14-35-16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46.0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0 17135 0 0,'0'0'50'0'0,"-1"5"-29"0"0,-13 332 624 0 0,13-323-597 0 0,1-11-29 0 0,0 0-1 0 0,0 0 1 0 0,0 0-1 0 0,0 0 1 0 0,0 0-1 0 0,0 0 1 0 0,1 0 0 0 0,1 4-1 0 0,0-2 27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46.3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253 13 10848 0 0,'0'0'1777'0'0,"-4"-1"-1642"0"0,-13-3 163 0 0,0 1 1 0 0,0 1 0 0 0,0 0-1 0 0,0 1 1 0 0,0 1 0 0 0,0 1-1 0 0,0 0 1 0 0,-1 2 0 0 0,2 0-1 0 0,-1 0 1 0 0,-26 10 0 0 0,41-12-281 0 0,1-1 0 0 0,0 1 0 0 0,0 0 0 0 0,0-1 0 0 0,0 1 0 0 0,0 0 0 0 0,0 0 0 0 0,0-1 0 0 0,0 1 0 0 0,0 0 0 0 0,-1 2-1 0 0,-2 0 39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46.7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56 11048 0 0,'0'0'994'0'0,"-4"0"-886"0"0,-8 0 67 0 0,1 1 0 0 0,-1 1 0 0 0,0 0 0 0 0,1 1 1 0 0,-1 0-1 0 0,1 1 0 0 0,0 0 0 0 0,0 1 0 0 0,0 0 0 0 0,1 1 0 0 0,-1 0 0 0 0,2 0 0 0 0,-17 14 0 0 0,23-17-131 0 0,1 0 0 0 0,-1 0 0 0 0,1 0 0 0 0,0 0 1 0 0,0 1-1 0 0,1-1 0 0 0,-1 1 0 0 0,1-1 0 0 0,-1 1 0 0 0,1 0 0 0 0,0-1 0 0 0,0 1 1 0 0,1 0-1 0 0,-1 0 0 0 0,1 0 0 0 0,0 0 0 0 0,0-1 0 0 0,0 1 0 0 0,1 0 0 0 0,-1 0 1 0 0,1 0-1 0 0,0-1 0 0 0,1 6 0 0 0,-1-7-32 0 0,0 1 0 0 0,0-1 1 0 0,0 0-1 0 0,0 1 0 0 0,0-1 1 0 0,0 0-1 0 0,0 0 0 0 0,1 0 0 0 0,0 0 1 0 0,-1 0-1 0 0,1 0 0 0 0,0 0 1 0 0,0 0-1 0 0,0-1 0 0 0,0 1 0 0 0,0-1 1 0 0,0 1-1 0 0,0-1 0 0 0,0 0 1 0 0,1 0-1 0 0,-1 0 0 0 0,0 0 0 0 0,1 0 1 0 0,-1-1-1 0 0,1 1 0 0 0,-1-1 1 0 0,1 1-1 0 0,-1-1 0 0 0,1 0 0 0 0,0 0 1 0 0,-1 0-1 0 0,1 0 0 0 0,-1-1 1 0 0,1 1-1 0 0,3-2 0 0 0,2 0 8 0 0,0-1-1 0 0,0 0 1 0 0,0-1 0 0 0,-1 0-1 0 0,0 0 1 0 0,0 0-1 0 0,0-1 1 0 0,0 0 0 0 0,-1 0-1 0 0,1-1 1 0 0,-1 0-1 0 0,-1 0 1 0 0,6-7 0 0 0,-4 4 8 0 0,-1-1 1 0 0,-1 0 0 0 0,1 0-1 0 0,-2 0 1 0 0,1 0 0 0 0,-1-1-1 0 0,-1 0 1 0 0,0 1 0 0 0,2-15-1 0 0,1-2 107 0 0,1-13 424 0 0,-7 39-291 0 0,-2 15-68 0 0,2 8-83 0 0,1 0 0 0 0,0 0 0 0 0,2 0 0 0 0,1 0 0 0 0,1 0 0 0 0,1-1 0 0 0,0 0 0 0 0,2 0 1 0 0,0-1-1 0 0,15 26 0 0 0,-16-36-47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3:47.1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28 13360 0 0,'0'0'1593'0'0,"0"-3"-1458"0"0,-1 1-76 0 0,2 0 28 0 0,-2 1 0 0 0,1 0 0 0 0,0-1 0 0 0,0 1 0 0 0,0 0-1 0 0,0 0 1 0 0,-1-1 0 0 0,1 1 0 0 0,-1 0 0 0 0,1 0 0 0 0,-1 0 0 0 0,1 0 0 0 0,-1-1 0 0 0,0 1 0 0 0,1 0 0 0 0,-3-1 0 0 0,-8 13 753 0 0,2-1-699 0 0,1 1 1 0 0,0 0-1 0 0,0 1 0 0 0,1 0 1 0 0,1 0-1 0 0,0 1 1 0 0,-5 15-1 0 0,-2 12 54 0 0,-6 44 0 0 0,9-42-78 0 0,6-22-69 0 0,1 0 0 0 0,0 1 0 0 0,1-1 0 0 0,2 38 0 0 0,1-48-23 0 0,0 0 0 0 0,1 0-1 0 0,0-1 1 0 0,0 1-1 0 0,1 0 1 0 0,0-1-1 0 0,1 0 1 0 0,0 0-1 0 0,0 0 1 0 0,1 0 0 0 0,11 15-1 0 0,-8-15 9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49.6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69 3912 0 0,'0'0'6146'0'0,"3"-3"-5920"0"0,24-28 2707 0 0,-25 23 1582 0 0,-3-11-3534 0 0,0 11 59 0 0,0 18 2704 0 0,-4 54-2998 0 0,4 88 1528 0 0,2-80 1863 0 0,24-81-4080 0 0,-11 3-40 0 0,0 1 1 0 0,1 1-1 0 0,-1 0 0 0 0,17-1 1 0 0,-26 2-11 0 0,2 0 5 0 0,20 2-6 0 0,-22 1-6 0 0,-1 0 0 0 0,-2 0 0 0 0,-8 0 0 0 0,-134-4 0 0 0,136 5 0 0 0,-4-1 0 0 0,-13-16-1 0 0,21 16 0 0 0,-1 0 1 0 0,1 0 0 0 0,-1 0-1 0 0,1-1 1 0 0,0 1-1 0 0,0 0 1 0 0,-1 0 0 0 0,1-1-1 0 0,0 1 1 0 0,-1 0 0 0 0,1 0-1 0 0,0-1 1 0 0,0 1-1 0 0,-1 0 1 0 0,1-1 0 0 0,0 1-1 0 0,0-1 1 0 0,0 1 0 0 0,0 0-1 0 0,-1-1 1 0 0,1 1-1 0 0,0 0 1 0 0,0-1 0 0 0,0 1-1 0 0,0-1 1 0 0,0 1 0 0 0,0 0-1 0 0,0-1 1 0 0,0 1-1 0 0,0-1 1 0 0,0 1 0 0 0,0 0-1 0 0,1-1 1 0 0,-1 1-1 0 0,0-1 1 0 0,0 1 0 0 0,0 0-1 0 0,0-1 1 0 0,1 1 0 0 0,-1 0-1 0 0,0-1 1 0 0,0 1-1 0 0,0 0 1 0 0,1-1 0 0 0,-1 1-1 0 0,0 0 1 0 0,1 0 0 0 0,-1-1-1 0 0,0 1 1 0 0,1 0-1 0 0,0-1-1 0 0,4-3 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50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153 19 17183 0 0,'0'0'3963'0'0,"-18"-5"-3215"0"0,-73 4-267 0 0,48 2-121 0 0,60-11-233 0 0,-7 7-94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51.6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8 14272 0 0,'0'0'4626'0'0,"-3"0"-4531"0"0,-19 0 154 0 0,22 0-194 0 0,-9 6 33 0 0,8-3-73 0 0,1-2 0 0 0,1-1-13 0 0,0 1 1 0 0,0-1-1 0 0,1 1 0 0 0,-1-1 0 0 0,0 1 0 0 0,0-1 0 0 0,0 1 1 0 0,0-1-1 0 0,0 1 0 0 0,0 0 0 0 0,0 0 0 0 0,0-1 1 0 0,0 1-1 0 0,0 0 0 0 0,0 0 0 0 0,0 0 0 0 0,-1 0 1 0 0,2 2-1 0 0,-1-2 2 0 0,-1-1 0 0 0,0 0 0 0 0,0 1 0 0 0,1-1 0 0 0,-1 0 0 0 0,0 0 0 0 0,0 1 0 0 0,0-1 0 0 0,1 0 0 0 0,-1 1 0 0 0,0-1 0 0 0,0 1 0 0 0,0-1 0 0 0,0 0 0 0 0,0 1 0 0 0,0-1 0 0 0,0 0 0 0 0,0 1 0 0 0,0-1 0 0 0,0 1 0 0 0,0-1 0 0 0,0 0 0 0 0,0 1 0 0 0,0-1 0 0 0,0 0 0 0 0,0 1 0 0 0,0-1 0 0 0,0 1 0 0 0,-1-1 0 0 0,1 0 0 0 0,0 1 0 0 0,-1-1 0 0 0,-10 9 849 0 0,0 1-293 0 0,5 8 71 0 0,0-2-214 0 0,1-1 1 0 0,0 1-1 0 0,2 1 0 0 0,-1-1 0 0 0,0 27 1 0 0,4-20 200 0 0,-2 44 3545 0 0,33-67-3658 0 0,-14 0-466 0 0,-8 0-16 0 0,0-1 0 0 0,0 0 0 0 0,-1 0 1 0 0,16-5-1 0 0,6-1 29 0 0,74-23 124 0 0,-97 28-153 0 0,0 0-1 0 0,0-1 1 0 0,-1 0 0 0 0,1-1 0 0 0,-1 0 0 0 0,0 0 0 0 0,0 0 0 0 0,0 0 0 0 0,-1-1-1 0 0,0 0 1 0 0,1 0 0 0 0,3-6 0 0 0,12-19 72 0 0,-20 29-93 0 0,-1 1 0 0 0,0-1 1 0 0,1 0-1 0 0,-1 1 0 0 0,0-1 1 0 0,0 1-1 0 0,1-1 0 0 0,-1 0 1 0 0,0 1-1 0 0,0-1 0 0 0,0 0 1 0 0,0 1-1 0 0,0-1 0 0 0,0 1 1 0 0,0-1-1 0 0,0 0 0 0 0,0 1 1 0 0,0-1-1 0 0,0 0 0 0 0,-1 1 0 0 0,1-1 1 0 0,0 0-1 0 0,-1 0 0 0 0,-8-18 30 0 0,5 11-14 0 0,1 0-7 0 0,0 1 0 0 0,0 0 0 0 0,-1-1 0 0 0,0 1 0 0 0,0 0 0 0 0,-1 1 0 0 0,-7-10 0 0 0,8 13-6 0 0,0-1 0 0 0,0 1-1 0 0,0 0 1 0 0,0 0-1 0 0,0 1 1 0 0,0-1-1 0 0,-1 1 1 0 0,1 0-1 0 0,-1 0 1 0 0,0 1-1 0 0,0-1 1 0 0,1 1 0 0 0,-8-1-1 0 0,-30-5 36 0 0,-56-6 27 0 0,86 13-65 0 0,0 0 1 0 0,0 0 0 0 0,0 1 0 0 0,0 0 0 0 0,1 1 0 0 0,-15 5 0 0 0,3-3-2 0 0,12-1-1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52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0 15976 0 0,'0'0'4249'0'0,"4"4"-4189"0"0,8 12-46 0 0,0 1 1 0 0,-1 0-1 0 0,-1 1 1 0 0,-1 0-1 0 0,0 0 1 0 0,-2 1-1 0 0,0 0 1 0 0,8 33-1 0 0,-12-35-8 0 0,0-1 0 0 0,-1 1-1 0 0,0 32 1 0 0,-3-40-1 0 0,0 0 0 0 0,0 0 0 0 0,-1 0 0 0 0,0 0 0 0 0,-1-1-1 0 0,0 1 1 0 0,0-1 0 0 0,-1 0 0 0 0,-5 10 0 0 0,-26 40 31 0 0,-34 62 194 0 0,62-107-200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55.6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8136 0 0,'0'0'11457'0'0,"0"5"-11363"0"0,0 8-12 0 0,1 0-1 0 0,0 0 0 0 0,1 0 1 0 0,5 17-1 0 0,2 5 230 0 0,4 35 0 0 0,-2-12 12 0 0,-9-47-136 0 0,-1-1 0 0 0,-1 1 0 0 0,-1 17 0 0 0,1-4 491 0 0,0-23-624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56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154 0 13264 0 0,'0'0'4794'0'0,"-17"0"-4419"0"0,1 1-303 0 0,0-1 0 0 0,0 2 1 0 0,0 0-1 0 0,-21 7 0 0 0,10-3 44 0 0,19-4-83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56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1 11256 0 0,'0'0'4033'0'0,"-4"0"-3890"0"0,-16 0 188 0 0,-1 1 0 0 0,0 2 1 0 0,1 0-1 0 0,-39 11 1 0 0,26-4 28 0 0,32-9-306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57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156 48 9944 0 0,'0'0'1178'0'0,"0"3"-867"0"0,-3 225 2526 0 0,4-222-2760 0 0,0 0 0 0 0,0-1 0 0 0,0 0-1 0 0,1 1 1 0 0,0-1 0 0 0,0 0 0 0 0,3 6 0 0 0,6 17 214 0 0,-5-12-118 0 0,-4-10-75 0 0,0-1-1 0 0,-1 1 1 0 0,1 0-1 0 0,-1-1 1 0 0,0 1-1 0 0,-1 9 1 0 0,-6 4 149 0 0,5-17-199 0 0,0 0-1 0 0,0 0 1 0 0,0 0-1 0 0,0 0 1 0 0,0 1-1 0 0,0-1 1 0 0,1 0-1 0 0,-1 0 1 0 0,1 0 0 0 0,0 4-1 0 0,2-6 89 0 0,0 0 1 0 0,0-1-1 0 0,0 1 0 0 0,0 0 1 0 0,0-1-1 0 0,0 1 0 0 0,0-1 0 0 0,0 1 1 0 0,0-1-1 0 0,-1 0 0 0 0,1 0 0 0 0,2-1 1 0 0,10-4-8 0 0,56-18 135 0 0,-61 20-237 0 0,1 0-1 0 0,-1-1 1 0 0,0 0-1 0 0,0-1 1 0 0,14-11-1 0 0,-12 7-3 0 0,0-1 0 0 0,0 0 0 0 0,-1-1 1 0 0,-1 0-1 0 0,9-15 0 0 0,-13 14-1 0 0,0 1-1 0 0,-1-1 1 0 0,-1-1 0 0 0,0 1 0 0 0,-1-1 0 0 0,0 1 0 0 0,0-26-1 0 0,-2 29 26 0 0,-1 0-1 0 0,0 0 1 0 0,0 0-1 0 0,-1 0 0 0 0,0 0 1 0 0,-1 1-1 0 0,-7-18 1 0 0,8 23-12 0 0,0-1 1 0 0,0 1 0 0 0,0 1 0 0 0,-1-1-1 0 0,0 0 1 0 0,1 1 0 0 0,-1-1 0 0 0,-1 1 0 0 0,1 0-1 0 0,0 0 1 0 0,-1 0 0 0 0,0 0 0 0 0,1 1-1 0 0,-1-1 1 0 0,0 1 0 0 0,-1 0 0 0 0,1 0-1 0 0,0 1 1 0 0,-5-2 0 0 0,-29-4 221 0 0,0 2-1 0 0,-1 2 1 0 0,1 1-1 0 0,-43 4 1 0 0,70 0-174 0 0,0-1 0 0 0,0 1-1 0 0,0 1 1 0 0,0 0 0 0 0,0 1 0 0 0,1 0 0 0 0,0 0 0 0 0,0 1 0 0 0,-19 12 0 0 0,22-12-10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4:58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0 12256 0 0,'0'0'5247'0'0,"3"5"-5103"0"0,9 13 151 0 0,-1 0 0 0 0,-1 1-1 0 0,9 23 1 0 0,-13-23-281 0 0,-1-1-1 0 0,-1 1 0 0 0,0 1 1 0 0,-1-1-1 0 0,-2 0 1 0 0,0 1-1 0 0,0-1 1 0 0,-2 1-1 0 0,-6 33 1 0 0,6-38-1 0 0,-1 1-1 0 0,-1-1 1 0 0,0-1 0 0 0,-1 1 0 0 0,0 0 0 0 0,-2-1-1 0 0,1 0 1 0 0,-2 0 0 0 0,0-1 0 0 0,-1 0 0 0 0,0 0 0 0 0,-16 20-1 0 0,9-16 38 0 0,8-8-25 0 0,-1 0 1 0 0,0 0 0 0 0,0-1-1 0 0,-16 12 1 0 0,17-16-4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3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96 0 0,'0'0'0'0'0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3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189 70 96 0 0,'0'-1'45'0'0,"0"1"0"0"0,0-1 0 0 0,0 0 0 0 0,0 1 0 0 0,1-1 0 0 0,-1 0 0 0 0,0 0 0 0 0,0 1 0 0 0,1-1 0 0 0,-1 0 0 0 0,0 1 0 0 0,1-1 0 0 0,-1 1 0 0 0,0-1 0 0 0,1 0 0 0 0,-1 1 0 0 0,1-1 0 0 0,-1 1 0 0 0,1-1 0 0 0,-1 1 0 0 0,1-1 0 0 0,0 1 0 0 0,-1 0 0 0 0,1-1 0 0 0,0 1 0 0 0,-1 0 0 0 0,2-1 0 0 0,-2 1 34 0 0,1 0 1 0 0,-1 0 0 0 0,1 0-1 0 0,-1-1 1 0 0,1 1-1 0 0,-1 0 1 0 0,1 0 0 0 0,-1-1-1 0 0,0 1 1 0 0,1 0-1 0 0,-1 0 1 0 0,0-1-1 0 0,1 1 1 0 0,-1 0 0 0 0,0-1-1 0 0,1 1 1 0 0,-1 0-1 0 0,0-1 1 0 0,0 1 0 0 0,1-1-1 0 0,-1 1 1 0 0,0 0-1 0 0,0-1 1 0 0,0 1-1 0 0,0-1 1 0 0,1 1 0 0 0,-1-1-1 0 0,0 1 1 0 0,0-1-1 0 0,0 1 1 0 0,0-1 0 0 0,0 1-1 0 0,0-1 1 0 0,0 1-1 0 0,0 0 1 0 0,0-1-1 0 0,-1 1 1 0 0,1-1 0 0 0,0 1-1 0 0,0-1 1 0 0,0 1-1 0 0,0-1 1 0 0,-1 1 0 0 0,1 0-1 0 0,0-1 1 0 0,0 1-1 0 0,-1-1 1 0 0,-3-11 2836 0 0,4 11-2726 0 0,0 0 0 0 0,0 0 1 0 0,0 1-1 0 0,-1-1 0 0 0,1 0 0 0 0,0 0 0 0 0,-1 0 0 0 0,1 0 1 0 0,-1 0-1 0 0,1 0 0 0 0,-1 1 0 0 0,1-1 0 0 0,-1 0 0 0 0,1 0 1 0 0,-1 1-1 0 0,-1-2 0 0 0,0 1 30 0 0,1 0 0 0 0,-1 0 0 0 0,0 0-1 0 0,1 0 1 0 0,-1 1 0 0 0,0-1 0 0 0,0 0 0 0 0,0 1 0 0 0,1 0-1 0 0,-1-1 1 0 0,0 1 0 0 0,0 0 0 0 0,0 0 0 0 0,0 0 0 0 0,0 0 0 0 0,0 0-1 0 0,0 0 1 0 0,0 1 0 0 0,0-1 0 0 0,1 1 0 0 0,-1-1 0 0 0,0 1-1 0 0,0 0 1 0 0,0-1 0 0 0,1 1 0 0 0,-1 0 0 0 0,-2 2 0 0 0,-7 4 222 0 0,-1 0 0 0 0,-16 15 0 0 0,24-19-379 0 0,-4 4 248 0 0,0 1 1 0 0,1 0-1 0 0,0 0 0 0 0,0 1 0 0 0,1 0 0 0 0,0 0 1 0 0,0 1-1 0 0,1-1 0 0 0,0 1 0 0 0,1 0 0 0 0,0 1 1 0 0,1-1-1 0 0,0 0 0 0 0,0 1 0 0 0,1 0 0 0 0,-1 21 1 0 0,5-23-122 0 0,0-1 0 0 0,0 1 0 0 0,1 0 0 0 0,0-1 0 0 0,1 1 0 0 0,0-1 0 0 0,9 14 0 0 0,-12-19-155 0 0,1-1 0 0 0,0 0 1 0 0,0 1-1 0 0,-1-1 1 0 0,2 0-1 0 0,-1 0 0 0 0,0-1 1 0 0,0 1-1 0 0,0 0 1 0 0,1-1-1 0 0,-1 1 0 0 0,1-1 1 0 0,-1 0-1 0 0,1 0 1 0 0,0 0-1 0 0,-1 0 1 0 0,1-1-1 0 0,0 1 0 0 0,0 0 1 0 0,0-1-1 0 0,4 0 1 0 0,3 0 127 0 0,0-1 0 0 0,1-1 0 0 0,-1 0 0 0 0,16-5 0 0 0,-16 4-33 0 0,-1 0-1 0 0,1 1 0 0 0,18-1 0 0 0,-19 2-51 0 0,0-1-5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4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0 25663 0 0,'0'0'-29'0'0,"-1"5"-150"0"0,-4 20 63 0 0,2 0-1 0 0,1 1 1 0 0,1 0-1 0 0,2 28 1 0 0,1-41 68 0 0,0-1 1 0 0,5 21 0 0 0,1 0-61 0 0,-5-25 74 0 0,0 1 0 0 0,0-1 1 0 0,0-1-1 0 0,1 1 0 0 0,1 0 0 0 0,4 6 0 0 0,-8-12 15 0 0,3 1 3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4.9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18687 0 0,'217'-1'-9'0'0,"-199"2"2"0"0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6.0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4 8744 0 0,'0'0'7494'0'0,"-5"-1"-7091"0"0,-3 0-249 0 0,0 0 0 0 0,0 0 0 0 0,0 1 1 0 0,0 0-1 0 0,0 1 0 0 0,0-1 0 0 0,0 2 1 0 0,-14 3-1 0 0,11-2 180 0 0,9-2-200 0 0,-1 0 0 0 0,0 0 1 0 0,1 0-1 0 0,-1-1 1 0 0,0 1-1 0 0,0-1 0 0 0,0 1 1 0 0,0-1-1 0 0,0 0 0 0 0,-5-1 1 0 0,4 0 87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6.9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18 376 13360 0 0,'0'0'4159'0'0,"3"-4"-4071"0"0,-1-4-52 0 0,1 1-1 0 0,-1-1 1 0 0,0 0-1 0 0,-1 0 1 0 0,0-1-1 0 0,0 1 1 0 0,0 0-1 0 0,-1 0 1 0 0,-2-14-1 0 0,-26-168 820 0 0,26 177-600 0 0,1 0 0 0 0,0 0 0 0 0,2-13 0 0 0,-1 6 730 0 0,0 19-648 0 0,11 20 539 0 0,0 5-149 0 0,14 39 0 0 0,-20-47-537 0 0,1 0 0 0 0,0 0-1 0 0,1-1 1 0 0,1 0 0 0 0,0 0 0 0 0,19 24 0 0 0,-18-29-144 0 0,-4-2 100 0 0,1-1-1 0 0,0 0 0 0 0,1 0 1 0 0,0 0-1 0 0,0-1 1 0 0,0 0-1 0 0,1-1 0 0 0,-1 0 1 0 0,1 0-1 0 0,13 6 0 0 0,-21-11-131 0 0,1 0 0 0 0,0 0 0 0 0,0 0 0 0 0,0 0 0 0 0,0 0 0 0 0,-1 0 0 0 0,1 0 0 0 0,0 0 0 0 0,0-1-1 0 0,0 1 1 0 0,0 0 0 0 0,-1 0 0 0 0,1-1 0 0 0,0 1 0 0 0,0 0 0 0 0,-1-1 0 0 0,1 1 0 0 0,0-1 0 0 0,-1 1 0 0 0,1-1 0 0 0,0 1 0 0 0,-1-1 0 0 0,1 1-1 0 0,-1-1 1 0 0,1 0 0 0 0,-1 1 0 0 0,1-1 0 0 0,-1 0 0 0 0,1 0 0 0 0,-1 1 0 0 0,0-1 0 0 0,1 0 0 0 0,-1 0 0 0 0,0 1 0 0 0,1-3 0 0 0,6-28 190 0 0,-7 31-204 0 0,2-31 96 0 0,-1 0 1 0 0,-2 1 0 0 0,-1-1-1 0 0,-9-43 1 0 0,7 44-22 0 0,-3-16 246 0 0,7 46-318 0 0,0 0 0 0 0,0 0 0 0 0,0-1 0 0 0,0 1-1 0 0,0 0 1 0 0,1 0 0 0 0,-1 0 0 0 0,0 0-1 0 0,0-1 1 0 0,0 1 0 0 0,1 0 0 0 0,-1 0 0 0 0,0 0-1 0 0,0 0 1 0 0,0 0 0 0 0,1 0 0 0 0,-1 0-1 0 0,0 0 1 0 0,0-1 0 0 0,1 1 0 0 0,-1 0 0 0 0,0 0-1 0 0,0 0 1 0 0,1 0 0 0 0,-1 0 0 0 0,0 0-1 0 0,0 0 1 0 0,0 1 0 0 0,1-1 0 0 0,-1 0 0 0 0,0 0-1 0 0,0 0 1 0 0,1 0 0 0 0,-1 0 0 0 0,0 0-1 0 0,0 0 1 0 0,0 0 0 0 0,1 1 0 0 0,-1-1-1 0 0,0 0 1 0 0,0 0 0 0 0,0 0 0 0 0,1 0 0 0 0,-1 1-1 0 0,0-1 1 0 0,0 0 0 0 0,0 0 0 0 0,0 0-1 0 0,0 1 1 0 0,11 7 60 0 0,4 14 7 0 0,-6-8-31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7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0 228 15072 0 0,'0'0'1745'0'0,"31"-1"575"0"0,-25-2-2246 0 0,1-1 0 0 0,-1 1 0 0 0,0-1 1 0 0,0 0-1 0 0,0-1 0 0 0,0 0 0 0 0,-1 0 1 0 0,0 0-1 0 0,0 0 0 0 0,0-1 0 0 0,-1 0 1 0 0,1 0-1 0 0,-2 0 0 0 0,1 0 0 0 0,-1-1 1 0 0,1 1-1 0 0,-2-1 0 0 0,1 0 0 0 0,-1 0 1 0 0,0 0-1 0 0,-1 0 0 0 0,1 0 0 0 0,-1 0 1 0 0,-1-1-1 0 0,1 1 0 0 0,-1 0 0 0 0,-1-1 1 0 0,1 1-1 0 0,-1 0 0 0 0,-1 0 0 0 0,-3-13 1 0 0,5 19-67 0 0,0 0 0 0 0,0 0 0 0 0,-1 0 1 0 0,1 0-1 0 0,0 0 0 0 0,-1 0 1 0 0,1 0-1 0 0,-1 0 0 0 0,1 1 0 0 0,-1-1 1 0 0,1 0-1 0 0,-1 0 0 0 0,1 0 0 0 0,-1 1 1 0 0,0-1-1 0 0,0 0 0 0 0,1 1 0 0 0,-1-1 1 0 0,0 1-1 0 0,0-1 0 0 0,0 1 0 0 0,1-1 1 0 0,-1 1-1 0 0,0-1 0 0 0,0 1 0 0 0,0 0 1 0 0,0-1-1 0 0,0 1 0 0 0,0 0 1 0 0,0 0-1 0 0,0 0 0 0 0,0 0 0 0 0,0 0 1 0 0,0 0-1 0 0,0 0 0 0 0,0 0 0 0 0,0 0 1 0 0,0 0-1 0 0,0 1 0 0 0,0-1 0 0 0,0 0 1 0 0,1 1-1 0 0,-1-1 0 0 0,0 1 0 0 0,0-1 1 0 0,0 1-1 0 0,0-1 0 0 0,1 1 0 0 0,-1-1 1 0 0,0 1-1 0 0,0 0 0 0 0,1 0 1 0 0,-1-1-1 0 0,1 1 0 0 0,-2 1 0 0 0,-5 6 27 0 0,0 1 0 0 0,0 0 0 0 0,0 1 0 0 0,1-1 0 0 0,1 1 0 0 0,-1 1 0 0 0,2-1 0 0 0,0 1 0 0 0,0-1 0 0 0,-3 14 0 0 0,3-4 60 0 0,0 1 0 0 0,1 0 0 0 0,1-1 0 0 0,2 37 0 0 0,0-54-77 0 0,0-1-1 0 0,1 0 1 0 0,-1 0-1 0 0,0 0 1 0 0,1 0-1 0 0,0 0 1 0 0,-1 0-1 0 0,1 0 1 0 0,0 0-1 0 0,0 0 1 0 0,0 0-1 0 0,0 0 1 0 0,1 0-1 0 0,-1 0 1 0 0,0-1-1 0 0,1 1 1 0 0,-1-1-1 0 0,1 1 1 0 0,0-1-1 0 0,3 3 1 0 0,-1-2 12 0 0,0 0 1 0 0,0 0 0 0 0,0 0-1 0 0,0-1 1 0 0,1 1-1 0 0,-1-1 1 0 0,1 0-1 0 0,8 0 1 0 0,3 0 18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7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0 151 15680 0 0,'0'0'4407'0'0,"3"4"-4191"0"0,0 1-163 0 0,-1 1 0 0 0,1 0 0 0 0,-1 0-1 0 0,0 0 1 0 0,0 0 0 0 0,-1 0 0 0 0,0 0-1 0 0,0 0 1 0 0,0 1 0 0 0,-1-1 0 0 0,0 10-1 0 0,0-5 17 0 0,1 1-1 0 0,3 20 1 0 0,19 46 359 0 0,-22-77-414 0 0,-1 0 1 0 0,0-1-1 0 0,0 1 0 0 0,0 0 1 0 0,1 0-1 0 0,-1-1 0 0 0,0 1 0 0 0,1 0 1 0 0,-1-1-1 0 0,0 1 0 0 0,1 0 1 0 0,-1-1-1 0 0,1 1 0 0 0,-1-1 1 0 0,1 1-1 0 0,0 0 0 0 0,-1-1 1 0 0,1 1-1 0 0,-1-1 0 0 0,1 0 0 0 0,0 1 1 0 0,0-1-1 0 0,-1 0 0 0 0,1 1 1 0 0,0-1-1 0 0,-1 0 0 0 0,1 0 1 0 0,0 1-1 0 0,1-1 0 0 0,-1 0 5 0 0,1-1 0 0 0,-1 1 0 0 0,1-1 0 0 0,-1 1 0 0 0,1-1-1 0 0,-1 0 1 0 0,1 1 0 0 0,-1-1 0 0 0,0 0 0 0 0,1 0 0 0 0,-1 0 0 0 0,0 0-1 0 0,2-2 1 0 0,2-2 23 0 0,0 0-1 0 0,-1 0 0 0 0,0-1 1 0 0,0 0-1 0 0,5-8 0 0 0,-6 4 33 0 0,1 0 0 0 0,3-19 0 0 0,-5 18 4 0 0,1 0 1 0 0,6-17 0 0 0,-8 26-54 0 0,0-1 1 0 0,0 1-1 0 0,1 0 1 0 0,-1 0-1 0 0,1-1 1 0 0,-1 1-1 0 0,1 0 1 0 0,0 1-1 0 0,0-1 1 0 0,0 0-1 0 0,0 0 1 0 0,0 1-1 0 0,3-2 1 0 0,-4 2-15 0 0,-1 1 0 0 0,1 0 1 0 0,0-1-1 0 0,0 1 0 0 0,0 0 0 0 0,0 0 1 0 0,0 0-1 0 0,0 0 0 0 0,0 0 0 0 0,0 0 0 0 0,0 0 1 0 0,0 0-1 0 0,0 0 0 0 0,0 0 0 0 0,0 1 1 0 0,0-1-1 0 0,0 0 0 0 0,0 1 0 0 0,-1-1 1 0 0,1 0-1 0 0,0 1 0 0 0,0-1 0 0 0,0 1 1 0 0,0 0-1 0 0,-1-1 0 0 0,1 1 0 0 0,0 0 0 0 0,-1-1 1 0 0,1 1-1 0 0,0 0 0 0 0,-1 0 0 0 0,1-1 1 0 0,-1 1-1 0 0,1 0 0 0 0,-1 0 0 0 0,0 0 1 0 0,1 0-1 0 0,-1 0 0 0 0,0 1 0 0 0,3 3 30 0 0,-1 1-1 0 0,1-1 1 0 0,0 1-1 0 0,0-1 0 0 0,1 0 1 0 0,0-1-1 0 0,0 1 1 0 0,0-1-1 0 0,0 1 0 0 0,0-1 1 0 0,1 0-1 0 0,0-1 1 0 0,0 1-1 0 0,0-1 0 0 0,10 5 1 0 0,-15-8-35 0 0,1 0-1 0 0,0 0 1 0 0,0 0 0 0 0,0-1 0 0 0,0 1 0 0 0,0 0-1 0 0,0 0 1 0 0,0 0 0 0 0,-1-1 0 0 0,1 1-1 0 0,0-1 1 0 0,0 1 0 0 0,0 0 0 0 0,-1-1 0 0 0,1 1-1 0 0,0-1 1 0 0,0 0 0 0 0,-1 1 0 0 0,1-1-1 0 0,-1 1 1 0 0,1-1 0 0 0,0 0 0 0 0,-1 0 0 0 0,1 1-1 0 0,0-2 1 0 0,14-25 54 0 0,-10 18-35 0 0,3-5 11 0 0,-2-1 1 0 0,11-28 0 0 0,-4 6 6 0 0,-5 19 6 0 0,1 1 0 0 0,0-1 0 0 0,2 1 0 0 0,0 1 0 0 0,15-17 1 0 0,-15 16 94 0 0,-6 14-114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8.3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247 4 17183 0 0,'0'0'5208'0'0,"-4"-1"-5064"0"0,-13-1 81 0 0,1 1-1 0 0,-1 1 0 0 0,0 1 1 0 0,1 0-1 0 0,-29 6 1 0 0,1-1-41 0 0,38-5-166 0 0,1 0 1 0 0,0 0 0 0 0,-1 1-1 0 0,-7 3 1 0 0,-13 4 68 0 0,17-7-62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9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8 381 10040 0 0,'0'0'4168'0'0,"0"4"-4042"0"0,-6 25 869 0 0,5-28-563 0 0,1-5-406 0 0,0 0 1 0 0,0 1-1 0 0,0-1 1 0 0,1 0-1 0 0,-1 0 0 0 0,1 1 1 0 0,-1-1-1 0 0,1 0 1 0 0,3-6-1 0 0,3-15 102 0 0,1-67 226 0 0,10-63 730 0 0,-7 116-698 0 0,-9 31-13 0 0,1 0-1 0 0,-1-1 1 0 0,0 1 0 0 0,0 0 0 0 0,-1-10 0 0 0,-1 18-25 0 0,15 23 563 0 0,-2 12-313 0 0,-1 0 0 0 0,9 57 0 0 0,3 5 313 0 0,-18-74-600 0 0,-1 1 1 0 0,0-1-1 0 0,-2 1 1 0 0,1 30-1 0 0,-4-52-205 0 0,5 3 4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9.4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157 24 16575 0 0,'-13'-14'1512'0'0,"10"13"-1384"0"0,1-1-1 0 0,-1 1 0 0 0,0 0 0 0 0,0 0 0 0 0,0 0 0 0 0,0 0 1 0 0,0 1-1 0 0,0-1 0 0 0,0 1 0 0 0,0-1 0 0 0,0 1 0 0 0,0 0 0 0 0,0 1 1 0 0,0-1-1 0 0,-3 1 0 0 0,-53 13 178 0 0,33-7 221 0 0,17-6-440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39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1 13264 0 0,'0'0'2982'0'0,"-1"4"-2427"0"0,-31 193 1625 0 0,24-131-1683 0 0,6-37-227 0 0,1 0 0 0 0,4 51 1 0 0,1-1 310 0 0,-4-76-561 0 0,0 0 1 0 0,1-1-1 0 0,-1 1 0 0 0,1-1 1 0 0,0 1-1 0 0,0-1 0 0 0,0 1 1 0 0,1 2-1 0 0,0-3 74 0 0,-1 0 0 0 0,0 1 1 0 0,0-1-1 0 0,-1 0 0 0 0,1 1 0 0 0,0-1 0 0 0,-1 1 0 0 0,1 2 1 0 0,-16-33 119 0 0,8 10-137 0 0,-7-34 0 0 0,13 41-50 0 0,-2 0 0 0 0,1 0 0 0 0,-2 1-1 0 0,1-1 1 0 0,-1 1 0 0 0,-1 0-1 0 0,0 0 1 0 0,0 1 0 0 0,-9-12 0 0 0,13 20-14 0 0,0-1 1 0 0,-1 1 0 0 0,1 0 0 0 0,0-1 0 0 0,-1 1 0 0 0,1 0-1 0 0,-1 0 1 0 0,0 0 0 0 0,1 0 0 0 0,-1 0 0 0 0,0 1-1 0 0,0-1 1 0 0,1 0 0 0 0,-1 1 0 0 0,0-1 0 0 0,0 1 0 0 0,0 0-1 0 0,0-1 1 0 0,0 1 0 0 0,1 0 0 0 0,-3 1 0 0 0,1-1-3 0 0,0 1 1 0 0,0 0-1 0 0,1 0 1 0 0,-1 0-1 0 0,0 0 1 0 0,1 0 0 0 0,-1 0-1 0 0,1 1 1 0 0,0 0-1 0 0,-1-1 1 0 0,1 1-1 0 0,0 0 1 0 0,-2 2-1 0 0,0 0 4 0 0,1 0-1 0 0,0 0 0 0 0,0 0 1 0 0,0 0-1 0 0,0 0 0 0 0,1 1 1 0 0,0-1-1 0 0,0 1 0 0 0,0 0 0 0 0,0-1 1 0 0,1 1-1 0 0,-1 0 0 0 0,1 0 1 0 0,1 0-1 0 0,-2 10 0 0 0,14 34 84 0 0,-8-32-93 0 0,-2-13-3 0 0,0 1 0 0 0,-1 0-1 0 0,1-1 1 0 0,1 0 0 0 0,-1 1 0 0 0,1-1-1 0 0,0 0 1 0 0,3 4 0 0 0,2 1-1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0.5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 0 13672 0 0,'0'0'4846'0'0,"-1"6"-4514"0"0,-23 246 1377 0 0,18-156-1237 0 0,4 51 849 0 0,3-88 702 0 0,12-77-1488 0 0,-10-4-409 0 0,-2-1-1 0 0,0 1 1 0 0,-2-1 0 0 0,0 1-1 0 0,-2 0 1 0 0,-8-39 0 0 0,9 44 101 0 0,1 11 67 0 0,-8 17-150 0 0,0 3-122 0 0,0 0 0 0 0,1 1 0 0 0,0 0-1 0 0,1 0 1 0 0,1 1 0 0 0,0 0 0 0 0,1 0 0 0 0,1 0 0 0 0,1 0-1 0 0,-2 21 1 0 0,5-34-20 0 0,0 1 1 0 0,0-1-1 0 0,0 0 0 0 0,1 1 0 0 0,-1-1 0 0 0,1 0 0 0 0,0 1 1 0 0,0-1-1 0 0,1 0 0 0 0,-1 0 0 0 0,0 0 0 0 0,1 0 1 0 0,0 0-1 0 0,0-1 0 0 0,0 1 0 0 0,0 0 0 0 0,0-1 0 0 0,0 1 1 0 0,1-1-1 0 0,-1 0 0 0 0,5 3 0 0 0,1-2-2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1.3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251 0 14776 0 0,'0'0'913'0'0,"-5"2"-634"0"0,-12 6-64 0 0,0 0 1 0 0,1 1 0 0 0,-23 17 0 0 0,31-20-109 0 0,0 0 0 0 0,1 1-1 0 0,0 0 1 0 0,0 1 0 0 0,1-1-1 0 0,0 1 1 0 0,0 1 0 0 0,-8 16-1 0 0,-8 21 161 0 0,3 2 0 0 0,-16 59-1 0 0,31-93-220 0 0,1 1-1 0 0,1-1 1 0 0,1 0-1 0 0,0 1 1 0 0,1-1-1 0 0,0 1 1 0 0,1-1-1 0 0,0 1 0 0 0,2-1 1 0 0,4 17-1 0 0,-4-20-21 0 0,0-1 0 0 0,1 0 0 0 0,1 0-1 0 0,0 0 1 0 0,0 0 0 0 0,1-1-1 0 0,0 0 1 0 0,1 0 0 0 0,-1-1 0 0 0,2 0-1 0 0,-1 0 1 0 0,1 0 0 0 0,18 12-1 0 0,-3-4 60 0 0,37 17-1 0 0,-51-28-56 0 0,1-1 1 0 0,0 0 0 0 0,0-1 0 0 0,0 0 0 0 0,0-1-1 0 0,0 0 1 0 0,12 1 0 0 0,-4-2 18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2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58 13264 0 0,'0'0'3817'0'0,"0"4"-3376"0"0,-29 188 1041 0 0,17-105-1047 0 0,10-19-93 0 0,2-41-23 0 0,0-22-1 0 0,0-10 1566 0 0,22 5-1705 0 0,-1-1 1 0 0,0-1-1 0 0,0-1 1 0 0,39-10-1 0 0,-47 9-157 0 0,-1-1 0 0 0,0 0 0 0 0,0 0-1 0 0,-1-1 1 0 0,0-1 0 0 0,0 0-1 0 0,0-1 1 0 0,-1 0 0 0 0,12-11 0 0 0,17-13 58 0 0,-33 28-64 0 0,0 0 1 0 0,0 0-1 0 0,-1-1 1 0 0,1 0-1 0 0,-1 0 1 0 0,0 0 0 0 0,0-1-1 0 0,-1 1 1 0 0,0-1-1 0 0,0 0 1 0 0,5-11-1 0 0,-6 9-5 0 0,-1 1 0 0 0,-1-1-1 0 0,1 0 1 0 0,-1 0 0 0 0,-1 0 0 0 0,0 0-1 0 0,0 0 1 0 0,0 0 0 0 0,-1 0-1 0 0,0 0 1 0 0,-1 0 0 0 0,1 0 0 0 0,-2 1-1 0 0,1-1 1 0 0,-1 1 0 0 0,0-1-1 0 0,-1 1 1 0 0,1 0 0 0 0,-2 0-1 0 0,1 0 1 0 0,-1 1 0 0 0,-6-7 0 0 0,7 7-7 0 0,-1 1 1 0 0,1 1 0 0 0,-1-1 0 0 0,-1 1-1 0 0,1-1 1 0 0,0 2 0 0 0,-1-1 0 0 0,0 0-1 0 0,0 1 1 0 0,0 0 0 0 0,0 1 0 0 0,-1 0-1 0 0,1-1 1 0 0,0 2 0 0 0,-1-1 0 0 0,0 1-1 0 0,1 0 1 0 0,-1 0 0 0 0,0 1 0 0 0,0 0-1 0 0,1 0 1 0 0,-1 1 0 0 0,0 0 0 0 0,1 0-1 0 0,-1 0 1 0 0,-10 5 0 0 0,-31 17 26 0 0,24-11-21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3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282 87 14272 0 0,'0'0'2915'0'0,"-3"-4"-2351"0"0,2 3-502 0 0,0 0 0 0 0,1 0-1 0 0,-1-1 1 0 0,0 1 0 0 0,0 0-1 0 0,0 0 1 0 0,0 1 0 0 0,0-1-1 0 0,0 0 1 0 0,-1 0 0 0 0,1 0-1 0 0,0 1 1 0 0,0-1-1 0 0,-1 1 1 0 0,1-1 0 0 0,0 1-1 0 0,0-1 1 0 0,-1 1 0 0 0,1 0-1 0 0,-1 0 1 0 0,1-1 0 0 0,0 1-1 0 0,-1 0 1 0 0,1 0 0 0 0,-1 0-1 0 0,1 1 1 0 0,0-1 0 0 0,-1 0-1 0 0,1 0 1 0 0,0 1-1 0 0,-1-1 1 0 0,1 1 0 0 0,-3 1-1 0 0,-33 8 231 0 0,25-7-128 0 0,1 0-1 0 0,0 0 1 0 0,-1 1 0 0 0,2 1-1 0 0,-17 8 1 0 0,14-5-4 0 0,0 1 1 0 0,0 0-1 0 0,1 0 0 0 0,-12 14 1 0 0,20-18-117 0 0,0 0 0 0 0,0 0 0 0 0,0 1 0 0 0,1-1 1 0 0,-1 1-1 0 0,2 0 0 0 0,-1 0 0 0 0,0 0 0 0 0,1 0 0 0 0,0 0 0 0 0,1 1 1 0 0,-2 8-1 0 0,3-13-31 0 0,-1 0 0 0 0,1 0 0 0 0,0 0 0 0 0,0 0 0 0 0,0 0 0 0 0,0 0 0 0 0,0 0 0 0 0,1 0 0 0 0,-1 0 0 0 0,1 0 0 0 0,-1-1 0 0 0,1 1 0 0 0,0 0 0 0 0,-1 0 0 0 0,1 0-1 0 0,0-1 1 0 0,0 1 0 0 0,0 0 0 0 0,1-1 0 0 0,1 3 0 0 0,-1-2-2 0 0,1 0 0 0 0,0 0-1 0 0,-1-1 1 0 0,1 1 0 0 0,0-1-1 0 0,0 1 1 0 0,0-1-1 0 0,0 0 1 0 0,0 0 0 0 0,0-1-1 0 0,5 2 1 0 0,4-1 12 0 0,0-1-1 0 0,1 0 1 0 0,-1 0-1 0 0,0-1 1 0 0,17-4 0 0 0,-16 2-3 0 0,0-1 0 0 0,0-1 0 0 0,-1 0 1 0 0,1 0-1 0 0,-1-1 0 0 0,-1-1 0 0 0,21-14 1 0 0,-15 7 7 0 0,-1 0 1 0 0,0 0 0 0 0,-1-2-1 0 0,15-19 1 0 0,-28 32-21 0 0,1-1 0 0 0,-1 1 0 0 0,0-1 0 0 0,-1 0 0 0 0,1 0 1 0 0,-1 1-1 0 0,0-1 0 0 0,0 0 0 0 0,0 0 0 0 0,0 0 0 0 0,-1 0 0 0 0,1 0 0 0 0,-1 0 0 0 0,0-1 0 0 0,0 1 1 0 0,-1-4-1 0 0,0 1 13 0 0,-1 0 1 0 0,0-1-1 0 0,0 1 0 0 0,0 0 1 0 0,-1 0-1 0 0,0 0 1 0 0,0 1-1 0 0,-5-7 1 0 0,8 11-13 0 0,-1 1 1 0 0,0 0-1 0 0,0 0 0 0 0,0-1 1 0 0,0 1-1 0 0,0 0 1 0 0,0 0-1 0 0,0 0 1 0 0,0 0-1 0 0,0 0 1 0 0,0 0-1 0 0,0 1 1 0 0,-1-1-1 0 0,1 0 1 0 0,0 0-1 0 0,-1 1 1 0 0,1-1-1 0 0,-1 1 0 0 0,1-1 1 0 0,-1 1-1 0 0,1 0 1 0 0,-1 0-1 0 0,1-1 1 0 0,-1 1-1 0 0,1 0 1 0 0,-1 0-1 0 0,1 1 1 0 0,-1-1-1 0 0,1 0 1 0 0,-1 0-1 0 0,-1 1 0 0 0,1 0 3 0 0,1 0 0 0 0,-1 0 0 0 0,0 0 0 0 0,1 0 0 0 0,-1 0 0 0 0,0 1 0 0 0,1-1 0 0 0,0 0 0 0 0,-1 1 0 0 0,1-1 0 0 0,0 1 0 0 0,0 0 0 0 0,0-1 0 0 0,0 1 0 0 0,0 0-1 0 0,0 0 1 0 0,0-1 0 0 0,0 1 0 0 0,1 0 0 0 0,-1 0 0 0 0,1 0 0 0 0,-1 0 0 0 0,1 2 0 0 0,-2 15 169 0 0,1-1 1 0 0,2 28-1 0 0,0-40-132 0 0,0 0-1 0 0,0 0 1 0 0,0 0-1 0 0,1 0 0 0 0,-1 0 1 0 0,1-1-1 0 0,1 1 1 0 0,-1 0-1 0 0,1-1 0 0 0,0 0 1 0 0,5 7-1 0 0,-3-4 54 0 0,1-1 0 0 0,0 0 0 0 0,0-1 0 0 0,1 1 0 0 0,0-1 0 0 0,0-1 0 0 0,0 1 0 0 0,1-1 0 0 0,0 0 0 0 0,0-1 0 0 0,8 4 0 0 0,-9-6-30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3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17887 0 0,'0'0'2071'0'0,"3"4"-1862"0"0,0 4-67 0 0,0 0-1 0 0,0 1 0 0 0,0-1 1 0 0,-1 1-1 0 0,2 16 0 0 0,2 54 1354 0 0,-4-41-1142 0 0,-1 13 96 0 0,-2 0 0 0 0,-3 0-1 0 0,-12 64 1 0 0,11-83-254 0 0,5-29-169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4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111 218 21751 0 0,'-2'-6'10'0'0,"-6"-45"-1"0"0,-3-18-3 0 0,9 62-4 0 0,0 1 0 0 0,0-1 0 0 0,-1 0 0 0 0,1 1 0 0 0,-2 0 0 0 0,1-1 1 0 0,-7-8-1 0 0,7 12 3 0 0,0 0 1 0 0,0 0-1 0 0,0 1 1 0 0,-1-1 0 0 0,1 1-1 0 0,-1 0 1 0 0,1 0-1 0 0,-1 0 1 0 0,1 0 0 0 0,-1 1-1 0 0,0 0 1 0 0,0 0-1 0 0,0 0 1 0 0,-6-1 0 0 0,7 2-4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4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261 62 20367 0 0,'-1'3'1'0'0,"0"0"0"0"0,-1 0 0 0 0,1-1 0 0 0,-1 1 0 0 0,0 0-1 0 0,1-1 1 0 0,-1 1 0 0 0,0-1 0 0 0,-1 0 0 0 0,1 1 0 0 0,0-1-1 0 0,-1 0 1 0 0,1 0 0 0 0,-1-1 0 0 0,1 1 0 0 0,-4 1 0 0 0,-13 10 16 0 0,-90 61 39 0 0,107-73-55 0 0,-12 7 5 0 0,1 1 0 0 0,-1 1 1 0 0,2 0-1 0 0,-16 15 0 0 0,27-24-5 0 0,0 0 0 0 0,0 0 0 0 0,0 0-1 0 0,0 0 1 0 0,0 0 0 0 0,0 1-1 0 0,0-1 1 0 0,1 0 0 0 0,-1 1 0 0 0,0-1-1 0 0,1 1 1 0 0,-1-1 0 0 0,1 1-1 0 0,-1-1 1 0 0,1 1 0 0 0,0-1 0 0 0,-1 1-1 0 0,1-1 1 0 0,0 1 0 0 0,0 0-1 0 0,0-1 1 0 0,0 1 0 0 0,1-1 0 0 0,-1 1-1 0 0,0-1 1 0 0,1 1 0 0 0,-1-1-1 0 0,1 1 1 0 0,-1-1 0 0 0,1 1 0 0 0,0-1-1 0 0,0 0 1 0 0,-1 1 0 0 0,1-1-1 0 0,0 0 1 0 0,0 0 0 0 0,0 1 0 0 0,1-1-1 0 0,-1 0 1 0 0,0 0 0 0 0,0 0-1 0 0,0 0 1 0 0,1-1 0 0 0,-1 1 0 0 0,1 0-1 0 0,1 0 1 0 0,2 2 2 0 0,0 0 1 0 0,1-1-1 0 0,0 0 0 0 0,-1 0 1 0 0,1 0-1 0 0,0-1 0 0 0,0 0 0 0 0,0 0 1 0 0,0 0-1 0 0,0-1 0 0 0,7 0 1 0 0,-4-2 2 0 0,0 0 0 0 0,0 0 0 0 0,0-1 0 0 0,-1 0 1 0 0,1-1-1 0 0,-1 0 0 0 0,0 0 0 0 0,0-1 0 0 0,0 0 1 0 0,-1 0-1 0 0,1-1 0 0 0,-1 0 0 0 0,-1 0 0 0 0,1-1 1 0 0,-1 0-1 0 0,0 0 0 0 0,-1 0 0 0 0,1-1 0 0 0,-1 0 0 0 0,-1 0 1 0 0,0 0-1 0 0,0 0 0 0 0,-1-1 0 0 0,1 0 0 0 0,-2 1 1 0 0,0-1-1 0 0,3-17 0 0 0,-3 10 59 0 0,-1-1 1 0 0,-1 1-1 0 0,0-1 0 0 0,-1 1 1 0 0,-1-1-1 0 0,-4-20 0 0 0,1 27 219 0 0,1 17 225 0 0,0 19-172 0 0,2 6-59 0 0,6 52 1 0 0,-3-56-52 0 0,1 0-30 0 0,-2-10-27 0 0,2 1 1 0 0,6 31 0 0 0,-4-35-10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4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 18591 0 0,'0'0'594'0'0,"3"3"3"0"0,2 6-382 0 0,0-1 0 0 0,-1 1 0 0 0,1 0 0 0 0,-2 1 0 0 0,0-1 0 0 0,0 1 0 0 0,0-1 0 0 0,-1 1 0 0 0,1 12 0 0 0,3 99 1802 0 0,-5-105-1640 0 0,-2 15-187 0 0,-1-1 0 0 0,-1 0 0 0 0,-12 50 1 0 0,-35 87 601 0 0,36-120-622 0 0,-3 2-60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7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126 194 7632 0 0,'0'0'12614'0'0,"3"4"-12419"0"0,-3-3-159 0 0,1 0 0 0 0,0 1 0 0 0,-1-1 1 0 0,1 0-1 0 0,0 1 0 0 0,0-1 1 0 0,0 0-1 0 0,0 0 0 0 0,0 0 0 0 0,0 0 1 0 0,1 0-1 0 0,-1 0 0 0 0,0 0 0 0 0,1-1 1 0 0,-1 1-1 0 0,0 0 0 0 0,1-1 0 0 0,-1 1 1 0 0,1 0-1 0 0,-1-1 0 0 0,1 0 0 0 0,-1 1 1 0 0,1-1-1 0 0,-1 0 0 0 0,1 0 0 0 0,-1 0 1 0 0,1 0-1 0 0,-1 0 0 0 0,1 0 0 0 0,-1 0 1 0 0,1-1-1 0 0,-1 1 0 0 0,1-1 1 0 0,-1 1-1 0 0,3-2 0 0 0,6-1 45 0 0,1-1 0 0 0,-1-1-1 0 0,0 0 1 0 0,0-1 0 0 0,-1 0 0 0 0,0 0 0 0 0,13-12 0 0 0,55-59 343 0 0,-66 65-354 0 0,-8 9-42 0 0,-1 1-1 0 0,0 0 1 0 0,1-1 0 0 0,-1 1-1 0 0,0 0 1 0 0,-1-1-1 0 0,1 1 1 0 0,0-1-1 0 0,-1 0 1 0 0,1 1-1 0 0,-1-1 1 0 0,0 0 0 0 0,0 0-1 0 0,0 0 1 0 0,0 0-1 0 0,0 0 1 0 0,0-4-1 0 0,-1 6 48 0 0,-16-11 218 0 0,8 9-237 0 0,-1 2 0 0 0,1-1 0 0 0,-1 1 0 0 0,0 1-1 0 0,1 0 1 0 0,-1 0 0 0 0,-15 2 0 0 0,-13 0 81 0 0,18-1-48 0 0,-1 1 0 0 0,-21 5 0 0 0,14-2-26 0 0,-21 8-8 0 0,38-9-42 0 0,1-2 0 0 0,-1 1 0 0 0,0-1 1 0 0,0 0-1 0 0,-11 0 0 0 0,0-6-38 0 0,20 4 18 0 0,0 11-65 0 0,24 128 115 0 0,-21-121 5 0 0,9 190 687 0 0,-11-208-649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8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15376 0 0,'4'4'116'0'0,"-1"0"1"0"0,0 0 0 0 0,0 0 0 0 0,0 1 0 0 0,0-1 0 0 0,-1 1 0 0 0,0 0 0 0 0,0-1-1 0 0,2 7 1 0 0,8 49 2348 0 0,-10-50-2122 0 0,-1 1 0 0 0,1-1 0 0 0,1 1 0 0 0,0-1 0 0 0,0 0 0 0 0,1 0 0 0 0,5 10 0 0 0,12 17 189 0 0,-16-28-418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8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64 241 15176 0 0,'32'-7'482'0'0,"-26"7"-329"0"0,-1-1 0 0 0,1 0-1 0 0,0-1 1 0 0,-1 0 0 0 0,1 1 0 0 0,-1-2 0 0 0,1 1 0 0 0,-1-1-1 0 0,6-3 1 0 0,-2-1 195 0 0,-1 0 0 0 0,-1 0 0 0 0,1-1 0 0 0,-1 0 0 0 0,-1 0-1 0 0,11-16 1 0 0,-14 19-223 0 0,1-1 0 0 0,-1 0 0 0 0,0 0 0 0 0,-1 0-1 0 0,0 0 1 0 0,0-1 0 0 0,0 1 0 0 0,0 0 0 0 0,-1-1 0 0 0,0 0 0 0 0,0-11-1 0 0,-2 15-102 0 0,1 1 0 0 0,-1-1 0 0 0,1 0 0 0 0,-1 1 0 0 0,0 0 0 0 0,0-1 0 0 0,0 1 0 0 0,0-1 0 0 0,-1 1 0 0 0,1 0 0 0 0,-1 0 0 0 0,1 0 0 0 0,-1 0 0 0 0,0 0 0 0 0,1 0 0 0 0,-1 0 0 0 0,0 0 0 0 0,0 1 0 0 0,0-1 0 0 0,-1 1 0 0 0,1 0 0 0 0,0-1 0 0 0,-1 1 0 0 0,-3-1 0 0 0,3 1-10 0 0,-1-1 1 0 0,1 1-1 0 0,-1 1 0 0 0,0-1 0 0 0,1 0 0 0 0,-1 1 1 0 0,0 0-1 0 0,0 0 0 0 0,1 0 0 0 0,-1 0 0 0 0,0 1 1 0 0,0-1-1 0 0,1 1 0 0 0,-1 0 0 0 0,0 0 0 0 0,-4 2 1 0 0,0 2-2 0 0,0 0 0 0 0,1 1-1 0 0,-1 0 1 0 0,1 0 0 0 0,0 0 0 0 0,1 1 0 0 0,0 0 0 0 0,0 0 0 0 0,0 1 0 0 0,1-1 0 0 0,-6 14 0 0 0,1-3 7 0 0,1 1-1 0 0,2 0 1 0 0,0 1 0 0 0,-5 23 0 0 0,9-25-7 0 0,1-1 1 0 0,1 1 0 0 0,1 0 0 0 0,1 0 0 0 0,4 24-1 0 0,-5-41-10 0 0,0 1-1 0 0,0-1 1 0 0,0 1 0 0 0,1-1-1 0 0,-1 0 1 0 0,0 0-1 0 0,1 1 1 0 0,0-1-1 0 0,-1 0 1 0 0,1 0-1 0 0,1 3 1 0 0,3 0 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8.9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15376 0 0,'0'0'1303'0'0,"3"3"-1160"0"0,0 1-63 0 0,-1 0-1 0 0,1 1 1 0 0,-1-1 0 0 0,-1 0-1 0 0,1 1 1 0 0,-1 0 0 0 0,0-1-1 0 0,0 1 1 0 0,0 0 0 0 0,0-1-1 0 0,-1 1 1 0 0,0 0 0 0 0,0 0-1 0 0,0-1 1 0 0,-1 7 0 0 0,-5 357 3420 0 0,6-339-3304 0 0,0-21-94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9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97 14672 0 0,'0'0'3718'0'0,"-3"0"-3315"0"0,-10 2-220 0 0,1 1 0 0 0,0 0 0 0 0,0 0 0 0 0,0 2 0 0 0,-13 5 0 0 0,19-7-105 0 0,0 0 0 0 0,0 1 1 0 0,0-1-1 0 0,0 1 1 0 0,1 0-1 0 0,0 1 0 0 0,0-1 1 0 0,0 1-1 0 0,0 0 1 0 0,1 0-1 0 0,-7 9 0 0 0,10-12-63 0 0,0-1 0 0 0,0 0 0 0 0,0 1-1 0 0,1-1 1 0 0,-1 1 0 0 0,0-1 0 0 0,1 1-1 0 0,-1 0 1 0 0,1-1 0 0 0,-1 1 0 0 0,1 0-1 0 0,0-1 1 0 0,-1 1 0 0 0,1 0-1 0 0,0 0 1 0 0,0-1 0 0 0,0 1 0 0 0,1 0-1 0 0,-1-1 1 0 0,0 1 0 0 0,1 0 0 0 0,-1-1-1 0 0,1 1 1 0 0,-1 0 0 0 0,1-1 0 0 0,0 1-1 0 0,0-1 1 0 0,0 1 0 0 0,-1-1 0 0 0,2 1-1 0 0,-1-1 1 0 0,0 0 0 0 0,0 0 0 0 0,0 1-1 0 0,0-1 1 0 0,1 0 0 0 0,-1 0-1 0 0,1 0 1 0 0,-1 0 0 0 0,3 0 0 0 0,-1 1-3 0 0,1-1 1 0 0,-1 0 0 0 0,1 0 0 0 0,0 0-1 0 0,-1 0 1 0 0,1-1 0 0 0,0 1-1 0 0,0-1 1 0 0,0 0 0 0 0,-1 0 0 0 0,1-1-1 0 0,0 1 1 0 0,0-1 0 0 0,-1 0 0 0 0,1 0-1 0 0,0 0 1 0 0,5-3 0 0 0,-2 1 13 0 0,-1 0 1 0 0,1-1 0 0 0,-1 0-1 0 0,0-1 1 0 0,-1 1 0 0 0,1-1-1 0 0,-1 0 1 0 0,0 0 0 0 0,0-1-1 0 0,0 0 1 0 0,7-11 0 0 0,-8 9 27 0 0,-1 0 1 0 0,1 0-1 0 0,-2 0 0 0 0,1-1 1 0 0,-1 1-1 0 0,0-1 1 0 0,-1 1-1 0 0,0-1 0 0 0,0-15 1 0 0,-1 9 155 0 0,-1 0 0 0 0,-4-27 0 0 0,3 38 312 0 0,1 6-190 0 0,-1 17-61 0 0,1 25-76 0 0,0-24-69 0 0,1 0-14 0 0,0-1 0 0 0,1 1 0 0 0,0-1 1 0 0,2 0-1 0 0,8 31 0 0 0,-5-35 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49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91 501 22759 0 0,'0'0'15'0'0,"1"-4"-6"0"0,29-94 28 0 0,19-80 49 0 0,-39 134 1 0 0,1 0 0 0 0,25-64 0 0 0,-30 92-26 0 0,-3 7 411 0 0,-5 20-125 0 0,-6 27-23 0 0,4-19-213 0 0,0 0 0 0 0,-1-1 0 0 0,-1 1 0 0 0,-13 28 0 0 0,6-8 282 0 0,12-38-373 0 0,0 0-1 0 0,0 0 1 0 0,0 0-1 0 0,-1 0 1 0 0,1 0-1 0 0,0 0 1 0 0,0 0-1 0 0,-1-1 1 0 0,1 1-1 0 0,-1 0 1 0 0,1-1-1 0 0,0 1 1 0 0,-1-1-1 0 0,1 0 1 0 0,-1 1-1 0 0,0-1 1 0 0,1 0-1 0 0,-1 0 0 0 0,1 0 1 0 0,-1 0-1 0 0,1 0 1 0 0,-1 0-1 0 0,1 0 1 0 0,-1-1-1 0 0,1 1 1 0 0,-1 0-1 0 0,1-1 1 0 0,-1 1-1 0 0,1-1 1 0 0,0 0-1 0 0,-3-1 1 0 0,-3-1 15 0 0,0-1-1 0 0,0 0 1 0 0,0-1 0 0 0,-9-7 0 0 0,5 1 12 0 0,1-1 0 0 0,0 0 1 0 0,1 0-1 0 0,0-1 0 0 0,1-1 1 0 0,0 1-1 0 0,-7-21 0 0 0,10 18 38 0 0,5 15-79 0 0,0 1-1 0 0,0 0 1 0 0,0 0-1 0 0,0-1 1 0 0,0 1 0 0 0,0 0-1 0 0,0-1 1 0 0,0 1-1 0 0,1 0 1 0 0,-1 0-1 0 0,0-1 1 0 0,0 1-1 0 0,0 0 1 0 0,0-1 0 0 0,0 1-1 0 0,1 0 1 0 0,-1 0-1 0 0,0 0 1 0 0,0-1-1 0 0,0 1 1 0 0,1 0-1 0 0,-1 0 1 0 0,0 0 0 0 0,0-1-1 0 0,1 1 1 0 0,-1 0-1 0 0,1 0 1 0 0,1 0 3 0 0,-1 0-1 0 0,1 0 1 0 0,0 0 0 0 0,0 0-1 0 0,0 0 1 0 0,-1 1 0 0 0,1-1 0 0 0,0 1-1 0 0,0-1 1 0 0,-1 1 0 0 0,1-1-1 0 0,0 1 1 0 0,1 1 0 0 0,16 8 28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0.2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234 14 17183 0 0,'0'0'4099'0'0,"-4"-2"-3472"0"0,-3 0-439 0 0,-1-1 1 0 0,0 1 0 0 0,0 1 0 0 0,0-1 0 0 0,-1 1-1 0 0,1 1 1 0 0,0-1 0 0 0,-15 3 0 0 0,-72 13 595 0 0,58-7-151 0 0,26-6-515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1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50 434 14872 0 0,'0'0'1958'0'0,"0"-4"-1739"0"0,-2-42 1268 0 0,-3 0 0 0 0,-12-53 1 0 0,8 51-616 0 0,1 0 0 0 0,0-60 0 0 0,14 118-378 0 0,3 10-300 0 0,29 102 397 0 0,-7-30-207 0 0,-25-76-257 0 0,14 29 1 0 0,-14-32 7 0 0,1 1 0 0 0,6 24 0 0 0,-12-37-121 0 0,-1 0 1 0 0,0-1-1 0 0,1 1 1 0 0,-1 0-1 0 0,1 0 1 0 0,-1 0-1 0 0,1 0 1 0 0,-1-1-1 0 0,1 1 1 0 0,-1 0-1 0 0,1 0 1 0 0,0-1-1 0 0,0 1 1 0 0,-1-1-1 0 0,1 1 1 0 0,0 0-1 0 0,0-1 1 0 0,0 1-1 0 0,1-1 1 0 0,-2 1-12 0 0,1-1 1 0 0,-1 0-1 0 0,1 0 1 0 0,-1 0-1 0 0,0 0 1 0 0,1 0-1 0 0,-1 1 1 0 0,1-1-1 0 0,-1 0 1 0 0,1 0-1 0 0,-1 0 1 0 0,1 0-1 0 0,-1-1 1 0 0,1 1-1 0 0,-1 0 1 0 0,1 0-1 0 0,-1 0 1 0 0,0 0-1 0 0,1 0 1 0 0,-1-1-1 0 0,1 1 1 0 0,-1 0-1 0 0,1 0 1 0 0,-1 0-1 0 0,0-1 1 0 0,1 1-1 0 0,-1 0 1 0 0,0-1-1 0 0,1 1 1 0 0,-1 0-1 0 0,0-1 1 0 0,1 1-1 0 0,-1-1 1 0 0,0 1-1 0 0,0 0 1 0 0,0-1-1 0 0,1 0 1 0 0,3-13 18 0 0,-1 0 1 0 0,0 0 0 0 0,-1-1 0 0 0,0-25 0 0 0,-1 12-3 0 0,2-64 40 0 0,-4 63-23 0 0,2 0-1 0 0,1 0 1 0 0,8-41 0 0 0,-8 61-3 0 0,2-10 12 0 0,-4 18-38 0 0,0 1 0 0 0,0-1 0 0 0,0 1 0 0 0,1-1 0 0 0,-1 1 0 0 0,0-1 0 0 0,0 1 0 0 0,1-1 0 0 0,-1 1 0 0 0,0-1 0 0 0,1 1 0 0 0,-1 0 0 0 0,1-1 0 0 0,-1 1 0 0 0,0 0 0 0 0,1-1 1 0 0,-1 1-1 0 0,1 0 0 0 0,-1-1 0 0 0,1 1 0 0 0,-1 0 0 0 0,1 0 0 0 0,-1 0 0 0 0,1-1 0 0 0,-1 1 0 0 0,1 0 0 0 0,0 0 0 0 0,0 1 3 0 0,1 0 0 0 0,-1 0-1 0 0,0 0 1 0 0,0 0 0 0 0,0 1-1 0 0,0-1 1 0 0,0 0 0 0 0,0 0 0 0 0,-1 1-1 0 0,1-1 1 0 0,0 1 0 0 0,-1-1-1 0 0,1 0 1 0 0,-1 1 0 0 0,1 1 0 0 0,1 2 14 0 0,24 55 130 0 0,-18-34-83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1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160 126 17887 0 0,'0'0'2986'0'0,"-1"3"-2474"0"0,-1 3-196 0 0,0-1 0 0 0,-1 0 0 0 0,0 1 0 0 0,0-1 0 0 0,0 0 0 0 0,0-1 0 0 0,-1 1 0 0 0,0-1 0 0 0,-8 8-1 0 0,10-10-286 0 0,0-1 0 0 0,0 1 0 0 0,-1 0 0 0 0,1-1 0 0 0,-1 0 0 0 0,0 1 0 0 0,1-1 0 0 0,-1 0 0 0 0,0-1 0 0 0,0 1 0 0 0,1 0 0 0 0,-1-1 0 0 0,0 0 0 0 0,0 1 0 0 0,0-1 0 0 0,0 0 0 0 0,0 0 0 0 0,0-1 0 0 0,0 1-1 0 0,1-1 1 0 0,-1 1 0 0 0,0-1 0 0 0,-3-1 0 0 0,2 0-24 0 0,1 0-1 0 0,0 0 1 0 0,0 0 0 0 0,0-1-1 0 0,0 1 1 0 0,0 0 0 0 0,1-1-1 0 0,-1 0 1 0 0,1 0-1 0 0,-1 0 1 0 0,1 0 0 0 0,0 0-1 0 0,0 0 1 0 0,1-1 0 0 0,-1 1-1 0 0,1 0 1 0 0,0-1 0 0 0,-1 1-1 0 0,0-7 1 0 0,1 5 0 0 0,0-1 1 0 0,0 1-1 0 0,0-1 1 0 0,1 1-1 0 0,0 0 1 0 0,0-1-1 0 0,0 1 1 0 0,1-1-1 0 0,0 1 1 0 0,0-1-1 0 0,0 1 1 0 0,1 0-1 0 0,2-6 1 0 0,-2 6 15 0 0,0 2 0 0 0,1-1-1 0 0,-1 0 1 0 0,1 0 0 0 0,0 1 0 0 0,0 0 0 0 0,1-1 0 0 0,-1 1 0 0 0,1 0 0 0 0,-1 1 0 0 0,8-5 0 0 0,-9 6-6 0 0,0 0 1 0 0,0 0-1 0 0,0 0 0 0 0,0 0 0 0 0,1 0 0 0 0,-1 1 1 0 0,0-1-1 0 0,0 1 0 0 0,1 0 0 0 0,-1 0 1 0 0,0-1-1 0 0,1 1 0 0 0,-1 1 0 0 0,0-1 0 0 0,1 0 1 0 0,-1 1-1 0 0,0-1 0 0 0,1 1 0 0 0,-1-1 0 0 0,0 1 1 0 0,0 0-1 0 0,0 0 0 0 0,0 0 0 0 0,4 3 1 0 0,4 4 93 0 0,0 1 0 0 0,13 14 1 0 0,-16-17-56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2.5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14 22263 0 0,'0'-5'0'0'0,"0"1"0"0"0,0 0-2 0 0,0 3-10 0 0,-18 4-166 0 0,-16 14 93 0 0,29-15 70 0 0,0 0 0 0 0,0 1 0 0 0,-1 0 0 0 0,1 0 0 0 0,1 0 1 0 0,-1 0-1 0 0,0 1 0 0 0,1-1 0 0 0,0 1 0 0 0,-7 8 0 0 0,7-6-1 0 0,0 0 1 0 0,0 0-1 0 0,1 0 0 0 0,0 1 0 0 0,0-1 1 0 0,1 1-1 0 0,-1 0 0 0 0,1 0 0 0 0,1-1 1 0 0,-1 1-1 0 0,1 0 0 0 0,1 1 0 0 0,-1-1 1 0 0,2 8-1 0 0,-2-6 3 0 0,1-1 1 0 0,1 0-1 0 0,0 1 0 0 0,0-1 1 0 0,0 0-1 0 0,5 13 0 0 0,-5-17 9 0 0,1-1 0 0 0,0 1 0 0 0,0-1 0 0 0,0 0 0 0 0,0 0 0 0 0,1 0 0 0 0,-1 0 0 0 0,1-1 0 0 0,0 1 0 0 0,-1 0 0 0 0,1-1 0 0 0,0 0 0 0 0,1 0 0 0 0,-1 0 0 0 0,0 0 0 0 0,1 0 0 0 0,3 1 0 0 0,1-1 3 0 0,0 1 0 0 0,0-1 0 0 0,-1-1 1 0 0,1 1-1 0 0,1-1 0 0 0,-1-1 0 0 0,0 1 0 0 0,0-1 1 0 0,0-1-1 0 0,0 0 0 0 0,0 0 0 0 0,12-3 1 0 0,0-2 0 0 0,0-1 0 0 0,0 0 0 0 0,30-17 0 0 0,-26 10 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3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94 13560 0 0,'0'0'5439'0'0,"2"5"-5159"0"0,9 24 124 0 0,-1-1-18 0 0,2-1 1 0 0,17 29-1 0 0,-27-54-312 0 0,0 0-1 0 0,0 0 1 0 0,0 0-1 0 0,0-1 1 0 0,0 1-1 0 0,1 0 1 0 0,-1-1-1 0 0,1 1 1 0 0,-1-1 0 0 0,1 0-1 0 0,0 0 1 0 0,-1 0-1 0 0,1 0 1 0 0,0-1-1 0 0,0 1 1 0 0,-1-1-1 0 0,7 1 1 0 0,-7-2-39 0 0,0 0 1 0 0,-1 1-1 0 0,1-1 1 0 0,0 0-1 0 0,0 0 0 0 0,-1 0 1 0 0,1 0-1 0 0,0 0 0 0 0,-1-1 1 0 0,1 1-1 0 0,-1 0 1 0 0,1-1-1 0 0,-1 1 0 0 0,0-1 1 0 0,0 1-1 0 0,0-1 1 0 0,0 0-1 0 0,0 0 0 0 0,0 1 1 0 0,1-3-1 0 0,1-5 41 0 0,-1 1 0 0 0,0-1 1 0 0,2-12-1 0 0,2-7 128 0 0,-6 27-187 0 0,0 0 1 0 0,1 0 0 0 0,-1 0-1 0 0,0 1 1 0 0,1-1-1 0 0,-1 0 1 0 0,1 0-1 0 0,-1 1 1 0 0,0-1-1 0 0,1 0 1 0 0,0 1-1 0 0,-1-1 1 0 0,1 0-1 0 0,-1 1 1 0 0,1-1-1 0 0,0 1 1 0 0,0-1-1 0 0,-1 1 1 0 0,1-1-1 0 0,0 1 1 0 0,0 0-1 0 0,-1-1 1 0 0,1 1 0 0 0,0 0-1 0 0,0 0 1 0 0,0 0-1 0 0,0-1 1 0 0,-1 1-1 0 0,1 0 1 0 0,0 0-1 0 0,0 0 1 0 0,0 0-1 0 0,0 0 1 0 0,0 1-1 0 0,-1-1 1 0 0,1 0-1 0 0,0 0 1 0 0,0 1-1 0 0,0-1 1 0 0,-1 0-1 0 0,1 1 1 0 0,0-1-1 0 0,0 0 1 0 0,-1 1-1 0 0,1-1 1 0 0,0 1 0 0 0,-1 0-1 0 0,1-1 1 0 0,0 1-1 0 0,-1-1 1 0 0,1 1-1 0 0,-1 0 1 0 0,1 0-1 0 0,-1-1 1 0 0,1 2-1 0 0,3 4 49 0 0,0 0 0 0 0,0 0-1 0 0,1-1 1 0 0,0 0 0 0 0,0 1 0 0 0,0-2-1 0 0,0 1 1 0 0,1-1 0 0 0,0 0-1 0 0,0 0 1 0 0,0 0 0 0 0,0-1 0 0 0,12 4-1 0 0,-17-6-52 0 0,1-1-1 0 0,0-1 1 0 0,-1 1-1 0 0,1 0 1 0 0,-1 0-1 0 0,1-1 1 0 0,-1 1-1 0 0,1 0 1 0 0,-1-1-1 0 0,1 0 1 0 0,-1 1-1 0 0,1-1 0 0 0,-1 0 1 0 0,0 0-1 0 0,1 0 1 0 0,-1 0-1 0 0,0 0 1 0 0,0 0-1 0 0,0 0 1 0 0,0 0-1 0 0,2-2 1 0 0,20-27 99 0 0,9-29 93 0 0,-25 43-144 0 0,1 0 1 0 0,1 0 0 0 0,1 1-1 0 0,0 0 1 0 0,14-15 0 0 0,-24 29-54 0 0,1 0 0 0 0,0 1 1 0 0,0-1-1 0 0,0 0 1 0 0,0 0-1 0 0,0 0 0 0 0,0 1 1 0 0,0-1-1 0 0,0 1 1 0 0,0-1-1 0 0,1 1 1 0 0,-1-1-1 0 0,0 1 0 0 0,0-1 1 0 0,0 1-1 0 0,1 0 1 0 0,-1 0-1 0 0,2 0 1 0 0,3 2 21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3.7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0 15576 0 0,'0'0'5351'0'0,"-5"0"-5175"0"0,-156 0 1720 0 0,147 0-1824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4.6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193 104 15376 0 0,'0'0'1105'0'0,"3"-4"-772"0"0,-2 2-124 0 0,13-20-391 0 0,-14 21 288 0 0,1 1 0 0 0,-1-1 0 0 0,0 0 0 0 0,1 0 0 0 0,-1 0 0 0 0,0-1 0 0 0,0 1 0 0 0,0 0 0 0 0,0 0 0 0 0,0 0 0 0 0,0 0 0 0 0,0 0 0 0 0,0 0 0 0 0,0 0 0 0 0,0 0 0 0 0,0 0 0 0 0,-1 0 0 0 0,1 0 0 0 0,-1 0 0 0 0,1 0 0 0 0,0 0 0 0 0,-1 0 0 0 0,0 0 0 0 0,1 1 0 0 0,-1-1 0 0 0,0-1 0 0 0,-1 1-24 0 0,0 0 0 0 0,0 1-1 0 0,0-1 1 0 0,0 1-1 0 0,0-1 1 0 0,0 1-1 0 0,0 0 1 0 0,-1-1-1 0 0,1 1 1 0 0,0 1 0 0 0,0-1-1 0 0,0 0 1 0 0,0 0-1 0 0,0 1 1 0 0,0-1-1 0 0,0 1 1 0 0,0-1-1 0 0,0 1 1 0 0,-3 2 0 0 0,-41 20 249 0 0,31-14-220 0 0,1 1-1 0 0,1 1 1 0 0,0 0-1 0 0,-14 16 1 0 0,23-23-77 0 0,1 0-1 0 0,-1 1 1 0 0,1-1-1 0 0,0 1 1 0 0,1-1-1 0 0,-1 1 1 0 0,1 0 0 0 0,0 0-1 0 0,0 0 1 0 0,1 0-1 0 0,-1 0 1 0 0,1 0-1 0 0,0 1 1 0 0,0-1 0 0 0,1 0-1 0 0,0 1 1 0 0,0 7-1 0 0,1-12-20 0 0,-1 0 0 0 0,1 0 0 0 0,-1 0 0 0 0,1 0 0 0 0,0 0-1 0 0,0 0 1 0 0,-1 0 0 0 0,1 0 0 0 0,0 0 0 0 0,0 0 0 0 0,0 0-1 0 0,0-1 1 0 0,0 1 0 0 0,0 0 0 0 0,0-1 0 0 0,0 1 0 0 0,0-1-1 0 0,0 1 1 0 0,1-1 0 0 0,-1 1 0 0 0,0-1 0 0 0,0 0 0 0 0,0 0 0 0 0,3 1-1 0 0,31 1 125 0 0,-27-3-105 0 0,0 0 0 0 0,0-1 0 0 0,-1 1 0 0 0,1-2 1 0 0,0 1-1 0 0,-1-1 0 0 0,1 0 0 0 0,-1-1 0 0 0,0 0 1 0 0,0 0-1 0 0,0 0 0 0 0,-1-1 0 0 0,1 0 0 0 0,-1 0 1 0 0,0-1-1 0 0,-1 0 0 0 0,1 0 0 0 0,-1 0 0 0 0,-1-1 1 0 0,1 1-1 0 0,-1-1 0 0 0,0 0 0 0 0,0 0 0 0 0,-1-1 1 0 0,0 1-1 0 0,0-1 0 0 0,-1 0 0 0 0,0 1 0 0 0,-1-1 1 0 0,1 0-1 0 0,-1 0 0 0 0,-1-14 0 0 0,0 11 217 0 0,0-1-1 0 0,-2 1 0 0 0,-4-21 1 0 0,6 32-245 0 0,0-1 0 0 0,0 1 0 0 0,0 0 1 0 0,0 0-1 0 0,0 0 0 0 0,0 0 0 0 0,0 0 1 0 0,0 0-1 0 0,0 0 0 0 0,0-1 1 0 0,0 1-1 0 0,0 0 0 0 0,0 0 0 0 0,0 0 1 0 0,0 0-1 0 0,0 0 0 0 0,0 0 0 0 0,-1 0 1 0 0,1 0-1 0 0,0 0 0 0 0,0 0 1 0 0,0-1-1 0 0,0 1 0 0 0,0 0 0 0 0,0 0 1 0 0,0 0-1 0 0,0 0 0 0 0,-1 0 0 0 0,1 0 1 0 0,0 0-1 0 0,0 0 0 0 0,0 0 1 0 0,0 0-1 0 0,0 0 0 0 0,0 0 0 0 0,0 0 1 0 0,-1 0-1 0 0,1 0 0 0 0,0 0 0 0 0,0 0 1 0 0,0 0-1 0 0,0 0 0 0 0,0 0 1 0 0,0 0-1 0 0,0 0 0 0 0,0 0 0 0 0,-1 1 1 0 0,1-1-1 0 0,0 0 0 0 0,0 0 0 0 0,0 0 1 0 0,0 0-1 0 0,0 0 0 0 0,0 0 0 0 0,0 0 1 0 0,0 0-1 0 0,0 0 0 0 0,0 0 1 0 0,0 0-1 0 0,-1 1 0 0 0,1-1 0 0 0,0 0 1 0 0,0 0-1 0 0,-4 6 67 0 0,1 6 15 0 0,0 1 0 0 0,1-1 0 0 0,1 1 0 0 0,-1-1 0 0 0,2 1 0 0 0,0-1 0 0 0,3 20 1 0 0,-2-3 14 0 0,0-19-37 0 0,0-1 0 0 0,0 1 0 0 0,1-1 0 0 0,0 0 0 0 0,1 0 0 0 0,0 1 0 0 0,1-1 0 0 0,8 16 0 0 0,-7-18 0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5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17 24791 0 0,'0'0'74'0'0,"2"-4"-61"0"0,1 0-27 0 0,2-5 79 0 0,-2 11-21 0 0,-3 7-19 0 0,-11 127 176 0 0,1-46-78 0 0,5-30-2 0 0,0-21-26 0 0,3 0-1 0 0,1 0 0 0 0,5 50 1 0 0,-3-84-51 0 0,0 0 1 0 0,0-1 0 0 0,1 1 0 0 0,-1-1 0 0 0,1 1 0 0 0,0-1-1 0 0,3 5 1 0 0,-4-8 66 0 0,-1-12 40 0 0,0-19-67 0 0,-6-42 0 0 0,4 59-73 0 0,-1 1 1 0 0,0 0-1 0 0,0 0 0 0 0,-1 0 1 0 0,-1 0-1 0 0,-7-13 1 0 0,4 5-2 0 0,6 15-5 0 0,1 0 0 0 0,-1 0-1 0 0,-1 1 1 0 0,1-1 0 0 0,-1 0 0 0 0,-3-4-1 0 0,5 8-3 0 0,0 0-1 0 0,0 1 1 0 0,1-1-1 0 0,-1 0 1 0 0,0 1-1 0 0,0-1 1 0 0,0 1-1 0 0,0-1 1 0 0,0 1-1 0 0,1 0 1 0 0,-1-1-1 0 0,0 1 1 0 0,0 0-1 0 0,0-1 0 0 0,0 1 1 0 0,0 0-1 0 0,0 0 1 0 0,0 0-1 0 0,0 0 1 0 0,0 0-1 0 0,0 0 1 0 0,0 0-1 0 0,0 1 1 0 0,0-1-1 0 0,0 0 1 0 0,0 0-1 0 0,0 1 1 0 0,0-1-1 0 0,0 1 1 0 0,0-1-1 0 0,0 1 1 0 0,1-1-1 0 0,-1 1 1 0 0,0-1-1 0 0,0 1 1 0 0,0 0-1 0 0,1-1 1 0 0,-2 3-1 0 0,-3 1 1 0 0,1 1 0 0 0,0 0 0 0 0,0 0 0 0 0,0 0 0 0 0,1 0 0 0 0,0 1-1 0 0,0 0 1 0 0,-3 6 0 0 0,0 4 2 0 0,1-1 0 0 0,-4 18-1 0 0,7-24 0 0 0,1 0 0 0 0,0 0 0 0 0,0 0 0 0 0,1 1 0 0 0,1 14 0 0 0,0-20-1 0 0,-1 1 0 0 0,1-1 0 0 0,0 0-1 0 0,0 0 1 0 0,1 1 0 0 0,-1-1 0 0 0,1 0 0 0 0,0 0-1 0 0,0-1 1 0 0,0 1 0 0 0,0 0 0 0 0,1-1 0 0 0,-1 1-1 0 0,4 2 1 0 0,2 1-1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5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231 22 17583 0 0,'0'0'1991'0'0,"1"-3"-1852"0"0,6-12 65 0 0,-5 12 1280 0 0,-4 13-367 0 0,-3-4-976 0 0,0 0-1 0 0,1 0 1 0 0,0 1 0 0 0,0 0-1 0 0,0 0 1 0 0,1 0-1 0 0,0 0 1 0 0,-2 9 0 0 0,-1-1-68 0 0,-2 5 67 0 0,0 1 0 0 0,2 0 0 0 0,0 0 0 0 0,2 1 0 0 0,-3 33 0 0 0,0 10 48 0 0,4-40-32 0 0,0 0-1 0 0,2 1 1 0 0,0-1 0 0 0,7 50-1 0 0,-6-73-121 0 0,1 0-1 0 0,-1 0 0 0 0,1 1 1 0 0,-1-1-1 0 0,1 0 0 0 0,0 0 1 0 0,0 0-1 0 0,0 0 0 0 0,0 0 1 0 0,1-1-1 0 0,-1 1 0 0 0,0 0 1 0 0,1 0-1 0 0,0-1 0 0 0,-1 1 1 0 0,4 2-1 0 0,-4-4-30 0 0,-1 0 0 0 0,0 0-1 0 0,0 0 1 0 0,1 0 0 0 0,-1-1 0 0 0,0 1 0 0 0,0 0 0 0 0,1 0-1 0 0,-1 0 1 0 0,0 0 0 0 0,0 0 0 0 0,1-1 0 0 0,-1 1 0 0 0,0 0-1 0 0,0 0 1 0 0,0 0 0 0 0,1-1 0 0 0,-1 1 0 0 0,0 0 0 0 0,0 0-1 0 0,0 0 1 0 0,0-1 0 0 0,0 1 0 0 0,1 0 0 0 0,-1 0 0 0 0,0-1-1 0 0,0 1 1 0 0,0 0 0 0 0,0-1 0 0 0,0 1 0 0 0,0 0 0 0 0,0 0-1 0 0,0-1 1 0 0,0 1 0 0 0,0 0 0 0 0,0 0 0 0 0,0-1 0 0 0,0-11 41 0 0,-3-12-35 0 0,-1 0 0 0 0,-2 1 0 0 0,0 0 1 0 0,-2 0-1 0 0,0 1 0 0 0,-1 0 0 0 0,-22-36 0 0 0,31 57-9 0 0,0 0 0 0 0,-1 0 0 0 0,1 0 0 0 0,-1 1 0 0 0,1-1 0 0 0,-1 0 0 0 0,1 0 0 0 0,-1 0 0 0 0,0 0 0 0 0,1 0 0 0 0,-1 1 0 0 0,0-1 0 0 0,0 0 0 0 0,1 1 0 0 0,-1-1 0 0 0,0 0 0 0 0,0 1 0 0 0,0-1 0 0 0,0 1 0 0 0,0 0 0 0 0,0-1 0 0 0,0 1 0 0 0,0 0 0 0 0,0-1 0 0 0,0 1 0 0 0,0 0 0 0 0,0 0 0 0 0,0 0 0 0 0,0 0 0 0 0,0 0 0 0 0,0 0 0 0 0,0 0 0 0 0,0 0 0 0 0,0 0 0 0 0,0 1 0 0 0,0-1 0 0 0,0 0 0 0 0,0 1 0 0 0,0-1 0 0 0,0 1 0 0 0,0-1 0 0 0,-1 2 0 0 0,-4 4 0 0 0,1 0 0 0 0,-1 1 0 0 0,2 0 0 0 0,-1 0 0 0 0,1 0 0 0 0,0 1 0 0 0,1-1 0 0 0,-1 1 0 0 0,2 0 0 0 0,-1 0 0 0 0,1 0 0 0 0,-2 10 0 0 0,0 12 0 0 0,-3 59 0 0 0,7-82 0 0 0,0 0 0 0 0,1 0 0 0 0,-1-1 0 0 0,1 1 0 0 0,1 0 0 0 0,-1 0 0 0 0,1-1 0 0 0,0 1 0 0 0,1-1 0 0 0,0 0 0 0 0,0 1 0 0 0,5 7 0 0 0,1-2 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6.1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185 1 22375 0 0,'0'0'-8'0'0,"-5"2"-6"0"0,-7 5 12 0 0,0 1 1 0 0,0 0 0 0 0,1 1 0 0 0,0 0 0 0 0,1 1 0 0 0,0 0-1 0 0,0 1 1 0 0,1 0 0 0 0,0 0 0 0 0,1 1 0 0 0,1 0 0 0 0,0 1-1 0 0,-10 23 1 0 0,10-20 8 0 0,1 0-1 0 0,1 1 1 0 0,0 0-1 0 0,1 0 1 0 0,1 0-1 0 0,1 0 1 0 0,0 1-1 0 0,1-1 1 0 0,1 1-1 0 0,1-1 1 0 0,4 23-1 0 0,-1-14 54 0 0,-2-10-39 0 0,1 0 0 0 0,6 17 0 0 0,-8-29 0 0 0,0 0 0 0 0,1 0 0 0 0,0 0 0 0 0,0 0 0 0 0,0-1 0 0 0,0 1 0 0 0,0-1 0 0 0,1 1 0 0 0,0-1 0 0 0,0 0 0 0 0,-1 0 0 0 0,2 0 0 0 0,3 3 0 0 0,9 1 91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7.2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20 100 15776 0 0,'0'0'5883'0'0,"0"4"-5647"0"0,-11 134 1554 0 0,6-94-1389 0 0,1 0-1 0 0,4 66 1 0 0,0-106-353 0 0,0 1 0 0 0,0-1 0 0 0,1 1 0 0 0,-1-1 1 0 0,1 0-1 0 0,0 1 0 0 0,1-1 0 0 0,-1 0 0 0 0,0 0 0 0 0,1 0 0 0 0,0 0 0 0 0,0 0 0 0 0,0 0 0 0 0,1-1 0 0 0,-1 1 0 0 0,1-1 0 0 0,0 1 0 0 0,0-1 0 0 0,5 3 1 0 0,-8-5-45 0 0,0-1 0 0 0,1 0 0 0 0,-1 0 0 0 0,0 0 1 0 0,1 0-1 0 0,-1 0 0 0 0,0 0 0 0 0,1 0 0 0 0,-1 0 1 0 0,0 0-1 0 0,1 0 0 0 0,-1 0 0 0 0,0-1 1 0 0,1 1-1 0 0,-1 0 0 0 0,0 0 0 0 0,1 0 0 0 0,-1 0 1 0 0,0 0-1 0 0,0-1 0 0 0,1 1 0 0 0,-1 0 0 0 0,0 0 1 0 0,0 0-1 0 0,1-1 0 0 0,-1 1 0 0 0,0 0 1 0 0,0-1-1 0 0,1 1 0 0 0,-1 0 0 0 0,0 0 0 0 0,0-1 1 0 0,0 1-1 0 0,0 0 0 0 0,0-1 0 0 0,1 1 0 0 0,-1 0 1 0 0,0-1-1 0 0,0 1 0 0 0,4-12 170 0 0,-5 2-70 0 0,1 0-46 0 0,1 14 267 0 0,-1-4-325 0 0,0 1 1 0 0,1 0-1 0 0,-1 0 0 0 0,1-1 0 0 0,-1 1 1 0 0,0 0-1 0 0,1-1 0 0 0,-1 1 1 0 0,1-1-1 0 0,0 1 0 0 0,-1 0 1 0 0,1-1-1 0 0,-1 1 0 0 0,1-1 1 0 0,0 0-1 0 0,-1 1 0 0 0,1-1 1 0 0,0 0-1 0 0,0 1 0 0 0,-1-1 1 0 0,1 0-1 0 0,0 1 0 0 0,0-1 1 0 0,-1 0-1 0 0,1 0 0 0 0,0 0 1 0 0,0 0-1 0 0,0 0 0 0 0,1 0 1 0 0,24-3 6 0 0,-13-3-6 0 0,-1 0 1 0 0,1 0-1 0 0,-1-1 0 0 0,-1-1 1 0 0,1 0-1 0 0,-1 0 0 0 0,0-1 1 0 0,11-13-1 0 0,-8 6 2 0 0,-1 0-1 0 0,0-1 1 0 0,-1-1 0 0 0,16-33 0 0 0,-25 46-3 0 0,8-15 0 0 0,-2 1 1 0 0,0-1 0 0 0,-1-1 0 0 0,-2 0-1 0 0,6-23 1 0 0,-11 39-1 0 0,-1 0 0 0 0,1 1 0 0 0,-1-1 0 0 0,0 0 0 0 0,0 0 0 0 0,0 0 0 0 0,-1 0 1 0 0,1 0-1 0 0,-1 0 0 0 0,-1 1 0 0 0,1-1 0 0 0,-1 0 0 0 0,1 1 0 0 0,-1-1 0 0 0,-1 1 0 0 0,1 0 0 0 0,-1-1 0 0 0,1 1 0 0 0,-1 0 1 0 0,0 0-1 0 0,-1 1 0 0 0,1-1 0 0 0,-1 1 0 0 0,1 0 0 0 0,-1 0 0 0 0,0 0 0 0 0,0 0 0 0 0,-8-4 0 0 0,4 3 0 0 0,1 1 0 0 0,0 0 0 0 0,-1 0 0 0 0,1 1 0 0 0,-1 0 0 0 0,0 0 0 0 0,0 0 0 0 0,0 1 0 0 0,0 1 0 0 0,0-1 0 0 0,0 1 0 0 0,-15 2 0 0 0,-3 2 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7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198 126 14368 0 0,'0'0'2471'0'0,"4"-2"-2327"0"0,10-9 63 0 0,-10 8 1962 0 0,-7 4-2066 0 0,0 0 0 0 0,1-1 0 0 0,-1 1 0 0 0,0-1 0 0 0,0 0 0 0 0,1 0 0 0 0,-1 0-1 0 0,-4 0 1 0 0,-17 1 347 0 0,12 2-330 0 0,-1 1 0 0 0,1 1 0 0 0,0 0 0 0 0,0 1 0 0 0,0 0 0 0 0,1 1 0 0 0,0 0 0 0 0,-11 9-1 0 0,18-13-76 0 0,0 1 0 0 0,0 0 0 0 0,0 0-1 0 0,0 0 1 0 0,1 1 0 0 0,0-1-1 0 0,0 1 1 0 0,0-1 0 0 0,0 1-1 0 0,1 0 1 0 0,-1 0 0 0 0,1 1 0 0 0,1-1-1 0 0,-1 0 1 0 0,1 1 0 0 0,0-1-1 0 0,0 0 1 0 0,0 1 0 0 0,1 0 0 0 0,0-1-1 0 0,1 9 1 0 0,-1-12-26 0 0,1 0 0 0 0,-1 0 1 0 0,1 0-1 0 0,0 0 0 0 0,0 0 0 0 0,0 0 0 0 0,0-1 1 0 0,0 1-1 0 0,0 0 0 0 0,0-1 0 0 0,1 1 1 0 0,-1-1-1 0 0,1 1 0 0 0,-1-1 0 0 0,1 0 0 0 0,-1 1 1 0 0,1-1-1 0 0,0 0 0 0 0,0 0 0 0 0,-1 0 0 0 0,1 0 1 0 0,0-1-1 0 0,0 1 0 0 0,0 0 0 0 0,0-1 1 0 0,3 1-1 0 0,2 0 19 0 0,-1 0 1 0 0,1 0-1 0 0,-1 0 0 0 0,0-1 1 0 0,1 0-1 0 0,-1-1 1 0 0,10-1-1 0 0,-7 0-10 0 0,0-1-1 0 0,0 0 1 0 0,-1-1 0 0 0,1 0 0 0 0,-1 0 0 0 0,0-1-1 0 0,0 0 1 0 0,0-1 0 0 0,0 1 0 0 0,-1-1-1 0 0,0-1 1 0 0,0 1 0 0 0,-1-1 0 0 0,9-13-1 0 0,2-4 71 0 0,-2-1 0 0 0,0-1 1 0 0,16-40-1 0 0,-29 60-53 0 0,0 0 1 0 0,-1 0-1 0 0,1-1 1 0 0,-1 1 0 0 0,-1 0-1 0 0,1-1 1 0 0,-1 1-1 0 0,0-1 1 0 0,-1 1-1 0 0,1 0 1 0 0,-1-1 0 0 0,-3-10-1 0 0,4 17-37 0 0,0 0 0 0 0,0 0 0 0 0,0-1-1 0 0,0 1 1 0 0,0 0 0 0 0,0 0 0 0 0,0 0 0 0 0,-1-1 0 0 0,1 1-1 0 0,0 0 1 0 0,0 0 0 0 0,0 0 0 0 0,0 0 0 0 0,0-1-1 0 0,0 1 1 0 0,0 0 0 0 0,0 0 0 0 0,-1 0 0 0 0,1 0-1 0 0,0 0 1 0 0,0-1 0 0 0,0 1 0 0 0,0 0 0 0 0,0 0-1 0 0,-1 0 1 0 0,1 0 0 0 0,0 0 0 0 0,0 0 0 0 0,0 0-1 0 0,-1 0 1 0 0,1 0 0 0 0,0 0 0 0 0,0 0 0 0 0,0 0-1 0 0,0 0 1 0 0,-1 0 0 0 0,1 0 0 0 0,-6 6 174 0 0,-1 10-5 0 0,2 1-109 0 0,1 0 0 0 0,0 0 0 0 0,1 1 0 0 0,1-1 0 0 0,1 1 0 0 0,1-1 0 0 0,2 23 0 0 0,-1-27 3 0 0,1 0-1 0 0,0 0 1 0 0,1 0 0 0 0,0 0-1 0 0,1-1 1 0 0,1 1-1 0 0,0-1 1 0 0,0 0 0 0 0,1-1-1 0 0,11 16 1 0 0,-12-22-6 0 0,0-3-1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8.2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0 18695 0 0,'0'0'1854'0'0,"0"4"-1658"0"0,-8 124 2055 0 0,-1 10-1128 0 0,9 70 95 0 0,0-193-1164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8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311 17 24175 0 0,'-4'-3'4'0'0,"0"1"1"0"0,0 0-1 0 0,1 1 0 0 0,-2-1 0 0 0,1 0 1 0 0,0 1-1 0 0,0 0 0 0 0,0 0 0 0 0,-1 1 1 0 0,1-1-1 0 0,0 1 0 0 0,-1 0 0 0 0,1 0 1 0 0,0 0-1 0 0,-1 0 0 0 0,-7 3 0 0 0,-24 4 71 0 0,1 3 0 0 0,0 0 0 0 0,-41 20-1 0 0,35-14-45 0 0,32-13-29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9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79 15176 0 0,'0'0'3297'0'0,"-4"4"-3163"0"0,-7 7 2 0 0,-1 0 0 0 0,-17 11-1 0 0,11-10 60 0 0,-28 29 0 0 0,42-37-180 0 0,0-1 0 0 0,1 2 0 0 0,0-1 0 0 0,-1 0 0 0 0,2 1 0 0 0,-1-1 0 0 0,0 1 0 0 0,1 0 0 0 0,0 0 0 0 0,0 0 0 0 0,1 0 0 0 0,-3 9 0 0 0,4-12-7 0 0,0 0-1 0 0,-1 0 1 0 0,1 0-1 0 0,0 0 1 0 0,0 1-1 0 0,0-1 1 0 0,1 0-1 0 0,-1 0 1 0 0,0 0-1 0 0,1 0 0 0 0,-1 1 1 0 0,1-1-1 0 0,0 0 1 0 0,0 0-1 0 0,0 0 1 0 0,0 0-1 0 0,0-1 1 0 0,0 1-1 0 0,0 0 1 0 0,1 0-1 0 0,2 2 1 0 0,-1-2-1 0 0,0 0 0 0 0,0 0 0 0 0,0-1 0 0 0,0 1 0 0 0,0-1 0 0 0,0 0 0 0 0,0 0 0 0 0,1 0 0 0 0,-1 0 0 0 0,0 0 0 0 0,1-1 0 0 0,-1 0 0 0 0,7 0 0 0 0,0 0 5 0 0,-1-1 1 0 0,1-1-1 0 0,-1 0 0 0 0,0 0 0 0 0,1-1 1 0 0,-1 0-1 0 0,0-1 0 0 0,-1 1 0 0 0,1-2 1 0 0,-1 1-1 0 0,1-1 0 0 0,-1-1 1 0 0,14-12-1 0 0,-8 5 48 0 0,0-1 0 0 0,-1 0 0 0 0,0 0 0 0 0,-1-2 0 0 0,20-32 0 0 0,-27 34 63 0 0,1 1-1 0 0,-2-1 1 0 0,0 1-1 0 0,0-1 1 0 0,1-18-1 0 0,-3 22 20 0 0,-2 9-83 0 0,1 0 0 0 0,-1 0-1 0 0,0 0 1 0 0,0-1 0 0 0,1 1-1 0 0,-1 0 1 0 0,0 0 0 0 0,0 0-1 0 0,0 0 1 0 0,-1 0 0 0 0,1 0-1 0 0,0 0 1 0 0,0-1 0 0 0,-1 1-1 0 0,1 0 1 0 0,0 0 0 0 0,-1 0-1 0 0,0-1 1 0 0,0 2 5 0 0,1 0 0 0 0,-1 0 0 0 0,1 0 0 0 0,-1 0-1 0 0,1 0 1 0 0,-1 0 0 0 0,1 0 0 0 0,-1 0 0 0 0,1 0 0 0 0,-1 0 0 0 0,1 0 0 0 0,-1 0 0 0 0,1 0-1 0 0,-1 1 1 0 0,1-1 0 0 0,-1 0 0 0 0,1 0 0 0 0,0 1 0 0 0,-1-1 0 0 0,1 0 0 0 0,-1 1-1 0 0,1-1 1 0 0,0 0 0 0 0,-1 1 0 0 0,1-1 0 0 0,0 0 0 0 0,-1 1 0 0 0,1-1 0 0 0,0 1 0 0 0,0-1-1 0 0,-1 1 1 0 0,1-1 0 0 0,0 1 0 0 0,0 0 0 0 0,-1 2 200 0 0,0 0 0 0 0,1 0 0 0 0,-1 0 0 0 0,1 0 0 0 0,0 1-1 0 0,0-1 1 0 0,0 0 0 0 0,1 6 0 0 0,0 1 322 0 0,0-1-481 0 0,0-1-1 0 0,0 0 0 0 0,1 0 1 0 0,0 0-1 0 0,1 0 1 0 0,-1 0-1 0 0,2 0 0 0 0,-1 0 1 0 0,1-1-1 0 0,0 0 1 0 0,0 0-1 0 0,8 9 1 0 0,-4-6-57 0 0,0 0 0 0 0,1-1 0 0 0,-1 0 1 0 0,2-1-1 0 0,-1 0 0 0 0,1 0 1 0 0,18 10-1 0 0,17 0 87 0 0,-21-11-86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6:59.4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16184 0 0,'2'5'1031'0'0,"18"31"-18"0"0,-2 0-1 0 0,-2 2 1 0 0,-1 0-1 0 0,18 77 1 0 0,-27-82-728 0 0,0-1 0 0 0,-3 1 1 0 0,0 0-1 0 0,-2 0 1 0 0,-2 1-1 0 0,-8 56 0 0 0,-11 6 311 0 0,8-46-284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38.7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34 96 0 0,'0'0'0'0'0,"26"-13"0"0"0,-17 10 0 0 0,-1 2 0 0 0,-1-2 0 0 0,0 2 0 0 0,-3-2 0 0 0,0-1 0 0 0,1-2 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0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336 31 96 0 0,'0'0'4464'0'0,"-1"-5"-4267"0"0,-3-15 6820 0 0,2 19-6788 0 0,0 0-1 0 0,-1 1 1 0 0,1-1 0 0 0,0 0-1 0 0,0 1 1 0 0,-1 0-1 0 0,1-1 1 0 0,0 1 0 0 0,-1 0-1 0 0,1 0 1 0 0,0 0-1 0 0,-1 0 1 0 0,1 1 0 0 0,0-1-1 0 0,0 1 1 0 0,-1-1-1 0 0,1 1 1 0 0,-3 1-1 0 0,-5 1 494 0 0,1 1-1 0 0,-18 10 0 0 0,20-9-389 0 0,0 1 0 0 0,1-1 0 0 0,-1 1 0 0 0,1 1 0 0 0,-7 7 0 0 0,7-6-30 0 0,0-1-1 0 0,-1 0 1 0 0,0 0-1 0 0,-9 5 1 0 0,13-9-124 0 0,0 1 1 0 0,0-1 0 0 0,0 0 0 0 0,0 1 0 0 0,1-1-1 0 0,-5 8 1 0 0,-11 13 326 0 0,15-20-410 0 0,0-1 0 0 0,0 0 0 0 0,0 1 0 0 0,1-1 0 0 0,-1 1 0 0 0,1 0 0 0 0,-1 0 0 0 0,1 0 0 0 0,-2 9 0 0 0,-44 100 1448 0 0,46-108-1503 0 0,-5 13 217 0 0,0 1 0 0 0,1 0 0 0 0,-4 24 0 0 0,10 9 1059 0 0,17-35-914 0 0,-11-8-225 0 0,-5-6-141 0 0,0-1 1 0 0,1 0 0 0 0,-1 0 0 0 0,1 0-1 0 0,-1-1 1 0 0,1 1 0 0 0,0 0-1 0 0,0-1 1 0 0,0 1 0 0 0,0-1-1 0 0,0 1 1 0 0,0-1 0 0 0,0 0-1 0 0,3 1 1 0 0,5 3 65 0 0,-7-4-69 0 0,0 1 0 0 0,0-1 0 0 0,0 1 0 0 0,1-1 0 0 0,-1 0 0 0 0,0 0 0 0 0,0-1 0 0 0,1 1 0 0 0,-1-1 0 0 0,1 1 0 0 0,-1-1 0 0 0,0 0 0 0 0,1 0 0 0 0,-1-1 0 0 0,1 1 0 0 0,4-2 0 0 0,0 0 11 0 0,0-1 1 0 0,0 0-1 0 0,0 0 1 0 0,-1-1-1 0 0,1 0 1 0 0,-1 0-1 0 0,8-6 1 0 0,44-40 229 0 0,-37 29-191 0 0,-12 12-17 0 0,-1-1 0 0 0,15-20-1 0 0,-19 22-51 0 0,5-1 31 0 0,2-4-2 0 0,-11 12-39 0 0,-1-1-1 0 0,1 1 1 0 0,0 0 0 0 0,0-1 0 0 0,0 1 0 0 0,0 0 0 0 0,0 0 0 0 0,0 0 0 0 0,0 0-1 0 0,0-1 1 0 0,2 0 0 0 0,21-21 66 0 0,-20 19-68 0 0,-1 0 4 0 0,-3-1-5 0 0,0 1-1 0 0,0 0 0 0 0,0 0 0 0 0,-3-1 0 0 0,-1 1 0 0 0,1 2 0 0 0,0 0 0 0 0,0 0 0 0 0,0 1 0 0 0,-1-1 0 0 0,1 1 0 0 0,0 0 0 0 0,-1 0 0 0 0,0 0 0 0 0,1 0 0 0 0,-1 1 0 0 0,1-1 0 0 0,-1 1 0 0 0,0 0 0 0 0,1 0 0 0 0,-1 1 0 0 0,1-1 0 0 0,-6 2 0 0 0,-8-1 0 0 0,-52-1-55 0 0,68 0 38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0.6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86 14776 0 0,'0'0'984'0'0,"0"4"-487"0"0,0 65 2879 0 0,24-52-2618 0 0,-21-17-750 0 0,-1 0 0 0 0,1 0 0 0 0,0 0 1 0 0,-1 0-1 0 0,1-1 0 0 0,-1 1 0 0 0,1-1 0 0 0,-1 0 0 0 0,0 0 0 0 0,1 0 0 0 0,2-2 0 0 0,26-14 40 0 0,-31 17-47 0 0,7-5 24 0 0,-1 0 0 0 0,0 0 0 0 0,-1-1 1 0 0,1 1-1 0 0,-1-1 0 0 0,0-1 0 0 0,-1 1 1 0 0,5-8-1 0 0,2-3 36 0 0,-9 15-36 0 0,0 0 0 0 0,-1 0 0 0 0,0-1 0 0 0,0 1 0 0 0,0 0 1 0 0,0-1-1 0 0,0 1 0 0 0,0-1 0 0 0,0 1 0 0 0,-1-1 0 0 0,1 1 0 0 0,-1-1 1 0 0,0 1-1 0 0,0-1 0 0 0,0 1 0 0 0,0-1 0 0 0,0 0 0 0 0,-1-3 0 0 0,0 4-4 0 0,1 0 0 0 0,-1 1 0 0 0,0 0 0 0 0,0-1 0 0 0,0 1-1 0 0,0 0 1 0 0,0-1 0 0 0,0 1 0 0 0,0 0 0 0 0,-1 0 0 0 0,1 0-1 0 0,0 0 1 0 0,-1 0 0 0 0,1 0 0 0 0,-1 0 0 0 0,1 0 0 0 0,-1 1-1 0 0,1-1 1 0 0,-1 1 0 0 0,1-1 0 0 0,-1 1 0 0 0,1-1 0 0 0,-1 1-1 0 0,0 0 1 0 0,1 0 0 0 0,-1 0 0 0 0,0 0 0 0 0,1 0-1 0 0,-4 0 1 0 0,-3 1 33 0 0,-1 1 0 0 0,1-1 0 0 0,0 1-1 0 0,0 1 1 0 0,0-1 0 0 0,0 2 0 0 0,0-1 0 0 0,1 1-1 0 0,-1 0 1 0 0,-9 7 0 0 0,7-3 26 0 0,-1 0 0 0 0,1 1 1 0 0,0 0-1 0 0,1 1 0 0 0,-15 19 1 0 0,21-25-49 0 0,0 0 1 0 0,0 1-1 0 0,0-1 1 0 0,1 1-1 0 0,0-1 1 0 0,0 1-1 0 0,0 0 1 0 0,1 0-1 0 0,0 0 1 0 0,-1 0-1 0 0,2 0 1 0 0,-1 0-1 0 0,1 0 0 0 0,-1 1 1 0 0,1-1-1 0 0,1 0 1 0 0,-1 0-1 0 0,1 0 1 0 0,0 0-1 0 0,0 0 1 0 0,2 6-1 0 0,1-2 2 0 0,1 0 1 0 0,-1-1-1 0 0,1 0 0 0 0,1 0 0 0 0,-1 0 0 0 0,1 0 0 0 0,1-1 0 0 0,-1 0 0 0 0,1 0 0 0 0,11 7 0 0 0,-11-8-13 0 0,-3-2 16 0 0,2 0 0 0 0,-1 0 0 0 0,0 0 0 0 0,1-1-1 0 0,-1 1 1 0 0,1-2 0 0 0,9 5 0 0 0,-7-6-4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0.9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16879 0 0,'0'0'2187'0'0,"2"5"-1756"0"0,3 10-153 0 0,-1 1 1 0 0,0 0-1 0 0,-1 0 1 0 0,-1 0 0 0 0,0 0-1 0 0,-1 20 1 0 0,-8 105 749 0 0,6-129-832 0 0,-9 228 1020 0 0,10-236-1168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1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0 16384 0 0,'0'0'1607'0'0,"-5"1"-1423"0"0,-96 19 1380 0 0,22-3-585 0 0,34-8-669 0 0,21-4 67 0 0,1-1 1 0 0,-40 2 0 0 0,51-6-268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1.8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0 15472 0 0,'0'0'5625'0'0,"-6"2"-5485"0"0,-46 6 274 0 0,16-4 473 0 0,-35 11 0 0 0,46-2-330 0 0,21-13-420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2.6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262 3 14968 0 0,'0'0'2055'0'0,"4"-1"-1847"0"0,-4 1 76 0 0,19-1-507 0 0,-11 2 3841 0 0,-10 5-3485 0 0,-1-1 0 0 0,1 1 0 0 0,-1 0 0 0 0,1-1-1 0 0,-2 0 1 0 0,1 1 0 0 0,-1-1 0 0 0,1-1 0 0 0,-1 1 0 0 0,-1 0 0 0 0,1-1-1 0 0,-1 0 1 0 0,1 0 0 0 0,-1 0 0 0 0,-6 3 0 0 0,-9 4 93 0 0,0-1 0 0 0,-41 14 0 0 0,39-16 120 0 0,-41 21 0 0 0,49-19-194 0 0,-9 4 449 0 0,23-14-592 0 0,-1 0-1 0 0,1 0 0 0 0,0 0 1 0 0,-1 0-1 0 0,1 0 0 0 0,0 0 1 0 0,0 0-1 0 0,-1 1 1 0 0,1-1-1 0 0,0 0 0 0 0,0 0 1 0 0,-1 0-1 0 0,1 1 0 0 0,0-1 1 0 0,0 0-1 0 0,0 0 1 0 0,-1 0-1 0 0,1 1 0 0 0,0-1 1 0 0,0 0-1 0 0,0 0 0 0 0,0 1 1 0 0,0-1-1 0 0,-1 0 1 0 0,1 1-1 0 0,0-1 0 0 0,0 0 1 0 0,0 0-1 0 0,0 1 0 0 0,0-1 1 0 0,0 0-1 0 0,0 1 1 0 0,0-1-1 0 0,0 0 0 0 0,0 0 1 0 0,0 1-1 0 0,0-1 0 0 0,0 0 1 0 0,0 1-1 0 0,0-1 1 0 0,1 0-1 0 0,-1 0 0 0 0,0 1 1 0 0,0-1-1 0 0,0 0 0 0 0,0 0 1 0 0,1 1-1 0 0,-1-1 1 0 0,0 0-1 0 0,0 0 0 0 0,0 1 1 0 0,1-1-1 0 0,-1 0 0 0 0,0 0 1 0 0,0 0-1 0 0,1 0 1 0 0,-1 1-1 0 0,0-1 0 0 0,0 0 1 0 0,1 0-1 0 0,-1 0 0 0 0,0 0 1 0 0,16 11 207 0 0,10-1-48 0 0,0-1 0 0 0,52 10 0 0 0,-24-7 39 0 0,-51-12-188 0 0,-1 1 0 0 0,0-1-1 0 0,1 1 1 0 0,-1 0 0 0 0,0 0 0 0 0,0 0 0 0 0,0 0-1 0 0,0 0 1 0 0,0 0 0 0 0,0 0 0 0 0,0 1 0 0 0,0-1 0 0 0,0 1-1 0 0,0-1 1 0 0,-1 1 0 0 0,1 0 0 0 0,-1 0 0 0 0,1 0 0 0 0,0 2-1 0 0,-1-2-2 0 0,-1 0 1 0 0,1 1-1 0 0,-1-1 0 0 0,1 0 0 0 0,-1 1 0 0 0,0-1 0 0 0,0 0 0 0 0,0 1 0 0 0,-1-1 0 0 0,1 0 0 0 0,0 1 0 0 0,-1-1 0 0 0,0 0 0 0 0,1 0 0 0 0,-1 0 0 0 0,0 1 0 0 0,0-1 0 0 0,-3 4 0 0 0,1-1 6 0 0,-1 1 0 0 0,0-1 1 0 0,0 1-1 0 0,0-1 0 0 0,-1-1 0 0 0,0 1 0 0 0,0 0 0 0 0,0-1 0 0 0,-10 6 0 0 0,-4 1 75 0 0,-34 14 0 0 0,14-7 112 0 0,29-12-49 0 0,7-4-128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3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142 423 17487 0 0,'0'0'4783'0'0,"0"-4"-4663"0"0,-1-8-74 0 0,0 0 0 0 0,1 0 0 0 0,1 0 1 0 0,0 0-1 0 0,1 0 0 0 0,0 1 0 0 0,5-18 0 0 0,36-80-10 0 0,-15 41 24 0 0,-23 56-47 0 0,1-1 0 0 0,13-18-1 0 0,6-12 40 0 0,-15 16 100 0 0,-9 23 120 0 0,-8 17-66 0 0,3-5-128 0 0,0 0 0 0 0,0 0 0 0 0,0 0 0 0 0,-1-1 0 0 0,-1 1 0 0 0,1-1 0 0 0,-1-1-1 0 0,0 1 1 0 0,-1-1 0 0 0,0 0 0 0 0,0-1 0 0 0,0 1 0 0 0,0-1 0 0 0,-1-1 0 0 0,0 1 0 0 0,0-1-1 0 0,0-1 1 0 0,-14 5 0 0 0,16-6-21 0 0,-1-1-1 0 0,0 1 0 0 0,0-1 1 0 0,0-1-1 0 0,0 1 0 0 0,0-1 1 0 0,-9-1-1 0 0,12 0-22 0 0,0-1 1 0 0,0 1-1 0 0,0-1 0 0 0,0 1 0 0 0,0-1 0 0 0,0-1 1 0 0,0 1-1 0 0,0 0 0 0 0,1-1 0 0 0,-1 0 1 0 0,1 0-1 0 0,-4-4 0 0 0,-4-4 60 0 0,8 9-37 0 0,0 0-1 0 0,1-1 1 0 0,-1 1-1 0 0,1-1 0 0 0,0 1 1 0 0,0-1-1 0 0,-2-4 1 0 0,3 6 36 0 0,19-4 244 0 0,-9 6-249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4.0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282 0 17079 0 0,'0'0'6456'0'0,"-5"4"-6312"0"0,-18 12 312 0 0,-2-2-1 0 0,-32 16 0 0 0,-28 15 219 0 0,6 11 14 0 0,79-56-679 0 0,-1 0 0 0 0,1 0 0 0 0,-1 0-1 0 0,1 1 1 0 0,-1-1 0 0 0,1 0 0 0 0,0 0 0 0 0,-1 1-1 0 0,1-1 1 0 0,0 0 0 0 0,-1 1 0 0 0,1-1 0 0 0,0 1 0 0 0,-1-1-1 0 0,1 0 1 0 0,0 1 0 0 0,0-1 0 0 0,-1 1 0 0 0,1-1-1 0 0,0 1 1 0 0,0-1 0 0 0,0 1 0 0 0,0-1 0 0 0,-1 1-1 0 0,1-1 1 0 0,0 1 0 0 0,0-1 0 0 0,0 1 0 0 0,11 7 85 0 0,25-2-62 0 0,-34-5-12 0 0,35 2 22 0 0,-22-2-21 0 0,0 0 0 0 0,0 1 0 0 0,0 1 0 0 0,0 0 0 0 0,-1 1 0 0 0,17 7 0 0 0,-30-11-18 0 0,0 1-1 0 0,0-1 1 0 0,0 1 0 0 0,0 0 0 0 0,-1-1-1 0 0,1 1 1 0 0,0 0 0 0 0,0 0-1 0 0,0 0 1 0 0,-1-1 0 0 0,1 1 0 0 0,0 0-1 0 0,-1 0 1 0 0,1 0 0 0 0,-1 0 0 0 0,1 0-1 0 0,-1 0 1 0 0,1 0 0 0 0,-1 0 0 0 0,0 0-1 0 0,1 2 1 0 0,-1 0 0 0 0,0 0-1 0 0,0-1 1 0 0,0 1-1 0 0,-1 0 1 0 0,1-1-1 0 0,-1 1 1 0 0,1 0-1 0 0,-3 4 1 0 0,-2 3 1 0 0,0 1-1 0 0,0-1 1 0 0,-9 11 0 0 0,12-19-2 0 0,-1 3-1 0 0,-7 11 8 0 0,-1-1 0 0 0,-1 0-1 0 0,0 0 1 0 0,-16 13 0 0 0,16-19 1 0 0,8-7-5 0 0,6-5-4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4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15976 0 0,'0'0'2177'0'0,"0"3"-1964"0"0,1 98 2337 0 0,-6 165-324 0 0,-2-190-1466 0 0,7-75-655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4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313 1 17687 0 0,'0'0'4143'0'0,"-6"0"-3658"0"0,-53-1 81 0 0,-86 2 918 0 0,87 9-1306 0 0,25-3-91 0 0,21-5-54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5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103 236 14568 0 0,'0'0'1863'0'0,"4"0"-1727"0"0,-1 0-20 0 0,0 0 0 0 0,0-1 0 0 0,0 1 0 0 0,0-1-1 0 0,0 1 1 0 0,0-1 0 0 0,0 0 0 0 0,0 0-1 0 0,0 0 1 0 0,0-1 0 0 0,0 1 0 0 0,0-1-1 0 0,-1 0 1 0 0,1 1 0 0 0,-1-1 0 0 0,1 0-1 0 0,-1 0 1 0 0,0-1 0 0 0,1 1 0 0 0,-1 0 0 0 0,-1-1-1 0 0,3-2 1 0 0,5-11 196 0 0,-4 8-148 0 0,0 0 0 0 0,-1 0 0 0 0,0-1 0 0 0,-1 0 0 0 0,0 1 0 0 0,3-13 0 0 0,-5 14-76 0 0,0-1 0 0 0,0 1 0 0 0,-1-1-1 0 0,0 1 1 0 0,-2-12 0 0 0,1 15-61 0 0,1 0-1 0 0,-1 1 0 0 0,0-1 1 0 0,0 1-1 0 0,0-1 0 0 0,-1 1 1 0 0,1-1-1 0 0,-1 1 0 0 0,0 0 1 0 0,0 0-1 0 0,0 0 0 0 0,0 0 1 0 0,-4-4-1 0 0,5 6-13 0 0,0 1 0 0 0,0-1 0 0 0,-1 0 0 0 0,1 1-1 0 0,0-1 1 0 0,0 0 0 0 0,-1 1 0 0 0,1 0 0 0 0,0-1 0 0 0,-1 1 0 0 0,1 0 0 0 0,0-1-1 0 0,-1 1 1 0 0,1 0 0 0 0,0 0 0 0 0,-1 0 0 0 0,1 0 0 0 0,0 1 0 0 0,-1-1 0 0 0,1 0-1 0 0,0 0 1 0 0,-1 1 0 0 0,1-1 0 0 0,0 1 0 0 0,0-1 0 0 0,-1 1 0 0 0,1 0-1 0 0,0-1 1 0 0,0 1 0 0 0,0 0 0 0 0,0 0 0 0 0,0 0 0 0 0,-2 1 0 0 0,-4 5 32 0 0,1 0 0 0 0,0 0 0 0 0,-10 13 1 0 0,12-14-2 0 0,-10 14 52 0 0,1 1 1 0 0,0 0 0 0 0,2 1 0 0 0,-16 43-1 0 0,21-48-29 0 0,1 0-1 0 0,1 0 0 0 0,0 1 1 0 0,1-1-1 0 0,1 1 1 0 0,1 0-1 0 0,1 25 0 0 0,5-15 62 0 0,-3-19-64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5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 14368 0 0,'0'0'2226'0'0,"4"-3"-2014"0"0,14-11 2429 0 0,-18 42-1586 0 0,-8 80 45 0 0,1 1-231 0 0,4-77 267 0 0,19-48-822 0 0,69-172 243 0 0,-83 184-534 0 0,-1 0 0 0 0,1 1 0 0 0,1-1 0 0 0,-1 0 0 0 0,1 1 1 0 0,-1-1-1 0 0,1 1 0 0 0,0 0 0 0 0,0 0 0 0 0,0 0 0 0 0,1 0 0 0 0,-1 0 0 0 0,1 1 0 0 0,5-4 1 0 0,-8 6-10 0 0,0 1 0 0 0,0-1 0 0 0,0 0 0 0 0,-1 0 0 0 0,1 1 0 0 0,0-1 0 0 0,0 0 0 0 0,0 1 0 0 0,-1-1 0 0 0,1 1 0 0 0,0-1 0 0 0,0 1 0 0 0,-1-1 0 0 0,1 1 0 0 0,-1 0 0 0 0,1-1 0 0 0,0 1 0 0 0,-1 0 0 0 0,1-1 0 0 0,-1 1 0 0 0,1 0 0 0 0,-1 0 0 0 0,0 0 0 0 0,1-1 0 0 0,-1 1 0 0 0,0 0 0 0 0,0 0 0 0 0,0 0 0 0 0,1 1 0 0 0,6 29 82 0 0,-1 86 826 0 0,21-128-688 0 0,-14 1-186 0 0,-1 0 1 0 0,1 0 0 0 0,14-17 0 0 0,-14 13 25 0 0,27-21-1 0 0,-39 34-64 0 0,1 0 0 0 0,-1 0 0 0 0,0 0 0 0 0,0 0 0 0 0,1 1 1 0 0,-1-1-1 0 0,0 0 0 0 0,1 1 0 0 0,-1-1 0 0 0,1 1 0 0 0,-1-1 0 0 0,1 1 0 0 0,-1 0 0 0 0,1 0 0 0 0,-1-1 0 0 0,1 1 0 0 0,-1 0 0 0 0,1 0 0 0 0,2 1 0 0 0,-2 0 0 0 0,-1-1-1 0 0,0 1 0 0 0,0 0 0 0 0,0 0 0 0 0,1-1 1 0 0,-1 1-1 0 0,0 0 0 0 0,0 0 0 0 0,0 0 0 0 0,0 0 1 0 0,-1 0-1 0 0,1 1 0 0 0,0-1 0 0 0,0 0 0 0 0,-1 0 1 0 0,1 1-1 0 0,0 1 0 0 0,2 6 29 0 0,0 1 1 0 0,-1 0-1 0 0,0 0 0 0 0,0 17 1 0 0,-1-20-25 0 0,1 100 218 0 0,-2-88-167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7.1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1 13056 0 0,'0'0'9767'0'0,"-3"0"-9335"0"0,-31 3 398 0 0,8-1-393 0 0,-52-1-1 0 0,6-2 231 0 0,71 1-541 0 0,-4 0-15 0 0,5 0-70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7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17183 0 0,'0'0'5344'0'0,"0"6"-5029"0"0,4 24-46 0 0,2 1 0 0 0,11 34-1 0 0,-8-33-81 0 0,-1 1-1 0 0,4 41 0 0 0,-9-36 111 0 0,11 48 0 0 0,-13-84-263 0 0,0 0 0 0 0,-1 0 0 0 0,1 0 0 0 0,0-1 0 0 0,0 1 0 0 0,0 0 1 0 0,0 0-1 0 0,0 0 0 0 0,3 2 0 0 0,0 1 111 0 0,-4 1 31 0 0,0-3-120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8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289 0 13768 0 0,'0'0'2448'0'0,"0"2"-2243"0"0,-1-1 0 0 0,1 1 0 0 0,-1-1 0 0 0,0 0 0 0 0,0 1 0 0 0,0-1 0 0 0,0 0 0 0 0,0 1 0 0 0,0-1 0 0 0,-2 1 0 0 0,-36 8 411 0 0,-1-1 0 0 0,0-2 0 0 0,0-2-1 0 0,-48 0 1 0 0,72-4-525 0 0,1-1-5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8.5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13 15376 0 0,'0'0'1517'0'0,"-4"-2"-1339"0"0,-1 0 3 0 0,1 0-1 0 0,-1 0 1 0 0,1 1-1 0 0,-1 0 1 0 0,0 0-1 0 0,1 0 1 0 0,-1 1-1 0 0,0 0 1 0 0,0 0-1 0 0,1 0 1 0 0,-1 0-1 0 0,0 1 1 0 0,0-1-1 0 0,1 1 1 0 0,-10 3-1 0 0,-30 10 663 0 0,37-13-677 0 0,-1 1 0 0 0,1 0 0 0 0,0 0 0 0 0,0 0 0 0 0,0 1 1 0 0,-7 4-1 0 0,14-6-56 0 0,-5-6-26 0 0,4 4-44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8.9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4 13968 0 0,'0'0'4487'0'0,"-4"-1"-4343"0"0,4 1-137 0 0,0-1 0 0 0,-1 1 0 0 0,1 0 0 0 0,-1 0 0 0 0,1-1 0 0 0,-1 1 0 0 0,1 0 0 0 0,-1 0 0 0 0,1 0 0 0 0,-1 0 0 0 0,1 0 0 0 0,-1 0 0 0 0,1 0 0 0 0,-1 0 0 0 0,1 0 0 0 0,-1 0 0 0 0,1 0 0 0 0,-1 0 0 0 0,1 0 0 0 0,-1 0 0 0 0,1 0 0 0 0,-1 1 0 0 0,1-1-1 0 0,-1 0 1 0 0,1 0 0 0 0,0 0 0 0 0,-1 1 0 0 0,1-1 0 0 0,-1 0 0 0 0,1 1 0 0 0,0-1 0 0 0,-1 0 0 0 0,0 1 0 0 0,0 22 609 0 0,1-14-403 0 0,-1 42 541 0 0,-1-21-402 0 0,2 0-1 0 0,2 0 1 0 0,0 0-1 0 0,8 31 1 0 0,-4-43 19 0 0,-5-15-219 0 0,0 0 0 0 0,0 0 0 0 0,0 0 0 0 0,0 0 0 0 0,0 0 0 0 0,-1 0 0 0 0,1 4 1 0 0,-1-6 8 0 0,0-17 176 0 0,0-2-225 0 0,-1-2 14 0 0,5-35 0 0 0,-3 49-91 0 0,0 0 0 0 0,0-1-1 0 0,1 1 1 0 0,0 0 0 0 0,1 0 0 0 0,-1 0 0 0 0,1 0 0 0 0,0 1-1 0 0,6-10 1 0 0,7-7 73 0 0,-13 16-55 0 0,1 0 1 0 0,0 0-1 0 0,1 1 1 0 0,6-8-1 0 0,-8 10-27 0 0,1 0 0 0 0,-1 0-1 0 0,1 0 1 0 0,0 1 0 0 0,0-1 0 0 0,0 1 0 0 0,0 0-1 0 0,8-3 1 0 0,-9 4-13 0 0,0 1-1 0 0,0-1 1 0 0,0 1-1 0 0,0 0 0 0 0,0 0 1 0 0,0 0-1 0 0,1 1 1 0 0,-1-1-1 0 0,0 1 0 0 0,0 0 1 0 0,0 0-1 0 0,0 0 1 0 0,0 0-1 0 0,3 2 1 0 0,-3-1-4 0 0,1 0 0 0 0,-1 1 0 0 0,1-1 0 0 0,-1 1 0 0 0,0 0 0 0 0,0 0 0 0 0,0 0 0 0 0,-1 0 0 0 0,1 1 0 0 0,-1-1 0 0 0,1 1 0 0 0,-1-1 0 0 0,0 1 0 0 0,1 4 0 0 0,5 12 45 0 0,8 31 1 0 0,-10-32-29 0 0,-1-2 40 0 0,0 1-1 0 0,-1 0 0 0 0,-1-1 1 0 0,-1 1-1 0 0,0 23 0 0 0,-2-37-57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9.5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436 4 24775 0 0,'0'0'-8'0'0,"-4"-1"-66"0"0,-5 0 66 0 0,-1 0 0 0 0,0 1 0 0 0,0 0 1 0 0,0 0-1 0 0,0 1 0 0 0,1 1 0 0 0,-11 2 1 0 0,-21 2-9 0 0,12-2 35 0 0,-1 1 0 0 0,1 1 0 0 0,0 1 0 0 0,-31 13 0 0 0,53-17 18 0 0,2-1-1 0 0,-1 1 1 0 0,0 1-1 0 0,0-1 1 0 0,1 1 0 0 0,0 0-1 0 0,0 0 1 0 0,0 0 0 0 0,0 1-1 0 0,1 0 1 0 0,0 0 0 0 0,0 0-1 0 0,0 0 1 0 0,0 1 0 0 0,1-1-1 0 0,0 1 1 0 0,0 0-1 0 0,0 0 1 0 0,1 0 0 0 0,0 0-1 0 0,0 1 1 0 0,1-1 0 0 0,0 1-1 0 0,-1 8 1 0 0,1 40 189 0 0,3 64 307 0 0,0-95-413 0 0,0-17-74 0 0,-1 1 1 0 0,-1 0-1 0 0,1 0 0 0 0,-1 0 1 0 0,-2 9-1 0 0,1-9-6 0 0,-7 38 195 0 0,7-43-207 0 0,0 0 0 0 0,0 0 0 0 0,1 0 0 0 0,-2 0 0 0 0,1-1-1 0 0,0 1 1 0 0,0 0 0 0 0,-1-1 0 0 0,0 1 0 0 0,1-1 0 0 0,-5 5-1 0 0,1 2 131 0 0,5-8-125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49.8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197 25 16687 0 0,'0'0'5408'0'0,"-4"-2"-5264"0"0,-14-4 107 0 0,0 1 0 0 0,-1 1 0 0 0,1 1 0 0 0,-1 1 0 0 0,0 0 0 0 0,0 1 0 0 0,-28 3 0 0 0,37 0-164 0 0,4 2-6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50.4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329 132 12160 0 0,'0'0'2496'0'0,"-3"4"-2352"0"0,-8 14 410 0 0,6-8-81 0 0,-1-1 0 0 0,0 0 0 0 0,0 0-1 0 0,0-1 1 0 0,-12 11 0 0 0,10-15-418 0 0,0 0 0 0 0,0-1 0 0 0,-1 0 0 0 0,1 0-1 0 0,-1-1 1 0 0,0 0 0 0 0,1 0 0 0 0,-1-1-1 0 0,0-1 1 0 0,0 1 0 0 0,0-2 0 0 0,-15-1-1 0 0,15 1-38 0 0,1-1 0 0 0,-1 0 0 0 0,1 0 0 0 0,-1-1-1 0 0,1 0 1 0 0,0 0 0 0 0,0-1 0 0 0,0 0 0 0 0,-11-9-1 0 0,16 11 4 0 0,-1-1-1 0 0,0 0 1 0 0,1 0-1 0 0,0 0 1 0 0,0-1-1 0 0,0 1 1 0 0,0-1-1 0 0,0 0 1 0 0,1 0-1 0 0,-1 0 1 0 0,1 0-1 0 0,0 0 1 0 0,1 0-1 0 0,-1-1 1 0 0,1 1-1 0 0,-1-1 1 0 0,1 1-1 0 0,1-1 1 0 0,-2-7-1 0 0,2 3 60 0 0,0 0-1 0 0,1 0 1 0 0,0 0-1 0 0,2-10 0 0 0,-2 16-46 0 0,0 0 0 0 0,0 0 0 0 0,0 0 0 0 0,1 1 0 0 0,-1-1 0 0 0,1 0 0 0 0,0 0 0 0 0,0 1-1 0 0,0-1 1 0 0,0 1 0 0 0,0-1 0 0 0,0 1 0 0 0,1 0 0 0 0,-1 0 0 0 0,4-2 0 0 0,-2 1 7 0 0,0 1-1 0 0,1-1 1 0 0,-1 1 0 0 0,1 0 0 0 0,0 0 0 0 0,-1 1 0 0 0,1-1-1 0 0,0 1 1 0 0,0 0 0 0 0,0 0 0 0 0,0 1 0 0 0,0 0 0 0 0,0-1-1 0 0,0 2 1 0 0,0-1 0 0 0,0 0 0 0 0,0 1 0 0 0,0 0 0 0 0,0 0 0 0 0,0 1-1 0 0,-1-1 1 0 0,6 3 0 0 0,-4-1 26 0 0,0 1-1 0 0,0-1 1 0 0,-1 1-1 0 0,1 0 1 0 0,-1 1-1 0 0,0-1 1 0 0,0 1-1 0 0,0 0 1 0 0,-1 0-1 0 0,0 0 1 0 0,0 1-1 0 0,0 0 1 0 0,0-1-1 0 0,-1 1 1 0 0,4 10-1 0 0,-4-8 12 0 0,-1-1 0 0 0,0 1-1 0 0,0 0 1 0 0,2 15 0 0 0,-4-3 15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51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88 7528 0 0,'0'0'7168'0'0,"-2"-5"-5175"0"0,-7-37-917 0 0,7 9 2574 0 0,2 33-3631 0 0,0-1-1 0 0,0 1 0 0 0,0 0 0 0 0,0 0 0 0 0,0-1 0 0 0,0 1 0 0 0,0 0 1 0 0,0 0-1 0 0,0 0 0 0 0,0-1 0 0 0,0 1 0 0 0,0 0 0 0 0,0 0 1 0 0,0-1-1 0 0,0 1 0 0 0,0 0 0 0 0,-1 0 0 0 0,1 0 0 0 0,0-1 0 0 0,0 1 1 0 0,0 0-1 0 0,0 0 0 0 0,0 0 0 0 0,0-1 0 0 0,-1 1 0 0 0,1 0 1 0 0,0 0-1 0 0,0 0 0 0 0,0 0 0 0 0,0-1 0 0 0,-1 1 0 0 0,1 0 0 0 0,0 0 1 0 0,0 0-1 0 0,-1 0 0 0 0,-7 4 503 0 0,-6 11-208 0 0,5-2-240 0 0,1 0 0 0 0,1 1-1 0 0,0 0 1 0 0,1 0 0 0 0,-6 19-1 0 0,2-2 18 0 0,-7 50-1 0 0,14-52-47 0 0,1 1 0 0 0,1-1 0 0 0,1 1-1 0 0,2-1 1 0 0,1 1 0 0 0,2-1 0 0 0,0 0 0 0 0,2 0 0 0 0,14 36 0 0 0,-18-55-27 0 0,1 0 0 0 0,1-1 0 0 0,-1 1 0 0 0,2-1 0 0 0,-1 0 0 0 0,1-1 0 0 0,1 1 0 0 0,10 10 1 0 0,0-4 14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7:52.7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1 12960 0 0,'0'0'5511'0'0,"5"0"-5327"0"0,-4 0-140 0 0,1 0 0 0 0,-1 0 0 0 0,1 0-1 0 0,0 0 1 0 0,-1 1 0 0 0,1-1-1 0 0,-1 0 1 0 0,1 1 0 0 0,-1 0-1 0 0,1-1 1 0 0,-1 1 0 0 0,1 0-1 0 0,1 1 1 0 0,18 22 807 0 0,-6 0-564 0 0,-1 1 1 0 0,14 32-1 0 0,-22-44-180 0 0,-2 0 0 0 0,1 1 0 0 0,-2-1 0 0 0,0 1 0 0 0,-1 0 0 0 0,2 23 0 0 0,-5-6 15 0 0,-1-1-1 0 0,-1 1 1 0 0,-2-1 0 0 0,0 1 0 0 0,-3-2 0 0 0,0 1 0 0 0,-22 49-1 0 0,10-36 47 0 0,-1-1 0 0 0,-3 0 0 0 0,-2-2 0 0 0,-38 48 0 0 0,40-62-8 0 0,14-20-72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24.7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16 133 4816 0 0,'0'0'539'0'0,"0"4"-442"0"0,0 10 147 0 0,0-10 1134 0 0,34-3 2146 0 0,152-2 6 0 0,-180 0-3204 0 0,1 0 0 0 0,0 0 1 0 0,-1 0-1 0 0,12-4 1 0 0,12-3 946 0 0,-25 7-1035 0 0,1-1-1 0 0,-2 1 1 0 0,1-1 0 0 0,0-1 0 0 0,0 1 0 0 0,-1-1 0 0 0,5-2-1 0 0,22-11 854 0 0,-29 14-996 0 0,0 1-1 0 0,0-1 1 0 0,0 1 0 0 0,-1-1-1 0 0,1 1 1 0 0,0-1 0 0 0,-1 0-1 0 0,1 0 1 0 0,-1 0 0 0 0,1 0-1 0 0,-1 0 1 0 0,0 0 0 0 0,0 0-1 0 0,1-4 1 0 0,-2 4-57 0 0,0-1 0 0 0,-1 1-1 0 0,1 0 1 0 0,-1-1 0 0 0,1 1 0 0 0,-1 0-1 0 0,0-1 1 0 0,0 1 0 0 0,0 0 0 0 0,0 0 0 0 0,-1 0-1 0 0,1 0 1 0 0,-1 0 0 0 0,1 0 0 0 0,-1 0-1 0 0,0 1 1 0 0,1-1 0 0 0,-1 0 0 0 0,0 1 0 0 0,0 0-1 0 0,-3-3 1 0 0,-1 1-7 0 0,1 0-1 0 0,-1 1 0 0 0,0-1 1 0 0,0 1-1 0 0,0 0 1 0 0,0 0-1 0 0,-7 0 1 0 0,-13-1 71 0 0,-43 1 1 0 0,68 2-100 0 0,-35-1 22 0 0,16 0 2 0 0,-36 3-1 0 0,49 0-34 0 0,0 0 0 0 0,1 0 0 0 0,-1 0 0 0 0,-8 5 0 0 0,-11 4-17 0 0,20-9-66 0 0,0 0 1 0 0,-1-1-1 0 0,1 0 0 0 0,0 0 1 0 0,-10-1-1 0 0,15 0-2 0 0,0 20-1468 0 0,1 0 1553 0 0,1-1-1 0 0,1 1 1 0 0,1 0-1 0 0,0-1 1 0 0,7 21-1 0 0,7 45 43 0 0,-13-54 97 0 0,2 0 1 0 0,15 42-1 0 0,-17-64 105 0 0,0-6-146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25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19815 0 0,'0'0'72'0'0,"3"9"-61"0"0,52 80 15 0 0,-5-11 27 0 0,-45-70-33 0 0,2 5 28 0 0,0-1 1 0 0,18 23-1 0 0,-13-24-23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25.6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0 226 9344 0 0,'0'0'6254'0'0,"4"0"-5515"0"0,5 0-474 0 0,1 0 0 0 0,-1-1 0 0 0,1 0 0 0 0,15-4-1 0 0,-20 3-158 0 0,-1 0-1 0 0,1 0 0 0 0,0 0 0 0 0,-1 0 0 0 0,1-1 0 0 0,-1 0 1 0 0,0 0-1 0 0,0 0 0 0 0,0 0 0 0 0,0-1 0 0 0,3-4 0 0 0,4-5 129 0 0,0 0-1 0 0,14-26 0 0 0,-20 31-131 0 0,-2 1 0 0 0,1 0 0 0 0,-1-1 0 0 0,0 0 0 0 0,0 0 0 0 0,-1 0 0 0 0,2-14 0 0 0,-4 20-85 0 0,0 0 0 0 0,0 0 0 0 0,0 0 0 0 0,0-1 0 0 0,0 1-1 0 0,0 0 1 0 0,-1 0 0 0 0,1 0 0 0 0,-1 0 0 0 0,1 0-1 0 0,-1 0 1 0 0,-1-3 0 0 0,1 5-7 0 0,1-1-1 0 0,-1 0 1 0 0,0 0-1 0 0,1 1 1 0 0,-1-1-1 0 0,0 0 1 0 0,1 1-1 0 0,-1-1 1 0 0,0 1-1 0 0,0-1 1 0 0,0 1-1 0 0,0-1 1 0 0,0 1-1 0 0,1-1 1 0 0,-1 1-1 0 0,0 0 1 0 0,0-1-1 0 0,0 1 1 0 0,-2 0-1 0 0,0 0 2 0 0,0 0 0 0 0,0 1 0 0 0,-1-1 0 0 0,1 1 0 0 0,0 0 0 0 0,0 0 0 0 0,0 0 1 0 0,0 0-1 0 0,0 0 0 0 0,0 1 0 0 0,0 0 0 0 0,0-1 0 0 0,0 1 0 0 0,-2 3 0 0 0,-3 1 1 0 0,0 1 0 0 0,1 1 0 0 0,0-1 0 0 0,1 1 0 0 0,0 1 0 0 0,0-1 0 0 0,0 1 0 0 0,1 0 0 0 0,1 0 0 0 0,-1 0 0 0 0,1 1 0 0 0,-3 13 0 0 0,5-14-8 0 0,0 0-1 0 0,0-1 1 0 0,1 1 0 0 0,0 0 0 0 0,0 0-1 0 0,1 0 1 0 0,1 0 0 0 0,-1 0 0 0 0,1 0-1 0 0,1 0 1 0 0,0 0 0 0 0,0 0 0 0 0,1-1-1 0 0,4 12 1 0 0,-4-14-3 0 0,0 1 1 0 0,0-1-1 0 0,1 0 0 0 0,0 0 1 0 0,0 0-1 0 0,0 0 0 0 0,1-1 1 0 0,0 1-1 0 0,0-1 0 0 0,7 5 1 0 0,-3-4-4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26.3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258 0 13864 0 0,'0'0'2400'0'0,"-2"5"-2241"0"0,-31 111 1072 0 0,26-81-1037 0 0,-2-1 0 0 0,-2 0 0 0 0,-1-1 0 0 0,-21 41-1 0 0,25-58 3 0 0,6-13-91 0 0,1 0 1 0 0,-1 1 0 0 0,0-1 0 0 0,0 0 0 0 0,0 0 0 0 0,-4 5-1 0 0,5-8-92 0 0,1 0-1 0 0,-1 0 0 0 0,1 0 1 0 0,-1 0-1 0 0,1 0 0 0 0,-1 0 1 0 0,1 0-1 0 0,-1 0 0 0 0,1 0 1 0 0,-1 0-1 0 0,1 0 0 0 0,-1 0 0 0 0,1 0 1 0 0,-1 0-1 0 0,1 0 0 0 0,-1-1 1 0 0,1 1-1 0 0,-1 0 0 0 0,1 0 1 0 0,-1 0-1 0 0,1-1 0 0 0,0 1 1 0 0,-1 0-1 0 0,1-1 0 0 0,-1 1 1 0 0,1 0-1 0 0,0-1 0 0 0,-1 1 0 0 0,1-1 1 0 0,-1 0-1 0 0,-11-13 213 0 0,11 12-185 0 0,-9-13 59 0 0,2 0 0 0 0,-1-1 0 0 0,2 0-1 0 0,0-1 1 0 0,-8-31 0 0 0,2 7 199 0 0,-15-62 548 0 0,28 85 185 0 0,2 24-878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26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22559 0 0,'0'0'47'0'0,"3"4"-36"0"0,1 7-4 0 0,0-1-1 0 0,0 1 1 0 0,0-1 0 0 0,-2 1 0 0 0,1 0 0 0 0,-1 0 0 0 0,0 20 0 0 0,7 31 23 0 0,-7-53-30 0 0,-1 1 1 0 0,-1-1 0 0 0,0 15-1 0 0,0-10-1 0 0,0-9 1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27.0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13864 0 0,'0'0'2104'0'0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27.4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269 1 12256 0 0,'0'0'1576'0'0,"-3"0"-1400"0"0,-14 1 74 0 0,1 0 1 0 0,0 1 0 0 0,0 0 0 0 0,0 2 0 0 0,0 0 0 0 0,1 1-1 0 0,0 0 1 0 0,-1 1 0 0 0,2 1 0 0 0,-1 0 0 0 0,1 1 0 0 0,0 1-1 0 0,1 0 1 0 0,-19 17 0 0 0,30-24-192 0 0,0 0 0 0 0,0 0 0 0 0,0 0-1 0 0,0 0 1 0 0,0 1 0 0 0,1-1 0 0 0,0 0 0 0 0,-1 1-1 0 0,1-1 1 0 0,0 1 0 0 0,-2 4 0 0 0,3-5-44 0 0,0-1 1 0 0,0 0-1 0 0,1 0 0 0 0,-1 1 1 0 0,0-1-1 0 0,0 0 0 0 0,1 0 1 0 0,-1 0-1 0 0,0 1 0 0 0,1-1 1 0 0,-1 0-1 0 0,1 0 0 0 0,0 0 1 0 0,-1 0-1 0 0,1 0 0 0 0,0 0 1 0 0,0 0-1 0 0,0 0 0 0 0,-1 0 1 0 0,1 0-1 0 0,0-1 0 0 0,0 1 1 0 0,0 0-1 0 0,1 0 0 0 0,-1-1 1 0 0,0 1-1 0 0,0-1 0 0 0,1 1 1 0 0,14 7 69 0 0,-1 1 1 0 0,0 0 0 0 0,-1 1 0 0 0,0 0-1 0 0,0 1 1 0 0,17 19 0 0 0,-28-26-67 0 0,-1 0 0 0 0,1 0-1 0 0,-1 0 1 0 0,0 1 0 0 0,0-1 0 0 0,-1 1 0 0 0,1-1 0 0 0,-1 1 0 0 0,0 0 0 0 0,0-1 0 0 0,-1 1 0 0 0,1 0-1 0 0,-1 5 1 0 0,0-1 0 0 0,-1-1 0 0 0,0 1 0 0 0,0-1 0 0 0,0 1 0 0 0,-1-1 0 0 0,-5 12 0 0 0,6-16-7 0 0,-1 0 0 0 0,0 0 1 0 0,0 0-1 0 0,-1 0 0 0 0,1 0 0 0 0,-1 0 0 0 0,-4 4 0 0 0,4-5-4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27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50 276 13864 0 0,'0'0'929'0'0,"4"2"-650"0"0,-3-1-262 0 0,0 0 0 0 0,0 0 0 0 0,0 0 0 0 0,0-1 0 0 0,0 1 0 0 0,0 0 0 0 0,0 0 0 0 0,0 1 0 0 0,0-1 0 0 0,-1 0 0 0 0,1 0 0 0 0,0 0 0 0 0,-1 1 0 0 0,1-1 0 0 0,0 2 1 0 0,-1 0 53 0 0,0-1 0 0 0,0 1 0 0 0,0 0 0 0 0,0-1 0 0 0,-1 1 0 0 0,1-1 0 0 0,-1 1 0 0 0,0 0 0 0 0,-1 3 1 0 0,-17 63 1392 0 0,-6 17-682 0 0,21-77-445 0 0,1 1-1 0 0,0-1 0 0 0,0 1 1 0 0,1 0-1 0 0,-2 14 79 0 0</inkml:trace>
  <inkml:trace contextRef="#ctx0" brushRef="#br0" timeOffset="1">50 1 14568 0 0,'0'0'2743'0'0,"-21"19"-2039"0"0,15-13-584 0 0,5-2 144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28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208 144 12864 0 0,'0'0'470'0'0,"-1"6"-234"0"0,1 7-81 0 0,-10 82 944 0 0,9-92-976 0 0,1 0 1 0 0,-1 0 0 0 0,0 0 0 0 0,0 1 0 0 0,0-1 0 0 0,-1-1-1 0 0,1 1 1 0 0,-1 0 0 0 0,0 0 0 0 0,1 0 0 0 0,-1-1 0 0 0,0 1-1 0 0,-1-1 1 0 0,1 0 0 0 0,0 1 0 0 0,-1-1 0 0 0,-3 2 0 0 0,4-3-89 0 0,0 0-1 0 0,0 0 1 0 0,0-1 0 0 0,0 1 0 0 0,0-1 0 0 0,0 1 0 0 0,-1-1 0 0 0,1 0 0 0 0,0 0 0 0 0,0 0 0 0 0,0 0 0 0 0,0 0 0 0 0,0 0 0 0 0,-1 0 0 0 0,1-1 0 0 0,0 1 0 0 0,0-1 0 0 0,0 0 0 0 0,0 0 0 0 0,0 0 0 0 0,0 0 0 0 0,0 0 0 0 0,1 0 0 0 0,-1 0 0 0 0,0 0 0 0 0,1-1-1 0 0,-3-1 1 0 0,-6-7 46 0 0,1 0 0 0 0,0-1-1 0 0,0 1 1 0 0,1-2 0 0 0,1 1-1 0 0,0-1 1 0 0,0 0 0 0 0,2-1-1 0 0,-8-18 1 0 0,5 11-16 0 0,5 12 39 0 0,1 0 0 0 0,-1-1 0 0 0,1 1 0 0 0,1 0 0 0 0,0-1 0 0 0,0 0-1 0 0,1 1 1 0 0,0-1 0 0 0,1-9 0 0 0,0 15-54 0 0,0 0 1 0 0,0 1-1 0 0,0-1 0 0 0,0 0 1 0 0,0 0-1 0 0,1 1 0 0 0,0-1 1 0 0,-1 1-1 0 0,1-1 0 0 0,0 1 1 0 0,0 0-1 0 0,0 0 0 0 0,0 0 1 0 0,1 0-1 0 0,-1 0 0 0 0,1 0 1 0 0,-1 1-1 0 0,1-1 0 0 0,-1 1 1 0 0,1-1-1 0 0,0 1 0 0 0,0 0 1 0 0,0 0-1 0 0,0 0 0 0 0,0 1 1 0 0,0-1-1 0 0,3 1 0 0 0,-1 0 9 0 0,1 0-1 0 0,-1 1 0 0 0,1 0 0 0 0,-1 0 0 0 0,1 0 0 0 0,-1 0 0 0 0,1 1 1 0 0,-1 0-1 0 0,0 0 0 0 0,0 1 0 0 0,0 0 0 0 0,0-1 0 0 0,-1 1 1 0 0,1 1-1 0 0,-1-1 0 0 0,0 1 0 0 0,0 0 0 0 0,0 0 0 0 0,0 0 0 0 0,3 6 1 0 0,13 22 111 0 0,-13-15-90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28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29 16479 0 0,'0'2'114'0'0,"0"0"-1"0"0,1 0 0 0 0,-1 0 0 0 0,1 0 0 0 0,-1 0 0 0 0,1 0 0 0 0,0 0 0 0 0,-1 0 0 0 0,1 0 0 0 0,0 0 0 0 0,2 1 0 0 0,6 17 810 0 0,-6-1-505 0 0,-1 0 0 0 0,0 1 0 0 0,-1-1-1 0 0,-1 1 1 0 0,-1-1 0 0 0,-4 22-1 0 0,4-33-317 0 0,0 6 125 0 0,-1 0 0 0 0,-1 1 0 0 0,0-1 1 0 0,-1 0-1 0 0,-6 14 0 0 0,10-28-209 0 0,0 1 1 0 0,0-1-1 0 0,0 1 1 0 0,-1 0-1 0 0,1-1 1 0 0,0 1-1 0 0,0-1 1 0 0,-1 1-1 0 0,1-1 1 0 0,0 1-1 0 0,-1-1 0 0 0,1 1 1 0 0,-1-1-1 0 0,1 0 1 0 0,-1 1-1 0 0,1-1 1 0 0,-1 1-1 0 0,1-1 1 0 0,-1 0-1 0 0,1 1 1 0 0,-1-1-1 0 0,1 0 0 0 0,-1 0 1 0 0,0 0-1 0 0,1 1 1 0 0,-1-1-1 0 0,1 0 1 0 0,-2 0-1 0 0,2-1-9 0 0,-1 1 0 0 0,1 0 0 0 0,-1-1 0 0 0,1 1 0 0 0,0-1-1 0 0,-1 1 1 0 0,1-1 0 0 0,0 1 0 0 0,-1-1 0 0 0,1 0 0 0 0,0 1 0 0 0,0-1-1 0 0,0 1 1 0 0,-1-1 0 0 0,1 0 0 0 0,0 1 0 0 0,0-1 0 0 0,0 1 0 0 0,0-1-1 0 0,0 0 1 0 0,0 1 0 0 0,0-1 0 0 0,0 0 0 0 0,0 1 0 0 0,0-1 0 0 0,1 1-1 0 0,-1-2 1 0 0,5-30 33 0 0,1 0-1 0 0,1 1 1 0 0,2-1-1 0 0,1 2 1 0 0,1-1-1 0 0,2 1 1 0 0,22-37-1 0 0,-31 61-26 0 0,0 1-1 0 0,0 0 1 0 0,0 0-1 0 0,0 0 1 0 0,1 0-1 0 0,5-4 1 0 0,-9 9-7 0 0,0-1 0 0 0,0 0 0 0 0,0 1 0 0 0,0-1 0 0 0,0 1 0 0 0,-1-1 0 0 0,1 1 0 0 0,0-1 1 0 0,0 1-1 0 0,0-1 0 0 0,1 1 0 0 0,-1 0 0 0 0,0 0 0 0 0,0 0 0 0 0,0 0 0 0 0,0 0 0 0 0,0 0 0 0 0,0 0 1 0 0,0 0-1 0 0,0 0 0 0 0,0 0 0 0 0,0 0 0 0 0,0 1 0 0 0,0-1 0 0 0,0 0 0 0 0,0 1 0 0 0,0-1 0 0 0,0 1 1 0 0,0-1-1 0 0,0 1 0 0 0,0-1 0 0 0,0 1 0 0 0,0 0 0 0 0,-1-1 0 0 0,1 1 0 0 0,0 0 0 0 0,0 0 0 0 0,-1 0 1 0 0,1 0-1 0 0,-1-1 0 0 0,1 1 0 0 0,-1 0 0 0 0,1 0 0 0 0,-1 0 0 0 0,1 2 0 0 0,6 10 40 0 0,0 0-1 0 0,-1 1 1 0 0,-1-1-1 0 0,0 1 0 0 0,-1 1 1 0 0,0-1-1 0 0,-1 1 1 0 0,-1-1-1 0 0,0 1 1 0 0,-1 0-1 0 0,-2 16 1 0 0,-1-13 24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29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7136 0 0,'0'0'10831'0'0,"2"4"-10732"0"0,1 8-68 0 0,0 1-1 0 0,0 0 0 0 0,-2 0 1 0 0,1 0-1 0 0,-1 21 1 0 0,-1-17-17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31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53 5224 0 0,'0'0'9477'0'0,"4"-3"-9369"0"0,1-2-37 0 0,0 0 0 0 0,1 1 1 0 0,-1 0-1 0 0,1 0 0 0 0,0 1 1 0 0,0 0-1 0 0,1 0 0 0 0,-1 0 0 0 0,0 1 1 0 0,1 0-1 0 0,0 0 0 0 0,13-2 1 0 0,15 1 312 0 0,-26 2-212 0 0,0 0 1 0 0,0 1-1 0 0,12 0 0 0 0,-9 3-70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37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 11152 0 0,'0'0'10535'0'0,"-3"4"-10237"0"0,0 2-219 0 0,-1 0 1 0 0,1 1 0 0 0,0-1-1 0 0,1 1 1 0 0,0 0-1 0 0,0 0 1 0 0,0 0 0 0 0,1 0-1 0 0,0 0 1 0 0,0 7-1 0 0,0 85 774 0 0,3-52-516 0 0,-1-7 24 0 0,9 43 1 0 0,-4-30-73 0 0,3-7 427 0 0,-9-45-623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37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1 14968 0 0,'0'0'3398'0'0,"0"4"-2947"0"0,-1 69 535 0 0,-4 0 0 0 0,-24 128 0 0 0,24-172-760 0 0,1 1-1 0 0,1 56 0 0 0,5-81-119 0 0,1-2-64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38.3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2 20575 0 0,'0'0'24'0'0,"-22"-1"66"0"0,-3 4-52 0 0,1 1 1 0 0,-34 9-1 0 0,29-5 20 0 0,-32 4 1 0 0,44-10-37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38.6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0 14272 0 0,'0'0'1022'0'0,"0"4"-922"0"0,-4 17 454 0 0,-40 198 2300 0 0,43-202-2546 0 0,1-16-219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39.0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14672 0 0,'0'0'3639'0'0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39.4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293 0 14776 0 0,'0'0'1738'0'0,"-4"2"-1462"0"0,-25 11 181 0 0,-39 12-1 0 0,43-17-208 0 0,-1 1 0 0 0,2 1 0 0 0,-35 20 0 0 0,37-20-48 0 0,19-10-148 0 0,0 1 0 0 0,1 0 0 0 0,-1 1 0 0 0,0-1 0 0 0,1 0 1 0 0,-1 1-1 0 0,0 0 0 0 0,1-1 0 0 0,0 1 0 0 0,0 0 1 0 0,-4 4-1 0 0,6-5-41 0 0,-1-1 1 0 0,1 1 0 0 0,0 0 0 0 0,0-1-1 0 0,-1 1 1 0 0,1-1 0 0 0,0 1 0 0 0,0 0-1 0 0,0-1 1 0 0,0 1 0 0 0,0 0 0 0 0,0-1-1 0 0,0 1 1 0 0,0 0 0 0 0,0-1-1 0 0,1 1 1 0 0,-1 0 0 0 0,0-1 0 0 0,0 1-1 0 0,0 0 1 0 0,1-1 0 0 0,-1 1 0 0 0,0-1-1 0 0,1 1 1 0 0,-1-1 0 0 0,0 1-1 0 0,1-1 1 0 0,-1 1 0 0 0,1-1 0 0 0,-1 1-1 0 0,1-1 1 0 0,0 1 0 0 0,24 16 86 0 0,-14-10-23 0 0,0 1-14 0 0,0-1-1 0 0,0 0 1 0 0,0-1 0 0 0,22 9 0 0 0,-23-12 3 0 0,0 1 0 0 0,-1 0 0 0 0,0 1 0 0 0,0 0 0 0 0,0 1 0 0 0,-1 0 0 0 0,0 0 0 0 0,12 12 0 0 0,-19-17-48 0 0,0 0 0 0 0,-1-1 0 0 0,1 1 1 0 0,-1 0-1 0 0,0 0 0 0 0,1 0 0 0 0,-1 0 1 0 0,0-1-1 0 0,1 1 0 0 0,-1 0 0 0 0,0 0 1 0 0,0 0-1 0 0,0 0 0 0 0,0 0 0 0 0,0 0 1 0 0,0 0-1 0 0,0 0 0 0 0,0 0 0 0 0,0 0 1 0 0,0-1-1 0 0,-1 1 0 0 0,1 0 0 0 0,-1 1 1 0 0,0 1 8 0 0,-1 0 1 0 0,1 0 0 0 0,-1 0-1 0 0,0 0 1 0 0,0-1-1 0 0,-4 6 1 0 0,-4 1 32 0 0,0-1 0 0 0,-15 11 1 0 0,12-10 2 0 0,-1-1 1 0 0,1 0 0 0 0,-2-1 0 0 0,1-1-1 0 0,-1 0 1 0 0,-25 6 0 0 0,29-10-8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39.7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0 14672 0 0,'0'0'1899'0'0,"4"0"-1701"0"0,1 0-405 0 0,11 2 1340 0 0,-16-2-1080 0 0,0 0 1 0 0,1 1-1 0 0,-1-1 0 0 0,1 0 0 0 0,-1 1 1 0 0,0-1-1 0 0,1 1 0 0 0,-1-1 0 0 0,0 1 1 0 0,0-1-1 0 0,1 1 0 0 0,-1-1 0 0 0,0 1 1 0 0,0-1-1 0 0,0 1 0 0 0,0-1 0 0 0,0 1 1 0 0,0 0-1 0 0,1-1 0 0 0,-1 1 0 0 0,0-1 1 0 0,-1 1-1 0 0,1-1 0 0 0,0 1 0 0 0,0-1 1 0 0,0 1-1 0 0,0 0 0 0 0,0-1 0 0 0,-1 1 1 0 0,-2 20 270 0 0,0 0 1 0 0,2-1-1 0 0,2 40 1 0 0,0-33-30 0 0,-4 42 1 0 0,-1-41-65 0 0,-12 170 1530 0 0,16-194-1664 0 0</inkml:trace>
  <inkml:trace contextRef="#ctx0" brushRef="#br0" timeOffset="1">284 224 15176 0 0,'0'0'1705'0'0,"-4"0"-1571"0"0,-81 5 1554 0 0,-95 18 0 0 0,179-23-1670 0 0,-13 1 84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40.2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336 146 13672 0 0,'0'0'1433'0'0,"-2"4"-1122"0"0,-1 3-190 0 0,-1 1 0 0 0,0 0 0 0 0,0-1 0 0 0,-1 0 0 0 0,0 0 0 0 0,0-1 1 0 0,-1 1-1 0 0,0-1 0 0 0,0 0 0 0 0,0 0 0 0 0,-1-1 0 0 0,1 0 1 0 0,-2 0-1 0 0,-11 6 0 0 0,10-7-86 0 0,0 0 1 0 0,0-1-1 0 0,-1 0 1 0 0,0 0-1 0 0,1-1 1 0 0,-1 0 0 0 0,0-1-1 0 0,0 0 1 0 0,0 0-1 0 0,0-1 1 0 0,0 0-1 0 0,0-1 1 0 0,0-1-1 0 0,0 1 1 0 0,0-1-1 0 0,0-1 1 0 0,1 0-1 0 0,-1 0 1 0 0,-16-9-1 0 0,24 10-20 0 0,0 0 0 0 0,0 0 0 0 0,0 0 0 0 0,0 0-1 0 0,0 0 1 0 0,0-1 0 0 0,0 1 0 0 0,1-1-1 0 0,-1 1 1 0 0,1-1 0 0 0,0 0 0 0 0,-1 1 0 0 0,1-1-1 0 0,1 0 1 0 0,-1 0 0 0 0,0 0 0 0 0,1 0 0 0 0,-1-4-1 0 0,0-5 48 0 0,0-1-1 0 0,2-23 1 0 0,0 30-27 0 0,0-1 0 0 0,1 1 0 0 0,-1-1 0 0 0,1 1 0 0 0,1 0 0 0 0,-1 0 1 0 0,1 0-1 0 0,0 0 0 0 0,0 0 0 0 0,1 0 0 0 0,0 1 0 0 0,0 0 0 0 0,0 0 0 0 0,1 0 1 0 0,-1 0-1 0 0,1 1 0 0 0,0 0 0 0 0,0-1 0 0 0,1 2 0 0 0,-1-1 0 0 0,1 1 0 0 0,0 0 1 0 0,0 0-1 0 0,0 1 0 0 0,0-1 0 0 0,1 1 0 0 0,-1 1 0 0 0,1-1 0 0 0,-1 1 0 0 0,1 0 1 0 0,-1 1-1 0 0,1-1 0 0 0,-1 1 0 0 0,1 1 0 0 0,0-1 0 0 0,-1 1 0 0 0,11 3 0 0 0,-12-3-3 0 0,0 0-1 0 0,-1 1 0 0 0,1 0 1 0 0,-1 0-1 0 0,1 0 0 0 0,-1 1 0 0 0,0-1 1 0 0,0 1-1 0 0,0 0 0 0 0,0 0 1 0 0,0 0-1 0 0,-1 1 0 0 0,0-1 0 0 0,1 1 1 0 0,-1 0-1 0 0,0 0 0 0 0,3 6 1 0 0,-3-2 22 0 0,1 0 0 0 0,-1 0 0 0 0,-1 0 0 0 0,1 0 1 0 0,-2 0-1 0 0,1 1 0 0 0,-1-1 0 0 0,0 1 0 0 0,-1 10 1 0 0,0 0 47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40.5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56 19639 0 0,'1'0'2'0'0,"0"1"-1"0"0,1-1 1 0 0,-1 1-1 0 0,0-1 1 0 0,0 1-1 0 0,0 0 1 0 0,1-1-1 0 0,-1 1 0 0 0,0 0 1 0 0,0 0-1 0 0,0 0 1 0 0,0-1-1 0 0,-1 1 1 0 0,1 0-1 0 0,0 0 1 0 0,0 1-1 0 0,0-1 1 0 0,-1 0-1 0 0,1 0 1 0 0,-1 0-1 0 0,1 0 0 0 0,-1 1 1 0 0,1-1-1 0 0,-1 0 1 0 0,0 0-1 0 0,1 1 1 0 0,-1-1-1 0 0,0 0 1 0 0,0 3-1 0 0,1 3 11 0 0,0 0 1 0 0,-1 1-1 0 0,0-1 0 0 0,-1 10 1 0 0,-8 68 132 0 0,7-54-16 0 0,-1 1 1 0 0,-14 55-1 0 0,14-73-86 0 0,3-12-21 0 0,0 0 1 0 0,0 0-1 0 0,0 0 0 0 0,-1 0 0 0 0,1-1 0 0 0,0 1 0 0 0,-1 0 1 0 0,0 0-1 0 0,1 0 0 0 0,-1 0 0 0 0,0-1 0 0 0,0 1 0 0 0,0 0 0 0 0,0-1 1 0 0,0 1-1 0 0,-1-1 0 0 0,1 1 0 0 0,0-1 0 0 0,-1 0 0 0 0,1 0 1 0 0,-3 2-1 0 0,3-3-8 0 0,0-1 0 0 0,0 0 0 0 0,0 1 1 0 0,0-1-1 0 0,1 0 0 0 0,-1 0 0 0 0,0 0 0 0 0,1 0 1 0 0,-1 0-1 0 0,0 0 0 0 0,1 1 0 0 0,-1-1 1 0 0,1-1-1 0 0,-1 1 0 0 0,1 0 0 0 0,0 0 0 0 0,-1-2 1 0 0,-1-11 33 0 0,0 0 0 0 0,0 0 1 0 0,1 0-1 0 0,1 0 0 0 0,1 0 1 0 0,0 0-1 0 0,0 0 0 0 0,2 0 1 0 0,7-27-1 0 0,-4 24 7 0 0,0 1 1 0 0,1 0-1 0 0,1 0 1 0 0,0 0-1 0 0,1 1 0 0 0,1 0 1 0 0,19-22-1 0 0,-21 29-8 0 0,1 0-1 0 0,0 0 0 0 0,0 0 0 0 0,1 2 0 0 0,0-1 1 0 0,0 1-1 0 0,0 0 0 0 0,1 1 0 0 0,0 1 1 0 0,0-1-1 0 0,0 2 0 0 0,1-1 0 0 0,-1 2 0 0 0,1-1 1 0 0,0 2-1 0 0,-1 0 0 0 0,1 0 0 0 0,0 1 1 0 0,0 0-1 0 0,16 3 0 0 0,-12 1 71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41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112 446 12360 0 0,'0'0'1732'0'0,"-1"3"-1543"0"0,-11 19 239 0 0,12-16 2 0 0,-1 1 465 0 0,-2-12-643 0 0,1 2-249 0 0,2-1-1 0 0,-1 0 1 0 0,0 0-1 0 0,1 1 1 0 0,-1-1 0 0 0,1 0-1 0 0,0 0 1 0 0,1 0-1 0 0,-1 0 1 0 0,1-4 0 0 0,12-42 16 0 0,-6 25-9 0 0,41-131 621 0 0,-38 120-153 0 0,2 0 0 0 0,22-47 0 0 0,-29 67-347 0 0,-4 14-31 0 0,-1 0-1 0 0,0 1 1 0 0,0-1-1 0 0,1 0 1 0 0,-1 1-1 0 0,1-1 1 0 0,0 1-1 0 0,-1-1 1 0 0,1 0-1 0 0,0 1 1 0 0,0 0 0 0 0,0-1-1 0 0,0 1 1 0 0,0-1-1 0 0,0 1 1 0 0,0 0-1 0 0,0 0 1 0 0,3-2 759 0 0,-10 36 121 0 0,1-9-814 0 0,-1 6 349 0 0,-16 53 0 0 0,18-69-444 0 0,-2 12 93 0 0,5-21-62 0 0,0-1 0 0 0,0 1 1 0 0,0-1-1 0 0,0 1 0 0 0,-1-1 0 0 0,1 1 0 0 0,-1-1 1 0 0,-5 8-1 0 0,7-12-80 0 0,-1 1 0 0 0,1-1 1 0 0,0 1-1 0 0,-1-1 0 0 0,1 1 0 0 0,0-1 0 0 0,-1 1 1 0 0,1-1-1 0 0,-1 0 0 0 0,1 1 0 0 0,-1-1 1 0 0,1 0-1 0 0,-1 1 0 0 0,1-1 0 0 0,-1 0 0 0 0,1 0 1 0 0,-1 1-1 0 0,1-1 0 0 0,-1 0 0 0 0,0 0 0 0 0,1 0 1 0 0,-1 0-1 0 0,1 0 0 0 0,-1 0 0 0 0,0 0 1 0 0,-17-10 198 0 0,5-2-172 0 0,0-1 0 0 0,0 0 0 0 0,1 0 0 0 0,1-1 0 0 0,0-1 0 0 0,1 0 0 0 0,1-1 0 0 0,0 0 0 0 0,1 0 0 0 0,1 0 0 0 0,-9-30 0 0 0,12 35 12 0 0,3 11-46 0 0,1-1 0 0 0,-1 0 0 0 0,1 0 0 0 0,-1 0 0 0 0,1 0 0 0 0,0 0 0 0 0,-1 0 0 0 0,1 0 0 0 0,0 0 0 0 0,0 0 0 0 0,0-1 0 0 0,0 1 0 0 0,0 0 0 0 0,0 0 0 0 0,0 0 0 0 0,0 0 0 0 0,0 0 0 0 0,1-2 0 0 0,0 2 33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42.5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234 1 9944 0 0,'0'0'9903'0'0,"-5"3"-9749"0"0,-9 3 55 0 0,0-1 0 0 0,0-1 0 0 0,0 0 0 0 0,0-1-1 0 0,-1 0 1 0 0,-18 1 0 0 0,-9-3 3 0 0,-15 2-22 0 0,46 0-152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43.0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225 1 11656 0 0,'0'0'3065'0'0,"-5"2"-2936"0"0,-12 7 35 0 0,-2-1 1 0 0,1 0-1 0 0,-1-2 0 0 0,-25 6 1 0 0,-45 8 60 0 0,76-18-202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45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292 1 10952 0 0,'0'0'3713'0'0,"-3"0"-3401"0"0,-62 6 756 0 0,-10 1-378 0 0,-61-7 622 0 0,135 0-1286 0 0,1 0 0 0 0,-1 1-1 0 0,0-1 1 0 0,1 0 0 0 0,-1 0-1 0 0,1 1 1 0 0,-1-1-1 0 0,1 0 1 0 0,-1 1 0 0 0,1-1-1 0 0,-1 0 1 0 0,1 1-1 0 0,-1-1 1 0 0,1 1 0 0 0,-1-1-1 0 0,1 1 1 0 0,-1-1-1 0 0,1 1 1 0 0,0 0 0 0 0,-1-1-1 0 0,1 1 1 0 0,0-1 0 0 0,0 1-1 0 0,0 0 1 0 0,-1-1-1 0 0,1 1 1 0 0,0 0 0 0 0,0-1-1 0 0,0 1 1 0 0,0 0-1 0 0,0-1 1 0 0,0 2 0 0 0,0 0 107 0 0,0 1-1 0 0,0-1 1 0 0,0 1 0 0 0,0-1 0 0 0,0 1 0 0 0,1-1 0 0 0,-1 1 0 0 0,3 4 0 0 0,7 23 74 0 0,-2 0 0 0 0,0 0-1 0 0,4 48 1 0 0,0-6 148 0 0,-6-45-228 0 0,8 46 597 0 0,35 109 0 0 0,-47-175-644 0 0,0 0-1 0 0,-1 1 1 0 0,0-1-1 0 0,0 0 1 0 0,0 0-1 0 0,-1 11 1 0 0,3 23 220 0 0,5-10 140 0 0,-6-26-343 0 0,-1 1 1 0 0,1 0-1 0 0,-1 0 0 0 0,0 0 1 0 0,1 10-1 0 0,-2-14-74 0 0,0 6 345 0 0,0 0 0 0 0,-1 0 0 0 0,1 0 0 0 0,-1 0 0 0 0,-4 11 0 0 0,4-13-117 0 0,0-1 1 0 0,0 1-1 0 0,1 0 1 0 0,-1-1-1 0 0,1 1 1 0 0,1 7-1 0 0,-1 4 1667 0 0,30-22-1714 0 0,180-75 370 0 0,-195 73-557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4T20:38:46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31 15176 0 0,'0'0'5331'0'0,"-4"0"-5231"0"0,-10 0-2 0 0,10 0 388 0 0,19-2-476 0 0,92-26-125 0 0,-69 28 188 0 0,-16 24 446 0 0,-18-19-435 0 0,-1-1 1 0 0,0 1-1 0 0,1-1 0 0 0,-1 1 1 0 0,-1 0-1 0 0,1 0 0 0 0,-1 0 1 0 0,0 1-1 0 0,2 6 0 0 0,10 53 1167 0 0,-10-36-1032 0 0,-1-3-35 0 0,-1 0-1 0 0,-1 1 0 0 0,-2-1 0 0 0,0 1 1 0 0,-7 32-1 0 0,-2 59 389 0 0,10-91-228 0 0,-5 40 0 0 0,3-50-92 0 0,1 1 0 0 0,2 24 0 0 0,1-6 48 0 0,-2-35-282 0 0,0 0 0 0 0,0 1 0 0 0,0-1 0 0 0,0 1-1 0 0,1-1 1 0 0,-1 0 0 0 0,0 1 0 0 0,1-1 0 0 0,-1 0 0 0 0,1 1-1 0 0,0-1 1 0 0,-1 0 0 0 0,2 1 0 0 0,-1 1 4 0 0,1-1 0 0 0,-1 0 0 0 0,0 0-1 0 0,0 0 1 0 0,0 1 0 0 0,-1-1 0 0 0,1 1 0 0 0,0-1 0 0 0,-1 0 0 0 0,0 1 0 0 0,1-1-1 0 0,-1 1 1 0 0,0 3 0 0 0,-2 16 144 0 0,2-17-108 0 0,-1 1 0 0 0,1 0 0 0 0,0 0 0 0 0,0-1 0 0 0,0 1 0 0 0,3 8 0 0 0,5-4 47 0 0,-8-9-95 0 0,1 0 1 0 0,0-1 0 0 0,0 1-1 0 0,-1 0 1 0 0,1-1 0 0 0,0 1 0 0 0,-1 0-1 0 0,1 0 1 0 0,-1-1 0 0 0,1 1-1 0 0,-1 0 1 0 0,0 0 0 0 0,1 0-1 0 0,-1 0 1 0 0,0 0 0 0 0,1 0 0 0 0,-1 0-1 0 0,0 0 1 0 0,0 0 0 0 0,0 0-1 0 0,0 0 1 0 0,0 1 0 0 0,0 6-41 0 0,-2 4 434 0 0,-13-7-121 0 0,-26 2-261 0 0,22-3-9 0 0,1 0-1 0 0,0-2 0 0 0,-1 0 1 0 0,1-2-1 0 0,-33-2 0 0 0,38 1-4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1.9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413 44 8840 0 0,'0'0'2230'0'0,"4"-1"-2012"0"0,-2 0 669 0 0,17-2 9745 0 0,-27-3-10275 0 0,2-8 75 0 0,6 14-411 0 0,0-1-1 0 0,-1 0 0 0 0,1 0 0 0 0,0 0 1 0 0,0 0-1 0 0,-1 0 0 0 0,1 0 0 0 0,0 1 0 0 0,-1-1 1 0 0,1 0-1 0 0,-1 0 0 0 0,1 1 0 0 0,-1-1 1 0 0,1 0-1 0 0,-1 1 0 0 0,0-1 0 0 0,1 0 1 0 0,-1 1-1 0 0,0-1 0 0 0,0 1 0 0 0,1-1 1 0 0,-1 1-1 0 0,0-1 0 0 0,0 1 0 0 0,0 0 0 0 0,1-1 1 0 0,-1 1-1 0 0,0 0 0 0 0,0 0 0 0 0,0-1 1 0 0,0 1-1 0 0,0 0 0 0 0,0 0 0 0 0,-1 0 1 0 0,-90 22 977 0 0,81-21-755 0 0,0 0 1 0 0,-1-1-1 0 0,1 0 0 0 0,-15-2 0 0 0,9 1-53 0 0,-24-7 365 0 0,37 6-510 0 0,0 1 0 0 0,0 0 0 0 0,0 0-1 0 0,0 0 1 0 0,0 0 0 0 0,-1 1 0 0 0,1-1-1 0 0,0 1 1 0 0,0 0 0 0 0,-1 0 0 0 0,1 1-1 0 0,0-1 1 0 0,0 1 0 0 0,-1 0 0 0 0,1 0-1 0 0,0 0 1 0 0,-7 4 0 0 0,-35 30 1324 0 0,45-35-1353 0 0,1 1 0 0 0,-1-1-1 0 0,0-1 1 0 0,0 1 0 0 0,1 0 0 0 0,-1 0-1 0 0,0 0 1 0 0,0 0 0 0 0,1 0 0 0 0,-1-1-1 0 0,0 1 1 0 0,1 0 0 0 0,-1-1 0 0 0,0 1 0 0 0,1 0-1 0 0,-1-1 1 0 0,0 1 0 0 0,1-1 0 0 0,-1 1-1 0 0,1-1 1 0 0,-1 1 0 0 0,1-1 0 0 0,-1 1-1 0 0,1-1 1 0 0,-1 0 0 0 0,1 1 0 0 0,0-1-1 0 0,-1-1 1 0 0,-2-2 123 0 0,-12 9 490 0 0,12 6-507 0 0,0 1 0 0 0,0-1 0 0 0,1 0 0 0 0,-1 21 0 0 0,2-16-61 0 0,0 7 24 0 0,2 1 0 0 0,0-1 0 0 0,1 1 1 0 0,1-1-1 0 0,2 0 0 0 0,6 23 0 0 0,-8-32-1 0 0,0 0 1 0 0,-1 0-1 0 0,-1 23 0 0 0,-1-25-49 0 0,1 1 0 0 0,0 0-1 0 0,6 22 1 0 0,-4-21 53 0 0,0 0 0 0 0,-1 0 0 0 0,1 16 0 0 0,-2-22-88 0 0,1 0 0 0 0,-1 1 0 0 0,6 10 0 0 0,-4-7 0 0 0,0-7 0 0 0,0-1 0 0 0,-2 8 0 0 0,-4 24 0 0 0,3 55 0 0 0,0-90 0 0 0,1-1 0 0 0,-1 0 0 0 0,0 0 0 0 0,0 1 0 0 0,0-1 0 0 0,1 0 0 0 0,-1 1 0 0 0,0-1 0 0 0,1 0 0 0 0,-1 0 0 0 0,0 0 0 0 0,0 1 0 0 0,1-1 0 0 0,-1 0 0 0 0,0 0 0 0 0,1 0 0 0 0,-1 0 0 0 0,0 0 0 0 0,1 1 0 0 0,-1-1 0 0 0,0 0 0 0 0,1 0 0 0 0,-1 0 0 0 0,1 0 0 0 0,-1 0 0 0 0,0 0 0 0 0,1 0 0 0 0,-1 0 0 0 0,0 0 0 0 0,1 0 0 0 0,-1-1 0 0 0,0 1 0 0 0,1 0 0 0 0,0 0 0 0 0,13-4 0 0 0,-13 4 0 0 0,37-9 0 0 0,-11 3 0 0 0,0-1 0 0 0,35-14 0 0 0,-39 12 0 0 0,-12 7 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2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241 1 18191 0 0,'0'0'9349'0'0,"-3"2"-9097"0"0,-3 2-164 0 0,2 0 0 0 0,-1 0 0 0 0,0 1 0 0 0,1 0-1 0 0,0 0 1 0 0,0 0 0 0 0,0 0 0 0 0,-4 8 0 0 0,-27 55 272 0 0,17-30-211 0 0,-82 138 243 0 0,68-121-318 0 0,23-38-65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2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25031 0 0,'0'-1'0'0'0,"0"1"0"0"0,1-1 0 0 0,-1 1 0 0 0,0 0 0 0 0,0-1 0 0 0,0 1 0 0 0,1-1 0 0 0,-1 1 0 0 0,0 0 0 0 0,0-1 0 0 0,1 1 0 0 0,-1 0 0 0 0,0 0 0 0 0,1-1 0 0 0,-1 1 0 0 0,0 0 0 0 0,1 0 0 0 0,-1-1 0 0 0,1 1 0 0 0,-1 0 0 0 0,0 0 0 0 0,1 0 0 0 0,-1 0 0 0 0,1 0 0 0 0,-1 0 0 0 0,0-1 0 0 0,1 1 0 0 0,-1 0 0 0 0,1 0 0 0 0,0 0 0 0 0,0 1 1 0 0,0-1 0 0 0,0 0 0 0 0,0 0 0 0 0,0 1 0 0 0,0-1 0 0 0,1 0 0 0 0,-1 1 0 0 0,0-1 0 0 0,0 1 0 0 0,0 0 0 0 0,0-1 0 0 0,-1 1 0 0 0,3 1 0 0 0,1 1 8 0 0,-2-2-7 0 0,1 0 1 0 0,-1 0-1 0 0,0 0 0 0 0,1 1 0 0 0,-1-1 1 0 0,0 1-1 0 0,0 0 0 0 0,0-1 1 0 0,0 1-1 0 0,2 3 0 0 0,11 10 21 0 0,0 1 0 0 0,-1 0 0 0 0,-1 1 0 0 0,-1 1 0 0 0,0 0 1 0 0,17 38-1 0 0,-26-47-10 0 0,7 19 20 0 0,-10-27-29 0 0,0 0-1 0 0,1 0 0 0 0,-1-1 1 0 0,1 1-1 0 0,-1 0 1 0 0,1 0-1 0 0,-1 0 0 0 0,1 0 1 0 0,-1-1-1 0 0,1 1 0 0 0,0 0 1 0 0,-1-1-1 0 0,1 1 0 0 0,0 0 1 0 0,0-1-1 0 0,-1 1 0 0 0,1-1 1 0 0,0 1-1 0 0,0-1 0 0 0,0 1 1 0 0,0-1-1 0 0,1 0 1 0 0,3 0 14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3.1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188 58 14872 0 0,'0'0'2031'0'0,"3"-3"-1441"0"0,-2 3-494 0 0,15-15 5 0 0,-15 14 19 0 0,0 1 0 0 0,-1-1-1 0 0,1 0 1 0 0,0 1 0 0 0,-1-1-1 0 0,1 0 1 0 0,-1 1 0 0 0,1-1-1 0 0,-1 0 1 0 0,1 0 0 0 0,-1 0 0 0 0,0 1-1 0 0,1-1 1 0 0,-1 0 0 0 0,0 0-1 0 0,1 0 1 0 0,-1 0 0 0 0,0 0-1 0 0,0 1 1 0 0,0-1 0 0 0,0 0 0 0 0,0 0-1 0 0,0 0 1 0 0,0 0 0 0 0,0 0-1 0 0,-1-1 1 0 0,0 1-14 0 0,0 1 0 0 0,-1-1 0 0 0,1 0 0 0 0,-1 0 0 0 0,1 0 1 0 0,-1 1-1 0 0,1-1 0 0 0,-1 1 0 0 0,1-1 0 0 0,-1 1 0 0 0,0 0 0 0 0,1 0 0 0 0,-4-1 0 0 0,-4 0 341 0 0,-3-2-174 0 0,0 1 1 0 0,0 1-1 0 0,0 0 0 0 0,0 0 1 0 0,0 1-1 0 0,-16 2 1 0 0,24-2-236 0 0,0 1 0 0 0,0-1 1 0 0,0 1-1 0 0,0 0 0 0 0,0 0 0 0 0,0 0 1 0 0,0 1-1 0 0,1-1 0 0 0,-1 1 1 0 0,0 0-1 0 0,1 0 0 0 0,0 0 1 0 0,-1 1-1 0 0,1-1 0 0 0,0 1 0 0 0,0 0 1 0 0,0 0-1 0 0,1 0 0 0 0,-1 0 1 0 0,1 0-1 0 0,0 0 0 0 0,-4 7 1 0 0,3-2 47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3.4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156 170 15880 0 0,'0'0'1369'0'0,"4"5"-380"0"0,-4-5-989 0 0,2 3 117 0 0,0 0 0 0 0,1 0 0 0 0,-1 0 0 0 0,0 0 0 0 0,1-1 0 0 0,-1 1 0 0 0,1-1 0 0 0,0 1-1 0 0,0-1 1 0 0,0 0 0 0 0,0-1 0 0 0,0 1 0 0 0,1 0 0 0 0,-1-1 0 0 0,0 0 0 0 0,1 1 0 0 0,-1-1 0 0 0,1-1 0 0 0,-1 1 0 0 0,1 0 0 0 0,0-1-1 0 0,5 0 1 0 0,-2-1 26 0 0,-1 0 0 0 0,1-1 0 0 0,-1 1 0 0 0,0-2 0 0 0,0 1 0 0 0,0-1 0 0 0,0 0 0 0 0,0 0-1 0 0,0 0 1 0 0,-1-1 0 0 0,8-6 0 0 0,0-1 209 0 0,0-2-1 0 0,0 0 1 0 0,10-14 0 0 0,-22 26-327 0 0,0-1 0 0 0,0 0 0 0 0,-1 0 0 0 0,1 1 0 0 0,0-1 0 0 0,0 0 0 0 0,-1 0 0 0 0,1 0 0 0 0,-1 0 0 0 0,0 1 0 0 0,1-1 1 0 0,-1 0-1 0 0,0 0 0 0 0,0 0 0 0 0,0 0 0 0 0,-1 0 0 0 0,1 0 0 0 0,0 0 0 0 0,-1 0 0 0 0,1 0 0 0 0,-1 1 0 0 0,0-1 0 0 0,1 0 1 0 0,-1 0-1 0 0,0 1 0 0 0,-2-4 0 0 0,1 2 2 0 0,0-1 0 0 0,-1 1 0 0 0,1 0 1 0 0,-1 0-1 0 0,1 1 0 0 0,-1-1 0 0 0,0 0 0 0 0,0 1 0 0 0,0 0 1 0 0,-1 0-1 0 0,1-1 0 0 0,-5 0 0 0 0,2 0 7 0 0,-8-2 29 0 0,0 0 0 0 0,0 0 0 0 0,-25-3 0 0 0,35 7-54 0 0,-1 1 1 0 0,1 0-1 0 0,-1 0 1 0 0,1 0-1 0 0,0 1 1 0 0,-1-1-1 0 0,1 1 0 0 0,0 0 1 0 0,0 0-1 0 0,-1 0 1 0 0,1 1-1 0 0,0 0 1 0 0,0 0-1 0 0,0 0 1 0 0,1 0-1 0 0,-1 0 1 0 0,-3 3-1 0 0,-15 17 63 0 0,1 0 0 0 0,0 1 0 0 0,2 1 0 0 0,-27 45 0 0 0,40-59-44 0 0,0 1 0 0 0,1 0 0 0 0,1 0 0 0 0,-1 0 0 0 0,2 0 0 0 0,0 1 0 0 0,0 0 0 0 0,1 0 0 0 0,0-1 0 0 0,1 15 0 0 0,1-22-15 0 0,0 1-1 0 0,0 0 1 0 0,0 0-1 0 0,1-1 1 0 0,0 1 0 0 0,0 0-1 0 0,0-1 1 0 0,1 1 0 0 0,-1-1-1 0 0,1 1 1 0 0,0-1 0 0 0,1 0-1 0 0,-1 0 1 0 0,1 0 0 0 0,-1 0-1 0 0,1 0 1 0 0,0 0 0 0 0,1-1-1 0 0,-1 0 1 0 0,0 1 0 0 0,1-1-1 0 0,0 0 1 0 0,0-1 0 0 0,0 1-1 0 0,0-1 1 0 0,7 3 0 0 0,2-1 14 0 0,0 0 0 0 0,0-1 0 0 0,0-1 1 0 0,1 0-1 0 0,-1-1 0 0 0,1 0 1 0 0,0-1-1 0 0,-1-1 0 0 0,1 0 0 0 0,-1-1 1 0 0,1 0-1 0 0,-1-1 0 0 0,0 0 1 0 0,18-8-1 0 0,-9 3-6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3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317 3 16280 0 0,'0'0'3795'0'0,"-5"-1"-3604"0"0,-9 0-99 0 0,0 0 1 0 0,1 1-1 0 0,-1 1 1 0 0,0 0-1 0 0,1 1 0 0 0,-1 1 1 0 0,1 0-1 0 0,-1 1 1 0 0,1 0-1 0 0,1 1 0 0 0,-1 0 1 0 0,1 1-1 0 0,-1 0 1 0 0,2 1-1 0 0,-1 1 1 0 0,1 0-1 0 0,0 0 0 0 0,1 1 1 0 0,0 0-1 0 0,0 1 1 0 0,1 0-1 0 0,-14 20 0 0 0,20-24-76 0 0,1-1 0 0 0,-1 0 0 0 0,1 1 0 0 0,0-1 1 0 0,0 1-1 0 0,1 0 0 0 0,0 0 0 0 0,0 0 0 0 0,0 0 0 0 0,1 0 0 0 0,0 0 0 0 0,0 0 0 0 0,0-1 0 0 0,2 8 0 0 0,-2-9-5 0 0,1-1-1 0 0,0 1 1 0 0,0 0 0 0 0,0-1-1 0 0,1 1 1 0 0,-1-1 0 0 0,1 0 0 0 0,0 1-1 0 0,0-1 1 0 0,0 0 0 0 0,0 0-1 0 0,1 0 1 0 0,-1 0 0 0 0,1-1-1 0 0,-1 1 1 0 0,1-1 0 0 0,0 1-1 0 0,0-1 1 0 0,0 0 0 0 0,1 0 0 0 0,-1-1-1 0 0,5 3 1 0 0,7 1 12 0 0,0-1 0 0 0,0-1 0 0 0,1 0 0 0 0,0 0 0 0 0,-1-2 0 0 0,22 0 0 0 0,-5-3 16 0 0,1 0 1 0 0,33-9 0 0 0,-42 6-15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4.5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21 17079 0 0,'0'0'2138'0'0,"2"5"-1725"0"0,-2-5-419 0 0,2 4 147 0 0,-1 0-1 0 0,0 0 0 0 0,1 1 1 0 0,-2-1-1 0 0,1 0 1 0 0,0 0-1 0 0,-1 1 0 0 0,0-1 1 0 0,0 0-1 0 0,0 5 1 0 0,-4 19 317 0 0,2 0 1 0 0,1 1 0 0 0,1-1-1 0 0,4 31 1 0 0,-2-52-322 0 0,0 1 0 0 0,0-1 0 0 0,1 0-1 0 0,0 0 1 0 0,0 0 0 0 0,0 0 0 0 0,1-1 0 0 0,4 7 0 0 0,-7-12-121 0 0,-1 0 1 0 0,1 0-1 0 0,0 0 1 0 0,-1-1-1 0 0,1 1 1 0 0,0 0-1 0 0,-1 0 1 0 0,1-1-1 0 0,0 1 1 0 0,0 0-1 0 0,0-1 1 0 0,-1 1-1 0 0,1-1 1 0 0,0 1-1 0 0,0-1 1 0 0,0 0-1 0 0,0 1 1 0 0,0-1-1 0 0,0 0 1 0 0,0 1-1 0 0,0-1 1 0 0,0 0-1 0 0,0 0 1 0 0,0 0-1 0 0,0 0 1 0 0,0 0-1 0 0,0 0 1 0 0,0 0-1 0 0,0-1 1 0 0,0 1-1 0 0,0 0 1 0 0,0 0-1 0 0,0-1 1 0 0,0 1-1 0 0,0-1 1 0 0,0 1-1 0 0,0-1 1 0 0,0 1-1 0 0,0-1 1 0 0,-1 1-1 0 0,1-1 1 0 0,0 0-1 0 0,0 0 1 0 0,-1 1-1 0 0,1-1 1 0 0,0 0-1 0 0,0-1 1 0 0,2-2 76 0 0,0 0 0 0 0,0 0 0 0 0,0 0 0 0 0,-1 0 1 0 0,1 0-1 0 0,-1 0 0 0 0,3-9 0 0 0,0-17 70 0 0,-1 0 0 0 0,-1 0 0 0 0,-2-1 0 0 0,-1 1 0 0 0,-1-1 0 0 0,-9-47 0 0 0,8 61 358 0 0,3 28 345 0 0,1 7-552 0 0,8 34 0 0 0,4 19 266 0 0,-10-30-105 0 0,3 0 0 0 0,22 75 0 0 0,-28-113-416 0 0,0-1-17 0 0,-1 0-1 0 0,1 0 0 0 0,-1-1 1 0 0,1 1-1 0 0,-1 0 1 0 0,1-1-1 0 0,0 1 0 0 0,0-1 1 0 0,0 1-1 0 0,0-1 1 0 0,0 1-1 0 0,0-1 0 0 0,0 1 1 0 0,1-1-1 0 0,-1 0 0 0 0,0 0 1 0 0,1 0-1 0 0,-1 0 1 0 0,2 1-1 0 0,4 0 47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4.8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 18895 0 0,'0'0'859'0'0,"4"-3"10"0"0,-2 1-713 0 0,0-1 35 0 0,0 1 1 0 0,1-1 0 0 0,0 1-1 0 0,-1 0 1 0 0,1 0 0 0 0,5-3-1 0 0,-7 5-112 0 0,0 0 0 0 0,-1 0 0 0 0,1-1 0 0 0,0 1 0 0 0,0 0 0 0 0,-1 0 0 0 0,1 0 0 0 0,0 0 0 0 0,0 0 0 0 0,-1 0 0 0 0,1 0 0 0 0,0 0 0 0 0,0 0 0 0 0,-1 0 0 0 0,1 1 0 0 0,0-1 0 0 0,0 0 0 0 0,-1 0 0 0 0,1 1 0 0 0,0-1 0 0 0,-1 0 0 0 0,1 1 0 0 0,0-1 0 0 0,-1 1-1 0 0,1-1 1 0 0,0 1 0 0 0,-1-1 0 0 0,1 1 0 0 0,-1-1 0 0 0,1 1 0 0 0,-1 0 0 0 0,0-1 0 0 0,1 1 0 0 0,-1 0 0 0 0,1-1 0 0 0,-1 1 0 0 0,0 0 0 0 0,0-1 0 0 0,1 1 0 0 0,-1 2 0 0 0,6 16 180 0 0,-2 2 0 0 0,0-1 1 0 0,-1 1-1 0 0,-1-1 0 0 0,0 31 0 0 0,-1-8 293 0 0,10 121 867 0 0,-10-150-1319 0 0,1 1-1 0 0,0 0 0 0 0,1-1 0 0 0,0 0 0 0 0,2 0 0 0 0,-1 0 0 0 0,2 0 0 0 0,9 19 0 0 0,-14-24 85 0 0,-1-8-145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5.1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1 19087 0 0,'1'2'230'0'0,"-1"0"-1"0"0,0 1 0 0 0,0-1 0 0 0,-1 0 0 0 0,1 1 0 0 0,0-1 0 0 0,-1 0 1 0 0,1 0-1 0 0,-1 0 0 0 0,-1 4 0 0 0,1-5-59 0 0,-1 1 0 0 0,1-1-1 0 0,0 0 1 0 0,-1 0 0 0 0,1 0 0 0 0,0 0 0 0 0,-1 0-1 0 0,0 0 1 0 0,1-1 0 0 0,-1 1 0 0 0,1 0-1 0 0,-1-1 1 0 0,0 1 0 0 0,1-1 0 0 0,-3 1 0 0 0,-33 9 365 0 0,-38 17 0 0 0,26-9 287 0 0,41-15-704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5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46 293 18991 0 0,'0'0'1424'0'0,"1"4"-1254"0"0,4 9 96 0 0,-2-1 0 0 0,1 1-1 0 0,-2 0 1 0 0,0 0 0 0 0,0 0 0 0 0,-2 1 0 0 0,0 16 0 0 0,-2 5 791 0 0,-11 56 0 0 0,14-66-804 0 0,0-7 162 0 0,-1-15-366 0 0</inkml:trace>
  <inkml:trace contextRef="#ctx0" brushRef="#br0" timeOffset="1">0 17 16687 0 0,'0'0'4319'0'0,"3"-4"-3047"0"0,0-2-1149 0 0,3 0 186 0 0,-5 25 884 0 0,-1 11-81 0 0,-2-26-976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5.8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301 0 24335 0 0,'0'0'16'0'0,"3"4"-8"0"0,1 1 6 0 0,-1-1-1 0 0,0 1 1 0 0,0 1 0 0 0,0-1-1 0 0,-1 0 1 0 0,0 1-1 0 0,0-1 1 0 0,0 1 0 0 0,1 9-1 0 0,-2-1 60 0 0,0 0 0 0 0,-1 0 0 0 0,-1 0 0 0 0,0 0 0 0 0,-1 0 0 0 0,0 0 0 0 0,-1 0 1 0 0,-7 19-1 0 0,0 3 139 0 0,5-15-26 0 0,-17 41 0 0 0,-33 91 890 0 0,54-151-1031 0 0,0 1 0 0 0,1-1 1 0 0,-1 0-1 0 0,-1 0 0 0 0,1 1 1 0 0,0-1-1 0 0,-1 0 1 0 0,1 0-1 0 0,-1 0 0 0 0,1-1 1 0 0,-1 1-1 0 0,0 0 0 0 0,0-1 1 0 0,-2 3-1 0 0,-1-1 130 0 0,5-2-163 0 0,-1-1 0 0 0,1 0 0 0 0,-1 0 0 0 0,1 0 0 0 0,-1 0 0 0 0,1 0 0 0 0,-1 0 0 0 0,1 0 0 0 0,-1 0 0 0 0,1 0-1 0 0,-1-1 1 0 0,1 1 0 0 0,0 0 0 0 0,-1 0 0 0 0,1 0 0 0 0,-1 0 0 0 0,1-1 0 0 0,-1 1 0 0 0,1 0 0 0 0,0-1-1 0 0,-1 1 1 0 0,1 0 0 0 0,-1-1 0 0 0,1 1 0 0 0,0 0 0 0 0,0-1 0 0 0,-1 1 0 0 0,1 0 0 0 0,0-1 0 0 0,-1 1-1 0 0,1-1 1 0 0,0 1 0 0 0,0-1 0 0 0,0 1-14 0 0,-13-17 133 0 0,1 1 1 0 0,1-2-1 0 0,1 1 0 0 0,1-2 0 0 0,0 1 0 0 0,-9-28 1 0 0,8 20 113 0 0,-1-1 0 0 0,-19-30 1 0 0,29 56-181 0 0,1 0 1 0 0,-1-1 0 0 0,0 1 0 0 0,0 0-1 0 0,0 0 1 0 0,0-1 0 0 0,-1 1-1 0 0,1 0 1 0 0,0 0 0 0 0,0 0-1 0 0,-1 0 1 0 0,1 1 0 0 0,0-1-1 0 0,-1 0 1 0 0,1 1 0 0 0,-1-1 0 0 0,1 1-1 0 0,-1-1 1 0 0,0 1 0 0 0,1-1-1 0 0,-1 1 1 0 0,1 0 0 0 0,-1 0-1 0 0,1 0 1 0 0,-1 0 0 0 0,0 0 0 0 0,1 0-1 0 0,-1 1 1 0 0,1-1 0 0 0,-1 0-1 0 0,1 1 1 0 0,-3 0 0 0 0,3 0 199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26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195 314 18695 0 0,'0'0'2031'0'0,"4"-1"-1020"0"0,7-4-745 0 0,1 0 0 0 0,-1 0 0 0 0,0-1 0 0 0,-1 0 0 0 0,1-1 0 0 0,-2 0 0 0 0,1-1 0 0 0,-1 0 1 0 0,0-1-1 0 0,0 1 0 0 0,-1-2 0 0 0,0 1 0 0 0,-1-1 0 0 0,0 0 0 0 0,0-1 0 0 0,-2 0 0 0 0,1 0 0 0 0,6-19 1 0 0,-11 26-193 0 0,0-1 1 0 0,-1 0 0 0 0,0 1 0 0 0,0-1 0 0 0,0 1-1 0 0,0-1 1 0 0,-1 0 0 0 0,0 1 0 0 0,0-1-1 0 0,0 1 1 0 0,0-1 0 0 0,-1 1 0 0 0,0-1 0 0 0,1 1-1 0 0,-2 0 1 0 0,1 0 0 0 0,-6-7 0 0 0,6 7-46 0 0,-1 0 0 0 0,0 0 0 0 0,-1 1 1 0 0,1-1-1 0 0,-1 1 0 0 0,1 0 0 0 0,-1 0 0 0 0,0 0 1 0 0,0 0-1 0 0,0 1 0 0 0,-1 0 0 0 0,1 0 0 0 0,-1 0 1 0 0,1 0-1 0 0,-1 1 0 0 0,1-1 0 0 0,-9 0 0 0 0,6 2-16 0 0,-1 0-1 0 0,1 0 1 0 0,-1 0-1 0 0,0 1 0 0 0,1 1 1 0 0,0-1-1 0 0,-1 1 0 0 0,1 1 1 0 0,0-1-1 0 0,0 1 1 0 0,-12 6-1 0 0,9-2 11 0 0,0 0 1 0 0,0 0-1 0 0,1 1 1 0 0,0 0-1 0 0,0 0 1 0 0,-14 19-1 0 0,11-11 11 0 0,1 1 0 0 0,0 1 0 0 0,2-1 0 0 0,0 1-1 0 0,1 1 1 0 0,0 0 0 0 0,2 0 0 0 0,-8 36 0 0 0,12-38-7 0 0,1 1 1 0 0,1 0-1 0 0,0 0 1 0 0,1 0 0 0 0,7 34-1 0 0,-6-43-13 0 0,0 0-1 0 0,1 0 1 0 0,0-1 0 0 0,0 1-1 0 0,1 0 1 0 0,0-1 0 0 0,1 0-1 0 0,0 0 1 0 0,0 0-1 0 0,1-1 1 0 0,0 0 0 0 0,0 0-1 0 0,0 0 1 0 0,1-1 0 0 0,0 0-1 0 0,0 0 1 0 0,1 0-1 0 0,0-1 1 0 0,0-1 0 0 0,0 1-1 0 0,0-1 1 0 0,1 0 0 0 0,9 2-1 0 0,-5-2 6 0 0,0-1 0 0 0,0-1-1 0 0,0 0 1 0 0,1 0-1 0 0,-1-2 1 0 0,0 1 0 0 0,1-2-1 0 0,-1 0 1 0 0,1 0 0 0 0,-1-1-1 0 0,0-1 1 0 0,0 0-1 0 0,0-1 1 0 0,23-11 0 0 0,-14 5 6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0.8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390 40 96 0 0,'0'0'10206'0'0,"0"-3"-10083"0"0,0-18 740 0 0,0 20-558 0 0,-1 0 1 0 0,1 0 0 0 0,0 0-1 0 0,-1 1 1 0 0,1-1 0 0 0,0 0-1 0 0,-1 0 1 0 0,1 1 0 0 0,-1-1 0 0 0,1 0-1 0 0,-1 1 1 0 0,1-1 0 0 0,-1 1-1 0 0,0-1 1 0 0,1 1 0 0 0,-1-1-1 0 0,0 1 1 0 0,1-1 0 0 0,-1 1-1 0 0,0-1 1 0 0,0 1 0 0 0,1 0-1 0 0,-1-1 1 0 0,0 1 0 0 0,0 0 0 0 0,0 0-1 0 0,1 0 1 0 0,-1 0 0 0 0,-2 0-1 0 0,-7 1 284 0 0,-152 90 4850 0 0,141-79-4905 0 0,1 0-1 0 0,1 1 1 0 0,-36 31-1 0 0,37-29 352 0 0,15-13-855 0 0,0 0 0 0 0,1 0 0 0 0,-1 0 0 0 0,1 0 0 0 0,0 1 0 0 0,0-1 0 0 0,0 1 0 0 0,0-1 1 0 0,0 1-1 0 0,0 0 0 0 0,-1 3 0 0 0,3-5 17 0 0,-1 1 0 0 0,0-1 1 0 0,0 1-1 0 0,0-1 0 0 0,-1 0 0 0 0,1 1 1 0 0,0-1-1 0 0,0 0 0 0 0,-1 0 0 0 0,-1 1 1 0 0,2-1-20 0 0,0-1 1 0 0,0 1 0 0 0,0 0 0 0 0,0 0-1 0 0,0 0 1 0 0,0 0 0 0 0,0 0 0 0 0,1 0-1 0 0,-1 0 1 0 0,0 0 0 0 0,0 0 0 0 0,1 0-1 0 0,-1 0 1 0 0,1 0 0 0 0,-1 0 0 0 0,1 0-1 0 0,-1 3 1 0 0,1-2 9 0 0,-3 11 292 0 0,1 0 1 0 0,-1 18-1 0 0,3-27-289 0 0,0-1 0 0 0,0 1 1 0 0,0-1-1 0 0,1 1 0 0 0,-1-1 1 0 0,1 1-1 0 0,0-1 0 0 0,0 0 0 0 0,0 1 1 0 0,1-1-1 0 0,-1 0 0 0 0,1 0 0 0 0,-1 0 1 0 0,4 4-1 0 0,1 0-25 0 0,0 0 0 0 0,0 0 0 0 0,0-1 0 0 0,1 0 0 0 0,0 0 0 0 0,0 0 0 0 0,1-1 0 0 0,0 0 0 0 0,-1-1 0 0 0,2 0 0 0 0,-1 0 0 0 0,17 5 0 0 0,17 8-16 0 0,-33-13 0 0 0,0 0 0 0 0,0-1 0 0 0,0 0 0 0 0,13 2 0 0 0,-11-4 0 0 0,0 0 0 0 0,0-1 0 0 0,1-1 0 0 0,-1 0 0 0 0,0 0 0 0 0,19-5 0 0 0,3-1 0 0 0,9 6 0 0 0,-38 1 0 0 0,0-3 0 0 0,-4-2 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1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342 138 16479 0 0,'0'0'9055'0'0,"0"4"-8718"0"0,0 2-253 0 0,-1 0 1 0 0,0 0-1 0 0,0 0 0 0 0,0-1 0 0 0,-1 1 0 0 0,1-1 1 0 0,-1 1-1 0 0,-1-1 0 0 0,1 1 0 0 0,-1-1 0 0 0,0 0 0 0 0,0 0 1 0 0,-7 8-1 0 0,1-3-39 0 0,0 1 1 0 0,-1-1-1 0 0,0-1 1 0 0,-15 11-1 0 0,20-17-33 0 0,-1 0-1 0 0,1 0 0 0 0,0 0 1 0 0,-1-1-1 0 0,0 0 0 0 0,1 0 1 0 0,-1 0-1 0 0,0-1 0 0 0,0 0 1 0 0,0 0-1 0 0,0 0 0 0 0,-10-1 1 0 0,7 0 1 0 0,0-1 0 0 0,1 0 0 0 0,-1 0 0 0 0,0-1 0 0 0,1 0 1 0 0,-12-5-1 0 0,16 5-5 0 0,0 1-1 0 0,1-1 1 0 0,-1-1 0 0 0,0 1 0 0 0,1 0 0 0 0,-1-1-1 0 0,1 0 1 0 0,0 0 0 0 0,0 0 0 0 0,0 0 0 0 0,0 0 0 0 0,1-1-1 0 0,-1 1 1 0 0,1-1 0 0 0,-3-7 0 0 0,-2-4 10 0 0,0 0 1 0 0,1-1-1 0 0,1 0 0 0 0,-4-24 1 0 0,8 36-7 0 0,1 0-1 0 0,-1 0 1 0 0,1 0 0 0 0,0 0 0 0 0,0 0 0 0 0,0 0 0 0 0,1-1 0 0 0,-1 1 0 0 0,1 0 0 0 0,0 0 0 0 0,0 1-1 0 0,1-1 1 0 0,-1 0 0 0 0,1 0 0 0 0,0 1 0 0 0,0-1 0 0 0,0 0 0 0 0,0 1 0 0 0,0 0 0 0 0,1 0 0 0 0,0 0-1 0 0,-1 0 1 0 0,1 0 0 0 0,6-4 0 0 0,1 0 31 0 0,0 1 0 0 0,1 1-1 0 0,0 0 1 0 0,-1 0 0 0 0,2 1 0 0 0,-1 1-1 0 0,0 0 1 0 0,1 0 0 0 0,-1 1 0 0 0,1 0-1 0 0,0 1 1 0 0,0 1 0 0 0,0 0 0 0 0,20 2-1 0 0,-28-1-27 0 0,0 1 0 0 0,-1-1-1 0 0,1 1 1 0 0,0 0-1 0 0,-1 0 1 0 0,0 0 0 0 0,1 0-1 0 0,-1 1 1 0 0,0-1-1 0 0,0 1 1 0 0,0 0 0 0 0,-1 0-1 0 0,1 0 1 0 0,-1 0-1 0 0,1 1 1 0 0,-1-1 0 0 0,0 0-1 0 0,2 6 1 0 0,3 7 42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1.8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19295 0 0,'1'0'138'0'0,"1"0"-1"0"0,-1 1 1 0 0,0-1-1 0 0,1 1 0 0 0,-1-1 1 0 0,0 1-1 0 0,0 0 0 0 0,1-1 1 0 0,-1 1-1 0 0,0 0 0 0 0,0 0 1 0 0,0 0-1 0 0,0 0 1 0 0,0 0-1 0 0,0 0 0 0 0,0 0 1 0 0,-1 0-1 0 0,1 1 0 0 0,0-1 1 0 0,0 0-1 0 0,-1 0 1 0 0,1 1-1 0 0,-1-1 0 0 0,1 0 1 0 0,-1 1-1 0 0,0-1 0 0 0,0 0 1 0 0,1 2-1 0 0,6 51 1339 0 0,-5-42-672 0 0,10 253 2396 0 0,-12-298-3139 0 0,1 1-1 0 0,2-1 1 0 0,13-62 0 0 0,46-108 213 0 0,-59 191-235 0 0,6-14 149 0 0,-1 22-61 0 0,4 12 9 0 0,-7 1-85 0 0,0 0 1 0 0,0 0-1 0 0,0 0 0 0 0,-1 1 1 0 0,-1-1-1 0 0,1 1 0 0 0,-2 0 1 0 0,3 11-1 0 0,9 30 151 0 0,-8-33-66 0 0,-1 0 1 0 0,0 0-1 0 0,-2 0 1 0 0,0 1-1 0 0,0 29 0 0 0,-3-47-129 0 0,0-1-1 0 0,0 1 0 0 0,0 0 0 0 0,0-1 1 0 0,0 1-1 0 0,0-1 0 0 0,0 1 0 0 0,1-1 1 0 0,-1 1-1 0 0,0-1 0 0 0,0 1 0 0 0,0-1 0 0 0,0 1 1 0 0,1-1-1 0 0,-1 1 0 0 0,0-1 0 0 0,1 1 1 0 0,-1-1-1 0 0,0 1 0 0 0,1-1 0 0 0,-1 0 1 0 0,0 1-1 0 0,1-1 0 0 0,-1 1 0 0 0,1-1 1 0 0,-1 0-1 0 0,1 1 0 0 0,3 0 42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2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64 18295 0 0,'0'0'1530'0'0,"1"-3"-757"0"0,4-10-457 0 0,-3 7 577 0 0,1-1 0 0 0,-1 1 0 0 0,0-1 0 0 0,-1 1-1 0 0,2-10 1 0 0,-21 27 364 0 0,6 1-1082 0 0,1 0 0 0 0,1 1 0 0 0,0 1 0 0 0,0-1-1 0 0,-10 23 1 0 0,5-11-48 0 0,8-14 24 0 0,1-1 0 0 0,-8 22 0 0 0,12-28-96 0 0,1 0-1 0 0,0 1 1 0 0,0-1 0 0 0,0 1 0 0 0,1-1 0 0 0,-1 1 0 0 0,1-1 0 0 0,0 1 0 0 0,1-1-1 0 0,-1 1 1 0 0,1 4 0 0 0,1-1 200 0 0,-2-6-227 0 0,1 0-1 0 0,-1 1 1 0 0,0-1-1 0 0,1 0 1 0 0,-1 0 0 0 0,1 0-1 0 0,0 0 1 0 0,-1 0-1 0 0,1 0 1 0 0,0 0 0 0 0,0 0-1 0 0,1 0 1 0 0,-1 0 0 0 0,0 0-1 0 0,1-1 1 0 0,-1 1-1 0 0,1 0 1 0 0,-1-1 0 0 0,1 1-1 0 0,0-1 1 0 0,0 0 0 0 0,-1 0-1 0 0,1 1 1 0 0,3 0-1 0 0,81 29 757 0 0,-85-31-768 0 0,0 1-1 0 0,1-1 1 0 0,-1 0 0 0 0,0 1-1 0 0,0 0 1 0 0,1-1-1 0 0,-1 1 1 0 0,0 0-1 0 0,0-1 1 0 0,0 1-1 0 0,0 0 1 0 0,0 0-1 0 0,0 0 1 0 0,0 0-1 0 0,0 0 1 0 0,-1 0 0 0 0,1 0-1 0 0,0 1 1 0 0,0-1-1 0 0,-1 0 1 0 0,1 0-1 0 0,0 2 1 0 0,-1 0-3 0 0,1-1 1 0 0,-1 1-1 0 0,0-1 1 0 0,0 1 0 0 0,0-1-1 0 0,0 1 1 0 0,0-1-1 0 0,-1 1 1 0 0,1-1-1 0 0,-1 1 1 0 0,-1 2 0 0 0,-1 3 5 0 0,0 0 0 0 0,-1-1 1 0 0,0 1-1 0 0,0-1 1 0 0,-1 0-1 0 0,-6 8 0 0 0,9-12-9 0 0,-1-1 0 0 0,0 1-1 0 0,0 0 1 0 0,0-1 0 0 0,0 0-1 0 0,0 0 1 0 0,0 0-1 0 0,-1 0 1 0 0,1 0 0 0 0,-1-1-1 0 0,1 1 1 0 0,-7 1 0 0 0,5-3 7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2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18 19799 0 0,'0'0'2904'0'0,"0"4"-2766"0"0,-8 124 2504 0 0,-1 10-1468 0 0,8-129-1035 0 0,2 0 1 0 0,-1-1 0 0 0,1 1 0 0 0,1-1 0 0 0,-1 1 0 0 0,1-1 0 0 0,1 1 0 0 0,-1-1-1 0 0,2 0 1 0 0,-1 0 0 0 0,7 10 0 0 0,-9-17-118 0 0,-1 1-1 0 0,1-1 1 0 0,0 0-1 0 0,0 0 0 0 0,1 0 1 0 0,-1 1-1 0 0,0-1 1 0 0,0 0-1 0 0,0 0 1 0 0,1-1-1 0 0,-1 1 1 0 0,0 0-1 0 0,1 0 1 0 0,-1-1-1 0 0,1 1 0 0 0,-1 0 1 0 0,1-1-1 0 0,2 1 1 0 0,-3-1-9 0 0,0 0 1 0 0,0-1-1 0 0,0 1 1 0 0,0 0-1 0 0,1 0 1 0 0,-1-1-1 0 0,0 1 1 0 0,0-1-1 0 0,0 1 1 0 0,0-1-1 0 0,0 1 0 0 0,0-1 1 0 0,0 0-1 0 0,0 0 1 0 0,0 1-1 0 0,-1-1 1 0 0,1 0-1 0 0,0 0 1 0 0,0-1-1 0 0,3-3 11 0 0,-1 0-1 0 0,0 0 1 0 0,-1 0 0 0 0,1 0-1 0 0,-1-1 1 0 0,0 1-1 0 0,0-1 1 0 0,0-6-1 0 0,3-23 53 0 0,-2 1 0 0 0,-1-56 0 0 0,-1-2 104 0 0,-1 80-116 0 0,0-1 0 0 0,-1 1-1 0 0,-1 0 1 0 0,0 0 0 0 0,0 0-1 0 0,-5-14 1 0 0,4 36 806 0 0,3 12-616 0 0,8 35 68 0 0,0 62-1 0 0,-5-64 12 0 0,12 73 0 0 0,-11-103-250 0 0,-2 0-1 0 0,-1 34 1 0 0,-1-55-83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3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20999 0 0,'0'0'3074'0'0,"4"0"-2829"0"0,-3 0-231 0 0,0 0 1 0 0,0 1-1 0 0,0-1 1 0 0,0 0-1 0 0,-1 0 1 0 0,1 1-1 0 0,0-1 1 0 0,0 0-1 0 0,0 1 1 0 0,0-1-1 0 0,0 1 1 0 0,0-1-1 0 0,-1 1 1 0 0,1-1-1 0 0,0 1 1 0 0,0 0-1 0 0,-1 0 1 0 0,1-1-1 0 0,-1 1 1 0 0,1 0-1 0 0,0 1 1 0 0,7 26 1050 0 0,-7-22-809 0 0,16 70 1224 0 0,-7-37-1028 0 0,6 56 0 0 0,19 170 797 0 0,-31-218-1123 0 0,0 10 68 0 0,3 0 0 0 0,2-1 1 0 0,19 65-1 0 0,-27-117-150 0 0,0-1-1 0 0,1 0 1 0 0,-1 0 0 0 0,1 0 0 0 0,0 0 0 0 0,0 0 0 0 0,0 0 0 0 0,4 4-1 0 0,-5-6 4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4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14 14872 0 0,'0'0'5641'0'0,"-4"-2"-4915"0"0,-10-8 132 0 0,13 10-809 0 0,1 0 1 0 0,0 0 0 0 0,0 0 0 0 0,-1-1 0 0 0,1 1 0 0 0,0 0-1 0 0,-1 0 1 0 0,1 0 0 0 0,0 0 0 0 0,-1 0 0 0 0,1 0 0 0 0,0 0-1 0 0,-1 0 1 0 0,1 0 0 0 0,0 0 0 0 0,0 0 0 0 0,-1 0 0 0 0,1 0-1 0 0,0 0 1 0 0,-1 0 0 0 0,1 0 0 0 0,0 0 0 0 0,-1 1 0 0 0,1-1-1 0 0,0 0 1 0 0,0 0 0 0 0,-1 0 0 0 0,1 0 0 0 0,0 1 0 0 0,0-1-1 0 0,-1 0 1 0 0,1 0 0 0 0,0 1 0 0 0,0-1 0 0 0,-1 0-1 0 0,1 0 1 0 0,0 1 0 0 0,0-1 0 0 0,-5 10 119 0 0,3 0 29 0 0,1-1 1 0 0,0 1-1 0 0,0 0 0 0 0,1 0 1 0 0,1-1-1 0 0,-1 1 1 0 0,1 0-1 0 0,5 17 1 0 0,3 3 69 0 0,18 42 1 0 0,-16-47-78 0 0,-1 1 0 0 0,9 42 0 0 0,2 91 300 0 0,4 19 475 0 0,-24-169-821 0 0,0 0 0 0 0,0 0 1 0 0,-1 13-1 0 0,-1-5 528 0 0,1-12-562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4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296 22 20903 0 0,'0'0'3304'0'0,"-4"-4"-3166"0"0,3 3 16 0 0,-1-1 1 0 0,0 0-1 0 0,0 1 1 0 0,-1 0-1 0 0,1-1 1 0 0,0 1-1 0 0,0 0 1 0 0,-1 0-1 0 0,1 0 1 0 0,-1 0-1 0 0,1 1 1 0 0,-1-1-1 0 0,1 1 1 0 0,-1-1-1 0 0,1 1 1 0 0,-5 0-1 0 0,4 0-126 0 0,-8-1 167 0 0,-1 1 1 0 0,0 0-1 0 0,0 1 0 0 0,0 0 0 0 0,1 1 0 0 0,-1 0 1 0 0,0 1-1 0 0,1 1 0 0 0,-17 6 0 0 0,18-6-155 0 0,1 1 0 0 0,0 0 0 0 0,0 0 0 0 0,0 0 0 0 0,1 1 0 0 0,-1 1 0 0 0,2-1 0 0 0,-1 1 0 0 0,1 1 0 0 0,0-1 0 0 0,-8 12 0 0 0,9-10-24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4.8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91 17079 0 0,'0'0'2552'0'0,"0"4"-2408"0"0,0-3-178 0 0,0 1 130 0 0,-1-1 0 0 0,1 1 0 0 0,0 0-1 0 0,-1 0 1 0 0,1 0 0 0 0,-1 0 0 0 0,1 0-1 0 0,-1 0 1 0 0,0-1 0 0 0,0 1 0 0 0,1 0-1 0 0,-1-1 1 0 0,-1 1 0 0 0,1 0 0 0 0,0-1 0 0 0,0 1-1 0 0,-1-1 1 0 0,1 0 0 0 0,0 0 0 0 0,-1 1-1 0 0,0-1 1 0 0,1 0 0 0 0,-1 0 0 0 0,0 0 0 0 0,-2 1-1 0 0,-4 0-7 0 0,0 1-1 0 0,1 0 0 0 0,0 0 0 0 0,0 0 1 0 0,0 1-1 0 0,0 0 0 0 0,1 1 1 0 0,-1 0-1 0 0,1 0 0 0 0,0 0 0 0 0,1 0 1 0 0,-10 12-1 0 0,7-7 21 0 0,0 1 0 0 0,0 0-1 0 0,1 1 1 0 0,1 0 0 0 0,0 0 0 0 0,-8 21 0 0 0,11-23-51 0 0,-1 1 1 0 0,2 0 0 0 0,-1 0 0 0 0,0 21-1 0 0,2-29-49 0 0,1-1 0 0 0,0 0 0 0 0,0 1 0 0 0,1-1 0 0 0,-1 0 0 0 0,0 1 0 0 0,1-1 0 0 0,0 0 0 0 0,-1 1 0 0 0,1-1 0 0 0,0 0 0 0 0,0 0 0 0 0,0 0 0 0 0,0 0 0 0 0,1 0 0 0 0,-1 0 0 0 0,1 0 0 0 0,-1 0 0 0 0,1 0 0 0 0,-1-1 0 0 0,1 1 0 0 0,0-1 0 0 0,0 1 0 0 0,0-1 0 0 0,0 0 0 0 0,0 1 0 0 0,0-1 0 0 0,5 1 0 0 0,1 1 8 0 0,0 0 1 0 0,0-1-1 0 0,1-1 1 0 0,-1 1-1 0 0,1-1 1 0 0,-1-1-1 0 0,1 0 1 0 0,0 0-1 0 0,-1 0 1 0 0,1-1-1 0 0,10-3 1 0 0,-13 3-4 0 0,-1-1 1 0 0,0 0-1 0 0,1 0 0 0 0,-1 0 0 0 0,0-1 1 0 0,0 0-1 0 0,0 0 0 0 0,-1 0 0 0 0,1 0 1 0 0,-1-1-1 0 0,0 0 0 0 0,0 0 1 0 0,0 0-1 0 0,0 0 0 0 0,0-1 0 0 0,-1 1 1 0 0,5-10-1 0 0,1-4 41 0 0,0-1 0 0 0,-1 0 0 0 0,9-36 0 0 0,-15 44-12 0 0,0 0 0 0 0,0 0 0 0 0,-1 0 0 0 0,-1-1-1 0 0,0 1 1 0 0,-1 0 0 0 0,0 0 0 0 0,-4-17 0 0 0,-3-22 196 0 0,6 35-69 0 0,0 1 0 0 0,-2-1 0 0 0,-6-20 0 0 0,10 34-98 0 0,0 0 0 0 0,-1 0 0 0 0,1 0 0 0 0,0 0 0 0 0,-1 0 1 0 0,1 0-1 0 0,-1 0 0 0 0,0 1 0 0 0,1-1 0 0 0,-1 0 1 0 0,0 0-1 0 0,1 1 0 0 0,-1-1 0 0 0,0 0 0 0 0,0 1 0 0 0,1-1 1 0 0,-1 1-1 0 0,0-1 0 0 0,0 1 0 0 0,0-1 0 0 0,0 1 1 0 0,-1-1-1 0 0,1 26 538 0 0,3 1-316 0 0,1 0 1 0 0,1 0-1 0 0,1 0 0 0 0,9 25 0 0 0,6 28 186 0 0,-7-13 182 0 0,3 0 0 0 0,29 75 0 0 0,-41-133-661 0 0,-1-3 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5.3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 22511 0 0,'0'0'1662'0'0,"0"-4"-834"0"0,0-19 598 0 0,10 35 115 0 0,-2 14-1130 0 0,-1 0 0 0 0,-2 1 0 0 0,0 0-1 0 0,0 32 1 0 0,7 39-67 0 0,-4-40-20 0 0,-2 1 1 0 0,-3 79-1 0 0,-3-137-318 0 0,0-1 0 0 0,0 0 0 0 0,0 1 1 0 0,0-1-1 0 0,0 0 0 0 0,0 1 0 0 0,0-1 0 0 0,0 1 0 0 0,0-1 0 0 0,0 0 1 0 0,0 1-1 0 0,0-1 0 0 0,0 1 0 0 0,1-1 0 0 0,-1 0 0 0 0,0 1 0 0 0,0-1 1 0 0,0 0-1 0 0,0 1 0 0 0,1-1 0 0 0,-1 0 0 0 0,0 1 0 0 0,0-1 0 0 0,1 0 1 0 0,-1 0-1 0 0,0 1 0 0 0,1-1 0 0 0,-1 0 0 0 0,0 0 0 0 0,1 1 0 0 0,-1-1 1 0 0,0 0-1 0 0,1 0 0 0 0,-1 0 0 0 0,0 0 0 0 0,1 1 0 0 0,0-2 1 0 0,-1 1 0 0 0,1 0-1 0 0,-1 0 1 0 0,1-1 0 0 0,-1 1-1 0 0,1 0 1 0 0,-1-1-1 0 0,1 1 1 0 0,-1 0 0 0 0,1-1-1 0 0,-1 1 1 0 0,0-1 0 0 0,1 1-1 0 0,-1 0 1 0 0,0-1 0 0 0,1 1-1 0 0,-1-1 1 0 0,0 1 0 0 0,0-1-1 0 0,0 1 1 0 0,1-1-1 0 0,-1 1 1 0 0,0-1 0 0 0,0 0-1 0 0,0 1 1 0 0,0-1 0 0 0,0 0-1 0 0,9-79 169 0 0,-6 46-44 0 0,10-49-1 0 0,-10 72-101 0 0,1-1 0 0 0,0 1 0 0 0,0 0 0 0 0,1 0 0 0 0,0 0 1 0 0,1 0-1 0 0,0 1 0 0 0,9-10 0 0 0,-8 11 12 0 0,0 0 1 0 0,1 0 0 0 0,11-8-1 0 0,-16 15-30 0 0,0-1-1 0 0,0 1 0 0 0,0 0 0 0 0,0 0 0 0 0,1 1 0 0 0,-1-1 1 0 0,0 1-1 0 0,1 0 0 0 0,0 0 0 0 0,-1 0 0 0 0,1 0 1 0 0,0 0-1 0 0,6 0 0 0 0,-8 1-10 0 0,1 0 0 0 0,-1 1 0 0 0,0-1 0 0 0,0 0 0 0 0,1 0 0 0 0,-1 1 0 0 0,0 0 0 0 0,0-1 0 0 0,0 1 0 0 0,1 0 0 0 0,-1 0 0 0 0,0 0 0 0 0,0 0 0 0 0,-1 0 0 0 0,5 3 0 0 0,-3 0 0 0 0,1 1 0 0 0,-1-1 0 0 0,1 1 0 0 0,-1-1 0 0 0,3 9 0 0 0,2 4 0 0 0,0 0 0 0 0,-2 0 0 0 0,0 1 0 0 0,-1 0 0 0 0,5 33 0 0 0,2 96 0 0 0,-11-125 0 0 0,0-6 0 0 0,-1-7 0 0 0,1 0 0 0 0,-1 0 0 0 0,2 1 0 0 0,3 13 0 0 0,-2-18 0 0 0,1 0 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5.6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20095 0 0,'0'0'2752'0'0,"4"0"-2520"0"0,-2 0-170 0 0,-1-1 0 0 0,0 1 0 0 0,0 0 0 0 0,1 0 0 0 0,-1 1 0 0 0,0-1 0 0 0,1 0 0 0 0,-1 0 0 0 0,0 1 0 0 0,0-1 0 0 0,1 0 0 0 0,-1 1 0 0 0,0 0 0 0 0,0-1 0 0 0,0 1 0 0 0,0-1 0 0 0,0 1 0 0 0,2 1 0 0 0,-1 1 121 0 0,0-1-1 0 0,0 1 1 0 0,0-1 0 0 0,-1 1 0 0 0,1 0 0 0 0,-1-1 0 0 0,1 1 0 0 0,-1 0 0 0 0,1 4 0 0 0,63 259 1530 0 0,-56-223-1252 0 0,1 7-288 0 0,8 98 0 0 0,-14-60 83 0 0,16 221 626 0 0,-19-289-322 0 0,4-23-497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46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280 1 19703 0 0,'0'0'2218'0'0,"-5"0"-1577"0"0,-22 2 384 0 0,-44 10 1 0 0,48-8-101 0 0,-106 23 707 0 0,105-23-1315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53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356 4 14872 0 0,'0'0'12073'0'0,"-5"-1"-11706"0"0,0 0-293 0 0,-1 0-1 0 0,1 1 0 0 0,0 0 0 0 0,-1 0 1 0 0,1 0-1 0 0,-1 0 0 0 0,1 1 0 0 0,0 0 0 0 0,0 0 1 0 0,-1 1-1 0 0,-6 3 0 0 0,-19 3 337 0 0,23-7-320 0 0,1 1 0 0 0,-1 0 0 0 0,-12 6-1 0 0,-22 10 417 0 0,32-15-337 0 0,1 1-1 0 0,-1 0 1 0 0,1 0 0 0 0,0 1 0 0 0,1 0-1 0 0,-10 8 1 0 0,-41 46 1087 0 0,56-57-1213 0 0,1 0 0 0 0,0 0-1 0 0,0 0 1 0 0,0 1 0 0 0,0-1 0 0 0,0 1 0 0 0,0-1-1 0 0,0 1 1 0 0,1 0 0 0 0,-1 0 0 0 0,1-1 0 0 0,0 1-1 0 0,0 0 1 0 0,0 0 0 0 0,0 0 0 0 0,1 0 0 0 0,-1 0-1 0 0,1 1 1 0 0,0 4 0 0 0,-2 1-43 0 0,1 0 0 0 0,1-1 0 0 0,0 1 0 0 0,0 0 0 0 0,1 0 0 0 0,0 0 0 0 0,4 16 0 0 0,-2-12 0 0 0,-3-11 0 0 0,1 0 0 0 0,-1 0 0 0 0,0 0 0 0 0,1-1 0 0 0,0 1 0 0 0,-1 0 0 0 0,1 0 0 0 0,0-1 0 0 0,0 1 0 0 0,0 0 0 0 0,0-1 0 0 0,0 1 0 0 0,1-1 0 0 0,2 3 0 0 0,0 0 0 0 0,-1 0 0 0 0,1 0 0 0 0,0 0 0 0 0,0-1 0 0 0,0 0 0 0 0,1 1 0 0 0,-1-1 0 0 0,1-1 0 0 0,7 4 0 0 0,-6-3 0 0 0,-1 0 0 0 0,1 0 0 0 0,-1 1 0 0 0,1 0 0 0 0,7 7 0 0 0,-9-7 0 0 0,0-1 0 0 0,0 1 0 0 0,1-1 0 0 0,-1 0 0 0 0,1 0 0 0 0,-1-1 0 0 0,1 1 0 0 0,0-1 0 0 0,6 2 0 0 0,-5-4 0 0 0,0 1 0 0 0,0-1 0 0 0,0-1 0 0 0,1 1 0 0 0,-1-1 0 0 0,0 0 0 0 0,0 0 0 0 0,0-1 0 0 0,-1 0 0 0 0,1 0 0 0 0,0 0 0 0 0,10-6 0 0 0,18-6 0 0 0,-8 3 0 0 0,-17 7 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53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18791 0 0,'0'0'4739'0'0,"0"4"-4455"0"0,2 109 5075 0 0,7 62-3988 0 0,-4-57-811 0 0,3 30 86 0 0,19 39 180 0 0,-25-168-776 0 0,1 33 0 0 0,-3-36-30 0 0,0 0 1 0 0,2 0 0 0 0,4 21 0 0 0,-4-25-21 0 0,-1 0 0 0 0,1 18 0 0 0,-2-42 0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54.1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0 29735 0 0,'0'0'9'0'0,"0"4"3"0"0,1 10-10 0 0,1 0-1 0 0,3 18 0 0 0,-2-18 5 0 0,0 0 0 0 0,-1-1-1 0 0,-1 27 1 0 0,-3-24 6 0 0,0 0 0 0 0,-2 0 0 0 0,0 0-1 0 0,-7 18 1 0 0,7-22 20 0 0,2-6 15 0 0,-2 11 72 0 0,4-14-104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54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19999 0 0,'0'0'3120'0'0,"0"21"-2320"0"0,0-16 528 0 0,7-1-664 0 0,-3 0-528 0 0,0 3 8 0 0,1 1 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54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42 326 17487 0 0,'0'0'1118'0'0,"5"-2"-561"0"0,3-3-382 0 0,1 0-1 0 0,-1 0 0 0 0,0-1 1 0 0,0 0-1 0 0,0-1 1 0 0,8-9-1 0 0,-10 9 202 0 0,12-13 342 0 0,-1-1 0 0 0,18-31 0 0 0,-31 45-572 0 0,0 0 0 0 0,0-1 0 0 0,-1 0 1 0 0,0 0-1 0 0,-1 0 0 0 0,1 0 0 0 0,-2 0 0 0 0,1 0 1 0 0,-1-1-1 0 0,0 1 0 0 0,-1-15 0 0 0,-1 20-104 0 0,1 0-1 0 0,-1 0 1 0 0,0 0 0 0 0,-1 0-1 0 0,1 0 1 0 0,0 0-1 0 0,-1 0 1 0 0,0 0 0 0 0,0 1-1 0 0,1-1 1 0 0,-1 1-1 0 0,-1-1 1 0 0,1 1-1 0 0,0 0 1 0 0,-1 0 0 0 0,1 0-1 0 0,-1 0 1 0 0,1 0-1 0 0,-1 0 1 0 0,-5-1-1 0 0,6 1-21 0 0,-1 1-1 0 0,1 0 0 0 0,-1 0 0 0 0,0 0 1 0 0,1 0-1 0 0,-1 0 0 0 0,0 0 0 0 0,0 1 1 0 0,1-1-1 0 0,-1 1 0 0 0,0 0 0 0 0,0 0 0 0 0,0 0 1 0 0,1 0-1 0 0,-1 1 0 0 0,0-1 0 0 0,0 1 1 0 0,0-1-1 0 0,1 1 0 0 0,-1 0 0 0 0,1 0 0 0 0,-1 0 1 0 0,-3 3-1 0 0,-1 2 29 0 0,1 0-1 0 0,0 1 1 0 0,0 0 0 0 0,1 0-1 0 0,0 1 1 0 0,0-1-1 0 0,-4 10 1 0 0,-2 8 44 0 0,-9 26 0 0 0,14-37-25 0 0,2 1 1 0 0,0 0-1 0 0,1 1 0 0 0,0-1 0 0 0,2 0 0 0 0,-1 1 1 0 0,2-1-1 0 0,0 1 0 0 0,1 0 0 0 0,1-1 1 0 0,0 0-1 0 0,1 1 0 0 0,0-1 0 0 0,1 0 0 0 0,1 0 1 0 0,12 25-1 0 0,-12-30 3 0 0,1 0 1 0 0,-1 0-1 0 0,2-1 1 0 0,-1 0 0 0 0,16 16-1 0 0,-18-21-48 0 0,1 0 1 0 0,-1 0-1 0 0,1-1 0 0 0,0 0 1 0 0,0 0-1 0 0,0 0 0 0 0,0-1 1 0 0,0 0-1 0 0,1 0 0 0 0,-1 0 1 0 0,1 0-1 0 0,-1-1 0 0 0,11 1 1 0 0,11-1 74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55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19399 0 0,'0'0'1922'0'0,"0"4"-1361"0"0,21 65 2084 0 0,-13-45-2128 0 0,1 4-202 0 0,-1 0-1 0 0,-1 1 0 0 0,3 30 1 0 0,-3 7 408 0 0,3 61 184 0 0,-10-127-905 0 0,0 0 0 0 0,0 0-1 0 0,0 0 1 0 0,0 0 0 0 0,0 0-1 0 0,0 0 1 0 0,0 0 0 0 0,0 0-1 0 0,0 1 1 0 0,0-1 0 0 0,0 0-1 0 0,0 0 1 0 0,0 0-1 0 0,0 0 1 0 0,0 0 0 0 0,0 0-1 0 0,0 0 1 0 0,0 0 0 0 0,0 0-1 0 0,0 0 1 0 0,0 0 0 0 0,0 0-1 0 0,0 0 1 0 0,0 1-1 0 0,0-1 1 0 0,0 0 0 0 0,1 0-1 0 0,-1 0 1 0 0,0 0 0 0 0,0 0-1 0 0,0 0 1 0 0,0 0 0 0 0,0 0-1 0 0,0 0 1 0 0,0 0-1 0 0,0 0 1 0 0,0 0 0 0 0,0 0-1 0 0,0 0 1 0 0,0 0 0 0 0,1 0-1 0 0,-1 0 1 0 0,0 0 0 0 0,0 0-1 0 0,0 0 1 0 0,0 0-1 0 0,0 0 1 0 0,0 0 0 0 0,0 0-1 0 0,0 0 1 0 0,0 0 0 0 0,0 0-1 0 0,0 0 1 0 0,0 0 0 0 0,0 0-1 0 0,1 0 1 0 0,-1 0 0 0 0,0 0-1 0 0,0-1 1 0 0,0 1-1 0 0,0 0 1 0 0,0 0 0 0 0,0 0-1 0 0,0 0 1 0 0,0 0 0 0 0,7-7 32 0 0,5-11-14 0 0,18-81 68 0 0,-24 72-49 0 0,2 0-1 0 0,1 1 0 0 0,23-48 0 0 0,-26 62 19 0 0,-5 8-20 0 0,1 1 0 0 0,-1-1 1 0 0,1 0-1 0 0,0 1 0 0 0,0-1 1 0 0,0 1-1 0 0,1 0 0 0 0,-1 0 1 0 0,1 0-1 0 0,0 0 0 0 0,5-4 0 0 0,-6 7 9 0 0,0 0 0 0 0,0 1 0 0 0,0-1-1 0 0,0 0 1 0 0,0 1 0 0 0,-1-1-1 0 0,1 1 1 0 0,0 0 0 0 0,0 0-1 0 0,0-1 1 0 0,0 1 0 0 0,-1 0 0 0 0,1 1-1 0 0,0-1 1 0 0,-1 0 0 0 0,1 0-1 0 0,-1 1 1 0 0,0-1 0 0 0,1 1 0 0 0,-1-1-1 0 0,0 1 1 0 0,2 2 0 0 0,3 4 32 0 0,-1 1 1 0 0,1-1-1 0 0,4 12 1 0 0,2 12 136 0 0,-2 1 1 0 0,-1 0 0 0 0,6 38 0 0 0,-4-17 349 0 0,-8-26-368 0 0,-3-16-109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55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20503 0 0,'0'0'843'0'0,"4"4"9"0"0,1 1-618 0 0,0 0-1 0 0,0 1 1 0 0,-1 0 0 0 0,1 0 0 0 0,-1 0-1 0 0,-1 1 1 0 0,1-1 0 0 0,-1 1 0 0 0,4 12-1 0 0,7 29 698 0 0,-2 1 0 0 0,-2 1-1 0 0,3 54 1 0 0,-13 117 898 0 0,-1-178-1512 0 0,1 1 0 0 0,2-1-1 0 0,2 0 1 0 0,11 45 0 0 0,-15-82-268 0 0,0-1 6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55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0 20399 0 0,'0'0'3024'0'0,"-20"23"-2888"0"0,12-19 0 0 0,-3 0 0 0 0,-5 3 8 0 0,-3 3 592 0 0,-5 1 0 0 0,0 0 0 0 0,-1-1 8 0 0,-2 1-608 0 0,-1 0 8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8:56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56 4312 0 0,'0'0'12590'0'0,"2"-4"-12187"0"0,0 1-267 0 0,-1 2-95 0 0,-1-1 0 0 0,1 1 0 0 0,-1 0 0 0 0,1 0 1 0 0,-1 0-1 0 0,1 0 0 0 0,-1-1 0 0 0,1 1 0 0 0,-1 0 0 0 0,0 0 0 0 0,0-1 0 0 0,0-1 0 0 0,0 2 35 0 0,0 1-1 0 0,0-1 1 0 0,0 1-1 0 0,0-1 0 0 0,-1 1 1 0 0,1-1-1 0 0,0 0 0 0 0,-1 1 1 0 0,1-1-1 0 0,0 1 1 0 0,-1-1-1 0 0,1 1 0 0 0,0-1 1 0 0,-1 1-1 0 0,1 0 0 0 0,-1-1 1 0 0,1 1-1 0 0,-1-1 1 0 0,1 1-1 0 0,-2-1 0 0 0,2 1-17 0 0,-1 0 0 0 0,0-1 0 0 0,1 1 0 0 0,-1 0 0 0 0,1-1 0 0 0,-1 1-1 0 0,1-1 1 0 0,-1 1 0 0 0,1-1 0 0 0,-1 1 0 0 0,1-1 0 0 0,-1 1 0 0 0,1-1-1 0 0,0 0 1 0 0,-1 1 0 0 0,1-1 0 0 0,0 1 0 0 0,0-1 0 0 0,-1 0 0 0 0,1 1-1 0 0,0-2 1 0 0,0-6 1157 0 0,0 10-1155 0 0,1-1-1 0 0,-1 1 0 0 0,0-1 1 0 0,1 1-1 0 0,-1-1 1 0 0,1 1-1 0 0,0-1 1 0 0,-1 1-1 0 0,1-1 0 0 0,0 1 1 0 0,2 1-1 0 0,2 4 21 0 0,1 1-1 0 0,-1-1 1 0 0,0 1 0 0 0,0 0-1 0 0,-1 1 1 0 0,0-1-1 0 0,0 1 1 0 0,2 10-1 0 0,8 16 149 0 0,-7-18-56 0 0,-1 0 0 0 0,-1 0-1 0 0,5 26 1 0 0,-4-17 124 0 0,2 2 110 0 0,1 0 0 0 0,21 42 0 0 0,-17-42 140 0 0,-2 0 1 0 0,10 33-1 0 0,-21-60-521 0 0,0-1 0 0 0,0 1 0 0 0,1 0 0 0 0,-1-1 0 0 0,0 1 0 0 0,1-1 0 0 0,-1 1-1 0 0,1 0 1 0 0,-1-1 0 0 0,1 1 0 0 0,-1-1 0 0 0,1 1 0 0 0,-1-1 0 0 0,1 0 0 0 0,-1 1 0 0 0,1-1 0 0 0,0 1-1 0 0,-1-1 1 0 0,1 0 0 0 0,0 0 0 0 0,-1 1 0 0 0,1-1 0 0 0,0 0 0 0 0,-1 0 0 0 0,1 0 0 0 0,0 0 0 0 0,-1 0 0 0 0,1 0-1 0 0,0 0 1 0 0,-1 0 0 0 0,1 0 0 0 0,0 0 0 0 0,-1 0 0 0 0,1 0 0 0 0,0 0 0 0 0,-1-1 0 0 0,1 1 0 0 0,0 0 0 0 0,-1 0-1 0 0,1-1 1 0 0,0 1 0 0 0,-1-1 0 0 0,1 1 0 0 0,-1 0 0 0 0,1-1 0 0 0,0 0 0 0 0,7-7 68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09:59:44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12760 0 0,'0'0'6943'0'0,"0"5"-6808"0"0,4 12 190 0 0,-1 0 1 0 0,2 0-1 0 0,0-1 0 0 0,1 1 1 0 0,1-1-1 0 0,0 0 0 0 0,15 22 1 0 0,-10-20-250 0 0,-8-14-42 0 0,0 0 0 0 0,-1 1 0 0 0,0-1 0 0 0,0 1 0 0 0,0 0 0 0 0,-1 0 0 0 0,1 1 0 0 0,-1-1 0 0 0,0 0 0 0 0,-1 1 0 0 0,0-1 0 0 0,2 7 0 0 0,-3-7 10 0 0,2 0 0 0 0,-1 0 1 0 0,1 0-1 0 0,-1-1 0 0 0,1 1 0 0 0,1 0 0 0 0,-1-1 0 0 0,1 1 0 0 0,-1-1 0 0 0,1 0 0 0 0,5 5 0 0 0,6 12 101 0 0,67 106 671 0 0,-29-40-350 0 0,-33-53-246 0 0,25 34 0 0 0,-18-31-13 0 0,-13-18-32 0 0,24 29-1 0 0,101 119 859 0 0,-129-156-968 0 0,34 44 205 0 0,-14-21 16 0 0,-2 1 1 0 0,-2 1-1 0 0,39 76 0 0 0,-28-26-5 0 0,23 46 159 0 0,-48-110-314 0 0,2-1 0 0 0,0 0 1 0 0,30 35-1 0 0,13 4 234 0 0,-26-29-149 0 0,38 49-1 0 0,71 114 443 0 0,-107-156-557 0 0,-22-27-1 0 0,1 2 0 0 0,-2-1 0 0 0,16 27 0 0 0,28 37 361 0 0,-48-65-426 0 0,1 0 24 0 0,0 1 0 0 0,0-1 0 0 0,-1 2 0 0 0,3 12 0 0 0,-7-20-21 0 0,1 1 0 0 0,0-1 0 0 0,0 0 0 0 0,0 0 0 0 0,0 0 0 0 0,1 0 0 0 0,0-1 0 0 0,0 1 0 0 0,5 6 0 0 0,11 16 80 0 0,-15-18-113 0 0,0 1 0 0 0,-1 0 0 0 0,0 0 0 0 0,-1 0 0 0 0,2 10 0 0 0,-3-11 0 0 0,1 0 0 0 0,0 0 0 0 0,0 0 0 0 0,1 0 0 0 0,0-1 0 0 0,1 0 0 0 0,4 9 0 0 0,30 31 0 0 0,-21-32 0 0 0,-12-11 0 0 0,0-1 0 0 0,0 1 0 0 0,-1 1 0 0 0,1-1 0 0 0,3 7 0 0 0,16 19 0 0 0,-18-25 0 0 0,-1 1 0 0 0,0 0 0 0 0,0 0 0 0 0,7 12 0 0 0,-9-12 0 0 0,-3-9 0 0 0,6 5 0 0 0,15 17 0 0 0,-17-16 0 0 0,-1 0 0 0 0,-3 0 0 0 0,0-8 0 0 0,-1-51 0 0 0,2-63 0 0 0,1 103 0 0 0,1-1 0 0 0,5-17 0 0 0,-4 19 0 0 0,0-1 0 0 0,-2 0 0 0 0,1 0 0 0 0,-1-22 0 0 0,6 56 0 0 0,-1-2 0 0 0,-6-6 0 0 0,0-1 0 0 0,-1 1 0 0 0,-1 0 0 0 0,0 0 0 0 0,0-1 0 0 0,-5 20 0 0 0,2-13 0 0 0,2 2 0 0 0,0 0 0 0 0,2 31 0 0 0,0-25 0 0 0,0-22 0 0 0,-1 1 0 0 0,0-1 0 0 0,0 1 0 0 0,0-1 0 0 0,0 0 0 0 0,-1 1 0 0 0,1-1 0 0 0,-1 0 0 0 0,0 0 0 0 0,0 0 0 0 0,0 0 0 0 0,0 0 0 0 0,0-1 0 0 0,-1 1 0 0 0,1-1 0 0 0,-1 1 0 0 0,0-1 0 0 0,1 0 0 0 0,-1 0 0 0 0,0 0 0 0 0,-1 0 0 0 0,1-1 0 0 0,0 1 0 0 0,0-1 0 0 0,-1 0 0 0 0,-3 1 0 0 0,0 0 0 0 0,1 0 0 0 0,0-1 0 0 0,0 0 0 0 0,0 0 0 0 0,0 0 0 0 0,0-1 0 0 0,-1 0 0 0 0,-6-1 0 0 0,-35-5 0 0 0,-85-23 0 0 0,130 28 0 0 0,1 0 0 0 0,-21 2 0 0 0,19-1 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02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992 46 96 0 0,'0'0'9352'0'0,"4"-3"-9216"0"0,16-14 621 0 0,4-6 5211 0 0,-52 21-4694 0 0,27 2-1186 0 0,0 1 0 0 0,0 0 0 0 0,-1-1 0 0 0,1 1 0 0 0,0 0 0 0 0,0 0 0 0 0,0 0 0 0 0,0 0 0 0 0,0 0 0 0 0,0 0 0 0 0,0 0 0 0 0,0 1 0 0 0,0-1 0 0 0,1 0 0 0 0,-1 0 0 0 0,0 1 0 0 0,1-1 0 0 0,-1 0 0 0 0,1 1 0 0 0,-1 2 0 0 0,-7 31 1226 0 0,8-18-659 0 0,-1 0 0 0 0,-4 28 0 0 0,-35 126 3317 0 0,37-158-3785 0 0,1-3-9 0 0,0 0 1 0 0,-1-1-1 0 0,-1 1 0 0 0,-6 13 0 0 0,2-11 31 0 0,6-10-173 0 0,1 0-1 0 0,-1 1 1 0 0,0-1 0 0 0,1 0 0 0 0,0 1 0 0 0,0 0-1 0 0,-2 4 1 0 0,-36 101 680 0 0,35-91-552 0 0,2-10-71 0 0,0 1 1 0 0,-1 0-1 0 0,0-1 0 0 0,-5 12 1 0 0,0-4 132 0 0,-11 31 0 0 0,-2 4 40 0 0,14-35-155 0 0,3-7-49 0 0,0 1 0 0 0,0-1-1 0 0,-1 0 1 0 0,-1 0 0 0 0,1 0-1 0 0,-11 9 1 0 0,7-5 6 0 0,-1-1-1 0 0,1 1 1 0 0,1 0-1 0 0,0 1 1 0 0,0 0-1 0 0,-9 26 1 0 0,13-31-44 0 0,-13 24 173 0 0,13-26-160 0 0,0 0-1 0 0,1 1 0 0 0,-1-1 1 0 0,2 1-1 0 0,-1 0 0 0 0,1 0 1 0 0,0 0-1 0 0,-1 8 0 0 0,-29 167 431 0 0,23-138-374 0 0,3-15 20 0 0,-14 45 1 0 0,12-49-83 0 0,-7 44-1 0 0,3-13-3 0 0,-1 1-27 0 0,1-8 0 0 0,11-40 0 0 0,0-1 0 0 0,-1 0 0 0 0,0 0 0 0 0,0 0 0 0 0,-1 0 0 0 0,-7 13 0 0 0,7-15 0 0 0,1 0 0 0 0,0 1 0 0 0,0-1 0 0 0,0 1 0 0 0,1-1 0 0 0,-1 12 0 0 0,-4 14 0 0 0,4-25 0 0 0,0 4 0 0 0,-1-1 0 0 0,1 1 0 0 0,-1 21 0 0 0,2-19 0 0 0,-1-1 0 0 0,0 0 0 0 0,-1 0 0 0 0,0 0 0 0 0,-9 23 0 0 0,-7 21 0 0 0,-7 31 0 0 0,-16 99 0 0 0,36-153-70 0 0,-2-1-1 0 0,-1 0 1 0 0,-19 43 0 0 0,15-46-105 0 0,9-17 79 0 0,-1-1 0 0 0,0 0 0 0 0,-8 11 0 0 0,-10 11-148 0 0,-19 31-321 0 0,16 2-47 0 0,20-52 493 0 0,1 0 1 0 0,0 1 0 0 0,-3 17-1 0 0,-10 29-425 0 0,16-54 466 0 0,-1 0 0 0 0,1 0 0 0 0,0 0 0 0 0,0 0 0 0 0,1 0 0 0 0,0 0 0 0 0,0 10 0 0 0,-6 22-234 0 0,7-38 300 0 0,0 1-1 0 0,0-1 0 0 0,0 0 0 0 0,0 1 0 0 0,-1-1 0 0 0,1 1 0 0 0,0-1 1 0 0,-1 0-1 0 0,1 1 0 0 0,-1-1 0 0 0,1 0 0 0 0,-1 0 0 0 0,0 1 0 0 0,1-1 1 0 0,-2 1-1 0 0,0 1-15 0 0,-9 19-188 0 0,9-4 25 0 0,3-18 122 0 0,-4-12 49 0 0,-23-108-12 0 0,-3-2 104 0 0,27 97 407 0 0,2 24 23 0 0,1 16-264 0 0,-2 25 21 0 0,3 0 1 0 0,1 0 0 0 0,12 53-1 0 0,-14-85-248 0 0,0-2-1 0 0,1-1 1 0 0,-1 1-1 0 0,1-1 0 0 0,0 0 0 0 0,0 1 0 0 0,1-1 1 0 0,-1 0-1 0 0,6 7 0 0 0,-4-8-10 0 0,-3-3-2 0 0,-1 0 0 0 0,1 1 1 0 0,0-1-1 0 0,-1 0 0 0 0,1 0 0 0 0,-1 0 0 0 0,1 1 1 0 0,-1-1-1 0 0,0 0 0 0 0,0 1 0 0 0,1-1 0 0 0,-1 0 1 0 0,0 0-1 0 0,0 1 0 0 0,0-1 0 0 0,0 0 0 0 0,-1 3 1 0 0,1-2-4 0 0,0 31-217 0 0,0-32 202 0 0,0-2-177 0 0,0 0 193 0 0,0 1 0 0 0,0-1 1 0 0,0 0-1 0 0,0 1 0 0 0,0-1 0 0 0,0 1 0 0 0,1-1 0 0 0,-1 1 0 0 0,0-1 0 0 0,0 0 1 0 0,1 1-1 0 0,-1-1 0 0 0,0 1 0 0 0,1-1 0 0 0,-1 1 0 0 0,0-1 0 0 0,1 1 1 0 0,-1-1-1 0 0,1 0 0 0 0,12-7-15 0 0,-1 0-1 0 0,21-9 1 0 0,8-4-2 0 0,-17 4 14 0 0,-1-1 0 0 0,0-1 0 0 0,-2-1 0 0 0,-1-1-1 0 0,30-38 1 0 0,-15 17 10 0 0,-5 9-3 0 0,1 2 0 0 0,2 1 0 0 0,42-31 0 0 0,-28 22 23 0 0,-43 36-22 0 0,0-2-1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09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11048 0 0,'0'0'3310'0'0,"4"1"-2435"0"0,9 3-218 0 0,0-1 0 0 0,0-1 1 0 0,24 2-1 0 0,3-5 868 0 0,-20 0-758 0 0,1 1 0 0 0,25 3-1 0 0,-40-2-630 0 0,-1 1-1 0 0,0 0 0 0 0,0 0 1 0 0,0 0-1 0 0,0 0 0 0 0,0 1 1 0 0,0 0-1 0 0,-1 0 0 0 0,8 6 1 0 0,22 14 438 0 0,-27-19-480 0 0,0 0 1 0 0,-1 0-1 0 0,1 1 0 0 0,8 7 0 0 0,17 14 349 0 0,-20-18-183 0 0,-1 1 1 0 0,0 1-1 0 0,-1-1 1 0 0,0 2 0 0 0,14 18-1 0 0,14 14 127 0 0,-12-16-153 0 0,-17-17-184 0 0,-1 0 0 0 0,2-1-1 0 0,-1 0 1 0 0,2-1 0 0 0,-1 0-1 0 0,1-1 1 0 0,0 0 0 0 0,12 6 0 0 0,140 67 484 0 0,-79-36-251 0 0,-9 1-69 0 0,-14-7-23 0 0,-16-13-91 0 0,-16-7-28 0 0,1-2-1 0 0,54 20 1 0 0,9-9 16 0 0,36 13 29 0 0,-111-31-84 0 0,0 1-1 0 0,-1 0 1 0 0,0 1-1 0 0,0 1 1 0 0,21 21-1 0 0,-19-17 7 0 0,1 0-1 0 0,0-2 1 0 0,25 14-1 0 0,121 40 88 0 0,-56-25-34 0 0,-73-26-12 0 0,48 31 1 0 0,37 19 142 0 0,-71-38-173 0 0,-30-15-19 0 0,1-2 1 0 0,39 16-1 0 0,16-7 5 0 0,-55-16-16 0 0,1 1 0 0 0,37 16 0 0 0,1 18 29 0 0,-20-10-22 0 0,-32-23-19 0 0,1 0-1 0 0,-1 0 1 0 0,1-1 0 0 0,1-1 0 0 0,15 8-1 0 0,169 63 72 0 0,-100-47-47 0 0,-43-15 11 0 0,-1 3 0 0 0,52 25 0 0 0,113 79 219 0 0,-82-43-86 0 0,-102-61-95 0 0,-1 2 1 0 0,-1 0-1 0 0,-1 2 1 0 0,-1 1-1 0 0,34 34 1 0 0,-43-36-32 0 0,2-2 0 0 0,0 0 0 0 0,47 29 1 0 0,76 32 65 0 0,-39-24-26 0 0,-48-19-43 0 0,-35-21-18 0 0,39 19 0 0 0,-27-16 1 0 0,51 36-1 0 0,22 11 1 0 0,-13-16 32 0 0,103 72 0 0 0,-178-108-52 0 0,-1 2-1 0 0,22 20 0 0 0,36 36 6 0 0,-51-53-7 0 0,0-1 1 0 0,1-2-1 0 0,55 25 1 0 0,30 17 12 0 0,-96-48-15 0 0,1-1 0 0 0,18 6 0 0 0,12 5 26 0 0,-4 3 87 0 0,-41-22-116 0 0,-1 1 0 0 0,0-1 1 0 0,1 0-1 0 0,-1 0 0 0 0,1 1 0 0 0,-1-1 0 0 0,0 0 0 0 0,1 0 1 0 0,-1 0-1 0 0,1 1 0 0 0,-1-1 0 0 0,1 0 0 0 0,-1 0 1 0 0,1 0-1 0 0,-1 0 0 0 0,0 0 0 0 0,1 0 0 0 0,-1 0 0 0 0,1 0 1 0 0,-1 0-1 0 0,1 0 0 0 0,-1 0 0 0 0,1 0 0 0 0,-1-1 1 0 0,1 1-1 0 0,-1 0 0 0 0,0 0 0 0 0,1 0 0 0 0,-1-1 0 0 0,1 1 1 0 0,-1 0-1 0 0,0 0 0 0 0,1-1 0 0 0,-1 1 0 0 0,0 0 1 0 0,1-1-1 0 0,-1 1 0 0 0,0 0 0 0 0,1-1 0 0 0,-1 1 0 0 0,0-1 1 0 0,0 1-1 0 0,0 0 0 0 0,1-1 0 0 0,-1 1 0 0 0,0-1 1 0 0,0 1-1 0 0,0-1 0 0 0,0 1 0 0 0,0-1 0 0 0,0 1 0 0 0,0 0 1 0 0,0-1-1 0 0,0 0 0 0 0,1-25 95 0 0,-7 4-82 0 0,-1 1 0 0 0,-1 0 0 0 0,-1 0 0 0 0,-1 1-1 0 0,-1 0 1 0 0,-21-30 0 0 0,-41-77-16 0 0,40 65 0 0 0,31 60 0 0 0,1 1 0 0 0,0 0 0 0 0,1 0 0 0 0,-1 0 0 0 0,1 1 0 0 0,-1-1 0 0 0,1 0 0 0 0,-1 0 0 0 0,1 0 0 0 0,0 0 0 0 0,-1 0 0 0 0,1-1 0 0 0,0 1 0 0 0,0 0 0 0 0,0 0 0 0 0,0 0 0 0 0,0 0 0 0 0,0 0 0 0 0,0 0 0 0 0,0 0 0 0 0,1-2 0 0 0,-1 6 0 0 0,1 0 0 0 0,0-1 0 0 0,0 1 0 0 0,0-1 0 0 0,0 1 0 0 0,0-1 0 0 0,1 1 0 0 0,-1-1 0 0 0,1 0 0 0 0,-1 0 0 0 0,1 0 0 0 0,0 0 0 0 0,0 0 0 0 0,0 0 0 0 0,4 3 0 0 0,7 8 0 0 0,23 33 0 0 0,-19-26 0 0 0,0 1 0 0 0,-1 0 0 0 0,-2 1 0 0 0,0 1 0 0 0,13 30 0 0 0,-3 21 0 0 0,-23-72 0 0 0,-1 0 0 0 0,0 0 0 0 0,1 0 0 0 0,-1 0 0 0 0,0 0 0 0 0,0 0 0 0 0,0 0 0 0 0,-1 0 0 0 0,1 0 0 0 0,0 0 0 0 0,-1 0 0 0 0,1 0 0 0 0,-1 0 0 0 0,0 0 0 0 0,1-1 0 0 0,-1 1 0 0 0,0 0 0 0 0,0 0 0 0 0,0-1 0 0 0,-1 1 0 0 0,1 0 0 0 0,0-1 0 0 0,-3 3 0 0 0,-1 0 0 0 0,0 0 0 0 0,0 0 0 0 0,-1 0 0 0 0,-9 5 0 0 0,10-6 0 0 0,-14 6 0 0 0,0 0 0 0 0,0-2 0 0 0,0 0 0 0 0,-1-1 0 0 0,-26 5 0 0 0,2-1 0 0 0,13-3 0 0 0,-64 8 0 0 0,80-15 0 0 0,8 0 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2.8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405 0 11256 0 0,'0'0'4558'0'0,"-3"0"-3483"0"0,-17 3-557 0 0,0 0 0 0 0,0 1 0 0 0,1 1 0 0 0,0 1 0 0 0,-22 10 0 0 0,29-12-185 0 0,-19 8 33 0 0,1 0 1 0 0,-45 27-1 0 0,66-33-268 0 0,0 0 0 0 0,-1 1 0 0 0,2 0 0 0 0,-1 0-1 0 0,1 1 1 0 0,0 0 0 0 0,1 0 0 0 0,0 1 0 0 0,0 0 0 0 0,1 0-1 0 0,-7 14 1 0 0,11-18-57 0 0,-1-1-1 0 0,2 1 0 0 0,-1 0 1 0 0,0 0-1 0 0,1 0 0 0 0,0 0 1 0 0,0 0-1 0 0,1 0 0 0 0,-1 0 0 0 0,1 0 1 0 0,0 1-1 0 0,0-1 0 0 0,1 0 1 0 0,0 0-1 0 0,0 0 0 0 0,0 0 1 0 0,0 0-1 0 0,1 0 0 0 0,0 0 1 0 0,0 0-1 0 0,0-1 0 0 0,1 1 1 0 0,-1-1-1 0 0,1 0 0 0 0,0 1 1 0 0,0-1-1 0 0,1 0 0 0 0,-1-1 0 0 0,1 1 1 0 0,0-1-1 0 0,0 1 0 0 0,0-1 1 0 0,0 0-1 0 0,1-1 0 0 0,-1 1 1 0 0,1-1-1 0 0,7 3 0 0 0,11 4 73 0 0,1-1-1 0 0,0-2 0 0 0,0 0 1 0 0,0-1-1 0 0,49 2 0 0 0,-31-5 82 0 0,-1-3-1 0 0,74-10 1 0 0,-90 7-129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3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390 136 15680 0 0,'0'0'2689'0'0,"2"4"-2457"0"0,-1-3-157 0 0,0 1 0 0 0,1 0 1 0 0,-1 0-1 0 0,-1 0 0 0 0,1 1 1 0 0,0-1-1 0 0,0 0 0 0 0,-1 0 0 0 0,1 0 1 0 0,-1 0-1 0 0,0 1 0 0 0,0-1 1 0 0,0 0-1 0 0,0 0 0 0 0,0 1 1 0 0,0-1-1 0 0,0 0 0 0 0,-1 0 0 0 0,1 1 1 0 0,-2 2-1 0 0,-5 19 842 0 0,5-16-624 0 0,0 1 0 0 0,-1-1 0 0 0,0 1 0 0 0,-7 13 0 0 0,8-19-247 0 0,0 0 1 0 0,0-1-1 0 0,0 1 0 0 0,0-1 1 0 0,0 1-1 0 0,-1-1 1 0 0,1 0-1 0 0,-1 0 0 0 0,0 0 1 0 0,0 0-1 0 0,1-1 1 0 0,-1 1-1 0 0,0-1 0 0 0,0 0 1 0 0,-1 0-1 0 0,-5 2 1 0 0,-6 0 8 0 0,1 0 0 0 0,-1-1 1 0 0,0 0-1 0 0,0-1 1 0 0,0-1-1 0 0,0 0 1 0 0,-16-3-1 0 0,24 1-42 0 0,0 1-1 0 0,0-1 1 0 0,0 0-1 0 0,0 0 1 0 0,0-1-1 0 0,0 0 1 0 0,1 0-1 0 0,-1-1 1 0 0,1 0-1 0 0,0 0 1 0 0,0 0-1 0 0,0-1 1 0 0,1 1-1 0 0,0-2 1 0 0,-1 1-1 0 0,-5-8 1 0 0,-4-8 36 0 0,-22-42 1 0 0,34 57-38 0 0,0-1 1 0 0,0 1-1 0 0,1-1 1 0 0,-1 1-1 0 0,2-1 0 0 0,-1 0 1 0 0,1 0-1 0 0,0 0 0 0 0,0 0 1 0 0,1 0-1 0 0,0 0 0 0 0,1-8 1 0 0,-1 12-7 0 0,1 1 0 0 0,0-1 1 0 0,0 0-1 0 0,0 1 1 0 0,0-1-1 0 0,0 0 1 0 0,0 1-1 0 0,1-1 1 0 0,-1 1-1 0 0,1 0 0 0 0,-1-1 1 0 0,1 1-1 0 0,0 0 1 0 0,0 0-1 0 0,0 0 1 0 0,3-2-1 0 0,-1 2 14 0 0,0-1-1 0 0,1 1 1 0 0,-1 0-1 0 0,1 0 1 0 0,-1 0-1 0 0,1 1 1 0 0,0-1 0 0 0,8 0-1 0 0,2 0 25 0 0,1 2 0 0 0,0-1 0 0 0,-1 2 0 0 0,30 4 0 0 0,-32-3 9 0 0,-1 1 0 0 0,1 0 0 0 0,-1 1 0 0 0,0 0-1 0 0,0 1 1 0 0,19 10 0 0 0,-27-12-28 0 0,1 0 0 0 0,-1 0 0 0 0,1 0 0 0 0,-1 1 0 0 0,0-1 0 0 0,0 1 0 0 0,0 0 0 0 0,-1 0 0 0 0,0 0 0 0 0,1 1-1 0 0,-2-1 1 0 0,1 1 0 0 0,0 0 0 0 0,-1 0 0 0 0,0 0 0 0 0,0 0 0 0 0,0 0 0 0 0,1 7 0 0 0,0 9 83 0 0,-2 0-3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3.8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0 111 23223 0 0,'0'0'10'0'0,"7"-21"27"0"0,0 12-22 0 0,-6 8 11 0 0,0-1 0 0 0,0 1 0 0 0,0 0 0 0 0,0 0 0 0 0,0-1 0 0 0,0 1 0 0 0,0-1 1 0 0,-1 1-1 0 0,1-1 0 0 0,0 1 0 0 0,0-3 0 0 0,-1 3 9 0 0,6 33 483 0 0,0 0-296 0 0,-1 0-1 0 0,-1 60 1 0 0,-2-56-15 0 0,-2-27-122 0 0,2 1 0 0 0,-1-1 0 0 0,1 0-1 0 0,4 12 1 0 0,-6-20-72 0 0,0-1 0 0 0,0 0 0 0 0,0 1 0 0 0,0-1 0 0 0,0 1 0 0 0,0-1 0 0 0,1 1 0 0 0,-1-1 0 0 0,0 0 0 0 0,0 1 0 0 0,0-1 0 0 0,0 0 0 0 0,0 1 0 0 0,1-1 0 0 0,-1 1 0 0 0,0-1 1 0 0,0 0-1 0 0,1 1 0 0 0,-1-1 0 0 0,0 0 0 0 0,1 0 0 0 0,-1 1 0 0 0,0-1 0 0 0,1 0 0 0 0,-1 0 0 0 0,0 1 0 0 0,1-1 0 0 0,-1 0 0 0 0,1 0 0 0 0,-1 0 0 0 0,0 0 0 0 0,1 0 0 0 0,-1 0 0 0 0,1 1 0 0 0,-1-1 0 0 0,0 0 0 0 0,1 0 0 0 0,-1 0 0 0 0,1 0 0 0 0,-1 0 0 0 0,0-1 0 0 0,1 1 0 0 0,-1 0 0 0 0,1 0 0 0 0,-1 0 0 0 0,1 0 0 0 0,-1 0 0 0 0,0 0 0 0 0,1-1 0 0 0,-1 1 0 0 0,0 0 0 0 0,1 0 0 0 0,-1-1 0 0 0,0 1 0 0 0,1 0 0 0 0,-1-1 0 0 0,0 1 0 0 0,1-1 0 0 0,1-1 11 0 0,-1 0 0 0 0,1 0 0 0 0,-1 0 0 0 0,0 0 0 0 0,1 0 0 0 0,-1-1 0 0 0,0 1 0 0 0,1-5 0 0 0,15-78 147 0 0,-12 57-129 0 0,0 0 0 0 0,2 1-1 0 0,1-1 1 0 0,1 1 0 0 0,14-28 0 0 0,7 11 43 0 0,-29 44-81 0 0,-1-1-1 0 0,1 1 1 0 0,-1 0 0 0 0,1-1 0 0 0,0 1 0 0 0,-1 0-1 0 0,1 0 1 0 0,-1 0 0 0 0,1-1 0 0 0,0 1 0 0 0,-1 0-1 0 0,1 0 1 0 0,0 0 0 0 0,-1 0 0 0 0,1 0-1 0 0,0 0 1 0 0,-1 0 0 0 0,1 0 0 0 0,0 0 0 0 0,-1 1-1 0 0,1-1 1 0 0,0 0 0 0 0,-1 0 0 0 0,2 1 0 0 0,13 7 26 0 0,-7-1-22 0 0,-1 1 0 0 0,1 1 0 0 0,-1-1 0 0 0,-1 1 0 0 0,0 1 0 0 0,0-1 0 0 0,0 1 0 0 0,-2 0 0 0 0,6 14 0 0 0,-3-5 5 0 0,-2 0 0 0 0,0 1 0 0 0,-1 0-1 0 0,2 25 1 0 0,-4-21-5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4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24199 0 0,'18'16'0'0'0,"-16"-14"0"0"0,0 1 0 0 0,0-1 0 0 0,0 0 0 0 0,0 1 0 0 0,0-1 0 0 0,-1 1 0 0 0,1-1 0 0 0,-1 1 0 0 0,0-1 0 0 0,0 1 0 0 0,0 0 0 0 0,0 0 0 0 0,0 0 0 0 0,0 0 0 0 0,-1 0 0 0 0,0 0 0 0 0,1 0 0 0 0,-1 0 0 0 0,0 0 0 0 0,-1 4 0 0 0,1 10 0 0 0,5 17 2 0 0,-2 0 0 0 0,-1 1 0 0 0,-2-1 0 0 0,-5 37 0 0 0,-2-20 17 0 0,1 66 0 0 0,6-95-3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4.5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66 21855 0 0,'0'0'0'0'0,"0"-4"0"0"0,-3-2 8 0 0,1 2 0 0 0,-2-2 0 0 0,0-2 8 0 0,0-2-8 0 0,-3 2 0 0 0,0 2 0 0 0,-2-1 0 0 0,2 3 32 0 0,2 1 0 0 0,-5 3 8 0 0,2 0-8 0 0,-1 0-8 0 0,-2 0 0 0 0,-4 0 0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4.9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98 14272 0 0,'0'0'6926'0'0,"1"5"-6787"0"0,6 26 301 0 0,10 42 636 0 0,9 87 1 0 0,-24-134-768 0 0,2-1 0 0 0,1 1 0 0 0,9 26 0 0 0,-22-86 88 0 0,2 0-1 0 0,2 0 1 0 0,-1-70 0 0 0,9 71-285 0 0,1-1 0 0 0,2 1 0 0 0,18-52 0 0 0,-22 77-86 0 0,0 0 1 0 0,1 0 0 0 0,-1 1 0 0 0,1-1 0 0 0,1 1-1 0 0,0 0 1 0 0,0 0 0 0 0,0 1 0 0 0,9-9 0 0 0,-12 13-14 0 0,1-1 0 0 0,-1 1 1 0 0,1 0-1 0 0,-1 1 1 0 0,1-1-1 0 0,0 0 1 0 0,0 1-1 0 0,-1-1 1 0 0,1 1-1 0 0,0 0 1 0 0,1 0-1 0 0,-1 0 1 0 0,0 0-1 0 0,0 1 1 0 0,0-1-1 0 0,0 1 1 0 0,1 0-1 0 0,-1 0 1 0 0,0 0-1 0 0,0 0 0 0 0,0 1 1 0 0,1-1-1 0 0,-1 1 1 0 0,0 0-1 0 0,0 0 1 0 0,0 0-1 0 0,3 1 1 0 0,9 7 27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5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346 144 17983 0 0,'0'0'696'0'0,"1"-4"0"0"0,0 1-595 0 0,0 1 12 0 0,0 0-1 0 0,0 0 0 0 0,0 0 0 0 0,-1 0 0 0 0,1-1 1 0 0,-1 1-1 0 0,1 0 0 0 0,-1 0 0 0 0,0 0 1 0 0,0-1-1 0 0,0 1 0 0 0,0 0 0 0 0,-1-4 0 0 0,1 5 26 0 0,-1 1 0 0 0,0-1 0 0 0,0 1-1 0 0,0-1 1 0 0,1 1 0 0 0,-1-1 0 0 0,0 1-1 0 0,0 0 1 0 0,0-1 0 0 0,0 1 0 0 0,0 0-1 0 0,0 0 1 0 0,0 0 0 0 0,0 0 0 0 0,0 0-1 0 0,1 0 1 0 0,-1 0 0 0 0,0 0 0 0 0,-2 0-1 0 0,-23 5 119 0 0,18-4-139 0 0,-4 2 5 0 0,0 0-1 0 0,0 1 1 0 0,0 0 0 0 0,1 1-1 0 0,0 0 1 0 0,0 1-1 0 0,0 0 1 0 0,-14 11-1 0 0,-75 66 656 0 0,98-81-776 0 0,-7 7 50 0 0,0 0 1 0 0,0 1-1 0 0,1 1 0 0 0,0-1 0 0 0,-8 16 0 0 0,13-21-26 0 0,0 1 0 0 0,0 0 0 0 0,1-1 0 0 0,-1 2 0 0 0,1-1 0 0 0,1 0 0 0 0,-1 0 0 0 0,1 0 0 0 0,0 1 0 0 0,1-1 0 0 0,-1 1 0 0 0,2 10 0 0 0,-1-16-23 0 0,1 0-1 0 0,-1 0 0 0 0,0 0 1 0 0,1 0-1 0 0,0 0 1 0 0,-1 0-1 0 0,1 0 1 0 0,-1-1-1 0 0,1 1 0 0 0,0 0 1 0 0,-1 0-1 0 0,1 0 1 0 0,0-1-1 0 0,0 1 1 0 0,0-1-1 0 0,0 1 0 0 0,0 0 1 0 0,0-1-1 0 0,0 0 1 0 0,0 1-1 0 0,0-1 0 0 0,0 1 1 0 0,0-1-1 0 0,0 0 1 0 0,0 0-1 0 0,0 0 1 0 0,0 1-1 0 0,0-1 0 0 0,0 0 1 0 0,0 0-1 0 0,2-1 1 0 0,38-3 18 0 0,-34 2-14 0 0,15-1-3 0 0,0-1-1 0 0,-1-2 0 0 0,0 0 1 0 0,0-1-1 0 0,24-12 0 0 0,-36 15-1 0 0,0-2 0 0 0,0 1-1 0 0,-1-1 1 0 0,0 0 0 0 0,0-1-1 0 0,0 0 1 0 0,-1 0 0 0 0,0-1 0 0 0,0 0-1 0 0,-1 0 1 0 0,0-1 0 0 0,0 1-1 0 0,5-13 1 0 0,-8 15-1 0 0,0-1 0 0 0,-1 0-1 0 0,0 0 1 0 0,0 0 0 0 0,0 0-1 0 0,-1-1 1 0 0,0 1 0 0 0,0 0-1 0 0,-1 0 1 0 0,0-9 0 0 0,-2 1-2 0 0,-1-1 1 0 0,0 1-1 0 0,-8-24 1 0 0,-1 8-5 0 0,8 23 6 0 0,1-1 0 0 0,0 0 0 0 0,0 1 0 0 0,-2-14 1 0 0,6 18 5 0 0,1 3 2 0 0,-1 25 18 0 0,3 12 83 0 0,1-1 0 0 0,1 1 0 0 0,3-1 0 0 0,0 0 0 0 0,2-1-1 0 0,2 0 1 0 0,28 52 0 0 0,-32-69 24 0 0,0-1-1 0 0,2 0 0 0 0,14 18 1 0 0,-20-30-48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5.8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234 1 18895 0 0,'0'0'5336'0'0,"-5"1"-5184"0"0,-12 8-20 0 0,0-1-1 0 0,0 2 1 0 0,1 0-1 0 0,1 1 0 0 0,-1 1 1 0 0,2 0-1 0 0,-21 22 1 0 0,26-25-102 0 0,1 1 1 0 0,0 0 0 0 0,1 0-1 0 0,0 1 1 0 0,0-1 0 0 0,1 2 0 0 0,1-1-1 0 0,0 1 1 0 0,0-1 0 0 0,1 2-1 0 0,1-1 1 0 0,-4 21 0 0 0,7-30-20 0 0,0 0 0 0 0,0 0 0 0 0,0 0 0 0 0,0 0 1 0 0,0 0-1 0 0,1 0 0 0 0,-1 1 0 0 0,1-1 0 0 0,0-1 0 0 0,0 1 1 0 0,0 0-1 0 0,0 0 0 0 0,1 0 0 0 0,-1 0 0 0 0,1-1 0 0 0,0 1 0 0 0,2 2 1 0 0,-1-1 2 0 0,1-1 1 0 0,0 0-1 0 0,0 1 1 0 0,0-1-1 0 0,0-1 1 0 0,1 1 0 0 0,-1-1-1 0 0,1 1 1 0 0,7 2-1 0 0,0-2 16 0 0,0 0 0 0 0,0 0-1 0 0,0-1 1 0 0,0 0 0 0 0,0-1-1 0 0,0-1 1 0 0,23-1 0 0 0,-7-3 15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6.2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1 17583 0 0,'0'0'5320'0'0,"-3"6"-5141"0"0,-4 18 91 0 0,0 0 0 0 0,2 0 1 0 0,1 0-1 0 0,1 1 0 0 0,0 37 0 0 0,4 0 176 0 0,10 70 0 0 0,24 83 688 0 0,-33-208-1056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6.5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1 24743 0 0,'0'0'66'0'0,"-5"0"-52"0"0,-13 0 6 0 0,-1 1-1 0 0,-35 8 1 0 0,26-4 9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6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267 187 11760 0 0,'0'0'7693'0'0,"1"4"-7505"0"0,0 0-132 0 0,0-1 1 0 0,0 1-1 0 0,0-1 0 0 0,-1 1 1 0 0,0 0-1 0 0,0 0 1 0 0,0-1-1 0 0,0 1 1 0 0,0 0-1 0 0,-1-1 0 0 0,0 1 1 0 0,1 0-1 0 0,-1-1 1 0 0,-1 1-1 0 0,1-1 0 0 0,0 1 1 0 0,-1-1-1 0 0,-3 5 1 0 0,2-4-15 0 0,0-1 0 0 0,0-1 0 0 0,0 1 0 0 0,0 0 0 0 0,0-1 1 0 0,-1 0-1 0 0,1 1 0 0 0,-1-1 0 0 0,1-1 0 0 0,-1 1 0 0 0,0 0 1 0 0,0-1-1 0 0,0 0 0 0 0,0 0 0 0 0,0 0 0 0 0,0 0 0 0 0,0-1 1 0 0,0 0-1 0 0,0 1 0 0 0,0-1 0 0 0,0-1 0 0 0,-8 0 0 0 0,2-1 8 0 0,1 1-1 0 0,-1-2 0 0 0,0 1 1 0 0,1-1-1 0 0,0-1 0 0 0,0 1 0 0 0,0-2 1 0 0,-13-7-1 0 0,16 8-21 0 0,1 0-1 0 0,0-1 1 0 0,0 1 0 0 0,0-1 0 0 0,0-1-1 0 0,1 1 1 0 0,0 0 0 0 0,0-1 0 0 0,0 0-1 0 0,1 0 1 0 0,-1 0 0 0 0,2 0 0 0 0,-1-1-1 0 0,-3-11 1 0 0,5 13-9 0 0,0 0 0 0 0,0 0-1 0 0,1 0 1 0 0,0 0-1 0 0,-1 0 1 0 0,2 0 0 0 0,-1 0-1 0 0,1 0 1 0 0,-1 0 0 0 0,1 0-1 0 0,1 0 1 0 0,-1 0 0 0 0,1 0-1 0 0,0 1 1 0 0,0-1 0 0 0,0 0-1 0 0,0 1 1 0 0,1 0 0 0 0,0 0-1 0 0,5-6 1 0 0,-3 4 21 0 0,1 0 1 0 0,0 0-1 0 0,1 1 1 0 0,-1 0-1 0 0,1 0 0 0 0,0 1 1 0 0,0 0-1 0 0,0 0 1 0 0,1 1-1 0 0,-1 0 0 0 0,1 0 1 0 0,9-2-1 0 0,-11 4-10 0 0,-1 0 0 0 0,0 0-1 0 0,1 1 1 0 0,-1-1-1 0 0,1 1 1 0 0,-1 1 0 0 0,1-1-1 0 0,-1 1 1 0 0,0 0-1 0 0,1 0 1 0 0,-1 0 0 0 0,0 1-1 0 0,0 0 1 0 0,0 0-1 0 0,0 0 1 0 0,0 1 0 0 0,0-1-1 0 0,8 8 1 0 0,-6-4 7 0 0,-1 0 1 0 0,1 1-1 0 0,-1-1 1 0 0,-1 2-1 0 0,0-1 1 0 0,0 1-1 0 0,0-1 1 0 0,4 11-1 0 0,2 6 51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17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 23023 0 0,'41'-3'162'0'0,"-40"5"-151"0"0,0 0 1 0 0,1 0 0 0 0,-1 0-1 0 0,0 0 1 0 0,0 0 0 0 0,0 0-1 0 0,-1 0 1 0 0,1 0 0 0 0,0 1 0 0 0,-1-1-1 0 0,1 0 1 0 0,-1 3 0 0 0,8 49 243 0 0,0 99 0 0 0,-9-87-79 0 0,2 59 219 0 0,-1-115-325 0 0,-1 0 1 0 0,1 0-1 0 0,-5 19 1 0 0,-1 20 316 0 0,4-41-186 0 0,-3-12-32 0 0,-2-15-61 0 0,6-4-68 0 0,2 0 0 0 0,0 1 1 0 0,9-42-1 0 0,-8 53-27 0 0,6-32 41 0 0,23-74-1 0 0,-26 100-38 0 0,2 1 0 0 0,0 0 1 0 0,1 0-1 0 0,0 0 0 0 0,2 1 0 0 0,-1 1 0 0 0,17-19 0 0 0,-21 28 6 0 0,1 1 1 0 0,-1-1-1 0 0,1 1 0 0 0,-1 0 0 0 0,1 1 1 0 0,1-1-1 0 0,-1 1 0 0 0,0 0 0 0 0,1 1 1 0 0,-1 0-1 0 0,1 0 0 0 0,0 0 0 0 0,11-1 1 0 0,-17 3-16 0 0,1 0 0 0 0,-1 1 1 0 0,0-1-1 0 0,1 0 1 0 0,-1 1-1 0 0,0-1 1 0 0,0 0-1 0 0,1 1 1 0 0,-1 0-1 0 0,0-1 1 0 0,0 1-1 0 0,0 0 1 0 0,0-1-1 0 0,0 1 0 0 0,0 0 1 0 0,0 0-1 0 0,0 0 1 0 0,0 0-1 0 0,0 0 1 0 0,-1 0-1 0 0,1 0 1 0 0,0 0-1 0 0,0 1 1 0 0,-1-1-1 0 0,1 2 1 0 0,6 10 47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37.9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11596 7007 7528 0 0,'0'0'1684'0'0,"0"-4"-1554"0"0,-4-18 1448 0 0,-2-35-1 0 0,-4-27 1246 0 0,2-23-409 0 0,4-64-229 0 0,-5 28-894 0 0,8 68-431 0 0,2-85-129 0 0,4 120-318 0 0,-3 25-230 0 0,0 1-1 0 0,-1-17 0 0 0,-1 6-72 0 0,-2-29 580 0 0,-14-102 0 0 0,-32-89 922 0 0,42 220-1473 0 0,-27-162 1130 0 0,26 95-330 0 0,7-104 0 0 0,1 86-25 0 0,0 94-739 0 0,1 1 1 0 0,3-19-1 0 0,-2 18-49 0 0,0 0-1 0 0,-1-19 1 0 0,-5-230 667 0 0,3 208-793 0 0,10-75 0 0 0,-9 102 0 0 0,-2-1 0 0 0,-1 1 0 0 0,-1 0 0 0 0,-1 0 0 0 0,-14-47 0 0 0,-7-55 0 0 0,-28-363 0 0 0,45 418 0 0 0,-12-131 0 0 0,11 102 0 0 0,3 52 0 0 0,2 0 0 0 0,6-90 0 0 0,1 94 0 0 0,-6-78 0 0 0,-17-36 0 0 0,3 30 0 0 0,-4-281 0 0 0,22 395 0 0 0,-8-205 0 0 0,-1 23 0 0 0,-19-93 0 0 0,24 77 0 0 0,-2-14 0 0 0,0 188 0 0 0,-10-146 0 0 0,7 101 0 0 0,-30-137 0 0 0,37 221 0 0 0,-21-78 0 0 0,21 80 0 0 0,0 0 0 0 0,1 0 0 0 0,-1 1 0 0 0,0-1 0 0 0,0 0 0 0 0,0 1 0 0 0,-1-1 0 0 0,1 1 0 0 0,-1-1 0 0 0,1 1 0 0 0,-1 0 0 0 0,0 0 0 0 0,0 0 0 0 0,0 0 0 0 0,0 0 0 0 0,0 0 0 0 0,0 0 0 0 0,-3-1 0 0 0,-1 1 0 0 0,1 0 0 0 0,-1 0 0 0 0,0 0 0 0 0,0 1 0 0 0,0 0 0 0 0,-9-1 0 0 0,0 0 0 0 0,-46-3 0 0 0,-102 5 0 0 0,74 1 0 0 0,-46-2 0 0 0,-144 3 0 0 0,194 4 0 0 0,-46 2 0 0 0,-144 2 0 0 0,-188 20 0 0 0,104-29 0 0 0,-113 6 0 0 0,307 0 0 0 0,-181-16 0 0 0,-551-27 0 0 0,437 27 0 0 0,-488 37 0 0 0,669-1 0 0 0,-18 3 0 0 0,-348-19 0 0 0,255-10 0 0 0,159 6 0 0 0,-231 0 0 0 0,277-9 0 0 0,-181-7 0 0 0,271 2 0 0 0,-320-14 0 0 0,2 21 0 0 0,273 10 0 0 0,48-2 0 0 0,-3-1 0 0 0,-134 26 0 0 0,44-9 0 0 0,81-14 0 0 0,-200 32 0 0 0,203-30 0 0 0,-20 8 0 0 0,78-19 0 0 0,34-2 0 0 0,0 1 0 0 0,0 0 0 0 0,1 1 0 0 0,-1 0 0 0 0,-14 3 0 0 0,-14 2 0 0 0,33-6 0 0 0,1 0 0 0 0,0 0 0 0 0,-1 0 0 0 0,1 0 0 0 0,0 1 0 0 0,0 0 0 0 0,-1-1 0 0 0,1 1 0 0 0,0 0 0 0 0,0 1 0 0 0,0-1 0 0 0,0 0 0 0 0,0 1 0 0 0,0 0 0 0 0,0 0 0 0 0,1 0 0 0 0,-1 0 0 0 0,-2 3 0 0 0,3-4 0 0 0,1 1 0 0 0,-1-1 0 0 0,1 0 0 0 0,-1 0 0 0 0,1 0 0 0 0,-1 0 0 0 0,0 0 0 0 0,0 0 0 0 0,1 0 0 0 0,-1-1 0 0 0,0 1 0 0 0,0-1 0 0 0,0 1 0 0 0,0-1 0 0 0,0 0 0 0 0,-3 0 0 0 0,-37-2 0 0 0,17 0 0 0 0,-80 2 0 0 0,101-1 0 0 0,-1-1 0 0 0,1-2 0 0 0,4 3 0 0 0,-1-1 0 0 0,0 1 0 0 0,1-1 0 0 0,-1 1 0 0 0,1-1 0 0 0,0 1 0 0 0,-1-1 0 0 0,1 0 0 0 0,0 1 0 0 0,0-1 0 0 0,0 1 0 0 0,0-1 0 0 0,0 1 0 0 0,0-1 0 0 0,1 0 0 0 0,0-1 0 0 0,-1 0 0 0 0,3-10 0 0 0,2-1 0 0 0,-1 1 0 0 0,1 0 0 0 0,1 1 0 0 0,0-1 0 0 0,9-12 0 0 0,-8 15 0 0 0,61-98 0 0 0,-58 94 0 0 0,1 1 0 0 0,1 0 0 0 0,-1 1 0 0 0,2 0 0 0 0,18-14 0 0 0,-25 23-1 0 0,-1 0 1 0 0,0 1-1 0 0,1 0 0 0 0,0 0 1 0 0,-1 0-1 0 0,1 1 1 0 0,8-2-1 0 0,-10 3 0 0 0,0-1 0 0 0,1 0 1 0 0,-1 1-1 0 0,0-2 0 0 0,0 1 0 0 0,0 0 0 0 0,0-1 1 0 0,0 0-1 0 0,0 0 0 0 0,-1 0 0 0 0,1 0 1 0 0,0-1-1 0 0,3-2 0 0 0,-2-8-10 0 0,-5 11 7 0 0,1 1-1 0 0,-1 0 1 0 0,0 0 0 0 0,1 0 0 0 0,-1 0-1 0 0,0 0 1 0 0,1 0 0 0 0,-1 0-1 0 0,1 0 1 0 0,0 0 0 0 0,-1 0 0 0 0,1 0-1 0 0,0 0 1 0 0,0 0 0 0 0,-1 0 0 0 0,1 0-1 0 0,2-1 1 0 0,-10 4-3 0 0,0 0-1 0 0,0 0 1 0 0,0 0-1 0 0,0 1 1 0 0,1 0-1 0 0,-1 0 1 0 0,1 0-1 0 0,0 1 1 0 0,0 0-1 0 0,-7 6 1 0 0,-9 5-7 0 0,2-3 3 0 0,0 2 0 0 0,1 0 0 0 0,0 1 0 0 0,1 1 0 0 0,1 1 0 0 0,0 1 0 0 0,1 0-1 0 0,1 1 1 0 0,-16 26 0 0 0,-49 74-77 0 0,70-103 62 0 0,0-2-5 0 0,1 0 0 0 0,-7 15-1 0 0,15-26 30 0 0,0 0-1 0 0,1-1 0 0 0,-1 1 1 0 0,1 0-1 0 0,-1 0 0 0 0,1 0 1 0 0,0 3-1 0 0,1-4 0 0 0,-1 0 0 0 0,0-1 1 0 0,0 1-1 0 0,0 0 0 0 0,0-1 1 0 0,0 1-1 0 0,-1 0 0 0 0,1-1 0 0 0,0 1 1 0 0,-1 0-1 0 0,1-1 0 0 0,-1 1 0 0 0,0-1 1 0 0,0 1-1 0 0,1-1 0 0 0,-1 1 1 0 0,0-1-1 0 0,0 1 0 0 0,0-1 0 0 0,0 0 1 0 0,-3 3-1 0 0,-8 10-60 0 0,12-13 61 0 0,0 0 0 0 0,-1 0 0 0 0,1 0 0 0 0,-1-1 0 0 0,1 1 0 0 0,-1 0 0 0 0,1-1 0 0 0,-1 1 0 0 0,1 0 1 0 0,-1-1-1 0 0,1 1 0 0 0,-1 0 0 0 0,0-1 0 0 0,1 1 0 0 0,-1-1 0 0 0,0 1 0 0 0,1-1 0 0 0,-1 0 0 0 0,0 1 0 0 0,0-1 0 0 0,0 0 0 0 0,1 0 0 0 0,-1 1 1 0 0,0-1-1 0 0,-1 0 0 0 0,1 35-45 0 0,1-31 39 0 0,0 0 1 0 0,0 0 5 0 0,0 0-4 0 0,0-3 6 0 0,0-1 0 0 0,1 0 0 0 0,-1 1 0 0 0,0-1 0 0 0,0 0 0 0 0,1 1 0 0 0,-1-1 0 0 0,0 0 0 0 0,1 1 0 0 0,-1-1 0 0 0,0 0 0 0 0,1 1 0 0 0,-1-1 0 0 0,0 0 0 0 0,1 0-1 0 0,-1 0 1 0 0,1 1 0 0 0,-1-1 0 0 0,0 0 0 0 0,1 0 0 0 0,-1 0 0 0 0,1 0 0 0 0,-1 0 0 0 0,1 0 0 0 0,-1 0 0 0 0,1 0 0 0 0,-1 0 0 0 0,1 0 0 0 0,17 0 0 0 0,-15-1 0 0 0,21 1 0 0 0,0 1 0 0 0,25 5 0 0 0,-21-2 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57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70 553 8640 0 0,'0'0'4616'0'0,"3"-5"-4455"0"0,-2 2-100 0 0,1 0 0 0 0,-1 0 0 0 0,1 0 0 0 0,-1 0 0 0 0,0 0 0 0 0,0 0 0 0 0,-1 0 0 0 0,1-1 0 0 0,-1 1 0 0 0,1 0 0 0 0,-1 0 0 0 0,0-1 1 0 0,0-3-1 0 0,-24-161 1124 0 0,20 122-950 0 0,-1-1 1 0 0,-3 1-1 0 0,-15-50 0 0 0,18 80-132 0 0,2 8 37 0 0,0 0 1 0 0,1 1 0 0 0,0-1 0 0 0,0 0 0 0 0,1 0-1 0 0,-1-12 769 0 0,5 22-869 0 0,0-1-1 0 0,0 1 1 0 0,-1 0 0 0 0,1 0-1 0 0,-1 0 1 0 0,0 0 0 0 0,1 1-1 0 0,2 4 1 0 0,-1-4 11 0 0,4 8 43 0 0,1 1 0 0 0,-1 0-1 0 0,-1 0 1 0 0,0 0 0 0 0,6 18 0 0 0,-5-13 66 0 0,0 0 0 0 0,15 20 0 0 0,-11-17 30 0 0,0 0 0 0 0,17 41 0 0 0,-13-26 13 0 0,6 26 153 0 0,-17-44-209 0 0,14 31 1 0 0,-17-44-131 0 0,-1-1 2 0 0,1 1-1 0 0,0 0 1 0 0,0-1-1 0 0,0 0 1 0 0,0 1-1 0 0,1-1 1 0 0,-1 0-1 0 0,1 0 1 0 0,0 0-1 0 0,3 2 1 0 0,-6-5-17 0 0,0 0 0 0 0,1 1 0 0 0,-1-1 0 0 0,0 0 0 0 0,0 0-1 0 0,1 1 1 0 0,-1-1 0 0 0,0 0 0 0 0,0 0 0 0 0,1 0 0 0 0,-1 0 0 0 0,0 1 0 0 0,0-1 0 0 0,1 0 0 0 0,-1 0 0 0 0,0 0-1 0 0,1 0 1 0 0,-1 0 0 0 0,0 0 0 0 0,1 0 0 0 0,-1 0 0 0 0,0 0 0 0 0,1 0 0 0 0,-1 0 0 0 0,0 0 0 0 0,1 0 0 0 0,-1 0-1 0 0,0 0 1 0 0,1 0 0 0 0,-1 0 0 0 0,0 0 0 0 0,1 0 0 0 0,-1-1 0 0 0,0 1 0 0 0,0 0 0 0 0,1 0 0 0 0,-1 0 0 0 0,0 0-1 0 0,0-1 1 0 0,1 1 0 0 0,-1 0 0 0 0,0 0 0 0 0,0-1 0 0 0,1 1 0 0 0,-1 0 0 0 0,0 0 0 0 0,0-1 0 0 0,0 1 0 0 0,0 0-1 0 0,0-1 1 0 0,1 1 0 0 0,-1-1 0 0 0,2-15 54 0 0,-2 15-50 0 0,0 0 16 0 0,0-32 66 0 0,-8-123-10 0 0,3 94-12 0 0,6-119 0 0 0,0 168-6 0 0,-1 12-42 0 0,0-1 1 0 0,0 1-1 0 0,0-1 1 0 0,0 1-1 0 0,1-1 1 0 0,-1 1-1 0 0,0-1 1 0 0,1 1-1 0 0,-1-1 1 0 0,1 1-1 0 0,-1 0 1 0 0,1-1-1 0 0,-1 1 1 0 0,1 0-1 0 0,0-1 0 0 0,0 1 1 0 0,0 0-1 0 0,0 0 1 0 0,0 0-1 0 0,0 0 1 0 0,0 0-1 0 0,0 0 1 0 0,0 0-1 0 0,0 0 1 0 0,1 0-1 0 0,-1 0 1 0 0,2 0-1 0 0,-1-1 30 0 0,-1 2 5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58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1 564 11952 0 0,'0'0'5745'0'0,"-1"-5"-5611"0"0,1-9 12 0 0,1-1 0 0 0,0 1-1 0 0,4-22 1 0 0,-1 16 55 0 0,0-34-1 0 0,-5-10-18 0 0,-1 40-156 0 0,1-1 1 0 0,2 1-1 0 0,0-1 0 0 0,2 1 0 0 0,6-27 0 0 0,2 2 17 0 0,-8 31 14 0 0,1 1-1 0 0,1 0 1 0 0,12-29-1 0 0,-16 45-14 0 0,-1-1 0 0 0,1 0 0 0 0,0 1 0 0 0,0-1 0 0 0,0 1 0 0 0,0-1 0 0 0,1 1 0 0 0,-1-1 0 0 0,0 1 0 0 0,0 0 0 0 0,1 0 0 0 0,1-2 0 0 0,-3 3-11 0 0,1 0-1 0 0,0 0 0 0 0,-1 0 0 0 0,1-1 0 0 0,-1 1 1 0 0,1 0-1 0 0,0 0 0 0 0,-1 0 0 0 0,1 0 0 0 0,0 0 1 0 0,-1 0-1 0 0,1 0 0 0 0,-1 0 0 0 0,1 0 1 0 0,0 0-1 0 0,-1 0 0 0 0,1 1 0 0 0,0-1 0 0 0,-1 0 1 0 0,1 0-1 0 0,-1 1 0 0 0,1-1 0 0 0,0 1 0 0 0,3 2 66 0 0,-1 0 0 0 0,0 1 0 0 0,0 0 0 0 0,0-1 0 0 0,0 1 0 0 0,-1 0 0 0 0,4 6 0 0 0,5 11 87 0 0,0 1-1 0 0,-2-1 1 0 0,0 2-1 0 0,-2-1 1 0 0,0 1-1 0 0,-1 0 1 0 0,-2 1-1 0 0,3 31 1 0 0,16 130 783 0 0,-12-135-596 0 0,-7-36-67 0 0,-1-1 1 0 0,0 1-1 0 0,1 27 0 0 0,-4-40-262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0:59.2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1 16072 0 0,'0'0'2017'0'0,"-8"6"-1321"0"0,7-4-626 0 0,-1-1 1 0 0,0 1-1 0 0,0-1 0 0 0,0 0 1 0 0,0 0-1 0 0,0 0 1 0 0,0 0-1 0 0,-1 0 0 0 0,1 0 1 0 0,0 0-1 0 0,0-1 0 0 0,-4 1 1 0 0,-29 5 139 0 0,32-6-167 0 0,-54 7 269 0 0,36-5-210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00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72 550 10344 0 0,'0'0'1566'0'0,"0"-5"-1394"0"0,-13-80 1360 0 0,-19-168 1142 0 0,10 71-435 0 0,23 172-1557 0 0,0 10-643 0 0,-1-1 0 0 0,0 1 0 0 0,0 0 0 0 0,1-1 0 0 0,-1 1 0 0 0,0 0 0 0 0,0 0 0 0 0,0-1-1 0 0,1 1 1 0 0,-1 0 0 0 0,0-1 0 0 0,0 1 0 0 0,0-1 0 0 0,0 1 0 0 0,0 0 0 0 0,0-1 0 0 0,0 1 0 0 0,0 0 0 0 0,0-1 0 0 0,0 1 0 0 0,0 0 0 0 0,0-1 0 0 0,0 1 0 0 0,0 0 0 0 0,0-1 0 0 0,0 1 0 0 0,0 0 0 0 0,0-1 0 0 0,-1 1 0 0 0,1 0 0 0 0,0-1 0 0 0,0 1 0 0 0,0 0 0 0 0,-1-1 0 0 0,1 1 0 0 0,0 0 0 0 0,0 0 0 0 0,-1-1 0 0 0,1 1 0 0 0,0 0 0 0 0,0 0 0 0 0,-1 0 0 0 0,1-1 0 0 0,0 1 0 0 0,-1 0 0 0 0,1 0 0 0 0,0 0 0 0 0,-1 0 0 0 0,1 0-1 0 0,0-1 1 0 0,-1 1 0 0 0,1 0 0 0 0,0 0 0 0 0,-1 0 0 0 0,0 0 0 0 0,2 27 808 0 0,2-10-663 0 0,1-1 1 0 0,1 0-1 0 0,0 0 0 0 0,1-1 1 0 0,1 0-1 0 0,1 0 1 0 0,0 0-1 0 0,13 18 0 0 0,-8-13 66 0 0,-1 0 0 0 0,-1 2 0 0 0,9 22 0 0 0,-17-35-181 0 0,-2 0 0 0 0,1-1 0 0 0,-1 1 0 0 0,0 0 0 0 0,-1 13 1 0 0,0-14 3 0 0,0 0 0 0 0,0-1 0 0 0,1 1 0 0 0,0 0 0 0 0,0-1 0 0 0,1 1 0 0 0,4 11 1 0 0,-5-17-57 0 0,2 5 109 0 0,1 1-1 0 0,0-1 0 0 0,6 9 0 0 0,-8-14-113 0 0,-1 0 1 0 0,0-1 0 0 0,0 1 0 0 0,1-1-1 0 0,-1 0 1 0 0,1 1 0 0 0,-1-1-1 0 0,1 0 1 0 0,0 0 0 0 0,0 0-1 0 0,-1 0 1 0 0,1 0 0 0 0,0 0-1 0 0,0-1 1 0 0,0 1 0 0 0,0-1-1 0 0,0 1 1 0 0,0-1 0 0 0,3 1 0 0 0,-3-1-7 0 0,0-1 0 0 0,0 1 1 0 0,0 0-1 0 0,0-1 1 0 0,0 0-1 0 0,0 1 1 0 0,0-1-1 0 0,0 0 1 0 0,0 0-1 0 0,-1 0 1 0 0,1 0-1 0 0,0 0 1 0 0,0 0-1 0 0,-1-1 1 0 0,1 1-1 0 0,-1 0 1 0 0,1-1-1 0 0,-1 1 1 0 0,0-1-1 0 0,1 0 1 0 0,-1 1-1 0 0,0-1 1 0 0,0 0-1 0 0,0 0 0 0 0,-1 0 1 0 0,1 0-1 0 0,0 0 1 0 0,0-3-1 0 0,2-7 20 0 0,0 0-1 0 0,-1 0 1 0 0,0-21-1 0 0,-1 24 0 0 0,-1-16 22 0 0,-1 0 0 0 0,-1 1 0 0 0,-10-48 0 0 0,-2-25 130 0 0,13 84-108 0 0,0 1 0 0 0,2-1 0 0 0,0 1 0 0 0,0-1 0 0 0,6-22 0 0 0,-7 33-45 0 0,1 0 0 0 0,0 0 0 0 0,0 1 1 0 0,0-1-1 0 0,0 0 0 0 0,1 0 0 0 0,-1 1 0 0 0,0-1 0 0 0,1 0 1 0 0,-1 1-1 0 0,1 0 0 0 0,0-1 0 0 0,-1 1 0 0 0,1 0 1 0 0,2-2-1 0 0,-3 3-11 0 0,0-1 0 0 0,0 1 1 0 0,0-1-1 0 0,-1 1 0 0 0,1 0 1 0 0,0-1-1 0 0,0 1 0 0 0,0 0 1 0 0,0 0-1 0 0,0-1 0 0 0,0 1 1 0 0,0 0-1 0 0,0 0 0 0 0,0 0 1 0 0,0 0-1 0 0,0 0 0 0 0,0 1 1 0 0,0-1-1 0 0,-1 0 0 0 0,1 0 1 0 0,0 0-1 0 0,0 1 0 0 0,0-1 1 0 0,0 1-1 0 0,0-1 0 0 0,0 1 1 0 0,-1-1-1 0 0,1 1 0 0 0,0-1 1 0 0,0 1-1 0 0,-1-1 0 0 0,1 1 0 0 0,0 0 1 0 0,0 1-1 0 0,8 14 72 0 0,0 0-1 0 0,-1 2 1 0 0,0-1-1 0 0,8 35 1 0 0,-12-37-44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00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23839 0 0,'2'23'-122'0'0,"56"116"-177"0"0,-51-117 264 0 0,-1 0 1 0 0,-1 0-1 0 0,2 23 1 0 0,-3-20-45 0 0,13 49 0 0 0,-17-73 68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01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77 177 13768 0 0,'0'0'2918'0'0,"1"4"-2533"0"0,0-2-350 0 0,-1-1 0 0 0,1 0-1 0 0,-1 1 1 0 0,1-1 0 0 0,0 0-1 0 0,0 1 1 0 0,-1-1 0 0 0,1 0-1 0 0,0 0 1 0 0,0 1-1 0 0,0-1 1 0 0,0 0 0 0 0,0 0-1 0 0,1 0 1 0 0,-1 0 0 0 0,0-1-1 0 0,0 1 1 0 0,1 0-1 0 0,-1 0 1 0 0,0-1 0 0 0,1 1-1 0 0,-1-1 1 0 0,0 1 0 0 0,1-1-1 0 0,-1 0 1 0 0,1 1-1 0 0,-1-1 1 0 0,1 0 0 0 0,-1 0-1 0 0,1 0 1 0 0,-1 0 0 0 0,1 0-1 0 0,-1 0 1 0 0,1-1 0 0 0,-1 1-1 0 0,3-1 1 0 0,4-2 37 0 0,0 0 1 0 0,1 0 0 0 0,-1-1-1 0 0,-1 0 1 0 0,1 0-1 0 0,0-1 1 0 0,-1 0-1 0 0,10-9 1 0 0,-3 1-1 0 0,-1 0-1 0 0,-1 0 1 0 0,12-17 0 0 0,-23 28-64 0 0,0 1 1 0 0,0-1-1 0 0,0 0 1 0 0,0 1-1 0 0,0-1 1 0 0,0 0 0 0 0,-1 0-1 0 0,1 1 1 0 0,-1-1-1 0 0,1 0 1 0 0,-1 0-1 0 0,1 0 1 0 0,-1 0-1 0 0,0 0 1 0 0,0 0-1 0 0,0 1 1 0 0,0-1-1 0 0,-1 0 1 0 0,1 0 0 0 0,0 0-1 0 0,-1 0 1 0 0,1 0-1 0 0,-1 1 1 0 0,0-1-1 0 0,0 0 1 0 0,1 0-1 0 0,-1 1 1 0 0,0-1-1 0 0,0 0 1 0 0,-1 1 0 0 0,1-1-1 0 0,0 1 1 0 0,0 0-1 0 0,-1-1 1 0 0,-2-1-1 0 0,0 0 4 0 0,0 0 0 0 0,0 0 0 0 0,0 1 0 0 0,0-1-1 0 0,-1 1 1 0 0,1 0 0 0 0,-1 0 0 0 0,1 1 0 0 0,-1-1 0 0 0,0 1-1 0 0,1 0 1 0 0,-11 0 0 0 0,10 1 1 0 0,1 0-1 0 0,-1 1 1 0 0,0-1-1 0 0,0 1 1 0 0,0 0 0 0 0,1 1-1 0 0,-1-1 1 0 0,1 1-1 0 0,-1 0 1 0 0,1 0 0 0 0,0 0-1 0 0,-1 1 1 0 0,-3 2-1 0 0,2 0 1 0 0,0 1 0 0 0,0-1 0 0 0,1 1 0 0 0,-1 1 0 0 0,1-1 0 0 0,1 1 0 0 0,-5 7 0 0 0,-4 12 20 0 0,1 0-1 0 0,2 0 0 0 0,-11 40 1 0 0,16-48-11 0 0,1-4-7 0 0,1-1-1 0 0,0 0 1 0 0,1 1 0 0 0,0 0-1 0 0,1-1 1 0 0,1 1-1 0 0,0 0 1 0 0,4 23 0 0 0,-3-31-6 0 0,0 0 0 0 0,1 0 1 0 0,0 0-1 0 0,0 0 0 0 0,0 0 1 0 0,1-1-1 0 0,-1 1 0 0 0,2-1 1 0 0,-1 0-1 0 0,0 0 0 0 0,1 0 1 0 0,0 0-1 0 0,0 0 1 0 0,0-1-1 0 0,1 0 0 0 0,0 0 1 0 0,-1 0-1 0 0,1 0 0 0 0,1-1 1 0 0,-1 0-1 0 0,9 4 0 0 0,-5-3 6 0 0,1 0 1 0 0,0-1-1 0 0,1 0 0 0 0,-1-1 0 0 0,0 0 0 0 0,1-1 0 0 0,0 0 0 0 0,-1-1 0 0 0,1 0 0 0 0,-1-1 1 0 0,15-2-1 0 0,4-3 31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02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11256 0 0,'0'0'4120'0'0,"0"4"-3607"0"0,0 52 841 0 0,10 79 1 0 0,13 66-64 0 0,-23-134 886 0 0,1-67-2174 0 0,-1 0 1 0 0,0 0-1 0 0,0 0 1 0 0,0 0-1 0 0,0 0 1 0 0,0 0-1 0 0,0 0 1 0 0,0 0-1 0 0,0 1 1 0 0,0-1-1 0 0,0 0 1 0 0,0 0-1 0 0,0 0 1 0 0,0 0-1 0 0,0 0 1 0 0,0 0-1 0 0,0 0 1 0 0,1 0-1 0 0,-1 0 1 0 0,0 0-1 0 0,0 0 0 0 0,0 0 1 0 0,0 0-1 0 0,0 0 1 0 0,0 0-1 0 0,0 0 1 0 0,0 0-1 0 0,0 0 1 0 0,1 0-1 0 0,-1 0 1 0 0,0 0-1 0 0,0 0 1 0 0,0 0-1 0 0,0 0 1 0 0,0 0-1 0 0,0 0 1 0 0,0 0-1 0 0,0 0 1 0 0,1 0-1 0 0,-1 0 1 0 0,0 0-1 0 0,0 0 0 0 0,0 0 1 0 0,0 0-1 0 0,0 0 1 0 0,0 0-1 0 0,0 0 1 0 0,0 0-1 0 0,0 0 1 0 0,0 0-1 0 0,1 0 1 0 0,-1 0-1 0 0,0 0 1 0 0,0-1-1 0 0,0 1 1 0 0,0 0-1 0 0,0 0 1 0 0,0 0-1 0 0,0 0 1 0 0,0 0-1 0 0,8-8 174 0 0,-1 2 89 0 0,4 5 206 0 0,-1 0 1 0 0,1 0-1 0 0,-1-2 1 0 0,13-3 0 0 0,-11 3-448 0 0,0-1 0 0 0,23-1 0 0 0,-5-2 143 0 0,-26 5-131 0 0,0 1 1 0 0,0-1 0 0 0,1 1-1 0 0,-1 1 1 0 0,8-2 0 0 0,16-4 112 0 0,-21 3-118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02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179 171 13056 0 0,'0'0'7137'0'0,"-1"4"-7067"0"0,0-2-50 0 0,0 1 0 0 0,0-1-1 0 0,0 1 1 0 0,-1-1-1 0 0,1 1 1 0 0,-1-1-1 0 0,1 0 1 0 0,-1 1 0 0 0,0-1-1 0 0,0 0 1 0 0,0 0-1 0 0,0 0 1 0 0,0-1-1 0 0,0 1 1 0 0,-1 0 0 0 0,1-1-1 0 0,-1 0 1 0 0,1 1-1 0 0,-1-1 1 0 0,1 0-1 0 0,-5 1 1 0 0,2-1-9 0 0,-1 0 0 0 0,1 0 0 0 0,-1 0-1 0 0,1-1 1 0 0,-1 0 0 0 0,1 0 0 0 0,0-1 0 0 0,-1 1-1 0 0,1-1 1 0 0,-1 0 0 0 0,1-1 0 0 0,0 1 0 0 0,-6-3 0 0 0,8 2-6 0 0,0 1 1 0 0,0-1-1 0 0,0 0 1 0 0,0 0-1 0 0,0-1 1 0 0,1 1-1 0 0,-1 0 1 0 0,1-1-1 0 0,-1 0 1 0 0,1 1-1 0 0,0-1 1 0 0,0 0 0 0 0,0 0-1 0 0,1 0 1 0 0,-1 0-1 0 0,1-1 1 0 0,0 1-1 0 0,-1 0 1 0 0,2-1-1 0 0,-1 1 1 0 0,-1-7-1 0 0,2 9-4 0 0,-1-6 8 0 0,-1 0-1 0 0,2 0 1 0 0,-1 0 0 0 0,1 0-1 0 0,0 0 1 0 0,0 0-1 0 0,1 0 1 0 0,0 1 0 0 0,0-1-1 0 0,1 0 1 0 0,2-7-1 0 0,-3 11 0 0 0,0 0 0 0 0,0 0 0 0 0,1 0 0 0 0,-1 0 0 0 0,1 0-1 0 0,0 0 1 0 0,0 1 0 0 0,0-1 0 0 0,0 0 0 0 0,0 1 0 0 0,0 0 0 0 0,1-1-1 0 0,-1 1 1 0 0,1 0 0 0 0,0 0 0 0 0,0 0 0 0 0,0 1 0 0 0,0-1 0 0 0,0 1-1 0 0,0 0 1 0 0,0 0 0 0 0,0 0 0 0 0,0 0 0 0 0,1 0 0 0 0,-1 0-1 0 0,0 1 1 0 0,1 0 0 0 0,-1 0 0 0 0,0 0 0 0 0,1 0 0 0 0,-1 0 0 0 0,0 1-1 0 0,0-1 1 0 0,1 1 0 0 0,2 1 0 0 0,1 0 15 0 0,0 1 0 0 0,0 1 0 0 0,0-1 1 0 0,0 1-1 0 0,-1 0 0 0 0,0 0 0 0 0,0 1 0 0 0,0 0 0 0 0,0 0 1 0 0,-1 0-1 0 0,0 1 0 0 0,0-1 0 0 0,-1 1 0 0 0,1 1 0 0 0,-1-1 1 0 0,0 0-1 0 0,-1 1 0 0 0,5 13 0 0 0,-3 1 77 0 0,-3-10-51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03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272 116 13360 0 0,'0'0'3875'0'0,"-5"2"-3696"0"0,-39 16 237 0 0,23-11-146 0 0,1 1 0 0 0,1 1 0 0 0,-31 20 0 0 0,48-28-262 0 0,0 0-1 0 0,0 0 1 0 0,1 1-1 0 0,-1-1 1 0 0,1 1 0 0 0,-1-1-1 0 0,1 1 1 0 0,0 0-1 0 0,-1-1 1 0 0,1 1 0 0 0,0 0-1 0 0,0 0 1 0 0,0 0-1 0 0,1 0 1 0 0,-1 0 0 0 0,0 0-1 0 0,1 0 1 0 0,-1 0-1 0 0,1 0 1 0 0,0 0-1 0 0,0 0 1 0 0,0 0 0 0 0,0 0-1 0 0,0 1 1 0 0,0-1-1 0 0,0 0 1 0 0,1 0 0 0 0,-1 0-1 0 0,1 0 1 0 0,-1 0-1 0 0,1 0 1 0 0,0 0 0 0 0,0 0-1 0 0,0 0 1 0 0,0 0-1 0 0,0-1 1 0 0,0 1 0 0 0,0 0-1 0 0,1-1 1 0 0,-1 1-1 0 0,1-1 1 0 0,-1 1-1 0 0,1-1 1 0 0,0 0 0 0 0,-1 1-1 0 0,1-1 1 0 0,0 0-1 0 0,0 0 1 0 0,0 0 0 0 0,0-1-1 0 0,3 2 1 0 0,3 0 9 0 0,1-1 0 0 0,0 0 0 0 0,-1 0 0 0 0,1 0 0 0 0,0-1 0 0 0,0-1 0 0 0,-1 0 0 0 0,1 0 0 0 0,0 0-1 0 0,-1-1 1 0 0,1-1 0 0 0,15-5 0 0 0,-19 5 6 0 0,0 1 1 0 0,0-1-1 0 0,0 0 0 0 0,-1 0 0 0 0,1-1 0 0 0,-1 1 0 0 0,0-1 0 0 0,0 0 0 0 0,0 0 0 0 0,0 0 0 0 0,-1-1 0 0 0,0 1 0 0 0,0-1 0 0 0,0 0 0 0 0,0 0 0 0 0,-1 0 0 0 0,1 0 0 0 0,-2 0 1 0 0,1 0-1 0 0,0-1 0 0 0,0-6 0 0 0,0-5 122 0 0,0-1 1 0 0,-1 0 0 0 0,-4-31-1 0 0,4 23 92 0 0,-1 21-29 0 0,0 0-1 0 0,0 1 1 0 0,0-1-1 0 0,0 0 1 0 0,-1 0-1 0 0,0-4 1 0 0,0 9-124 0 0,0 1 0 0 0,-1-1 0 0 0,1 1 0 0 0,0 0 0 0 0,1-1 0 0 0,-1 1 0 0 0,0 0 0 0 0,0 0 0 0 0,0 0 0 0 0,0-1 0 0 0,1 1 0 0 0,-1 0 0 0 0,-1 2 0 0 0,0 4 20 0 0,0-1 1 0 0,0 1-1 0 0,1 0 1 0 0,0 0-1 0 0,0 0 1 0 0,0 0 0 0 0,1 0-1 0 0,0 0 1 0 0,2 12-1 0 0,-1 6 360 0 0,-7 127 1033 0 0,-2-29-904 0 0,1 2 14 0 0,5-93-277 0 0,-9 53 1 0 0,4-38-49 0 0,7-42-239 0 0,-1 1 0 0 0,0-1-1 0 0,-1 0 1 0 0,1 1 0 0 0,-1-1 0 0 0,0 0 0 0 0,0 0 0 0 0,0 0 0 0 0,-1 0 0 0 0,0-1 0 0 0,-6 9 0 0 0,6-10-35 0 0,0-1 0 0 0,0 1 1 0 0,1-1-1 0 0,-1 0 0 0 0,0 0 0 0 0,-1 0 1 0 0,1-1-1 0 0,0 1 0 0 0,0-1 1 0 0,-1 0-1 0 0,1 0 0 0 0,-1 0 1 0 0,1 0-1 0 0,-1 0 0 0 0,0-1 1 0 0,1 0-1 0 0,-1 0 0 0 0,1 0 0 0 0,-1 0 1 0 0,-4-1-1 0 0,-3 0 1 0 0,-66-9 10 0 0,69 8-18 0 0,0 0-1 0 0,0 0 1 0 0,0 0 0 0 0,0-1-1 0 0,0-1 1 0 0,1 1 0 0 0,-9-6-1 0 0,9 3 6 0 0,7 1-5 0 0,2-2-1 0 0,0 0 0 0 0,1-1 0 0 0,0 1 0 0 0,1 0 0 0 0,0 1 0 0 0,0-1 0 0 0,0 1 0 0 0,1-1 0 0 0,0 1 0 0 0,7-7 0 0 0,4-6 0 0 0,-10 12-5 0 0,0 0 1 0 0,0 0-1 0 0,1 1 0 0 0,7-6 0 0 0,1 1-3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04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303 140 16479 0 0,'0'0'4576'0'0,"-2"5"-4486"0"0,-1 3-8 0 0,0 0 0 0 0,-1 1 0 0 0,-7 10 0 0 0,9-15-56 0 0,-1-1 0 0 0,1 1 0 0 0,-1-1 0 0 0,0 0 0 0 0,0 0 0 0 0,0 0 0 0 0,0-1 0 0 0,0 1 0 0 0,-1-1 0 0 0,1 1 0 0 0,-8 2 0 0 0,1-1-4 0 0,-1-1 0 0 0,0 0 0 0 0,1-1 0 0 0,-1 0-1 0 0,0-1 1 0 0,0 0 0 0 0,0 0 0 0 0,0-2 0 0 0,0 1 0 0 0,0-1 0 0 0,0-1 0 0 0,1 0 0 0 0,-1 0 0 0 0,0-1 0 0 0,1 0 0 0 0,-16-8 0 0 0,24 10-16 0 0,-1 0 0 0 0,1-1 0 0 0,0 1 0 0 0,-1-1 0 0 0,1 0 0 0 0,0 1 0 0 0,0-1 0 0 0,0 0 0 0 0,0 0 0 0 0,0 0 0 0 0,0-1 0 0 0,1 1 0 0 0,-1 0 0 0 0,1-1 0 0 0,0 1 0 0 0,-1-1 0 0 0,1 1 0 0 0,0-1 0 0 0,1 0 0 0 0,-1 1 0 0 0,0-1 0 0 0,1 0 0 0 0,-1 1 0 0 0,1-1 0 0 0,0 0 0 0 0,0 0 1 0 0,0 0-1 0 0,0 1 0 0 0,1-1 0 0 0,-1 0 0 0 0,1 0 0 0 0,-1 1 0 0 0,1-1 0 0 0,0 0 0 0 0,3-4 0 0 0,-1-2 18 0 0,2 1-1 0 0,-1 0 1 0 0,1 0 0 0 0,1 0 0 0 0,-1 0-1 0 0,1 1 1 0 0,0 0 0 0 0,1 0 0 0 0,9-7 0 0 0,-7 7 15 0 0,0 1 1 0 0,0 0-1 0 0,1 1 1 0 0,18-7-1 0 0,-24 10-12 0 0,1 0 1 0 0,-1 1-1 0 0,1 0 0 0 0,-1 0 1 0 0,1 0-1 0 0,-1 0 0 0 0,1 1 1 0 0,0 0-1 0 0,0 0 0 0 0,-1 0 1 0 0,1 0-1 0 0,0 1 0 0 0,7 1 1 0 0,-8 1-9 0 0,0-1 1 0 0,0 0-1 0 0,0 1 1 0 0,0 0-1 0 0,0 0 1 0 0,-1 0-1 0 0,1 0 1 0 0,-1 0-1 0 0,6 8 1 0 0,22 37 103 0 0,-22-32-91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3.0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1 315 6424 0 0,'0'0'2288'0'0,"0"4"-2144"0"0,0 10 101 0 0,0-10 1919 0 0,7-30-799 0 0,19-50 646 0 0,-17 55-1461 0 0,12-40 1 0 0,-18 48-328 0 0,1 0 1 0 0,0 1 0 0 0,1 0-1 0 0,0-1 1 0 0,1 2 0 0 0,0-1-1 0 0,1 1 1 0 0,0 0-1 0 0,11-13 1 0 0,-16 22-136 0 0,0 0 0 0 0,1-1-1 0 0,-1 1 1 0 0,1 1 0 0 0,-1-1 0 0 0,1 0 0 0 0,0 1-1 0 0,5-3 1 0 0,-7 4-59 0 0,0-1 0 0 0,0 1 0 0 0,0 0 1 0 0,0 0-1 0 0,0 0 0 0 0,0 0 0 0 0,0 0 0 0 0,0 0 0 0 0,0 0 1 0 0,0 0-1 0 0,0 1 0 0 0,0-1 0 0 0,0 0 0 0 0,0 0 0 0 0,0 1 0 0 0,0-1 1 0 0,-1 1-1 0 0,1-1 0 0 0,0 1 0 0 0,0-1 0 0 0,0 1 0 0 0,0 0 0 0 0,-1-1 1 0 0,1 1-1 0 0,0 0 0 0 0,-1-1 0 0 0,1 1 0 0 0,0 0 0 0 0,-1 0 0 0 0,1 0 1 0 0,0 1-1 0 0,31 46 467 0 0,-22-35-334 0 0,0 1-1 0 0,-1 1 1 0 0,-1 0-1 0 0,0 0 1 0 0,10 26-1 0 0,-12-21 89 0 0,1-1-1 0 0,1-1 1 0 0,1 1-1 0 0,0-1 1 0 0,2-1-1 0 0,14 20 1 0 0,-10-24 642 0 0,-12-13-810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3.3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203 0 14368 0 0,'0'0'0'0'0,"-7"0"0"0"0,0 0 592 0 0,-4 0 0 0 0,-3 3 0 0 0,-4 1 15 0 0,-2 0-471 0 0,-1 1 8 0 0,-3-1 0 0 0,0 1 0 0 0,5-1 416 0 0,-1 1-8 0 0,2-1 8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3.6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10952 0 0,'0'0'2277'0'0,"3"0"-2060"0"0,5 0-645 0 0,5 1 2411 0 0,-13 0-1912 0 0,1-1 1 0 0,-1 1 0 0 0,0 0-1 0 0,1-1 1 0 0,-1 1-1 0 0,0 0 1 0 0,0 0-1 0 0,1-1 1 0 0,-1 1 0 0 0,0 0-1 0 0,0-1 1 0 0,0 1-1 0 0,0 0 1 0 0,0 0-1 0 0,0-1 1 0 0,0 1 0 0 0,0 0-1 0 0,0 0 1 0 0,-1-1-1 0 0,1 1 1 0 0,-1 1 0 0 0,-7 59 647 0 0,2 0 0 0 0,3 90 1 0 0,3-145-671 0 0,0 9 62 0 0,0-8-70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4.2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126 0 16911 0 0,'0'0'168'0'0,"-4"1"-149"0"0,-11-1 23 0 0,1 2 0 0 0,0 0 0 0 0,0 0 1 0 0,0 1-1 0 0,0 1 0 0 0,-15 7 0 0 0,22-8-12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4.6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11856 0 0,'0'0'1417'0'0,"0"3"-1234"0"0,0-1-302 0 0,0 0 268 0 0,0 0 0 0 0,0 0 1 0 0,0 0-1 0 0,0 0 0 0 0,1 0 0 0 0,-1 0 0 0 0,1 0 0 0 0,-1 0 0 0 0,1 0 0 0 0,0 0 1 0 0,0-1-1 0 0,-1 1 0 0 0,1 0 0 0 0,3 3 0 0 0,4 6 67 0 0,-1 1 0 0 0,0 0 0 0 0,-1 0 0 0 0,0 0 0 0 0,6 19 0 0 0,15 31 459 0 0,-18-45-451 0 0,-1 1-1 0 0,-1 0 1 0 0,6 26 0 0 0,0-4 247 0 0,-9-36-343 0 0,-3-3-80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4.9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268 0 16727 0 0,'-18'0'56'0'0,"-2"2"-28"0"0,0 1-1 0 0,0 0 0 0 0,1 1 1 0 0,0 2-1 0 0,0 0 0 0 0,-35 16 0 0 0,-14 3 141 0 0,57-21-135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5.3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 17 12456 0 0,'0'0'774'0'0,"0"4"-540"0"0,1 7 204 0 0,0 0 0 0 0,1-1 0 0 0,4 15 0 0 0,-5-17-303 0 0,0-1 1 0 0,-1 0 0 0 0,0 1-1 0 0,0-1 1 0 0,0 1 0 0 0,-1-1-1 0 0,-1 0 1 0 0,1 0 0 0 0,-1 1 0 0 0,-3 6-1 0 0,3-4 204 0 0,-1 0 0 0 0,1 0 0 0 0,-2 20-1 0 0,4-30-331 0 0,0 0 0 0 0,0 0 0 0 0,0 0 0 0 0,0 0 0 0 0,-1 0 0 0 0,1 0 0 0 0,0 1 0 0 0,0-1 0 0 0,0 0 0 0 0,0 0 0 0 0,-1 0 0 0 0,1 0 0 0 0,0 0 0 0 0,0 0 0 0 0,-1 0 0 0 0,1 0 0 0 0,0 0 0 0 0,0 0 0 0 0,0 0 0 0 0,-1 0-1 0 0,1 0 1 0 0,0 0 0 0 0,0 0 0 0 0,0 0 0 0 0,-1 0 0 0 0,1-1 0 0 0,0 1 0 0 0,0 0 0 0 0,0 0 0 0 0,0 0 0 0 0,-1 0 0 0 0,1 0 0 0 0,0 0 0 0 0,0 0 0 0 0,0-1 0 0 0,0 1 0 0 0,-1 0 0 0 0,1 0 0 0 0,0 0 0 0 0,0 0 0 0 0,0-1-1 0 0,0 1 1 0 0,0 0 0 0 0,0 0 0 0 0,0 0 0 0 0,0-1 0 0 0,0 1 0 0 0,-1 0 0 0 0,1 0 0 0 0,0 0 0 0 0,0-1 0 0 0,0 1 0 0 0,0 0 0 0 0,0 0 0 0 0,0-1 0 0 0,2-16 30 0 0,0-1 1 0 0,2 0 0 0 0,0 1-1 0 0,11-32 1 0 0,-9 33-9 0 0,-1-1 31 0 0,-3 8 21 0 0,1-1 0 0 0,0 1 0 0 0,8-14 0 0 0,-8 21-40 0 0,0 0 0 0 0,0 0 0 0 0,0 0 0 0 0,0 1 0 0 0,0 0 0 0 0,1-1 0 0 0,-1 1 0 0 0,1 0 0 0 0,-1 0 0 0 0,1 1 0 0 0,5-1 0 0 0,-2 0 44 0 0,0 0-21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5.7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13360 0 0,'1'2'117'0'0,"-1"0"1"0"0,0 0 0 0 0,1 0 0 0 0,-1 0-1 0 0,1 0 1 0 0,0 0 0 0 0,0 0-1 0 0,0 0 1 0 0,1 2 0 0 0,5 12 738 0 0,-2 11-268 0 0,-2 0-1 0 0,-1 0 1 0 0,-1 30-1 0 0,-1-50-459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6.0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 22 12256 0 0,'0'0'1177'0'0,"-3"-3"-913"0"0,-9-12 39 0 0,9 12 1 0 0,-11 4 737 0 0,8 4-914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6.4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10752 0 0,'2'11'233'0'0,"6"0"696"0"0,-7-9-826 0 0,0-1 0 0 0,0 1-1 0 0,0-1 1 0 0,0 1 0 0 0,0-1 0 0 0,0 1 0 0 0,-1-1 0 0 0,1 1 0 0 0,0 0 0 0 0,-1-1-1 0 0,0 1 1 0 0,1 0 0 0 0,-1-1 0 0 0,0 4 0 0 0,1 9 176 0 0,1 0 0 0 0,3 19 0 0 0,2 11 109 0 0,7 262 1859 0 0,-14-305-2239 0 0,0-1 1 0 0,0 1-1 0 0,0 0 0 0 0,0-1 1 0 0,0 1-1 0 0,0 0 0 0 0,0-1 1 0 0,1 1-1 0 0,-1 0 0 0 0,0-1 1 0 0,0 1-1 0 0,1 0 1 0 0,-1-1-1 0 0,0 1 0 0 0,1-1 1 0 0,-1 1-1 0 0,1-1 0 0 0,-1 1 1 0 0,1-1-1 0 0,-1 1 1 0 0,1-1-1 0 0,-1 0 0 0 0,2 2 1 0 0,4 2 119 0 0,-6-2-93 0 0,1-1 0 0 0,-1 0 0 0 0,1 1 0 0 0,-1-1 0 0 0,0 1 0 0 0,1-1 0 0 0,-1 0 0 0 0,0 1 0 0 0,0-1 0 0 0,0 1 0 0 0,0-1 0 0 0,0 1 0 0 0,-1-1 0 0 0,1 3-1 0 0,-2-1 130 0 0,3-19-125 0 0,34-197 81 0 0,-32 198-106 0 0,1 0 1 0 0,11-23 0 0 0,-13 32 0 0 0,1 1 0 0 0,0-1 0 0 0,0 1 1 0 0,0 0-1 0 0,1 0 0 0 0,-1 0 0 0 0,1 0 0 0 0,1 1 1 0 0,5-7-1 0 0,-9 11-14 0 0,-1 0 1 0 0,1-1 0 0 0,-1 1-1 0 0,1 0 1 0 0,-1 0 0 0 0,0 0-1 0 0,1-1 1 0 0,-1 1 0 0 0,1 0-1 0 0,-1 0 1 0 0,1 0 0 0 0,-1 0-1 0 0,1 0 1 0 0,0 0 0 0 0,-1 0-1 0 0,1 0 1 0 0,-1 0 0 0 0,1 0-1 0 0,-1 0 1 0 0,1 0 0 0 0,-1 0-1 0 0,1 0 1 0 0,-1 0 0 0 0,1 1-1 0 0,-1-1 1 0 0,1 0-1 0 0,-1 0 1 0 0,1 1 0 0 0,11 15 52 0 0,1 19 6 0 0,-9-15-34 0 0,-1 0 0 0 0,-1 1 0 0 0,-1-1 0 0 0,-1 1-1 0 0,0-1 1 0 0,-2 1 0 0 0,0-1 0 0 0,-9 35-1 0 0,7-42-9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6.8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58 9944 0 0,'3'2'376'0'0,"0"0"-295"0"0,0 0 0 0 0,-1 0 0 0 0,1 0 1 0 0,-1 1-1 0 0,0-1 0 0 0,1 1 1 0 0,-1-1-1 0 0,0 1 0 0 0,0 0 0 0 0,-1-1 1 0 0,1 1-1 0 0,-1 0 0 0 0,1 0 0 0 0,-1 0 1 0 0,0 1-1 0 0,0-1 0 0 0,0 0 0 0 0,0 5 1 0 0,1 14 171 0 0,-1-1 0 0 0,0 1 1 0 0,-6 42-1 0 0,0 15 144 0 0,5-78-391 0 0,1 0-1 0 0,-1 0 0 0 0,1-1 0 0 0,-1 1 1 0 0,1 0-1 0 0,0 0 0 0 0,-1-1 1 0 0,1 1-1 0 0,0-1 0 0 0,0 1 1 0 0,-1 0-1 0 0,1-1 0 0 0,0 1 0 0 0,0-1 1 0 0,0 0-1 0 0,0 1 0 0 0,0-1 1 0 0,0 0-1 0 0,0 0 0 0 0,0 1 0 0 0,-1-1 1 0 0,1 0-1 0 0,0 0 0 0 0,1 0 1 0 0,26 3-4 0 0,-17-3 1 0 0,0 0-1 0 0,-1 0 1 0 0,1-1 0 0 0,0-1-1 0 0,0 0 1 0 0,15-5 0 0 0,-22 6-3 0 0,0 0 0 0 0,-1-1 1 0 0,1 1-1 0 0,-1-1 0 0 0,0 0 1 0 0,0 0-1 0 0,1 0 1 0 0,-1 0-1 0 0,-1-1 0 0 0,1 1 1 0 0,0-1-1 0 0,0 0 0 0 0,-1 1 1 0 0,0-1-1 0 0,0-1 0 0 0,1 1 1 0 0,-2 0-1 0 0,1 0 1 0 0,0-1-1 0 0,-1 1 0 0 0,3-7 1 0 0,-2-7 17 0 0,0-1 0 0 0,0 1 1 0 0,-2 0-1 0 0,-1-25 1 0 0,0 24 146 0 0,0 0 1 0 0,1-1 0 0 0,5-30-1 0 0,0-2 2628 0 0,-6 53-2714 0 0,0 1-1 0 0,0-1 1 0 0,1 0-1 0 0,-1 0 0 0 0,1 1 1 0 0,0-1-1 0 0,0 0 0 0 0,0 3 1 0 0,-8 127 1590 0 0,4-86-1133 0 0,2 0 1 0 0,5 62-1 0 0,-2-90-408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7.1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12760 0 0,'2'4'720'0'0,"2"5"-358"0"0,-1 0 1 0 0,0 0-1 0 0,0 0 1 0 0,-1 0-1 0 0,1 14 1 0 0,3 57 107 0 0,-4-39 19 0 0,1 33 599 0 0,5 39-79 0 0,-8-104-873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7.5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168 1 13168 0 0,'0'0'2234'0'0,"-4"3"-2091"0"0,1-1-139 0 0,-1 2 101 0 0,0 0 0 0 0,-1 0 0 0 0,1-1 1 0 0,-1 0-1 0 0,0 0 0 0 0,0 0 0 0 0,0 0 0 0 0,-7 1 0 0 0,-87 22 1150 0 0,86-24-1174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1:37.9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103 262 17079 0 0,'4'-1'8'0'0,"4"0"-5"0"0,0 0-1 0 0,0 0 0 0 0,0-1 1 0 0,0-1-1 0 0,-1 1 0 0 0,1-1 0 0 0,-1 0 1 0 0,0-1-1 0 0,0 0 0 0 0,0 0 0 0 0,0-1 1 0 0,-1 1-1 0 0,1-1 0 0 0,9-11 0 0 0,-10 10 0 0 0,0-1-1 0 0,0-1 1 0 0,0 1-1 0 0,-1-1 1 0 0,0 0-1 0 0,-1 0 1 0 0,0-1-1 0 0,0 1 1 0 0,-1-1-1 0 0,0 0 1 0 0,0 0-1 0 0,-1 0 1 0 0,1-9-1 0 0,-2 15 0 0 0,-1 0-1 0 0,0 0 1 0 0,0 0 0 0 0,0 0-1 0 0,-1 0 1 0 0,1 0 0 0 0,-1 0-1 0 0,1 0 1 0 0,-1 0-1 0 0,0 0 1 0 0,0 0 0 0 0,-1 0-1 0 0,1 0 1 0 0,0 1 0 0 0,-1-1-1 0 0,0 0 1 0 0,1 1 0 0 0,-1 0-1 0 0,0-1 1 0 0,-1 1-1 0 0,1 0 1 0 0,0 0 0 0 0,0 0-1 0 0,-1 0 1 0 0,1 1 0 0 0,-1-1-1 0 0,0 1 1 0 0,0-1 0 0 0,1 1-1 0 0,-1 0 1 0 0,0 0-1 0 0,0 0 1 0 0,0 0 0 0 0,0 1-1 0 0,0-1 1 0 0,0 1 0 0 0,0 0-1 0 0,0 0 1 0 0,0 0 0 0 0,0 0-1 0 0,-4 1 1 0 0,-4 1 3 0 0,0 1 1 0 0,1 0 0 0 0,-1 1-1 0 0,1 0 1 0 0,0 1 0 0 0,1 0-1 0 0,-1 0 1 0 0,1 1 0 0 0,0 1-1 0 0,0-1 1 0 0,1 1 0 0 0,0 1-1 0 0,0-1 1 0 0,0 2 0 0 0,1-1-1 0 0,1 1 1 0 0,-1 0-1 0 0,1 0 1 0 0,1 0 0 0 0,0 1-1 0 0,0 0 1 0 0,1 0 0 0 0,0 0-1 0 0,1 1 1 0 0,0 0 0 0 0,0-1-1 0 0,2 1 1 0 0,-1 0 0 0 0,1 0-1 0 0,1 0 1 0 0,0 0-1 0 0,1 14 1 0 0,1-18 4 0 0,0 1-1 0 0,0-1 0 0 0,0 0 1 0 0,1 1-1 0 0,0-1 1 0 0,1 0-1 0 0,-1 0 1 0 0,1-1-1 0 0,1 1 0 0 0,-1-1 1 0 0,1 0-1 0 0,0 0 1 0 0,1-1-1 0 0,-1 1 1 0 0,1-1-1 0 0,0 0 1 0 0,1-1-1 0 0,7 5 0 0 0,0 0 53 0 0,1-2 0 0 0,-1 0 0 0 0,2 0 0 0 0,-1-1-1 0 0,1-1 1 0 0,0-1 0 0 0,26 4 0 0 0,-31-7-7 0 0,0 0 1 0 0,0-1-1 0 0,0 0 1 0 0,0-1-1 0 0,0 0 1 0 0,15-4-1 0 0,2-3 199 0 0,32-13-1 0 0,-30 10-172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4T20:21:10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24575,'0'0'0,"0"0"0,0 0 0,0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1.6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1 5824 0 0,'0'0'8672'0'0,"-4"2"-8590"0"0,-20 16 248 0 0,12-8-61 0 0,-2 0 0 0 0,-19 10-1 0 0,28-16-184 0 0,1 0-1 0 0,-1 0 1 0 0,1 0-1 0 0,0 1 1 0 0,1-1-1 0 0,-1 1 1 0 0,1 0-1 0 0,0 0 1 0 0,0 0-1 0 0,-2 6 1 0 0,2-4-22 0 0,1-1 0 0 0,0 0 0 0 0,0 1 0 0 0,1-1 0 0 0,0 1 0 0 0,0-1 0 0 0,0 11 0 0 0,3 48 280 0 0,0-57-294 0 0,0 1-1 0 0,1 0 0 0 0,0-1 0 0 0,6 12 0 0 0,0 1 63 0 0,11 24 194 0 0,-19-42-278 0 0,0-1 0 0 0,0 1 1 0 0,1-1-1 0 0,0 1 0 0 0,-1-1 0 0 0,1 1 1 0 0,0-1-1 0 0,0 0 0 0 0,0 0 1 0 0,1 0-1 0 0,-1 0 0 0 0,0 0 0 0 0,4 1 1 0 0,30 19 391 0 0,-29-18-325 0 0,-4-2-54 0 0,0 0 1 0 0,0 0 0 0 0,1-1 0 0 0,-1 1 0 0 0,1-1 0 0 0,0 0 0 0 0,-1 0 0 0 0,1 0 0 0 0,0 0 0 0 0,-1-1 0 0 0,1 1-1 0 0,0-1 1 0 0,0 0 0 0 0,0 0 0 0 0,7-1 0 0 0,73-14 536 0 0,-73 12-527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2.4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30 13968 0 0,'0'0'4962'0'0,"-2"12"-4505"0"0,1-6-396 0 0,-1 4-27 0 0,0 0-1 0 0,1 1 0 0 0,1-1 1 0 0,0 0-1 0 0,0 0 1 0 0,3 17-1 0 0,-1-13 50 0 0,1 0 0 0 0,0-1 0 0 0,1 0 0 0 0,1 0 0 0 0,0 0 0 0 0,1 0-1 0 0,0-1 1 0 0,1 0 0 0 0,1 0 0 0 0,15 20 0 0 0,9 6 37 0 0,-14-17 7 0 0,28 28-1 0 0,-44-48-111 0 0,-1 1 1 0 0,1-1-1 0 0,0 0 0 0 0,0 0 0 0 0,-1 1 0 0 0,1-1 0 0 0,0-1 0 0 0,0 1 0 0 0,0 0 0 0 0,0 0 0 0 0,0-1 0 0 0,1 1 0 0 0,-1-1 0 0 0,0 0 1 0 0,0 1-1 0 0,0-1 0 0 0,0 0 0 0 0,0 0 0 0 0,1-1 0 0 0,-1 1 0 0 0,0 0 0 0 0,0-1 0 0 0,0 1 0 0 0,0-1 0 0 0,0 0 0 0 0,3-1 1 0 0,-3 1-4 0 0,1-1 1 0 0,-1 1 0 0 0,0-1 0 0 0,1 0 0 0 0,-1 0 0 0 0,0 0 0 0 0,0 0-1 0 0,0 0 1 0 0,-1 0 0 0 0,1-1 0 0 0,0 1 0 0 0,-1 0 0 0 0,0-1 0 0 0,1 1-1 0 0,-1-1 1 0 0,0 0 0 0 0,0 1 0 0 0,-1-1 0 0 0,1 0 0 0 0,0-3 0 0 0,13-114 393 0 0,-10-61 415 0 0,-4 120 410 0 0,-9 91-685 0 0,1 157-156 0 0,8-115-148 0 0,-2-50-163 0 0,2 0 1 0 0,1 0 0 0 0,1 0 0 0 0,0 0-1 0 0,11 39 1 0 0,16 47 307 0 0,-25-97-318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2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0 16687 0 0,'0'0'1415'0'0,"-2"4"-998"0"0,-3 12-176 0 0,0 1-1 0 0,1-1 0 0 0,1 1 1 0 0,0 0-1 0 0,1 1 1 0 0,1-1-1 0 0,1 0 0 0 0,2 29 1 0 0,30 145 390 0 0,-22-143-448 0 0,-5-27-165 0 0,1 0 1 0 0,1-1 0 0 0,1 1-1 0 0,11 20 1 0 0,-10-30 6 0 0,2-1-15 0 0,-10-10-5 0 0,-1-1-4 0 0,1 1-1 0 0,-1-1 1 0 0,1 1-1 0 0,-1-1 1 0 0,0 0 0 0 0,1 1-1 0 0,-1-1 1 0 0,0 0-1 0 0,1 0 1 0 0,-1 1 0 0 0,0-1-1 0 0,0 0 1 0 0,0 0-1 0 0,0 1 1 0 0,0-1 0 0 0,0 0-1 0 0,0 0 1 0 0,0 1-1 0 0,0-1 1 0 0,0 0-1 0 0,0 0 1 0 0,-1 1 0 0 0,1-1-1 0 0,-1-1 1 0 0,1-1 1 0 0,-16-127 56 0 0,9 79 25 0 0,3 31-72 0 0,1-1 0 0 0,1 1 0 0 0,1-1 0 0 0,1 1 0 0 0,2-24 0 0 0,1 26 24 0 0,0 0 1 0 0,2 1-1 0 0,0-1 1 0 0,0 1-1 0 0,10-19 1 0 0,-12 29 6 0 0,1 0 1 0 0,0 0 0 0 0,0 0 0 0 0,1 1-1 0 0,0-1 1 0 0,0 1 0 0 0,1 0-1 0 0,-1 0 1 0 0,1 1 0 0 0,0 0 0 0 0,1 0-1 0 0,-1 0 1 0 0,14-6 0 0 0,-17 10-19 0 0,0 0-1 0 0,-1 0 1 0 0,1 1 0 0 0,0-1 0 0 0,-1 1 0 0 0,1 0 0 0 0,0 0 0 0 0,0 0 0 0 0,-1 0 0 0 0,1 1 0 0 0,0-1-1 0 0,0 0 1 0 0,4 3 0 0 0,2 0 64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3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 15576 0 0,'0'0'4789'0'0,"2"4"-4571"0"0,5 13 26 0 0,0-1-1 0 0,-1 1 0 0 0,-1 1 1 0 0,0-1-1 0 0,2 24 1 0 0,4 93-12 0 0,-2-13 219 0 0,-3-78-299 0 0,-1-14 140 0 0,1 45 0 0 0,-6-73-276 0 0,0-17 42 0 0,-4-93-6 0 0,1 70-25 0 0,2 0-1 0 0,1 0 1 0 0,2 0-1 0 0,15-77 1 0 0,-13 99-10 0 0,1 1 1 0 0,1 0-1 0 0,11-22 0 0 0,-14 31-6 0 0,1 1-1 0 0,0 0 0 0 0,0 0 0 0 0,1 0 0 0 0,0 0 0 0 0,0 0 1 0 0,0 1-1 0 0,0 0 0 0 0,1 0 0 0 0,9-6 0 0 0,-11 9-1 0 0,1 1 0 0 0,-1-1 0 0 0,0 1 0 0 0,1 0 0 0 0,-1 0 0 0 0,1 0 0 0 0,7 0 0 0 0,-7 0-1 0 0,8 1 16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3.9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106 312 14872 0 0,'4'-1'289'0'0,"3"-1"-154"0"0,1 0 0 0 0,-1-1 0 0 0,0 0 0 0 0,-1 0 0 0 0,1-1 0 0 0,0 0 1 0 0,-1 0-1 0 0,0 0 0 0 0,0-1 0 0 0,0 0 0 0 0,-1 0 0 0 0,0-1 0 0 0,0 1 0 0 0,0-1 0 0 0,0 0 0 0 0,-1 0 0 0 0,0-1 1 0 0,0 1-1 0 0,-1-1 0 0 0,0 0 0 0 0,0 0 0 0 0,-1 0 0 0 0,0 0 0 0 0,0-1 0 0 0,0 1 0 0 0,-1 0 0 0 0,1-15 0 0 0,-2 11-28 0 0,0 0 0 0 0,0 0-1 0 0,-1 0 1 0 0,-1 0 0 0 0,0 0-1 0 0,-4-13 1 0 0,5 21-95 0 0,0 0 1 0 0,0 0-1 0 0,0 0 1 0 0,0 0-1 0 0,-1 0 1 0 0,1 1-1 0 0,-1-1 1 0 0,0 0-1 0 0,0 1 1 0 0,1-1-1 0 0,-2 1 1 0 0,1 0-1 0 0,0 0 1 0 0,0 0-1 0 0,-1 0 1 0 0,1 0-1 0 0,-1 0 1 0 0,0 1-1 0 0,0-1 1 0 0,1 1-1 0 0,-1 0 0 0 0,0 0 1 0 0,0 0-1 0 0,0 0 1 0 0,0 0-1 0 0,0 1 1 0 0,-4-1-1 0 0,3 1-3 0 0,0 1-1 0 0,0-1 1 0 0,1 1-1 0 0,-1 0 1 0 0,0 0 0 0 0,0 1-1 0 0,1-1 1 0 0,-1 1-1 0 0,0 0 1 0 0,1 0-1 0 0,0 0 1 0 0,-1 0-1 0 0,1 0 1 0 0,0 1-1 0 0,0-1 1 0 0,0 1-1 0 0,1 0 1 0 0,-1 0-1 0 0,1 0 1 0 0,-1 0-1 0 0,1 1 1 0 0,-2 3-1 0 0,-5 9 17 0 0,1-1 0 0 0,0 1 0 0 0,-8 27 0 0 0,5-13 10 0 0,2 0-1 0 0,1 1 0 0 0,1 0 0 0 0,-3 38 0 0 0,9-59-23 0 0,1 0 0 0 0,0 0 0 0 0,1 0 0 0 0,0 0 1 0 0,0 0-1 0 0,1 0 0 0 0,0 0 0 0 0,1-1 0 0 0,0 1 0 0 0,1-1 0 0 0,0 0 0 0 0,0 0 0 0 0,1 0 1 0 0,1 0-1 0 0,-1-1 0 0 0,1 0 0 0 0,10 11 0 0 0,-11-14-1 0 0,-1 0 1 0 0,1-1-1 0 0,0 0 0 0 0,0 0 1 0 0,0-1-1 0 0,10 6 0 0 0,-12-7-7 0 0,0-1 0 0 0,-1 0 1 0 0,1-1-1 0 0,0 1 0 0 0,0 0 0 0 0,0-1 0 0 0,0 0 0 0 0,0 0 0 0 0,0 0 0 0 0,0 0 1 0 0,-1 0-1 0 0,1 0 0 0 0,0-1 0 0 0,0 1 0 0 0,0-1 0 0 0,5-2 0 0 0,0-1 5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4.4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30 19031 0 0,'-8'-10'0'0'0,"5"16"0"0"0,3 19 0 0 0,0-23 0 0 0,5 54 0 0 0,16 71 0 0 0,-12-81 0 0 0,-4-12 5 0 0,-2-13 7 0 0,1-1 0 0 0,0 0 0 0 0,15 37-1 0 0,-17-49 42 0 0,1-1 0 0 0,-1 0 0 0 0,0 1 0 0 0,0-1 0 0 0,-1 1 0 0 0,1 14 0 0 0,-2-22 14 0 0,1-22 93 0 0,20-186 262 0 0,-17 170-257 0 0,12-55-1 0 0,-11 76-72 0 0,0-1 0 0 0,1 2 0 0 0,0-1 0 0 0,1 1-1 0 0,14-22 1 0 0,-21 37-76 0 0,1 0-1 0 0,-1 0 0 0 0,1 0 0 0 0,0 0 0 0 0,0 0 1 0 0,-1 0-1 0 0,1 0 0 0 0,0 0 0 0 0,0 0 1 0 0,0 0-1 0 0,0 0 0 0 0,0 1 0 0 0,0-1 1 0 0,0 0-1 0 0,0 1 0 0 0,1-1 0 0 0,-1 1 0 0 0,0-1 1 0 0,0 1-1 0 0,0 0 0 0 0,1-1 0 0 0,-1 1 1 0 0,0 0-1 0 0,3 0 0 0 0,-2 0 0 0 0,0 1 0 0 0,-1-1 0 0 0,1 1 0 0 0,0 0 0 0 0,0 0 0 0 0,0 0 0 0 0,0 0 0 0 0,-1 0 0 0 0,1 0 0 0 0,0 0 0 0 0,-1 0 0 0 0,1 1 0 0 0,2 2 0 0 0,2 4 20 0 0,0 1 0 0 0,0-1 1 0 0,-1 1-1 0 0,9 17 0 0 0,-4 1 41 0 0,-1 0 0 0 0,-2 0 0 0 0,7 39 0 0 0,-8-32 47 0 0,5 34 10 0 0,-8-43 15 0 0,1 0 1 0 0,2 0-1 0 0,11 34 0 0 0,0 2 270 0 0,-12-57-340 0 0,-4-3-54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4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0 14168 0 0,'0'0'1486'0'0,"0"5"-1363"0"0,-1 35 632 0 0,2-1 1 0 0,9 56-1 0 0,-5-53-605 0 0,13 64 819 0 0,-11-74-768 0 0,-2 1 1 0 0,4 59-1 0 0,-11 105 1072 0 0,2-193-1177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5.1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212 3 15880 0 0,'0'0'1735'0'0,"-24"-3"-1599"0"0,15 3 8 0 0,-2 3-8 0 0,-4 4 8 0 0,-5 3 360 0 0,-4 5 0 0 0,3 0-8 0 0,-1 1 8 0 0,-1-1-360 0 0,2-2 0 0 0,-1-1 0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5.9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1 10752 0 0,'0'0'8033'0'0,"-3"4"-7844"0"0,0 1-141 0 0,0 0 0 0 0,0 1 0 0 0,0 0 0 0 0,1 0 0 0 0,0 0 0 0 0,1 0 0 0 0,-1 0 0 0 0,1 0 0 0 0,0 0 0 0 0,0 0 0 0 0,1 11 0 0 0,0 23 373 0 0,10 75 1 0 0,16 18 416 0 0,-22-111-792 0 0,3 20 171 0 0,-6-32-77 0 0,0 0 1 0 0,0 0-1 0 0,1 0 1 0 0,1 0-1 0 0,7 18 1 0 0,-10-7 520 0 0,0-20-604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6.2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304 3 15376 0 0,'0'0'2434'0'0,"-4"-1"-2034"0"0,-4-1-193 0 0,-6 3 324 0 0,-1 1 60 0 0,-10 5-93 0 0,17-5-542 0 0,-41 11 555 0 0,31-10-266 0 0,1 2-1 0 0,0 0 1 0 0,-27 12-1 0 0,36-14-181 0 0,1 0 0 0 0,0-1 0 0 0,-1 0 0 0 0,-12 2-1 0 0,-14 4 151 0 0,33-8-175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6.6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17 108 13768 0 0,'0'0'2020'0'0,"2"4"-1662"0"0,22 67 1252 0 0,-16-46-1204 0 0,18 41-1 0 0,-22-59-349 0 0,-1-1-1 0 0,0 1 0 0 0,-1-1 0 0 0,0 1 0 0 0,0 0 0 0 0,0 0 0 0 0,-1 0 0 0 0,0 0 0 0 0,0 0 0 0 0,0 0 0 0 0,-1 0 0 0 0,0 0 0 0 0,-1 0 1 0 0,0 0-1 0 0,-3 14 0 0 0,4-20-35 0 0,-1 1 0 0 0,0-1 0 0 0,1 0 0 0 0,-1 0 0 0 0,0 0 0 0 0,0 0 1 0 0,0 0-1 0 0,0 0 0 0 0,0 0 0 0 0,0 0 0 0 0,-2 1 0 0 0,2-2-12 0 0,0 0 0 0 0,0 0 0 0 0,0 0 0 0 0,0 0 0 0 0,0 0-1 0 0,0-1 1 0 0,0 1 0 0 0,0 0 0 0 0,0-1 0 0 0,0 1 0 0 0,0-1 0 0 0,0 1 0 0 0,0-1 0 0 0,0 0 0 0 0,1 1-1 0 0,-1-1 1 0 0,0 0 0 0 0,0 1 0 0 0,0-1 0 0 0,1 0 0 0 0,-1 0 0 0 0,1 0 0 0 0,-1 0 0 0 0,1 1 0 0 0,-1-1-1 0 0,1 0 1 0 0,-1 0 0 0 0,1 0 0 0 0,-1-2 0 0 0,0 0 16 0 0,-7-11 30 0 0,0 0-1 0 0,1 0 0 0 0,1-1 0 0 0,0 0 0 0 0,1 0 1 0 0,1 0-1 0 0,0-1 0 0 0,-2-21 0 0 0,5 25 0 0 0,1-1 0 0 0,0 1 0 0 0,0-1 0 0 0,2 1 1 0 0,4-24-1 0 0,-4 28-7 0 0,1 0 1 0 0,1 0 0 0 0,-1 1-1 0 0,1-1 1 0 0,0 1 0 0 0,1-1-1 0 0,0 1 1 0 0,0 1 0 0 0,10-11-1 0 0,-9 10 28 0 0,1 1-1 0 0,0 0 0 0 0,1 0 0 0 0,12-8 1 0 0,-16 12-33 0 0,-1 0 0 0 0,1 1 0 0 0,0-1 1 0 0,0 1-1 0 0,0-1 0 0 0,0 1 0 0 0,0 0 1 0 0,0 1-1 0 0,0-1 0 0 0,0 1 1 0 0,0 0-1 0 0,0 0 0 0 0,5 0 0 0 0,-5 1 7 0 0,-1 0 1 0 0,0 0-1 0 0,0 0 0 0 0,0 1 0 0 0,0-1 0 0 0,-1 1 0 0 0,6 3 1 0 0,5 4 37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7.1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92 15976 0 0,'-4'-34'3919'0'0,"-20"52"-2360"0"0,9-2-1416 0 0,2 1 0 0 0,0 0 0 0 0,1 1-1 0 0,1 1 1 0 0,1 0 0 0 0,0 0 0 0 0,1 1 0 0 0,2 0 0 0 0,0 0 0 0 0,1 1 0 0 0,1 0-1 0 0,-5 40 1 0 0,10-60-139 0 0,-1 0 0 0 0,1 0-1 0 0,0 0 1 0 0,0 0-1 0 0,0-1 1 0 0,0 1 0 0 0,0 0-1 0 0,0 0 1 0 0,0 0 0 0 0,0 0-1 0 0,0 0 1 0 0,0 0-1 0 0,0 0 1 0 0,1 0 0 0 0,-1 0-1 0 0,0 0 1 0 0,1-1 0 0 0,-1 1-1 0 0,1 0 1 0 0,-1 0 0 0 0,1 0-1 0 0,-1 0 1 0 0,1-1-1 0 0,-1 1 1 0 0,1 0 0 0 0,0-1-1 0 0,1 2 1 0 0,-1-2-2 0 0,1 1 0 0 0,-1-1 0 0 0,1 0 0 0 0,-1 0 0 0 0,1 0 0 0 0,-1 0 0 0 0,1 0 0 0 0,-1 0 0 0 0,0-1 0 0 0,1 1 0 0 0,-1 0 0 0 0,1-1 0 0 0,-1 1 0 0 0,0-1 0 0 0,3-1 0 0 0,3-1 0 0 0,1-1 0 0 0,-1-1-1 0 0,-1 0 1 0 0,1 0 0 0 0,8-7-1 0 0,-8 5-3 0 0,0-1-1 0 0,0 1 0 0 0,-1-1 0 0 0,0 0 0 0 0,-1 0 1 0 0,0-1-1 0 0,0 0 0 0 0,0 0 0 0 0,-1 0 1 0 0,-1 0-1 0 0,1-1 0 0 0,-2 1 0 0 0,3-11 1 0 0,-3 1-8 0 0,-1 0 0 0 0,0 0 0 0 0,-2 0 1 0 0,0 0-1 0 0,-1 1 0 0 0,0-1 0 0 0,-2 0 1 0 0,0 1-1 0 0,-10-26 0 0 0,12 40 10 0 0,2 1 2 0 0,2 25 13 0 0,1 1 1 0 0,1 0-1 0 0,1-1 1 0 0,10 29-1 0 0,-7-24 0 0 0,-1-3 10 0 0,1-1 0 0 0,0 0 0 0 0,2 0 0 0 0,1-1 0 0 0,1 0 0 0 0,1-1 0 0 0,28 37 0 0 0,-14-36 32 0 0,-16-15-32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7.5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43 13768 0 0,'-5'-23'4232'0'0,"6"38"-3401"0"0,7 56-235 0 0,25 162 498 0 0,-15-173-256 0 0,-14-73-793 0 0,0 0 0 0 0,0 0-1 0 0,-2-1 1 0 0,1 1 0 0 0,-2-1-1 0 0,0 0 1 0 0,0-17 0 0 0,0-6 45 0 0,1-22 75 0 0,-2 30-87 0 0,5-35 0 0 0,-4 56-10 0 0,0-1 1 0 0,2 0-1 0 0,-1 1 1 0 0,1-1-1 0 0,0 1 1 0 0,0 0 0 0 0,1 0-1 0 0,6-9 1 0 0,-10 16-58 0 0,1 1 0 0 0,-1 0 0 0 0,0 0 1 0 0,1 0-1 0 0,-1 0 0 0 0,1 0 1 0 0,-1 0-1 0 0,0 0 0 0 0,1 0 0 0 0,-1 0 1 0 0,0 0-1 0 0,1 0 0 0 0,-1 0 0 0 0,0 1 1 0 0,1-1-1 0 0,-1 0 0 0 0,0 0 1 0 0,1 0-1 0 0,-1 0 0 0 0,0 0 0 0 0,1 1 1 0 0,-1-1-1 0 0,0 0 0 0 0,1 0 1 0 0,-1 1-1 0 0,0-1 0 0 0,0 0 0 0 0,1 1 1 0 0,-1-1-1 0 0,0 0 0 0 0,0 0 0 0 0,0 1 1 0 0,1-1-1 0 0,-1 0 0 0 0,0 1 1 0 0,0-1-1 0 0,0 1 0 0 0,0-1 0 0 0,0 0 1 0 0,0 1-1 0 0,11 19 177 0 0,-11-19-176 0 0,12 29 112 0 0,-2-1 0 0 0,-1 2 1 0 0,-2 0-1 0 0,6 41 0 0 0,5 24 223 0 0,-16-84-293 0 0,-2-11-35 0 0,0 0-1 0 0,0 0 1 0 0,0 1 0 0 0,0-1-1 0 0,0 0 1 0 0,0 0 0 0 0,0 0-1 0 0,1 0 1 0 0,-1 1-1 0 0,0-1 1 0 0,1 0 0 0 0,-1 0-1 0 0,1 0 1 0 0,-1 0 0 0 0,1 0-1 0 0,0 0 1 0 0,-1 0 0 0 0,2 1-1 0 0,-1-2 38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7.8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1 15376 0 0,'0'0'4343'0'0,"-4"4"-4188"0"0,-25 21 228 0 0,-1-2 0 0 0,-51 29 0 0 0,70-44-326 0 0,0 0 1 0 0,1 1-1 0 0,0 0 0 0 0,0 1 0 0 0,-10 12 0 0 0,13-14-17 0 0,6-6-33 0 0,0-1-1 0 0,0 0 0 0 0,-1 0 1 0 0,2 1-1 0 0,-1-1 1 0 0,0 1-1 0 0,0-1 1 0 0,0 1-1 0 0,1-1 1 0 0,-1 1-1 0 0,0-1 1 0 0,1 1-1 0 0,0 0 1 0 0,-1-1-1 0 0,1 1 1 0 0,0 0-1 0 0,0-1 1 0 0,0 1-1 0 0,0 0 1 0 0,0-1-1 0 0,1 3 1 0 0,-1-1-1 0 0,1-1 0 0 0,0 1 0 0 0,1-1 0 0 0,-1 0 0 0 0,0 1 0 0 0,1-1 1 0 0,-1 0-1 0 0,1 0 0 0 0,0 0 0 0 0,0 0 0 0 0,0 0 0 0 0,2 1 0 0 0,7 5 11 0 0,0-1 1 0 0,0 0-1 0 0,0-1 0 0 0,16 6 0 0 0,-24-11-10 0 0,4 2 7 0 0,0 0 0 0 0,0 1 0 0 0,-1-1 0 0 0,1 1 0 0 0,-1 1 0 0 0,0-1-1 0 0,7 8 1 0 0,-11-10-8 0 0,-1 0-1 0 0,1 0 1 0 0,-1 0-1 0 0,1 0 0 0 0,-1 0 1 0 0,0 0-1 0 0,0 0 1 0 0,0 1-1 0 0,0-1 0 0 0,0 0 1 0 0,-1 1-1 0 0,1-1 1 0 0,-1 1-1 0 0,1-1 0 0 0,-1 1 1 0 0,0-1-1 0 0,0 1 1 0 0,0-1-1 0 0,0 1 0 0 0,-1-1 1 0 0,1 1-1 0 0,0-1 0 0 0,-1 1 1 0 0,0-1-1 0 0,-1 4 1 0 0,-1-1 0 0 0,1 0 0 0 0,-1 0 0 0 0,0 0 0 0 0,0 0 0 0 0,-1 0 0 0 0,-6 6 0 0 0,1-2 2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8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235 0 14064 0 0,'0'0'1994'0'0,"-4"0"-1611"0"0,-11 2-37 0 0,0 0 1 0 0,1 1-1 0 0,-1 0 1 0 0,0 2-1 0 0,-22 8 0 0 0,30-10-273 0 0,1 1-1 0 0,-1-1 0 0 0,0 1 1 0 0,1 1-1 0 0,0-1 0 0 0,0 1 0 0 0,0 0 1 0 0,1 0-1 0 0,0 0 0 0 0,0 1 0 0 0,0 0 1 0 0,1 0-1 0 0,-1 0 0 0 0,1 1 0 0 0,1-1 1 0 0,-1 1-1 0 0,-3 12 0 0 0,2-1 5 0 0,0-1 0 0 0,1 1 0 0 0,1 1 0 0 0,1-1-1 0 0,0 0 1 0 0,2 20 0 0 0,-1-20-36 0 0,2-1 0 0 0,0 1-1 0 0,1 0 1 0 0,5 17 0 0 0,-5-24-25 0 0,0 0 0 0 0,-1 0 0 0 0,-1 0 0 0 0,0 18 0 0 0,-1 0-3 0 0,1-25-13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8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190 1 13560 0 0,'0'0'1120'0'0,"-28"13"-736"0"0,19-12-264 0 0,-2 2 16 0 0,0 1 0 0 0,-3 3 0 0 0,-4 3 168 0 0,-2 4 8 0 0,0-2-1 0 0,-1 0 9 0 0,0-1-200 0 0,4-3 8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9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212 166 12760 0 0,'0'0'1257'0'0,"-2"3"-1116"0"0,-8 41 1284 0 0,0 6-618 0 0,9-47-763 0 0,0 0 0 0 0,0 0 0 0 0,0-1 0 0 0,0 1 0 0 0,-1 0 0 0 0,1 0 0 0 0,-1-1-1 0 0,0 1 1 0 0,0-1 0 0 0,0 1 0 0 0,0-1 0 0 0,-4 3 0 0 0,4-3-28 0 0,0-1 1 0 0,0 0-1 0 0,0 0 0 0 0,0 0 1 0 0,0 0-1 0 0,0 0 1 0 0,0 0-1 0 0,0-1 0 0 0,0 1 1 0 0,-1 0-1 0 0,1-1 1 0 0,0 0-1 0 0,0 0 0 0 0,-1 0 1 0 0,1 0-1 0 0,0 0 1 0 0,-1 0-1 0 0,-2-1 0 0 0,1 0-3 0 0,0-1 0 0 0,1 1-1 0 0,-1-1 1 0 0,1 0-1 0 0,-1 0 1 0 0,1 0 0 0 0,0 0-1 0 0,0 0 1 0 0,0-1-1 0 0,-3-3 1 0 0,-1-2 6 0 0,0 0 0 0 0,0-1-1 0 0,1 0 1 0 0,0 0 0 0 0,1 0-1 0 0,-8-19 1 0 0,10 22 8 0 0,-3-9 24 0 0,1 0 0 0 0,0-1 0 0 0,1 1 0 0 0,-2-18 0 0 0,5 30-35 0 0,1 0-1 0 0,0 0 1 0 0,-1 0-1 0 0,1 0 0 0 0,1 0 1 0 0,-1 0-1 0 0,0-1 1 0 0,1 1-1 0 0,-1 0 1 0 0,1 0-1 0 0,0 0 1 0 0,0 1-1 0 0,0-1 1 0 0,0 0-1 0 0,1 0 1 0 0,-1 0-1 0 0,1 1 1 0 0,-1-1-1 0 0,1 1 1 0 0,0-1-1 0 0,0 1 0 0 0,0 0 1 0 0,1 0-1 0 0,-1 0 1 0 0,0 0-1 0 0,1 0 1 0 0,0 0-1 0 0,2-1 1 0 0,5-2 56 0 0,0 1 0 0 0,0 0-1 0 0,1 0 1 0 0,-1 1 0 0 0,16-2 0 0 0,-20 4-17 0 0,0 1-1 0 0,1 0 1 0 0,-1 0 0 0 0,0 0-1 0 0,0 1 1 0 0,0 0-1 0 0,0 0 1 0 0,0 1 0 0 0,0 0-1 0 0,11 4 1 0 0,-13-4-17 0 0,0 0 0 0 0,0-1 1 0 0,0 2-1 0 0,0-1 1 0 0,0 0-1 0 0,-1 1 0 0 0,1 0 1 0 0,-1-1-1 0 0,0 1 0 0 0,0 1 1 0 0,0-1-1 0 0,0 0 0 0 0,0 1 1 0 0,-1 0-1 0 0,1-1 1 0 0,-1 1-1 0 0,0 0 0 0 0,0 0 1 0 0,-1 0-1 0 0,1 0 0 0 0,1 8 1 0 0,12 67 475 0 0,-13-62-426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09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 13672 0 0,'0'0'1285'0'0,"0"0"-785"0"0,0-3-188 0 0,0 3-284 0 0,0 0 1 0 0,0 0-1 0 0,0 0 1 0 0,0 0-1 0 0,0-1 1 0 0,0 1-1 0 0,0 0 1 0 0,1 0-1 0 0,-1 0 1 0 0,0 0-1 0 0,0 0 1 0 0,0 0-1 0 0,0 0 1 0 0,0 0-1 0 0,1 0 1 0 0,-1 0-1 0 0,0 0 1 0 0,0 0 0 0 0,0 0-1 0 0,0 0 1 0 0,0-1-1 0 0,1 1 1 0 0,-1 0-1 0 0,0 1 1 0 0,0-1-1 0 0,0 0 1 0 0,0 0-1 0 0,1 0 1 0 0,-1 0-1 0 0,0 0 1 0 0,0 0-1 0 0,0 0 1 0 0,0 0-1 0 0,0 0 1 0 0,0 0-1 0 0,1 0 1 0 0,-1 0-1 0 0,0 0 1 0 0,0 0-1 0 0,0 1 1 0 0,0-1-1 0 0,0 0 1 0 0,0 0-1 0 0,0 0 1 0 0,1 0-1 0 0,-1 0 1 0 0,0 0-1 0 0,0 1 1 0 0,0-1-1 0 0,7 7 675 0 0,2 22-303 0 0,-1-1 0 0 0,5 36 0 0 0,-9-39-144 0 0,2 16 66 0 0,1 44 1 0 0,-2-12-56 0 0,-3-18 10 0 0,-3-34 13 0 0,0-19-61 0 0,-1-7 75 0 0,-1-14-252 0 0,0 1-1 0 0,2-1 1 0 0,0 1 0 0 0,3-28 0 0 0,0 11 35 0 0,-1 4 35 0 0,8-52-1 0 0,-6 69-77 0 0,0 0-1 0 0,1-1 1 0 0,1 1-1 0 0,0 1 1 0 0,12-23-1 0 0,-12 28 4 0 0,0 0-1 0 0,1 0 1 0 0,0 1-1 0 0,1 0 1 0 0,11-10-1 0 0,-15 14-23 0 0,0 0 0 0 0,0 1 0 0 0,1-1 0 0 0,-1 1 1 0 0,1 0-1 0 0,-1 0 0 0 0,1 0 0 0 0,0 0 0 0 0,0 1 0 0 0,0 0 0 0 0,0 0 0 0 0,0 0 0 0 0,0 0 1 0 0,9 0-1 0 0,-3 2 39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10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54 15176 0 0,'0'0'3897'0'0,"3"18"-3051"0"0,25 67 7 0 0,-15-50-439 0 0,10 46-1 0 0,-21-71-320 0 0,-1 0 0 0 0,-1 0 0 0 0,0 14 0 0 0,-1-4 231 0 0,1-19-262 0 0,7-27 44 0 0,18-111 22 0 0,-16 80 49 0 0,18-66 0 0 0,-27 123-171 0 0,0 0 1 0 0,0 0-1 0 0,0-1 1 0 0,0 1-1 0 0,0 0 1 0 0,0 0-1 0 0,0 0 1 0 0,0 0-1 0 0,0 0 1 0 0,0-1 0 0 0,0 1-1 0 0,0 0 1 0 0,0 0-1 0 0,0 0 1 0 0,0 0-1 0 0,0 0 1 0 0,0-1-1 0 0,0 1 1 0 0,1 0-1 0 0,-1 0 1 0 0,0 0-1 0 0,0 0 1 0 0,0 0 0 0 0,0-1-1 0 0,0 1 1 0 0,0 0-1 0 0,0 0 1 0 0,0 0-1 0 0,1 0 1 0 0,-1 0-1 0 0,0 0 1 0 0,0 0-1 0 0,0 0 1 0 0,0-1-1 0 0,0 1 1 0 0,0 0-1 0 0,1 0 1 0 0,-1 0 0 0 0,0 0-1 0 0,0 0 1 0 0,0 0-1 0 0,0 0 1 0 0,1 0-1 0 0,-1 0 1 0 0,0 0-1 0 0,0 0 1 0 0,0 0-1 0 0,0 0 1 0 0,0 0-1 0 0,1 0 1 0 0,-1 0 0 0 0,0 0-1 0 0,0 0 1 0 0,0 0-1 0 0,0 0 1 0 0,0 1-1 0 0,1-1 1 0 0,-1 0-1 0 0,0 0 1 0 0,0 0-1 0 0,0 0 1 0 0,0 0-1 0 0,1 0 1 0 0,5 16 117 0 0,3 21-41 0 0,-6-3 32 0 0,-3-26-75 0 0,0-1 1 0 0,0 0-1 0 0,1 0 1 0 0,0 1-1 0 0,1-1 1 0 0,0 0-1 0 0,0 0 1 0 0,0 0-1 0 0,5 9 1 0 0,-7-16-29 0 0,1 1-1 0 0,-1-1 1 0 0,1 1 0 0 0,-1-1 0 0 0,1 1 0 0 0,-1-1-1 0 0,1 1 1 0 0,-1-1 0 0 0,1 0 0 0 0,0 1 0 0 0,-1-1-1 0 0,1 0 1 0 0,0 0 0 0 0,-1 1 0 0 0,1-1-1 0 0,0 0 1 0 0,-1 0 0 0 0,1 0 0 0 0,0 0 0 0 0,-1 0-1 0 0,1 0 1 0 0,0 0 0 0 0,-1 0 0 0 0,1 0-1 0 0,0 0 1 0 0,-1 0 0 0 0,1-1 0 0 0,0 1 0 0 0,-1 0-1 0 0,1 0 1 0 0,0-1 0 0 0,-1 1 0 0 0,1 0-1 0 0,-1-1 1 0 0,1 1 0 0 0,0 0 0 0 0,-1-1 0 0 0,1 1-1 0 0,0-2 1 0 0,1 0 11 0 0,1 0-1 0 0,-1 0 1 0 0,1-1 0 0 0,-1 1-1 0 0,0-1 1 0 0,0 0-1 0 0,0 1 1 0 0,2-6 0 0 0,42-112 246 0 0,-46 120-263 0 0,0-1 1 0 0,0 1-1 0 0,0-1 0 0 0,0 1 1 0 0,0-1-1 0 0,0 1 0 0 0,0-1 1 0 0,1 1-1 0 0,-1-1 1 0 0,0 1-1 0 0,0 0 0 0 0,0-1 1 0 0,1 1-1 0 0,-1-1 0 0 0,0 1 1 0 0,1 0-1 0 0,-1-1 0 0 0,0 1 1 0 0,1 0-1 0 0,-1-1 1 0 0,0 1-1 0 0,1 0 0 0 0,-1 0 1 0 0,0-1-1 0 0,1 1 0 0 0,-1 0 1 0 0,1 0-1 0 0,-1 0 0 0 0,1-1 1 0 0,-1 1-1 0 0,0 0 1 0 0,1 0-1 0 0,-1 0 0 0 0,1 0 1 0 0,-1 0-1 0 0,2 0 0 0 0,-1 1 2 0 0,0 0 0 0 0,0 0 1 0 0,0 0-1 0 0,0-1 0 0 0,0 1 0 0 0,-1 1 0 0 0,1-1 0 0 0,0 0 0 0 0,0 0 0 0 0,-1 0 0 0 0,1 0 0 0 0,0 2 0 0 0,13 40 132 0 0,-6-11-27 0 0,2-1 1 0 0,1 0-1 0 0,22 42 0 0 0,-32-70-99 0 0,0 0-1 0 0,1-1 0 0 0,-1 1 1 0 0,1-1-1 0 0,0 1 0 0 0,0-1 1 0 0,0 0-1 0 0,4 4 0 0 0,0-1 27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10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54 211 16879 0 0,'0'0'838'0'0,"4"0"-425"0"0,-2 0-443 0 0,3 1 212 0 0,-1-1 0 0 0,1 0 0 0 0,0 0-1 0 0,0-1 1 0 0,0 1 0 0 0,-1-1 0 0 0,1 0-1 0 0,0 0 1 0 0,-1-1 0 0 0,1 1 0 0 0,-1-1-1 0 0,1 0 1 0 0,-1 0 0 0 0,0-1 0 0 0,0 1-1 0 0,6-6 1 0 0,-1-1 10 0 0,-1 0 0 0 0,-1-1 0 0 0,0 0 1 0 0,8-15-1 0 0,-12 21-123 0 0,0-2 0 0 0,-1 1 1 0 0,1 0-1 0 0,-1 0 1 0 0,-1-1-1 0 0,1 1 0 0 0,-1-1 1 0 0,0 0-1 0 0,0 1 1 0 0,-1-1-1 0 0,1-9 0 0 0,-1 13-51 0 0,-1 0 0 0 0,1 0 1 0 0,0 0-1 0 0,-1 0 0 0 0,1-1 0 0 0,-1 1 0 0 0,0 0 0 0 0,1 0 0 0 0,-1 0 0 0 0,0 0 0 0 0,0 0 0 0 0,-1 1 0 0 0,1-1 0 0 0,0 0 0 0 0,-1 0 1 0 0,1 1-1 0 0,-1-1 0 0 0,1 1 0 0 0,-1-1 0 0 0,0 1 0 0 0,1 0 0 0 0,-1 0 0 0 0,0-1 0 0 0,0 1 0 0 0,0 1 0 0 0,0-1 0 0 0,0 0 1 0 0,0 0-1 0 0,0 1 0 0 0,0-1 0 0 0,0 1 0 0 0,-1 0 0 0 0,1-1 0 0 0,0 1 0 0 0,0 0 0 0 0,0 0 0 0 0,0 0 0 0 0,-4 1 0 0 0,1 0 3 0 0,-1 0 0 0 0,1 1 0 0 0,0-1 0 0 0,0 1 0 0 0,0 0 0 0 0,1 0 0 0 0,-1 1 0 0 0,0-1 0 0 0,1 1-1 0 0,-1 0 1 0 0,1 0 0 0 0,0 1 0 0 0,0-1 0 0 0,-6 8 0 0 0,0 2 33 0 0,2 1 1 0 0,-1 0-1 0 0,2 0 0 0 0,0 1 1 0 0,1 0-1 0 0,-9 30 0 0 0,12-34-24 0 0,1 0 0 0 0,0 0 0 0 0,1 0 0 0 0,0 0 0 0 0,1 1 0 0 0,0-1 0 0 0,0 0 0 0 0,2 0-1 0 0,-1 0 1 0 0,6 19 0 0 0,-3-20 3 0 0,0 0 0 0 0,0-1 0 0 0,1 1 0 0 0,1-1 0 0 0,-1-1 0 0 0,1 1 0 0 0,1-1 0 0 0,0 0 0 0 0,0 0 0 0 0,0-1 0 0 0,1 0 0 0 0,0 0 0 0 0,1-1 0 0 0,10 7 0 0 0,7-5 90 0 0,-19-8-85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10.8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74 16280 0 0,'0'0'3663'0'0,"-3"5"-3063"0"0,-1 3-449 0 0,0 1-1 0 0,1 0 1 0 0,0 0-1 0 0,0 0 1 0 0,1 1-1 0 0,0-1 1 0 0,-1 19-1 0 0,-2 162 1629 0 0,2-29-1050 0 0,-2-123-559 0 0,2-9 40 0 0,3-24 15 0 0,2-11 125 0 0,40-178-21 0 0,3-10-123 0 0,-39 169-155 0 0,2 0 1 0 0,20-42 0 0 0,-25 60-41 0 0,1 1-1 0 0,-1-1 0 0 0,1 1 1 0 0,1 0-1 0 0,-1 0 0 0 0,1 0 1 0 0,0 0-1 0 0,0 1 0 0 0,1 0 1 0 0,0 0-1 0 0,-1 0 0 0 0,2 1 1 0 0,-1 0-1 0 0,10-5 0 0 0,-1 5-2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12.3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6 10344 0 0,'0'0'4254'0'0,"-4"-1"-3819"0"0,2 0-357 0 0,1 0-1 0 0,-1 1 1 0 0,0-1 0 0 0,0 1-1 0 0,1-1 1 0 0,-1 1 0 0 0,0 0 0 0 0,0 0-1 0 0,1 0 1 0 0,-1 0 0 0 0,0 0-1 0 0,0 0 1 0 0,0 0 0 0 0,1 1-1 0 0,-1-1 1 0 0,0 1 0 0 0,1-1 0 0 0,-1 1-1 0 0,0 0 1 0 0,1-1 0 0 0,-1 1-1 0 0,1 0 1 0 0,-1 0 0 0 0,-2 2-1 0 0,-4 2 40 0 0,1 0 0 0 0,0 1 0 0 0,0 0 0 0 0,0 0 0 0 0,0 0-1 0 0,1 1 1 0 0,0 0 0 0 0,1 0 0 0 0,0 0 0 0 0,0 1 0 0 0,0 0-1 0 0,1 0 1 0 0,0 0 0 0 0,0 1 0 0 0,-3 12 0 0 0,-13 48 132 0 0,3 1 0 0 0,-10 92 1 0 0,26-152-231 0 0,1 1 0 0 0,0-1 1 0 0,0 1-1 0 0,5 20 0 0 0,-4-27-9 0 0,0 1-1 0 0,0 0 1 0 0,1-1-1 0 0,-1 0 1 0 0,1 1-1 0 0,0-1 1 0 0,1 0-1 0 0,-1 0 1 0 0,1 0-1 0 0,0 0 1 0 0,0-1-1 0 0,0 1 1 0 0,5 4-1 0 0,3-2 15 0 0,3-4-7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12.8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266 14 12360 0 0,'0'0'2810'0'0,"-4"-3"-2451"0"0,2 1-340 0 0,0 1 1 0 0,1 0 0 0 0,-1 0-1 0 0,0 0 1 0 0,0 0-1 0 0,0 0 1 0 0,0 1-1 0 0,-1-1 1 0 0,1 1 0 0 0,0-1-1 0 0,0 1 1 0 0,0 0-1 0 0,-4-1 1 0 0,-32 7 269 0 0,32-5-249 0 0,-6 1 95 0 0,1 1 1 0 0,0 1 0 0 0,0 0 0 0 0,0 0 0 0 0,0 1 0 0 0,1 1 0 0 0,0 0 0 0 0,0 0 0 0 0,-10 8 0 0 0,14-9-81 0 0,1 0 0 0 0,-1 0-1 0 0,1 0 1 0 0,0 1 0 0 0,1 0-1 0 0,-1 0 1 0 0,1 0 0 0 0,0 0-1 0 0,1 0 1 0 0,-1 1 0 0 0,1 0-1 0 0,1 0 1 0 0,-1 0 0 0 0,1 0-1 0 0,-2 10 1 0 0,3-8 15 0 0,0-1 0 0 0,0 0-1 0 0,1 1 1 0 0,0-1 0 0 0,0 1-1 0 0,1-1 1 0 0,0 1 0 0 0,0-1 0 0 0,4 10-1 0 0,-4-15-48 0 0,0 1 0 0 0,1-1 0 0 0,-1 0 0 0 0,1 1 0 0 0,0-1 0 0 0,0 0-1 0 0,0 0 1 0 0,0 0 0 0 0,1 0 0 0 0,-1-1 0 0 0,1 1 0 0 0,0-1-1 0 0,0 1 1 0 0,4 2 0 0 0,0-1 4 0 0,-1-1 0 0 0,1 0 0 0 0,-1 0 0 0 0,1-1 0 0 0,0 1 0 0 0,0-2-1 0 0,8 2 1 0 0,1-1 10 0 0,0 0-1 0 0,1-1 1 0 0,-1-1-1 0 0,0-1 1 0 0,1-1-1 0 0,16-3 1 0 0,-8-1 11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13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12960 0 0,'0'0'4990'0'0,"0"6"-4826"0"0,5 201 876 0 0,0-92-587 0 0,-3-98-268 0 0,0 0-1 0 0,1 0 0 0 0,1 0 0 0 0,10 27 1 0 0,-10-39 20 0 0,-4-4-100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13.6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 14168 0 0,'0'0'3711'0'0,"4"-1"-3575"0"0,15-2 97 0 0,-1 0 0 0 0,1 1-1 0 0,0 1 1 0 0,23 1-1 0 0,44-3 21 0 0,-63 0-229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5:14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13056 0 0,'0'0'838'0'0,"5"2"-590"0"0,-1 1-197 0 0,1 0-1 0 0,0 0 1 0 0,-1 1-1 0 0,1 0 0 0 0,-1 0 1 0 0,0 0-1 0 0,-1 0 1 0 0,1 0-1 0 0,-1 1 0 0 0,4 5 1 0 0,7 13 278 0 0,-2 1-1 0 0,0 0 1 0 0,-2 0 0 0 0,0 1 0 0 0,-2 0-1 0 0,-1 1 1 0 0,0 0 0 0 0,4 48-1 0 0,-10 5 296 0 0,-4 0-1 0 0,-23 143 1 0 0,26-216-581 0 0,-10 42 141 0 0,6-28-90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28.3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322 1 1800 0 0,'0'0'13672'0'0,"-1"3"-13523"0"0,0 2-70 0 0,-1 3 12 0 0,1 1 4373 0 0,1-9-4445 0 0,0 1 0 0 0,0-1 0 0 0,1 0 1 0 0,-1 1-1 0 0,0-1 0 0 0,0 0 0 0 0,0 0 0 0 0,0 1 0 0 0,0-1 0 0 0,0 0 0 0 0,0 1 0 0 0,0-1 0 0 0,0 0 0 0 0,0 1 0 0 0,0-1 0 0 0,0 0 0 0 0,0 1 0 0 0,0-1 0 0 0,0 0 0 0 0,0 0 0 0 0,0 1 0 0 0,0-1 0 0 0,0 0 0 0 0,0 1 0 0 0,0-1 0 0 0,-1 0 0 0 0,1 0 0 0 0,0 1 0 0 0,0-1 1 0 0,0 0-1 0 0,-1 0 0 0 0,1 1 0 0 0,-6 10 551 0 0,4-10-503 0 0,1-1 1 0 0,0 1-1 0 0,-1 0 0 0 0,1-1 1 0 0,0 1-1 0 0,-1-1 1 0 0,1 1-1 0 0,0-1 0 0 0,-1 0 1 0 0,1 0-1 0 0,-1 1 0 0 0,1-1 1 0 0,-1 0-1 0 0,1 0 0 0 0,-1 0 1 0 0,-1-1-1 0 0,2 1-26 0 0,-1 0 0 0 0,1-1-1 0 0,-1 1 1 0 0,1 0 0 0 0,0 0 0 0 0,-1 0 0 0 0,1 1-1 0 0,-1-1 1 0 0,1 0 0 0 0,0 0 0 0 0,-1 1 0 0 0,1-1-1 0 0,-1 1 1 0 0,1-1 0 0 0,0 1 0 0 0,0 0-1 0 0,-1 0 1 0 0,0 1 0 0 0,0 0 25 0 0,0 0 0 0 0,-1-1 0 0 0,1 1 0 0 0,0 0 0 0 0,-1-1 0 0 0,1 1 0 0 0,-1-1-1 0 0,1 1 1 0 0,-1-1 0 0 0,0 0 0 0 0,1 0 0 0 0,-1-1 0 0 0,0 1 0 0 0,-5 0 0 0 0,-45-1 453 0 0,27-1-140 0 0,26 1-290 0 0,-2 0-57 0 0,1 0 1 0 0,0 0-1 0 0,-1 0 1 0 0,1 0-1 0 0,0 0 0 0 0,-1 0 1 0 0,1 0-1 0 0,0 0 1 0 0,-1 0-1 0 0,1 0 1 0 0,0 1-1 0 0,-1-1 0 0 0,1 1 1 0 0,0-1-1 0 0,0 1 1 0 0,-1-1-1 0 0,1 1 0 0 0,0 0 1 0 0,-2 1-1 0 0,-18 21 416 0 0,2-4-37 0 0,8-8-153 0 0,-1 0 0 0 0,-18 25 1 0 0,21-25-175 0 0,8-7-67 0 0,0-1 0 0 0,0 0 0 0 0,1 1-1 0 0,-1-1 1 0 0,1 1 0 0 0,0-1-1 0 0,0 1 1 0 0,0-1 0 0 0,2 6-1 0 0,-2 3 36 0 0,0-6-7 0 0,1 0 0 0 0,-1 1 0 0 0,1-1 0 0 0,0 0 0 0 0,1 0 0 0 0,-1 0 0 0 0,4 8 0 0 0,-2-5 11 0 0,0 0 0 0 0,-1 0 0 0 0,0 1 0 0 0,0 0 0 0 0,-1-1 0 0 0,0 19 0 0 0,0-18-15 0 0,0 0 0 0 0,1 0 0 0 0,0 0 0 0 0,5 13 0 0 0,1 7 97 0 0,-3-5-6 0 0,-1 0 0 0 0,-1 1 0 0 0,-2 37 0 0 0,0-60-114 0 0,-1 0 0 0 0,1 0-1 0 0,0 1 1 0 0,0-1 0 0 0,0 0 0 0 0,0 0 0 0 0,0-1 0 0 0,1 1 0 0 0,3 5 0 0 0,-4-5-2 0 0,1 0 1 0 0,0-1-1 0 0,-1 1 1 0 0,1 0-1 0 0,-1 1 1 0 0,0-1-1 0 0,0 0 1 0 0,0 0-1 0 0,0 7 1 0 0,-1 116 544 0 0,0-69-425 0 0,0 59 33 0 0,9-67-95 0 0,-6-38-56 0 0,0-1 0 0 0,-2 1 0 0 0,2 17 0 0 0,-2 11 27 0 0,0-16 0 0 0,-1 1 1 0 0,-4 25-1 0 0,-24 75 108 0 0,-9 42-98 0 0,7-26-128 0 0,29-135-11 0 0,0 0 1 0 0,1 1 0 0 0,0-1-1 0 0,0 11 1 0 0,1-1-256 0 0,23-11-64 0 0,-20 1 344 0 0,0 0 1 0 0,-1 0-1 0 0,0 0 0 0 0,1 0 0 0 0,-2 0 0 0 0,1 1 1 0 0,-1-1-1 0 0,3 9 0 0 0,9 48-187 0 0,-11-35 136 0 0,-2-1-1 0 0,-3 37 0 0 0,1-8 11 0 0,1 725-668 0 0,0-772 762 0 0,1 0 0 0 0,0 0-1 0 0,4 12 1 0 0,-3-12 0 0 0,0 0 0 0 0,-1 0 0 0 0,1 14 0 0 0,-2 233-55 0 0,1-245 58 0 0,1 0 1 0 0,0-1-1 0 0,0 0 1 0 0,1 1-1 0 0,0-1 1 0 0,0 0-1 0 0,6 11 1 0 0,9 25-5 0 0,-8-24 7 0 0,-8-18 0 0 0,0 1 0 0 0,0 0 0 0 0,0 1 0 0 0,-1-1 0 0 0,1 0 0 0 0,-1 0 0 0 0,0 1 0 0 0,0-1 0 0 0,-1 1 0 0 0,0-1 0 0 0,1 1 0 0 0,-2 5 0 0 0,1-5 0 0 0,0-2 0 0 0,0 1 1 0 0,1-1 5 0 0,1 1-4 0 0,2 1 5 0 0,0 0 1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38.7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32 323 4912 0 0,'0'0'7150'0'0,"-2"4"-7011"0"0,0 0 309 0 0,1 0 0 0 0,-1 0 0 0 0,1 0 0 0 0,0 0 0 0 0,1 0 0 0 0,-1 0 0 0 0,0 9 2365 0 0,-8-32-1881 0 0,7 11-820 0 0,1 1 0 0 0,-1-1 1 0 0,2 0-1 0 0,0-15 0 0 0,-2-12 268 0 0,-2-93 859 0 0,4 100-916 0 0,0 20-127 0 0,1-40 741 0 0,0 43-781 0 0,-1 1 0 0 0,1 0-1 0 0,0 0 1 0 0,0 0 0 0 0,0 0-1 0 0,0 0 1 0 0,1 0 0 0 0,2-6-1 0 0,-4 10-126 0 0,0-1-1 0 0,1 1 0 0 0,-1 0 0 0 0,0-1 1 0 0,0 1-1 0 0,1 0 0 0 0,-1 0 0 0 0,0-1 1 0 0,1 1-1 0 0,-1 0 0 0 0,0 0 0 0 0,1-1 1 0 0,-1 1-1 0 0,0 0 0 0 0,1 0 0 0 0,-1 0 1 0 0,1 0-1 0 0,-1-1 0 0 0,0 1 0 0 0,1 0 1 0 0,-1 0-1 0 0,1 0 0 0 0,-1 0 0 0 0,0 0 1 0 0,1 0-1 0 0,-1 0 0 0 0,1 0 0 0 0,-1 0 1 0 0,1 0-1 0 0,-1 1 0 0 0,0-1 0 0 0,1 0 1 0 0,-1 0-1 0 0,0 0 0 0 0,1 0 0 0 0,-1 0 1 0 0,1 1-1 0 0,-1-1 0 0 0,0 0 0 0 0,1 0 1 0 0,-1 1-1 0 0,0-1 0 0 0,0 0 0 0 0,1 1 1 0 0,-1-1-1 0 0,0 0 0 0 0,0 1 0 0 0,1-1 1 0 0,-1 0-1 0 0,0 1 0 0 0,0-1 0 0 0,1 1 1 0 0,9 20 394 0 0,-9-20-405 0 0,18 47 581 0 0,24 62 23 0 0,-35-80-321 0 0,9 55-1 0 0,2 10 340 0 0,-12-77-464 0 0,-5-16-139 0 0,-1 0 0 0 0,0 0 0 0 0,0 0 0 0 0,0 0 0 0 0,-1 1 0 0 0,1-1 1 0 0,0 0-1 0 0,-1 4 0 0 0,0-5 4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39.1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 1 17487 0 0,'0'0'416'0'0,"-5"0"432"0"0,1 0-416 0 0,0 0-304 0 0,0 3 8 0 0,-2-2 0 0 0,2 2 368 0 0,0 1 216 0 0,0 0-360 0 0,-1-2-240 0 0,1 2 16 0 0,0 3 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39.5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14368 0 0,'0'0'5385'0'0,"0"4"-5265"0"0,13 59 376 0 0,-7-40-273 0 0,3 29 0 0 0,-5-15 127 0 0,2-1 0 0 0,1 0 0 0 0,21 63 0 0 0,-27-98-331 0 0,-1-1 0 0 0,0 1 0 0 0,0-1 0 0 0,0 1 0 0 0,0-1 0 0 0,0 1 0 0 0,1-1 0 0 0,-1 1 0 0 0,0-1-1 0 0,0 1 1 0 0,1-1 0 0 0,-1 1 0 0 0,0-1 0 0 0,1 1 0 0 0,-1-1 0 0 0,0 0 0 0 0,1 1 0 0 0,-1-1 0 0 0,1 1 0 0 0,-1-1-1 0 0,1 0 1 0 0,-1 0 0 0 0,1 1 0 0 0,-1-1 0 0 0,1 0 0 0 0,-1 0 0 0 0,1 0 0 0 0,-1 1 0 0 0,1-1 0 0 0,-1 0 0 0 0,1 0-1 0 0,-1 0 1 0 0,1 0 0 0 0,-1 0 0 0 0,1 0 0 0 0,-1 0 0 0 0,2 0 0 0 0,2-2 86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39.9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148 0 15880 0 0,'0'0'869'0'0,"-4"0"-440"0"0,-2 1-254 0 0,-1-1 0 0 0,1 1 0 0 0,-1 0 0 0 0,1 1 0 0 0,-13 4-1 0 0,-17 3 1449 0 0,31-9-1452 0 0,-1 1 0 0 0,1 0 0 0 0,-1 1 0 0 0,1 0-1 0 0,0 0 1 0 0,-1 0 0 0 0,-4 3 0 0 0,2 1 259 0 0,8-5-326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40.3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12664 0 0,'0'0'2977'0'0,"0"3"-2850"0"0,2 24 572 0 0,9 48 0 0 0,-1-8 6 0 0,-5-11-198 0 0,-4-31-197 0 0,2 0 0 0 0,0 0 0 0 0,2 0-1 0 0,9 31 1 0 0,-4-38 706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40.63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86 2 20143 0 0,'0'0'34'0'0,"-4"-1"-18"0"0,0 1-4 0 0,-1 0-1 0 0,0 0 1 0 0,1 0 0 0 0,-1 1 0 0 0,1-1 0 0 0,-1 1 0 0 0,0 0 0 0 0,1 1 0 0 0,-6 1-1 0 0,-10 3 52 0 0,10-5-22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40.9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90 14672 0 0,'0'0'2345'0'0,"2"25"-801"0"0,5-5-1249 0 0,14 44 1442 0 0,-19-53-1512 0 0,3 6 220 0 0,-2 0 1 0 0,0 1-1 0 0,1 26 0 0 0,-4-43-373 0 0,0-17 307 0 0,-4-22-155 0 0,1 22-144 0 0,2 0 1 0 0,0 0 0 0 0,2-18 0 0 0,0 1 66 0 0,-2 27-117 0 0,1 0 0 0 0,0 0 0 0 0,0 1 0 0 0,1-1 0 0 0,-1 0 0 0 0,1 1 0 0 0,1-1 0 0 0,-1 0 0 0 0,1 1-1 0 0,0 0 1 0 0,4-8 0 0 0,4-8 123 0 0,-8 17-120 0 0,0 0 1 0 0,0 0 0 0 0,0 0 0 0 0,0 0 0 0 0,1 1 0 0 0,-1-1 0 0 0,1 1 0 0 0,3-4 0 0 0,-4 6-9 0 0,0 1 1 0 0,0-1-1 0 0,0 0 1 0 0,0 1 0 0 0,0 0-1 0 0,0-1 1 0 0,0 1-1 0 0,0 0 1 0 0,2 0 0 0 0,2 2 20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41.3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16384 0 0,'0'0'3695'0'0,"0"5"-3095"0"0,2 11-292 0 0,0 0-1 0 0,1 0 1 0 0,1 0 0 0 0,0 0-1 0 0,1 0 1 0 0,9 18-1 0 0,-12-28-192 0 0,9 34 190 0 0,-10-32-221 0 0,1-1-1 0 0,0 1 1 0 0,0-1 0 0 0,0 0 0 0 0,1 0 0 0 0,5 10 0 0 0,-5-13-28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41.7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34 37 21431 0 0,'0'0'10'0'0,"-3"-4"3"0"0,-19-24 7 0 0,22 28 4 0 0,-9-4 196 0 0,18 12-92 0 0,-5 1-63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42.0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14464 0 0,'0'0'302'0'0,"3"4"-4"0"0,2 6-129 0 0,0 1 0 0 0,0 0 0 0 0,-1-1 1 0 0,4 20-1 0 0,9 55 414 0 0,-10-48-5 0 0,8 61 509 0 0,-8-51-478 0 0,22 83 1 0 0,-7-24-133 0 0,-20-96-422 0 0,-7-13-41 0 0,-6-14-24 0 0,9 11 7 0 0,0 1 0 0 0,0-1 0 0 0,1 0 0 0 0,-1 0 0 0 0,2 0 0 0 0,-1 0 1 0 0,1-1-1 0 0,-1 1 0 0 0,2 0 0 0 0,0-10 0 0 0,3-8-19 0 0,10-32 0 0 0,-3 15-6 0 0,-11 38 27 0 0,1 0 0 0 0,0 1 0 0 0,0-1 0 0 0,0 0 0 0 0,0 1 0 0 0,1-1 1 0 0,-1 1-1 0 0,1 0 0 0 0,-1-1 0 0 0,1 1 0 0 0,0 0 0 0 0,0 0 0 0 0,0 0 0 0 0,0 0 0 0 0,0 1 1 0 0,0-1-1 0 0,1 0 0 0 0,-1 1 0 0 0,3-2 0 0 0,-3 3 1 0 0,-1-1-1 0 0,1 1 1 0 0,-1-1-1 0 0,1 1 1 0 0,0-1-1 0 0,-1 1 1 0 0,1 0-1 0 0,0 0 1 0 0,-1 0-1 0 0,1 0 1 0 0,0 0-1 0 0,0 0 1 0 0,-1 0-1 0 0,1 0 1 0 0,0 1-1 0 0,-1-1 1 0 0,1 1-1 0 0,-1-1 1 0 0,1 1-1 0 0,0 0 1 0 0,-1 0-1 0 0,0 0 1 0 0,1-1-1 0 0,-1 1 1 0 0,1 1-1 0 0,-1-1 1 0 0,0 0-1 0 0,0 0 1 0 0,0 0-1 0 0,1 1 1 0 0,0 1-1 0 0,3 4 1 0 0,0 1 0 0 0,-1 0 0 0 0,1 0 0 0 0,-2 0 0 0 0,1 0 0 0 0,-1 1 0 0 0,0-1 0 0 0,-1 1 0 0 0,0 0 0 0 0,-1-1 0 0 0,1 1 0 0 0,-1 10 0 0 0,-1-4 0 0 0,-1 0 0 0 0,-1-1 0 0 0,0 1 0 0 0,-1-1 0 0 0,0 0 0 0 0,-9 23 0 0 0,9-30 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42.5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11 126 14168 0 0,'0'0'1649'0'0,"-1"4"-1290"0"0,0 4-163 0 0,-3 18 181 0 0,2-1 0 0 0,0 1-1 0 0,1 0 1 0 0,2 0 0 0 0,4 29 0 0 0,-4-52-327 0 0,1 1 0 0 0,-1-1 0 0 0,1 0 1 0 0,0 1-1 0 0,0-1 0 0 0,0 0 0 0 0,0 0 0 0 0,1-1 1 0 0,-1 1-1 0 0,1 0 0 0 0,0-1 0 0 0,0 1 1 0 0,0-1-1 0 0,0 0 0 0 0,4 2 0 0 0,-3-1-8 0 0,0 0-1 0 0,0-1 1 0 0,1 0 0 0 0,-1 0-1 0 0,1-1 1 0 0,-1 1-1 0 0,1-1 1 0 0,0 0 0 0 0,-1 0-1 0 0,1 0 1 0 0,8 0-1 0 0,-11-2-10 0 0,1 1 1 0 0,-1-1-1 0 0,0 1 0 0 0,1-1 0 0 0,-1 0 0 0 0,1 0 0 0 0,-1 0 0 0 0,0 0 0 0 0,0 0 0 0 0,0 0 0 0 0,0-1 0 0 0,0 1 0 0 0,0-1 1 0 0,0 1-1 0 0,0-1 0 0 0,2-3 0 0 0,-1 1 13 0 0,0 0 0 0 0,0-1 1 0 0,-1 1-1 0 0,0-1 0 0 0,0 0 1 0 0,0 0-1 0 0,2-8 0 0 0,0-5 58 0 0,-2 0-1 0 0,0 0 1 0 0,-1-28 0 0 0,-11-175 771 0 0,10 220-334 0 0,5 16-206 0 0,1 10-187 0 0,-1 1 0 0 0,2 41-1 0 0,-1-9 161 0 0,-4-47-227 0 0,4 39 377 0 0,3 1-1 0 0,18 57 1 0 0,-25-102-376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42.9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16280 0 0,'0'0'2314'0'0,"2"4"-2093"0"0,8 19 282 0 0,-1 1-1 0 0,-2 0 1 0 0,0 1-1 0 0,4 34 1 0 0,-8-46-345 0 0,11 97 436 0 0,-10-68 94 0 0,10 48-1 0 0,-9-59-245 0 0,-5-31-372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43.2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180 28 15272 0 0,'-6'-25'4023'0'0,"4"24"-3939"0"0,-1 1 0 0 0,0-1 0 0 0,1 1-1 0 0,-1 0 1 0 0,0 0 0 0 0,1 0 0 0 0,-1 0 0 0 0,0 0-1 0 0,1 1 1 0 0,-1-1 0 0 0,1 1 0 0 0,-6 2-1 0 0,-29 12 532 0 0,26-8-509 0 0,0 0 0 0 0,0 0 0 0 0,1 1 0 0 0,0 0 0 0 0,0 1 0 0 0,1 0 0 0 0,-8 10 0 0 0,8-7-34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43.6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29 255 14368 0 0,'0'0'1354'0'0,"4"1"-1187"0"0,-3-1-131 0 0,0 1 0 0 0,0-1 0 0 0,0 0 0 0 0,0 1 0 0 0,0-1 0 0 0,1 0 0 0 0,-1 0 0 0 0,0 1 0 0 0,0-1 1 0 0,0 0-1 0 0,0 0 0 0 0,1 0 0 0 0,-1-1 0 0 0,0 1 0 0 0,0 0 0 0 0,0 0 0 0 0,0 0 0 0 0,0-1 0 0 0,0 1 0 0 0,0-1 0 0 0,1 1 0 0 0,-1-1 0 0 0,0 1 0 0 0,-1-1 1 0 0,1 0-1 0 0,0 1 0 0 0,0-1 0 0 0,0 0 0 0 0,0 0 0 0 0,0 0 0 0 0,-1 0 0 0 0,1 0 0 0 0,0 1 0 0 0,-1-1 0 0 0,1 0 0 0 0,-1-1 0 0 0,1 1 0 0 0,0-2 0 0 0,12-23 520 0 0,-2 0-1 0 0,0-1 0 0 0,-2 0 0 0 0,-1-1 0 0 0,5-30 0 0 0,-13 56-520 0 0,0 0 0 0 0,0 1 0 0 0,0-1 0 0 0,0 1-1 0 0,0-1 1 0 0,-1 0 0 0 0,1 1 0 0 0,0-1 0 0 0,-1 1 0 0 0,1-1 0 0 0,-1 1 0 0 0,1-1-1 0 0,-1 1 1 0 0,0-1 0 0 0,0 1 0 0 0,0-1 0 0 0,0 1 0 0 0,0 0 0 0 0,0 0 0 0 0,0-1 0 0 0,0 1-1 0 0,0 0 1 0 0,0 0 0 0 0,-1 0 0 0 0,1 0 0 0 0,0 0 0 0 0,-1 1 0 0 0,-1-2 0 0 0,1 1 3 0 0,1 0 0 0 0,-1 0 0 0 0,0 1 0 0 0,0-1 0 0 0,0 0 0 0 0,0 1 0 0 0,0-1 0 0 0,0 1 0 0 0,0 0 0 0 0,0-1 0 0 0,0 1 0 0 0,0 0 1 0 0,0 0-1 0 0,0 0 0 0 0,0 1 0 0 0,0-1 0 0 0,0 0 0 0 0,0 1 0 0 0,0-1 0 0 0,0 1 0 0 0,-3 2 0 0 0,0 1-3 0 0,1 0-1 0 0,-1 1 1 0 0,1-1-1 0 0,0 1 1 0 0,1 0-1 0 0,-1 0 1 0 0,1 1-1 0 0,0-1 1 0 0,0 1-1 0 0,1-1 0 0 0,-1 1 1 0 0,1 0-1 0 0,-1 7 1 0 0,-1 5 74 0 0,0 1 1 0 0,-3 38-1 0 0,7-47-82 0 0,-3 16 67 0 0,2 0 1 0 0,1 0-1 0 0,2 0 0 0 0,7 44 1 0 0,-8-65-57 0 0,1 0 1 0 0,0 0 0 0 0,0 0 0 0 0,0 0 0 0 0,1 0 0 0 0,6 9 0 0 0,-8-13-28 0 0,0 0 1 0 0,0 0 0 0 0,0 1-1 0 0,0-1 1 0 0,0 0 0 0 0,0 0-1 0 0,0 0 1 0 0,0 0 0 0 0,0 0-1 0 0,1 0 1 0 0,-1-1 0 0 0,0 1 0 0 0,1 0-1 0 0,-1-1 1 0 0,1 1 0 0 0,-1-1-1 0 0,1 1 1 0 0,-1-1 0 0 0,1 0-1 0 0,-1 1 1 0 0,1-1 0 0 0,-1 0-1 0 0,1 0 1 0 0,-1 0 0 0 0,1 0 0 0 0,-1-1-1 0 0,1 1 1 0 0,-1 0 0 0 0,2-1-1 0 0,12-2 76 0 0,-4 2-54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43.9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172 1 15176 0 0,'0'0'4687'0'0,"-4"4"-4543"0"0,-7 6-1 0 0,-69 66 823 0 0,69-65-845 0 0,1 0-1 0 0,1 1 0 0 0,0 0 0 0 0,1 0 1 0 0,-10 20-1 0 0,16-28-84 0 0,0 0 1 0 0,1-1-1 0 0,-1 1 0 0 0,1 0 0 0 0,0 0 1 0 0,0 0-1 0 0,1 1 0 0 0,-1-1 0 0 0,1 0 1 0 0,0 0-1 0 0,0 0 0 0 0,0 0 0 0 0,0 1 1 0 0,1-1-1 0 0,1 7 0 0 0,0-8-18 0 0,-1 0 1 0 0,1 0-1 0 0,0 0 0 0 0,0 0 0 0 0,0-1 1 0 0,0 1-1 0 0,1-1 0 0 0,-1 1 0 0 0,0-1 1 0 0,1 0-1 0 0,0 0 0 0 0,0 0 0 0 0,-1 0 1 0 0,1-1-1 0 0,0 1 0 0 0,0-1 1 0 0,0 0-1 0 0,1 0 0 0 0,5 2 0 0 0,8 1 55 0 0,0 2 1 0 0,0 0-1 0 0,0 1 0 0 0,-1 0 0 0 0,30 19 0 0 0,-44-24-59 0 0,1 0 0 0 0,0 1-1 0 0,-1-1 1 0 0,0 0 0 0 0,1 1 0 0 0,-1 0 0 0 0,0-1-1 0 0,0 1 1 0 0,-1 0 0 0 0,1 0 0 0 0,-1 0 0 0 0,1 0-1 0 0,-1 0 1 0 0,0 1 0 0 0,0-1 0 0 0,0 0 0 0 0,-1 0-1 0 0,1 1 1 0 0,-1-1 0 0 0,1 1 0 0 0,-1-1 0 0 0,-1 0-1 0 0,1 1 1 0 0,0-1 0 0 0,-1 0 0 0 0,1 1 0 0 0,-1-1-1 0 0,0 0 1 0 0,0 0 0 0 0,-2 4 0 0 0,-2 5 20 0 0,-1 0-1 0 0,0-1 1 0 0,-1 0 0 0 0,0 0-1 0 0,-1 0 1 0 0,-13 13 0 0 0,9-9 7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1:51.7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2928 0 8640 0 0,'0'0'12299'0'0,"-2"4"-12092"0"0,-1 3 81 0 0,1 1 1 0 0,0 0-1 0 0,0-1 1 0 0,1 1-1 0 0,0 0 0 0 0,0 9 1 0 0,3 58 2300 0 0,-1-28-1305 0 0,-1 208 1704 0 0,0-249-2952 0 0,1 0 0 0 0,0 0 0 0 0,0-1-1 0 0,4 12 1 0 0,-3-11 0 0 0,0 0 0 0 0,0 0 0 0 0,-1 1 0 0 0,0-1 0 0 0,0 7-1 0 0,-1-9-23 0 0,0 7 64 0 0,0 0 0 0 0,1-1 0 0 0,3 19 0 0 0,-2-22-49 0 0,-1-1-1 0 0,-1 1 0 0 0,1-1 0 0 0,-1 1 1 0 0,0 0-1 0 0,-1 7 0 0 0,-1 32 77 0 0,2-41-95 0 0,0-1 0 0 0,0 0 0 0 0,0 0 0 0 0,0 1 1 0 0,0 0 5 0 0,0-1-5 0 0,0 0-1 0 0,0 1 0 0 0,0-1-1 0 0,0 0-5 0 0,-1 0 4 0 0,-3 1-4 0 0,-1-1 5 0 0,2 0 2 0 0,2 1 5 0 0,-2 0-5 0 0,0-1-1 0 0,-2 0 0 0 0,1 0 0 0 0,-1 1 0 0 0,1-1 0 0 0,0 0 0 0 0,-1 0 1 0 0,1 1 5 0 0,0 0-5 0 0,2-4-7 0 0,0 1 0 0 0,0 0 0 0 0,0 0 0 0 0,0-1 0 0 0,0 1 0 0 0,-1-1 0 0 0,1 0 0 0 0,0 1 0 0 0,-1-1 0 0 0,-4 1 0 0 0,-19 11 0 0 0,22-9-2 0 0,0 0 0 0 0,0 0 0 0 0,-1 1 0 0 0,0-1-1 0 0,-1 1 0 0 0,1-1 0 0 0,-1 0 0 0 0,0 0 0 0 0,0 0-1 0 0,0-1 1 0 0,0 0 0 0 0,-13 4 0 0 0,-1-2-8 0 0,-33 5 0 0 0,10-2-18 0 0,12 1 11 0 0,1 1-1 0 0,-38 18 0 0 0,5-1-31 0 0,31-13-9 0 0,-56 35-1 0 0,26-13-3 0 0,43-27 33 0 0,-1-1 0 0 0,-29 8 0 0 0,-7 3-15 0 0,36-12 20 0 0,0-2 0 0 0,-41 7 0 0 0,40-9-30 0 0,1 1 0 0 0,-1 1 1 0 0,-20 7-1 0 0,-81 23-290 0 0,56-11 199 0 0,-40 17 19 0 0,12-6 25 0 0,78-30 76 0 0,0 0-1 0 0,0 0 1 0 0,-24 2 0 0 0,-5 1-22 0 0,37-6 37 0 0,-1 0 0 0 0,0 1 0 0 0,0 0 0 0 0,1 0 0 0 0,0 1-1 0 0,-1 0 1 0 0,1 0 0 0 0,-11 8 0 0 0,-73 45-85 0 0,8-5 29 0 0,52-33 22 0 0,25-13 35 0 0,-1 0 0 0 0,0-1 0 0 0,-1 0-1 0 0,1-1 1 0 0,-1 0 0 0 0,-10 4-1 0 0,-57 14-40 0 0,73-21 47 0 0,-52 11-23 0 0,33-8 6 0 0,-1 1 1 0 0,-21 9-1 0 0,25-8 10 0 0,12-3 5 0 0,-1-1 0 0 0,1 1 0 0 0,0 1 0 0 0,-12 6-1 0 0,-33 16-19 0 0,20-4 18 0 0,26-18 5 0 0,0 0-1 0 0,1 0 0 0 0,-1-1 1 0 0,-1 0-1 0 0,1 0 1 0 0,-11 4-1 0 0,-17 4-3 0 0,15-5-4 0 0,0 0 1 0 0,0-1-1 0 0,-1-1 1 0 0,0-1 0 0 0,-25 2-1 0 0,25-5 9 0 0,4-1-2 0 0,-1 1 1 0 0,1 1 0 0 0,0 0 0 0 0,0 2-1 0 0,-16 3 1 0 0,10 2-9 0 0,1 0 0 0 0,-23 13-1 0 0,34-16 2 0 0,1 1 1 0 0,1 0-1 0 0,-1 1 0 0 0,1 0 0 0 0,0 0 0 0 0,1 1 0 0 0,0 0 0 0 0,0 0 0 0 0,-10 16 0 0 0,4-3-1 0 0,1 1 1 0 0,1 0-1 0 0,-9 26 0 0 0,12-27 8 0 0,1 0 0 0 0,2 0-1 0 0,0 0 1 0 0,1 1-1 0 0,1-1 1 0 0,0 41-1 0 0,-5 88 19 0 0,-6 66 232 0 0,14 185 609 0 0,4-284-706 0 0,-4 75 1 0 0,10-121-119 0 0,-10 125 78 0 0,-1-172-111 0 0,1-12 0 0 0,0-1 0 0 0,0 1 0 0 0,1 0 0 0 0,0 0 0 0 0,5 20 0 0 0,19 52 0 0 0,-20-71 0 0 0,-4-9 0 0 0,0 0 0 0 0,1-1 0 0 0,-1 1 0 0 0,1 0 0 0 0,0-1 0 0 0,0 1 0 0 0,0-1 0 0 0,0 0 0 0 0,1 0 0 0 0,5 5 0 0 0,-3-1 0 0 0,1-1 0 0 0,0 0 0 0 0,-1 1 0 0 0,5 10 0 0 0,9 10 0 0 0,21 23 0 0 0,-29-39 0 0 0,0-1 0 0 0,0 0 0 0 0,1-1 0 0 0,1 0 0 0 0,16 9 0 0 0,41 28 0 0 0,-51-32 0 0 0,0-1 0 0 0,29 14 0 0 0,-24-15 0 0 0,0 0 0 0 0,-2 1 0 0 0,35 27 0 0 0,-53-36 0 0 0,9 6 0 0 0,13 18 0 0 0,-20-18 0 0 0,-5-7 0 0 0,1-1 0 0 0,-1 0 0 0 0,1 1 0 0 0,0-1 0 0 0,-1 0 0 0 0,1 0 0 0 0,0 0 0 0 0,0 0 0 0 0,1 0 0 0 0,-1-1 0 0 0,0 1 0 0 0,5 2 0 0 0,58 55 0 0 0,18 8 0 0 0,-73-59 5 0 0,0-1 1 0 0,1-1-1 0 0,-1 0 0 0 0,1-1 1 0 0,14 6-1 0 0,24 12 12 0 0,-34-17-2 0 0,-11-4-11 0 0,0-1 0 0 0,0 1-1 0 0,0-1 1 0 0,-1 1 0 0 0,1 1-1 0 0,-1-1 1 0 0,1 0 0 0 0,3 5-1 0 0,27 21 36 0 0,-30-23-34 0 0,-3-4-4 0 0,1 1 1 0 0,-1-1 0 0 0,0 0 0 0 0,0 0 0 0 0,0 0-1 0 0,1 0 1 0 0,-1 0 0 0 0,0 0 0 0 0,1 0 0 0 0,-1 0 0 0 0,1-1-1 0 0,-1 1 1 0 0,1 0 0 0 0,0-1 0 0 0,-1 1 0 0 0,1-1-1 0 0,0 0 1 0 0,-1 1 0 0 0,1-1 0 0 0,0 0 0 0 0,-1 0-1 0 0,1 0 1 0 0,3-1 0 0 0,-4 1 0 0 0,0 0 1 0 0,0 1-1 0 0,0-1 1 0 0,0 0-1 0 0,0 0 0 0 0,0-1 1 0 0,0 1-1 0 0,0 0 1 0 0,0 0-1 0 0,-1 0 0 0 0,1-1 1 0 0,0 1-1 0 0,0 0 1 0 0,0-1-1 0 0,0 1 0 0 0,0-1 1 0 0,0 1-1 0 0,-1-1 1 0 0,1 1-1 0 0,0-1 0 0 0,0 0 1 0 0,1-1-1 0 0,-2 1 3 0 0,1-1 0 0 0,-1 0-1 0 0,1 0 1 0 0,-1 0 0 0 0,0 0 0 0 0,0 0-1 0 0,0 0 1 0 0,0 0 0 0 0,0-3-1 0 0,0-7-2 0 0,-2-9 23 0 0,-1-1 0 0 0,-1 1 0 0 0,0 0 0 0 0,-2 0 0 0 0,-1 1 0 0 0,-13-31 0 0 0,5 13 135 0 0,13 34-95 0 0,0 0 1 0 0,0 0-1 0 0,-1 0 1 0 0,1 0-1 0 0,-6-5 1 0 0,-7-13 1115 0 0,15 26-1168 0 0,1 0 0 0 0,0-1 0 0 0,0 1-1 0 0,0 0 1 0 0,0-1 0 0 0,1 1 0 0 0,2 4 0 0 0,0-1-9 0 0,45 90-4 0 0,-36-73 0 0 0,16 28 0 0 0,-27-48 0 0 0,2 1 0 0 0,0 0 0 0 0,1-1 0 0 0,-3 0 0 0 0,-2 0 0 0 0,0 1 0 0 0,0-3 0 0 0,0-1 0 0 0,-1 1 0 0 0,1 0 0 0 0,0-1 0 0 0,-1 1 0 0 0,1-1 0 0 0,-1 1 0 0 0,1-1 0 0 0,-1 1 0 0 0,0-1 0 0 0,1 1 0 0 0,-1-1 0 0 0,0 1 0 0 0,0-1 0 0 0,0 0 0 0 0,0 0 0 0 0,0 1 0 0 0,-1-1 0 0 0,1 0 0 0 0,0 0 0 0 0,0 0 0 0 0,-1 0 0 0 0,1-1 0 0 0,-3 2 0 0 0,-3 1 0 0 0,0 0 0 0 0,0 0 0 0 0,-1-1 0 0 0,-7 1 0 0 0,-7 3 0 0 0,3 0 0 0 0,-40 7 0 0 0,-2 1 0 0 0,55-13 0 0 0,1 0 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2:42.41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14 329 10152 0 0,'0'0'4918'0'0,"-2"4"-4795"0"0,0-1-49 0 0,1-2-33 0 0,0-1 1 0 0,0 1-1 0 0,0 0 0 0 0,1 0 1 0 0,-1 0-1 0 0,0 0 1 0 0,1 0-1 0 0,-1 0 0 0 0,1 1 1 0 0,-1-1-1 0 0,1 0 0 0 0,0 0 1 0 0,-1 6 5288 0 0,1-24-4616 0 0,1 14-678 0 0,5-20 382 0 0,15-41 0 0 0,-8 38-67 0 0,19-28 0 0 0,5-9 273 0 0,-18 36-217 0 0,-16 24-336 0 0,-1 0 0 0 0,1 0 0 0 0,-1-1 1 0 0,1 1-1 0 0,-1-1 0 0 0,0 1 0 0 0,2-8 0 0 0,-3 9-1 0 0,0-1-1 0 0,0 1 1 0 0,1 0-1 0 0,-1 0 0 0 0,0 0 1 0 0,1 0-1 0 0,-1 0 1 0 0,1 0-1 0 0,0 1 1 0 0,-1-1-1 0 0,1 1 0 0 0,0-1 1 0 0,0 1-1 0 0,3-2 1 0 0,10-9 416 0 0,-15 12-463 0 0,1-1-1 0 0,-1 1 0 0 0,1 0 1 0 0,0-1-1 0 0,-1 1 0 0 0,1 0 1 0 0,-1-1-1 0 0,1 1 1 0 0,0 0-1 0 0,-1 0 0 0 0,1 0 1 0 0,0 0-1 0 0,-1 0 0 0 0,1 0 1 0 0,0 0-1 0 0,-1 0 1 0 0,1 0-1 0 0,-1 0 0 0 0,1 0 1 0 0,0 0-1 0 0,-1 0 0 0 0,1 0 1 0 0,0 0-1 0 0,-1 1 1 0 0,1-1-1 0 0,-1 0 0 0 0,2 1 1 0 0,11 10 302 0 0,-7 1-239 0 0,0 0 0 0 0,-1 0 1 0 0,-1 1-1 0 0,0-1 0 0 0,-1 1 0 0 0,0 0 0 0 0,1 23 0 0 0,5 19 60 0 0,3 20 3 0 0,-10-54-93 0 0,1 0-1 0 0,10 36 1 0 0,-11-53-30 0 0,-1 1 1 0 0,0-1 0 0 0,-1 0-1 0 0,1 0 1 0 0,-1 1 0 0 0,0 5-1 0 0,0-9 60 0 0,0-10-21 0 0,0 4-57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2:42.82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1 16687 0 0,'-19'13'3322'0'0,"153"-13"-877"0"0,-101 10-2394 0 0,-22-8-29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5T10:23:52.7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24575,'0'0'0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3:54.3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46 19 8136 0 0,'0'0'4776'0'0,"2"3"-4582"0"0,1 3 337 0 0,0 0-1 0 0,-1 0 0 0 0,0 0 1 0 0,0 0-1 0 0,0 0 0 0 0,-1 1 1 0 0,0-1-1 0 0,0 12 0 0 0,-22-26 796 0 0,19 8-1277 0 0,1-1 1 0 0,0 1-1 0 0,-1-1 1 0 0,1 0-1 0 0,0 0 1 0 0,0 1-1 0 0,-1-1 0 0 0,1 0 1 0 0,0 0-1 0 0,0 0 1 0 0,0 0-1 0 0,0 0 1 0 0,0-1-1 0 0,1 1 1 0 0,-1 0-1 0 0,0 0 1 0 0,0-1-1 0 0,1 1 1 0 0,-2-3-1 0 0,3 3-22 0 0,0 0 0 0 0,0 0 0 0 0,-1 0-1 0 0,1 0 1 0 0,0 0 0 0 0,0 0 0 0 0,0 0 0 0 0,0 0 0 0 0,0 0 0 0 0,0 1-1 0 0,0-1 1 0 0,1 0 0 0 0,-1 1 0 0 0,0-1 0 0 0,0 1 0 0 0,1-1 0 0 0,-1 1-1 0 0,0-1 1 0 0,1 1 0 0 0,1 0 0 0 0,31-6 325 0 0,-21 5-219 0 0,-11 1-105 0 0,0-1 0 0 0,-1 1 0 0 0,1 0 0 0 0,0-1-1 0 0,0 1 1 0 0,0 0 0 0 0,-1 0 0 0 0,1 0 0 0 0,0 1 0 0 0,0-1-1 0 0,0 0 1 0 0,-1 1 0 0 0,1-1 0 0 0,0 1 0 0 0,0 0 0 0 0,-1-1-1 0 0,1 1 1 0 0,0 0 0 0 0,-1 0 0 0 0,1 0 0 0 0,-1 0 0 0 0,0 0-1 0 0,3 3 1 0 0,-1 2 110 0 0,-2-6-123 0 0,-1 1-1 0 0,1 0 0 0 0,-1-1 0 0 0,0 1 0 0 0,1 0 0 0 0,-1 0 0 0 0,0-1 0 0 0,0 1 0 0 0,1 0 0 0 0,-1 0 0 0 0,0 0 0 0 0,0-1 0 0 0,0 1 0 0 0,0 0 0 0 0,0 0 0 0 0,0 0 0 0 0,0 0 0 0 0,0-1 0 0 0,0 1 0 0 0,0 0 0 0 0,-1 0 0 0 0,1 0 0 0 0,0-1 0 0 0,-1 1 0 0 0,1 0 0 0 0,0 0 0 0 0,-1-1 1 0 0,1 1-1 0 0,-1 0 0 0 0,0 0 0 0 0,0 1 8 0 0,-1 1 1 0 0,0-1 0 0 0,0 0 0 0 0,0 0 0 0 0,0 0 0 0 0,0 0 0 0 0,0-1-1 0 0,0 1 1 0 0,0-1 0 0 0,-1 1 0 0 0,1-1 0 0 0,-1 0 0 0 0,1 0-1 0 0,-1 0 1 0 0,1 0 0 0 0,-1 0 0 0 0,0 0 0 0 0,1-1 0 0 0,-1 1-1 0 0,0-1 1 0 0,0 0 0 0 0,0 0 0 0 0,1 0 0 0 0,-1 0 0 0 0,0 0-1 0 0,0-1 1 0 0,1 1 0 0 0,-1-1 0 0 0,0 0 0 0 0,-2-1 0 0 0,4 1-10 0 0,0 0 0 0 0,-1 0 1 0 0,1 0-1 0 0,0 0 0 0 0,0 0 1 0 0,0 0-1 0 0,0-1 0 0 0,0 1 1 0 0,0 0-1 0 0,1-1 0 0 0,-1 1 1 0 0,0-1-1 0 0,1 1 0 0 0,-1-1 1 0 0,1 1-1 0 0,-1-1 0 0 0,1 1 1 0 0,0-1-1 0 0,-1 1 1 0 0,1-1-1 0 0,0 0 0 0 0,0 1 1 0 0,0-1-1 0 0,0 1 0 0 0,1-1 1 0 0,-1 1-1 0 0,0-1 0 0 0,1 0 1 0 0,-1 1-1 0 0,1-1 0 0 0,-1 1 1 0 0,1-1-1 0 0,0 1 0 0 0,0 0 1 0 0,0-1-1 0 0,-1 1 0 0 0,2-1 1 0 0,2-3 14 0 0,-1 0 0 0 0,1 1 1 0 0,-1-1-1 0 0,1 1 1 0 0,1 0-1 0 0,-1 0 0 0 0,0 1 1 0 0,1-1-1 0 0,8-4 0 0 0,-11 8-14 0 0,1-1 0 0 0,0 0 0 0 0,0 1 0 0 0,0-1 0 0 0,0 1 0 0 0,0 0 0 0 0,0 0 0 0 0,0 0 0 0 0,-1 1 0 0 0,1-1 0 0 0,0 1 0 0 0,0-1 0 0 0,0 1 0 0 0,0 0 0 0 0,-1 0 0 0 0,6 3 0 0 0,-1-1 26 0 0,1 1 0 0 0,-1 0 0 0 0,0 1 1 0 0,11 8-1 0 0,-17-12-28 0 0,0 0 0 0 0,0 0 0 0 0,0 0 0 0 0,0 0 0 0 0,0 0 0 0 0,0 0 0 0 0,-1 0 0 0 0,1 0 0 0 0,0 0 0 0 0,-1 1 0 0 0,1-1 0 0 0,-1 0 0 0 0,1 1 0 0 0,-1-1 0 0 0,1 0 0 0 0,-1 1 0 0 0,0-1 0 0 0,0 0 0 0 0,0 1 0 0 0,0-1 0 0 0,0 1 0 0 0,0-1 0 0 0,0 0 0 0 0,0 1 0 0 0,0-1 0 0 0,-1 1 0 0 0,1-1 0 0 0,0 0 0 0 0,-1 1 0 0 0,0-1 0 0 0,1 0 0 0 0,-1 0 0 0 0,0 1 0 0 0,1-1 0 0 0,-1 0 0 0 0,0 0 0 0 0,0 0 0 0 0,0 0 0 0 0,0 0 0 0 0,-2 1 0 0 0,0 2 18 0 0,-1 0 0 0 0,-1-1 0 0 0,1 0 0 0 0,-1 0 0 0 0,1 0 0 0 0,-1 0 0 0 0,0-1 0 0 0,0 0 0 0 0,-7 3 0 0 0,7-4-11 0 0,0-1 1 0 0,0 1-1 0 0,0-1 1 0 0,0 1-1 0 0,0-1 1 0 0,0-1-1 0 0,0 1 1 0 0,1-1-1 0 0,-1 0 1 0 0,0 0-1 0 0,-7-3 1 0 0,-2 1 95 0 0,14 2-103 0 0,-1 1-1 0 0,0-1 1 0 0,1 1 0 0 0,-1-1-1 0 0,1 0 1 0 0,0 1-1 0 0,-1-1 1 0 0,1 0 0 0 0,-1 1-1 0 0,1-1 1 0 0,0 0-1 0 0,0 0 1 0 0,-1 1 0 0 0,1-1-1 0 0,0 0 1 0 0,0 0-1 0 0,0 1 1 0 0,0-1 0 0 0,0 0-1 0 0,0 0 1 0 0,0 0-1 0 0,0-1 1 0 0,5-2 33 0 0,0-2 4 0 0,0 1-1 0 0,0 1 0 0 0,1-1 1 0 0,9-6-1 0 0,-13 10-35 0 0,0 0-1 0 0,0 0 1 0 0,1 0-1 0 0,-1 1 0 0 0,0-1 1 0 0,0 0-1 0 0,1 1 1 0 0,-1 0-1 0 0,0-1 1 0 0,0 1-1 0 0,1 0 0 0 0,-1 0 1 0 0,0 1-1 0 0,1-1 1 0 0,-1 0-1 0 0,0 1 1 0 0,0-1-1 0 0,0 1 0 0 0,3 1 1 0 0,-5-2-13 0 0,4 1 46 0 0,0 0-1 0 0,0 1 1 0 0,0 0 0 0 0,0 0 0 0 0,-1 0-1 0 0,1 0 1 0 0,-1 1 0 0 0,1 0-1 0 0,3 3 1 0 0,-8-3-18 0 0,0-1-1 0 0,0 0 0 0 0,0 0 1 0 0,0-1-1 0 0,0 1 0 0 0,-1 0 1 0 0,1 0-1 0 0,0 0 0 0 0,-3 1 1 0 0,-1 0-2 0 0,1 0 0 0 0,-1 0 0 0 0,0 0 0 0 0,0-1 0 0 0,-1 0 1 0 0,1 0-1 0 0,0 0 0 0 0,-1-1 0 0 0,1 0 0 0 0,0 0 1 0 0,-1 0-1 0 0,-10-1 0 0 0,9 1 0 0 0,-1-1 1 0 0,0-1-1 0 0,0 0 0 0 0,1 0 1 0 0,-1 0-1 0 0,0-1 0 0 0,1 0 1 0 0,-13-6-1 0 0,18 8-17 0 0,1-1 0 0 0,-1 0 0 0 0,0 0-1 0 0,1 0 1 0 0,-1-1 0 0 0,0 1 0 0 0,1 0 0 0 0,0 0 0 0 0,-3-3 0 0 0,4 4-5 0 0,0-1 0 0 0,0 1 0 0 0,-1-1 1 0 0,1 1-1 0 0,0-1 0 0 0,0 1 0 0 0,0-1 0 0 0,-1 1 1 0 0,1-1-1 0 0,0 1 0 0 0,0-1 0 0 0,0 1 1 0 0,0-1-1 0 0,0 1 0 0 0,0-1 0 0 0,0 1 0 0 0,0-1 1 0 0,0 1-1 0 0,0-1 0 0 0,1 1 0 0 0,-1-1 0 0 0,0 1 1 0 0,0-1-1 0 0,2-2 13 0 0,0 1-1 0 0,0 0 1 0 0,0 0 0 0 0,0 0 0 0 0,1 0 0 0 0,-1 0-1 0 0,0 1 1 0 0,1-1 0 0 0,-1 1 0 0 0,6-3-1 0 0,-2 1 8 0 0,0 0 8 0 0,0-1-1 0 0,1 1 0 0 0,0 0 1 0 0,0 1-1 0 0,0-1 0 0 0,0 1 0 0 0,0 1 1 0 0,1-1-1 0 0,-1 1 0 0 0,11 0 0 0 0,-16 1-18 0 0,0 0-1 0 0,0 1 1 0 0,-1-1-1 0 0,1 0 0 0 0,0 1 1 0 0,0-1-1 0 0,-1 1 0 0 0,1-1 1 0 0,0 1-1 0 0,-1 0 0 0 0,1 0 1 0 0,0 0-1 0 0,-1 0 0 0 0,0 0 1 0 0,1 0-1 0 0,-1 0 1 0 0,1 0-1 0 0,-1 0 0 0 0,0 1 1 0 0,0-1-1 0 0,0 1 0 0 0,0-1 1 0 0,0 1-1 0 0,2 2 0 0 0,10 13 218 0 0,-13-16-221 0 0,0 0-1 0 0,0-1 1 0 0,0 1 0 0 0,0-1 0 0 0,0 1-1 0 0,0-1 1 0 0,0 1 0 0 0,0-1-1 0 0,0 1 1 0 0,0 0 0 0 0,0-1-1 0 0,0 1 1 0 0,0-1 0 0 0,-1 1-1 0 0,1-1 1 0 0,0 1 0 0 0,0-1-1 0 0,-1 1 1 0 0,1-1 0 0 0,0 1-1 0 0,-1-1 1 0 0,1 1 0 0 0,0-1-1 0 0,-1 0 1 0 0,1 1 0 0 0,-1-1-1 0 0,1 0 1 0 0,-1 1 0 0 0,1-1 0 0 0,-1 0-1 0 0,0 1 1 0 0,-17 11 134 0 0,15-12-124 0 0,-1 0-1 0 0,0 0 1 0 0,0 0 0 0 0,0 0-1 0 0,0 0 1 0 0,1-1-1 0 0,-1 0 1 0 0,0 1-1 0 0,0-2 1 0 0,1 1-1 0 0,-1 0 1 0 0,0-1-1 0 0,-3-1 1 0 0,-8-3 73 0 0,15 6-86 0 0,-1 0-1 0 0,0-1 1 0 0,1 1-1 0 0,-1 0 1 0 0,1 0-1 0 0,-1 0 0 0 0,1-1 1 0 0,-1 1-1 0 0,0 0 1 0 0,1 0-1 0 0,-1-1 0 0 0,1 1 1 0 0,-1-1-1 0 0,1 1 1 0 0,0 0-1 0 0,-1-1 0 0 0,1 1 1 0 0,-1-1-1 0 0,1 1 1 0 0,0-1-1 0 0,-1 1 1 0 0,1-1-1 0 0,0 1 0 0 0,0-1 1 0 0,-1 0-1 0 0,1 1 1 0 0,0-1-1 0 0,0 1 0 0 0,0-1 1 0 0,0 1-1 0 0,0-1 1 0 0,-1 0-1 0 0,1 1 1 0 0,0-1-1 0 0,1 0 0 0 0,-1 1 1 0 0,0-1-1 0 0,0 1 1 0 0,0-1-1 0 0,0 0 0 0 0,0 1 1 0 0,1-1-1 0 0,-1 1 1 0 0,0-1-1 0 0,0 1 1 0 0,1-1-1 0 0,-1 1 0 0 0,0-1 1 0 0,1 1-1 0 0,-1-1 1 0 0,1 1-1 0 0,-1-1 0 0 0,1 0 1 0 0,2-1 20 0 0,-1-1 1 0 0,1 0 0 0 0,0 1-1 0 0,0 0 1 0 0,0 0 0 0 0,0-1-1 0 0,3 0 1 0 0,-4 2-10 0 0,0 0 0 0 0,1 0 0 0 0,-1 0 0 0 0,0 1 1 0 0,0-1-1 0 0,0 1 0 0 0,0-1 0 0 0,1 1 0 0 0,-1 0 1 0 0,0 0-1 0 0,0 0 0 0 0,0 0 0 0 0,1 0 0 0 0,-1 1 0 0 0,0-1 1 0 0,0 1-1 0 0,0-1 0 0 0,0 1 0 0 0,0 0 0 0 0,0 0 1 0 0,0 0-1 0 0,0 0 0 0 0,0 0 0 0 0,0 0 0 0 0,2 2 0 0 0,-3-2 5 0 0,1 0 0 0 0,-1 0 0 0 0,1 0 0 0 0,-1 0 0 0 0,0 1 0 0 0,0-1 0 0 0,0 0 0 0 0,0 1 0 0 0,0-1 0 0 0,0 1 0 0 0,1 2 0 0 0,-2-4-16 0 0,0 1 1 0 0,0 0 0 0 0,-1-1 0 0 0,1 1 0 0 0,0 0-1 0 0,-1-1 1 0 0,1 1 0 0 0,-1 0 0 0 0,1-1-1 0 0,-1 1 1 0 0,1-1 0 0 0,-1 1 0 0 0,1-1 0 0 0,-1 1-1 0 0,0-1 1 0 0,1 1 0 0 0,-1-1 0 0 0,0 0-1 0 0,1 1 1 0 0,-1-1 0 0 0,0 0 0 0 0,1 1 0 0 0,-1-1-1 0 0,0 0 1 0 0,0 0 0 0 0,1 0 0 0 0,-1 0-1 0 0,0 0 1 0 0,-1 0 0 0 0,-4 2 24 0 0,1-1 0 0 0,-1-1 1 0 0,0 1-1 0 0,1-1 0 0 0,-1 0 0 0 0,0 0 0 0 0,1 0 0 0 0,-1-1 0 0 0,0 0 1 0 0,-6-2-1 0 0,12 3-27 0 0,0 0-1 0 0,0-1 1 0 0,0 1 0 0 0,-1 0 0 0 0,1 0 0 0 0,0 0 0 0 0,0 0 0 0 0,0-1 0 0 0,0 1-1 0 0,0 0 1 0 0,-1 0 0 0 0,1 0 0 0 0,0-1 0 0 0,0 1 0 0 0,0 0 0 0 0,0 0 0 0 0,0-1-1 0 0,0 1 1 0 0,0 0 0 0 0,0 0 0 0 0,0-1 0 0 0,0 1 0 0 0,0 0 0 0 0,0 0 0 0 0,0-1-1 0 0,0 1 1 0 0,0 0 0 0 0,0 0 0 0 0,0 0 0 0 0,0-1 0 0 0,1 1 0 0 0,-1 0 0 0 0,0 0-1 0 0,0-1 1 0 0,0 1 0 0 0,0 0 0 0 0,0 0 0 0 0,1 0 0 0 0,-1 0 0 0 0,0-1 0 0 0,0 1-1 0 0,0 0 1 0 0,0 0 0 0 0,1 0 0 0 0,-1 0 0 0 0,0 0 0 0 0,0-1 0 0 0,0 1 0 0 0,1 0-1 0 0,-1 0 1 0 0,12-10 70 0 0,-11 10-57 0 0,2-4 36 0 0,-3 3-45 0 0,1 0 0 0 0,-1 1 0 0 0,1-1 0 0 0,-1 0 0 0 0,1 1 0 0 0,0-1 0 0 0,-1 0-1 0 0,1 1 1 0 0,0-1 0 0 0,-1 1 0 0 0,1-1 0 0 0,0 1 0 0 0,-1-1 0 0 0,1 1 0 0 0,0 0 0 0 0,0-1 0 0 0,0 1 0 0 0,-1 0 0 0 0,1-1 0 0 0,0 1 0 0 0,0 0 0 0 0,0 0 0 0 0,0 0 0 0 0,0 0 0 0 0,0 0 0 0 0,1 0 0 0 0,4 1 25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3:35.7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11656 0 0,'0'0'5642'0'0,"0"5"-5170"0"0,0 31 1105 0 0,17-19-627 0 0,-13-12-771 0 0,-1-1-1 0 0,0 1 1 0 0,0-1 0 0 0,-1 1 0 0 0,1 0 0 0 0,1 7 0 0 0,13 20 167 0 0,-8-19-175 0 0,0-1-1 0 0,1 0 1 0 0,1-1-1 0 0,0 0 1 0 0,21 16-1 0 0,-6-8 155 0 0,50 25-1 0 0,-44-24-118 0 0,-1 1-1 0 0,-1 1 1 0 0,-1 2 0 0 0,28 29-1 0 0,41 34 347 0 0,-81-72-393 0 0,-1 1-1 0 0,16 20 1 0 0,-3-4-103 0 0,-7-11 106 0 0,2-2-1 0 0,33 23 1 0 0,20 16 73 0 0,-13-2 30 0 0,253 231 665 0 0,-167-143-392 0 0,-73-66-382 0 0,-20-21 44 0 0,2-2 0 0 0,2-3-1 0 0,70 45 1 0 0,-15-23 53 0 0,40 28 57 0 0,-66-41-75 0 0,83 62 199 0 0,-87-61-190 0 0,-62-46-211 0 0,-1 0 1 0 0,21 21-1 0 0,6 7 100 0 0,96 93 191 0 0,-117-109-254 0 0,0-2 0 0 0,45 30-1 0 0,1 1 34 0 0,64 52 79 0 0,78 70 163 0 0,-202-163-318 0 0,0 1 1 0 0,-2 1-1 0 0,22 35 1 0 0,0 0 26 0 0,-6-15 21 0 0,2-2 0 0 0,49 47 0 0 0,80 54 181 0 0,-76-67-136 0 0,-9-11-94 0 0,17 16-17 0 0,-73-58-9 0 0,-1 0 0 0 0,30 39 0 0 0,-33-36 0 0 0,1-1 0 0 0,1-1 0 0 0,29 24 0 0 0,62 42 0 0 0,-57-46 0 0 0,70 43 0 0 0,-84-58 0 0 0,-1 1 0 0 0,-1 1 0 0 0,61 59 0 0 0,-51-40 0 0 0,-35-34 0 0 0,1 0 0 0 0,-1 1 0 0 0,-1 0 0 0 0,15 24 0 0 0,-1 5 0 0 0,-16-28 0 0 0,0 0 0 0 0,0 0 0 0 0,1 0 0 0 0,13 13 0 0 0,153 145 0 0 0,-66-67 0 0 0,-60-60 0 0 0,-3 3 0 0 0,41 52 0 0 0,-41-42 0 0 0,-27-35 0 0 0,-1 2 0 0 0,-1 0 0 0 0,16 31 0 0 0,-22-34 0 0 0,1-1 0 0 0,1-1 0 0 0,0 0 0 0 0,2 0 0 0 0,29 30 0 0 0,-10-16 0 0 0,83 77 0 0 0,64 62 0 0 0,-49-41 0 0 0,-87-81 0 0 0,-7-6 0 0 0,2-2 0 0 0,1-2 0 0 0,47 35 0 0 0,245 160 0 0 0,-290-206 0 0 0,-17-12 0 0 0,39 36 0 0 0,15 23 0 0 0,26 24 0 0 0,11-17 0 0 0,-10-8 0 0 0,-35-14 0 0 0,41 31 0 0 0,-46-38 0 0 0,1 3 0 0 0,-60-52 0 0 0,-1 1 0 0 0,0 0 0 0 0,11 11 0 0 0,-11-10 0 0 0,0 0 0 0 0,1 0 0 0 0,0 0 0 0 0,0-1 0 0 0,11 6 0 0 0,15 8 0 0 0,5 3 0 0 0,51 40 0 0 0,85 74 0 0 0,-10-7 0 0 0,-55-40 0 0 0,-108-88 0 0 0,197 141 0 0 0,-124-90 0 0 0,-54-38 0 0 0,0 1 0 0 0,-1 1 0 0 0,-1 0 0 0 0,0 2 0 0 0,-1 0 0 0 0,-1 1 0 0 0,16 26 0 0 0,-19-29 0 0 0,0 1 0 0 0,2-2 0 0 0,-1 0 0 0 0,2-1 0 0 0,0 0 0 0 0,0-1 0 0 0,24 13 0 0 0,-32-19 0 0 0,0-1 0 0 0,-1 1 0 0 0,0 0 0 0 0,0 1 0 0 0,8 12 0 0 0,-8-11 0 0 0,0 0 0 0 0,1-1 0 0 0,16 15 0 0 0,13 12 0 0 0,-32-29 0 0 0,1 0 0 0 0,-1-1 0 0 0,1 0 0 0 0,0 0 0 0 0,1 0 0 0 0,-1-1 0 0 0,1 0 0 0 0,-1 0 0 0 0,1 0 0 0 0,9 2 0 0 0,-4-1 0 0 0,1 0 0 0 0,-1 1 0 0 0,-1 0 0 0 0,1 0 0 0 0,10 10 0 0 0,16 7 0 0 0,-15-10 0 0 0,0-1 0 0 0,-1 1 0 0 0,36 27 0 0 0,-47-31 0 0 0,0-1 0 0 0,22 11 0 0 0,-23-14 0 0 0,0 0 0 0 0,0 2 0 0 0,-1-1 0 0 0,0 1 0 0 0,12 11 0 0 0,-2-1 0 0 0,24 17 0 0 0,-7-13 0 0 0,-29-17 0 0 0,-1 1 0 0 0,0 0 0 0 0,1 0 0 0 0,6 8 0 0 0,15 12 0 0 0,11 0 0 0 0,61 26 0 0 0,-64-33 0 0 0,39 16 0 0 0,30 16 0 0 0,8 23 0 0 0,-84-55 0 0 0,35 17 0 0 0,-32-18 0 0 0,138 80 0 0 0,-151-87 0 0 0,1 0 0 0 0,33 11 0 0 0,6 2 0 0 0,34 17 0 0 0,-52-22 0 0 0,-31-14 0 0 0,-1 0 0 0 0,1 1 0 0 0,-1-1 0 0 0,0 2 0 0 0,0-1 0 0 0,-1 1 0 0 0,11 9 0 0 0,95 94 0 0 0,-68-70 0 0 0,-19-18 0 0 0,10 13 0 0 0,-32-29 0 0 0,0 1 0 0 0,0-1 0 0 0,1 0 0 0 0,-1 0 0 0 0,0 0 0 0 0,0-3 0 0 0,0-1 0 0 0,-3 4 0 0 0,-1 0 0 0 0,-1 1 0 0 0,0-2 0 0 0,0 0 0 0 0,0 0 0 0 0,0 1 0 0 0,-1-3 0 0 0,1 0 0 0 0,0 0 0 0 0,-1 0 0 0 0,0 0 0 0 0,1 0 0 0 0,-1 0 0 0 0,0 0 0 0 0,0 0 0 0 0,0-1 0 0 0,0 1 0 0 0,0 0 0 0 0,-2 1 0 0 0,-2 4 0 0 0,-3 6 0 0 0,-2 1 0 0 0,0-1 0 0 0,-12 12 0 0 0,-18 23 0 0 0,25-29 0 0 0,-1 0 0 0 0,-1-1 0 0 0,-26 21 0 0 0,0 0 0 0 0,-30 25 0 0 0,-17 3 0 0 0,-25 11 0 0 0,-26 19 0 0 0,-99 60 0 0 0,-11-17 0 0 0,181-103 0 0 0,-175 107 0 0 0,82-39 0 0 0,-23 3 0 0 0,44-28 0 0 0,127-71 0 0 0,-109 59 0 0 0,31-16 0 0 0,57-40 0 0 0,30-11 0 0 0,-1 1 0 0 0,1 0 0 0 0,-1 0 0 0 0,1 0 0 0 0,0 1 0 0 0,0 0 0 0 0,0 0 0 0 0,1 1 0 0 0,-1-1 0 0 0,1 1 0 0 0,-8 8 0 0 0,8-8 0 0 0,0 1 0 0 0,0 1 0 0 0,-1-1 0 0 0,1 0 0 0 0,0 0 0 0 0,0-2 0 0 0,1-1 0 0 0,8-7 0 0 0,9-10 0 0 0,0 0 0 0 0,15-25 0 0 0,-10 14 0 0 0,-17 22 0 0 0,0 0 0 0 0,15-14 0 0 0,-10 13 0 0 0,-2 0 0 0 0,-3 0 0 0 0,-22 34 0 0 0,-8 39 0 0 0,22-49 0 0 0,-19 37 0 0 0,14-32 0 0 0,1 0 0 0 0,-12 41 0 0 0,19-54 0 0 0,-20 65 0 0 0,24-75 0 0 0,-1 0 0 0 0,1 0 0 0 0,-1 0 0 0 0,1 1 0 0 0,0-1 0 0 0,-1 0 0 0 0,1 0 0 0 0,0 0 0 0 0,0 1 0 0 0,0-1 0 0 0,0 0 0 0 0,0 0 0 0 0,0 2 0 0 0,1 25 0 0 0,-1-22 0 0 0,3-1 0 0 0,-2-3 0 0 0,0-1 0 0 0,1 0 0 0 0,-1 0 0 0 0,1 0 0 0 0,-1 0 0 0 0,1 0 0 0 0,0 0 0 0 0,-1-1 0 0 0,1 1 0 0 0,0 0 0 0 0,0-1 0 0 0,-1 1 0 0 0,1-1 0 0 0,0 0 0 0 0,0 0 0 0 0,0 0 0 0 0,-1 0 0 0 0,1 0 0 0 0,0 0 0 0 0,0 0 0 0 0,0 0 0 0 0,2-1 0 0 0,4 0 0 0 0,4 0 0 0 0,-1 0 0 0 0,1-1 0 0 0,20-5 0 0 0,-26 5 0 0 0,2 1 0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3:39.3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0 229 8840 0 0,'0'0'10926'0'0,"2"-5"-10763"0"0,9-26 384 0 0,13-61 0 0 0,-19 71-281 0 0,-3 13-231 0 0,-2 4 53 0 0,1 1 0 0 0,-1-1 0 0 0,1 0 0 0 0,0 1 0 0 0,1-1 0 0 0,-1 1 0 0 0,1-1 0 0 0,-1 1 0 0 0,1-1 0 0 0,0 1 1 0 0,0 0-1 0 0,0 0 0 0 0,5-4 0 0 0,-4 4-34 0 0,18-12 1148 0 0,-21 15-1181 0 0,1-1-1 0 0,-1 1 1 0 0,0 0-1 0 0,1 0 1 0 0,-1 0-1 0 0,1 0 1 0 0,0-1-1 0 0,-1 1 1 0 0,1 0-1 0 0,-1 0 1 0 0,1 0 0 0 0,-1 0-1 0 0,1 0 1 0 0,-1 0-1 0 0,1 1 1 0 0,-1-1-1 0 0,1 0 1 0 0,-1 0-1 0 0,1 0 1 0 0,-1 0-1 0 0,1 1 1 0 0,-1-1-1 0 0,1 0 1 0 0,-1 0 0 0 0,0 1-1 0 0,1-1 1 0 0,-1 0-1 0 0,1 1 1 0 0,-1-1-1 0 0,0 0 1 0 0,1 1-1 0 0,-1-1 1 0 0,0 1-1 0 0,1-1 1 0 0,-1 1 0 0 0,0-1-1 0 0,0 1 1 0 0,0-1-1 0 0,1 1 1 0 0,-1-1-1 0 0,0 1 1 0 0,0-1-1 0 0,0 1 1 0 0,0-1-1 0 0,0 2 1 0 0,7 23 219 0 0,-3-13-35 0 0,-1 0 0 0 0,-1 1 0 0 0,1 0 0 0 0,-1 19 0 0 0,0-15-31 0 0,0 0-1 0 0,1-1 1 0 0,0 1-1 0 0,2-1 1 0 0,11 30 0 0 0,-15-44-154 0 0,0 0 1 0 0,0 0 0 0 0,0-1 0 0 0,0 1 0 0 0,0-1 0 0 0,0 1 0 0 0,0-1 0 0 0,1 1 0 0 0,-1-1 0 0 0,1 1 0 0 0,-1-1 0 0 0,1 0 0 0 0,-1 0 0 0 0,1 0 0 0 0,0 0 0 0 0,0 0 0 0 0,-1 0 0 0 0,1-1 0 0 0,0 1 0 0 0,0 0 0 0 0,0-1 0 0 0,0 0 0 0 0,0 1 0 0 0,0-1-1 0 0,0 0 1 0 0,-1 0 0 0 0,1 0 0 0 0,0 0 0 0 0,0 0 0 0 0,0 0 0 0 0,4-2 0 0 0,3-2 8 0 0,0 0 0 0 0,0-1 0 0 0,0 0 0 0 0,-1-1 1 0 0,0 1-1 0 0,0-2 0 0 0,0 1 0 0 0,-1-1 0 0 0,0 0 0 0 0,0-1 0 0 0,-1 0 0 0 0,0 0 0 0 0,0 0 0 0 0,-1-1 0 0 0,9-16 0 0 0,21-57 194 0 0,-34 81-215 0 0,0-1 0 0 0,-1 1 0 0 0,1 0 0 0 0,0 0 0 0 0,0 0 0 0 0,0 0 0 0 0,0 0 1 0 0,0 0-1 0 0,0 0 0 0 0,0 1 0 0 0,0-1 0 0 0,0 0 0 0 0,0 0 0 0 0,0 1 0 0 0,0-1 0 0 0,1 1 0 0 0,-1-1 0 0 0,0 1 0 0 0,1 0 0 0 0,-1-1 0 0 0,0 1 0 0 0,0 0 0 0 0,1 0 0 0 0,-1 0 0 0 0,0 0 0 0 0,3 0 0 0 0,-3 31 75 0 0,-2-5-54 0 0,0-16-13 0 0,1 1-1 0 0,0-1 1 0 0,1 0 0 0 0,-1 0-1 0 0,2 0 1 0 0,5 20 0 0 0,-4-20 0 0 0,0 1 0 0 0,-1 0 0 0 0,2 16 1 0 0,-4-19-4 0 0,1 0 0 0 0,0 0 0 0 0,1 0 1 0 0,0-1-1 0 0,0 1 0 0 0,1 0 0 0 0,-1-1 1 0 0,6 9-1 0 0,-3-10 4 0 0,-5-5-9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3:39.9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23 148 16687 0 0,'0'0'4890'0'0,"5"2"-4761"0"0,-1-1-92 0 0,0 0 1 0 0,-1 0-1 0 0,1 0 0 0 0,0-1 1 0 0,0 1-1 0 0,0-1 0 0 0,0 0 1 0 0,0 0-1 0 0,0 0 0 0 0,0-1 1 0 0,0 1-1 0 0,0-1 0 0 0,-1 0 1 0 0,1 0-1 0 0,0 0 0 0 0,0-1 1 0 0,-1 1-1 0 0,1-1 0 0 0,-1 0 1 0 0,1 0-1 0 0,4-4 0 0 0,22-14 61 0 0,11-8-44 0 0,-38 26-49 0 0,0 0 0 0 0,-1-1-1 0 0,1 1 1 0 0,-1-1 0 0 0,0 0 0 0 0,0 0 0 0 0,0 0-1 0 0,0 0 1 0 0,-1 0 0 0 0,1 0 0 0 0,1-4 0 0 0,-3 6-3 0 0,1-1 1 0 0,-1 1 0 0 0,0 0 0 0 0,0 0 0 0 0,1-1-1 0 0,-1 1 1 0 0,0 0 0 0 0,0 0 0 0 0,0-1 0 0 0,-1 1-1 0 0,1 0 1 0 0,0 0 0 0 0,0-1 0 0 0,-1 1-1 0 0,1 0 1 0 0,0 0 0 0 0,-1-1 0 0 0,1 1 0 0 0,-1 0-1 0 0,0 0 1 0 0,1 0 0 0 0,-1 0 0 0 0,0 0 0 0 0,-1-2-1 0 0,-1 2 2 0 0,1-1 1 0 0,0 0-1 0 0,-1 1 0 0 0,1-1 0 0 0,-1 1 0 0 0,1 0 0 0 0,-1 0 0 0 0,0 0 0 0 0,0 0 0 0 0,1 0 0 0 0,-4 0 0 0 0,1 0 2 0 0,0 1-1 0 0,0-1 0 0 0,1 1 0 0 0,-1 0 0 0 0,0 0 0 0 0,0 0 0 0 0,0 1 0 0 0,1 0 1 0 0,-1 0-1 0 0,0 0 0 0 0,0 0 0 0 0,1 1 0 0 0,-9 3 0 0 0,8-1 5 0 0,0 0 0 0 0,-1 1 1 0 0,1-1-1 0 0,0 1 0 0 0,1 0 0 0 0,-1 0 0 0 0,1 0 0 0 0,0 1 0 0 0,1-1 0 0 0,-1 1 0 0 0,1 0 0 0 0,0 0 0 0 0,0 0 0 0 0,1 1 1 0 0,-2 6-1 0 0,-4 14 10 0 0,3-9 24 0 0,0 1-1 0 0,0 1 1 0 0,2-1 0 0 0,-2 31-1 0 0,4-33-5 0 0,1-12-19 0 0,0-1 0 0 0,-1 1 1 0 0,2 0-1 0 0,-1 0 0 0 0,0-1 1 0 0,2 6-1 0 0,-1-9-10 0 0,-1 0 0 0 0,0 0 0 0 0,1 0 0 0 0,-1 0 0 0 0,1 0 0 0 0,0 0-1 0 0,-1 0 1 0 0,1 0 0 0 0,0 0 0 0 0,0 0 0 0 0,-1-1 0 0 0,1 1 0 0 0,0 0 0 0 0,0-1 0 0 0,0 1 0 0 0,0 0 0 0 0,0-1 0 0 0,0 1 0 0 0,0-1-1 0 0,0 1 1 0 0,0-1 0 0 0,0 0 0 0 0,0 0 0 0 0,0 1 0 0 0,0-1 0 0 0,1 0 0 0 0,-1 0 0 0 0,0 0 0 0 0,0 0 0 0 0,1 0 0 0 0,86-5 143 0 0,-62 2-130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3:40.3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5 21215 0 0,'0'0'23'0'0,"0"-4"-14"0"0,-4 146 186 0 0,3-84-148 0 0,6 138 651 0 0,-5-139-126 0 0,7-49-336 0 0,-6-8-205 0 0,0 1 0 0 0,-1-1-1 0 0,1 1 1 0 0,0-1-1 0 0,0 1 1 0 0,-1 0 0 0 0,1-1-1 0 0,0 1 1 0 0,-1 0-1 0 0,1 0 1 0 0,-1-1-1 0 0,1 1 1 0 0,-1 0 0 0 0,1 0-1 0 0,-1 0 1 0 0,0 0-1 0 0,1 0 1 0 0,-1 1 0 0 0,0 2 39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3:40.7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172 24 15072 0 0,'-5'-14'2367'0'0,"2"13"-2080"0"0,1-1-1 0 0,-1 1 0 0 0,0 0 0 0 0,0 0 0 0 0,1 0 0 0 0,-1 0 1 0 0,0 1-1 0 0,0-1 0 0 0,0 1 0 0 0,0-1 0 0 0,0 1 1 0 0,0 0-1 0 0,-4 1 0 0 0,-3-1-110 0 0,0 1 1 0 0,1 0-1 0 0,-11 3 0 0 0,1 0-23 0 0,12-3-88 0 0,0 1 0 0 0,0-1 0 0 0,0 2 1 0 0,-7 2-1 0 0,2 2 32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3:41.0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1 14776 0 0,'0'0'2602'0'0,"-1"5"-2165"0"0,-12 148 1641 0 0,13-38-770 0 0,0-51-863 0 0,-1-42-208 0 0,3 42-1 0 0,14-31 675 0 0,-15-41-873 0 0,0 1 0 0 0,0-1 0 0 0,1 1 1 0 0,0-1-1 0 0,0 1 0 0 0,1 0 0 0 0,0 0 0 0 0,0 0 0 0 0,5-7 0 0 0,3-4 4 0 0,0 1-1 0 0,16-18 0 0 0,-21 28-11 0 0,1 1 0 0 0,0-1 0 0 0,0 2 0 0 0,0-1 0 0 0,1 1 0 0 0,-1 0-1 0 0,1 1 1 0 0,0 0 0 0 0,1 0 0 0 0,-1 0 0 0 0,12-2 0 0 0,-18 6-21 0 0,0 0 1 0 0,-1 0-1 0 0,1 0 1 0 0,-1 0-1 0 0,1 1 0 0 0,-1-1 1 0 0,1 1-1 0 0,-1-1 1 0 0,1 1-1 0 0,-1-1 1 0 0,0 1-1 0 0,1 0 0 0 0,-1 0 1 0 0,0 0-1 0 0,1 0 1 0 0,-1 0-1 0 0,0 0 0 0 0,0 0 1 0 0,0 0-1 0 0,0 0 1 0 0,0 0-1 0 0,0 1 0 0 0,0-1 1 0 0,-1 0-1 0 0,1 1 1 0 0,0-1-1 0 0,-1 0 1 0 0,1 1-1 0 0,-1-1 0 0 0,1 1 1 0 0,0 2-1 0 0,38 159 345 0 0,-33-150-287 0 0,-6-13-65 0 0,0 0 0 0 0,0 0-1 0 0,1 0 1 0 0,-1 0 0 0 0,0 1 0 0 0,0-1 0 0 0,0 0-1 0 0,0 0 1 0 0,0 0 0 0 0,1 0 0 0 0,-1 0 0 0 0,0 1-1 0 0,0-1 1 0 0,0 0 0 0 0,1 0 0 0 0,-1 0 0 0 0,0 0 0 0 0,0 0-1 0 0,0 0 1 0 0,0 0 0 0 0,1 0 0 0 0,-1 0 0 0 0,0 0-1 0 0,0 0 1 0 0,1 0 0 0 0,-1 0 0 0 0,0 0 0 0 0,0 0-1 0 0,0 0 1 0 0,1 0 0 0 0,-1 0 0 0 0,0 0 0 0 0,0 0 0 0 0,0 0-1 0 0,0 0 1 0 0,1-1 0 0 0,-1 1 0 0 0,0 0 0 0 0,0 0-1 0 0,0 0 1 0 0,0 0 0 0 0,1 0 0 0 0,-1 0 0 0 0,0-1-1 0 0,0 1 1 0 0,0 0 0 0 0,0 0 0 0 0,0 0 0 0 0,0 0 0 0 0,1-1-1 0 0,-1 1 1 0 0,0 0 0 0 0,0 0 0 0 0,0 0 0 0 0,0-1-1 0 0,0 1 17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3:41.4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167 104 14464 0 0,'0'60'6529'0'0,"0"-60"-6498"0"0,-1 1 0 0 0,1-1 0 0 0,0 1 0 0 0,-1-1 0 0 0,1 1 0 0 0,-1-1 0 0 0,1 1 0 0 0,-1-1 0 0 0,0 1 0 0 0,1-1 0 0 0,-1 0 0 0 0,1 1 0 0 0,-1-1 0 0 0,0 0 0 0 0,1 0 0 0 0,-1 0 0 0 0,0 1 0 0 0,1-1 0 0 0,-1 0 0 0 0,0 0 0 0 0,1 0 0 0 0,-1 0 0 0 0,0 0 0 0 0,1 0 0 0 0,-1 0 1 0 0,-1-1-1 0 0,-20 0 297 0 0,16 0-259 0 0,-1-1 0 0 0,1 0 0 0 0,-1 0 0 0 0,1 0 0 0 0,0-1 0 0 0,0 0 0 0 0,0 0 0 0 0,0-1 0 0 0,1 0 0 0 0,-1 0 0 0 0,1 0 0 0 0,-6-6 0 0 0,7 6-15 0 0,1 1-1 0 0,-1-2 0 0 0,1 1 1 0 0,0 0-1 0 0,0-1 1 0 0,0 1-1 0 0,1-1 1 0 0,-1 0-1 0 0,1 0 1 0 0,0 0-1 0 0,1 0 0 0 0,-1 0 1 0 0,1 0-1 0 0,0 0 1 0 0,0-11-1 0 0,-3 10 223 0 0,4 6-273 0 0,0 0 0 0 0,0 0 0 0 0,-1-1 1 0 0,1 1-1 0 0,0 0 0 0 0,0 0 0 0 0,0 0 0 0 0,0-1 1 0 0,-1 1-1 0 0,1 0 0 0 0,0 0 0 0 0,0-1 0 0 0,0 1 1 0 0,0 0-1 0 0,0 0 0 0 0,0-1 0 0 0,0 1 0 0 0,0 0 1 0 0,0 0-1 0 0,-1-1 0 0 0,1 1 0 0 0,0 0 0 0 0,0 0 1 0 0,1-1-1 0 0,-1 1 0 0 0,0 0 0 0 0,0-1 0 0 0,0 1 1 0 0,0 0-1 0 0,0 0 0 0 0,0-1 0 0 0,0 1 0 0 0,0 0 1 0 0,0 0-1 0 0,1 0 0 0 0,-1-1 0 0 0,0 1 0 0 0,0 0 1 0 0,0 0-1 0 0,0 0 0 0 0,1-1 0 0 0,-1 1 0 0 0,0 0 1 0 0,0 0-1 0 0,1 0 0 0 0,0-2 45 0 0,1 0 0 0 0,0 0 0 0 0,-1 0 0 0 0,1 0 0 0 0,0 1 0 0 0,0-1 0 0 0,0 1 0 0 0,0-1 0 0 0,0 1 0 0 0,1 0 0 0 0,-1 0 0 0 0,0 0 0 0 0,3-1 0 0 0,1 1 19 0 0,-1 1-1 0 0,0-1 1 0 0,1 1 0 0 0,-1 0-1 0 0,8 1 1 0 0,-9 0-25 0 0,1 0 0 0 0,-1 0 0 0 0,1 1 0 0 0,-1-1-1 0 0,0 1 1 0 0,0 0 0 0 0,0 0 0 0 0,0 0 0 0 0,0 0 0 0 0,0 1 0 0 0,0 0 0 0 0,-1 0 0 0 0,6 6 0 0 0,0 0 36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3:41.9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293 1 18391 0 0,'0'0'2692'0'0,"-1"5"-2206"0"0,-4 17 121 0 0,1 0 1 0 0,-2 35-1 0 0,-8 117 402 0 0,-1-22-187 0 0,15-118-685 0 0,1-1 0 0 0,2 0 0 0 0,1 1 0 0 0,2-1 1 0 0,1-1-1 0 0,15 43 0 0 0,-21-71-104 0 0,0 0 0 0 0,1 0 0 0 0,0 0 1 0 0,0 0-1 0 0,0 0 0 0 0,1-1 0 0 0,-1 1 0 0 0,6 5 1 0 0,-8-10-28 0 0,1 1 1 0 0,0 0 0 0 0,-1-1-1 0 0,1 1 1 0 0,-1 0 0 0 0,1-1-1 0 0,-1 1 1 0 0,1-1 0 0 0,0 1-1 0 0,-1-1 1 0 0,0 1 0 0 0,1-1-1 0 0,-1 1 1 0 0,1-1 0 0 0,-1 1-1 0 0,0-1 1 0 0,1 0 0 0 0,-1 1-1 0 0,1-2 1 0 0,1-3 4 0 0,-1 1 0 0 0,1-1 0 0 0,-1 0 0 0 0,0 0 0 0 0,0 0 0 0 0,-1 0 0 0 0,1 0 0 0 0,-1 0 0 0 0,-1-7 0 0 0,-7-48 40 0 0,6 47-36 0 0,0 3-4 0 0,0 1 1 0 0,-1 1 0 0 0,0-1-1 0 0,0 0 1 0 0,-1 1-1 0 0,-9-17 1 0 0,10 21-3 0 0,0-1-1 0 0,0 0 1 0 0,-1 1-1 0 0,0 0 1 0 0,0 0-1 0 0,0 0 1 0 0,0 0-1 0 0,0 1 1 0 0,-1 0-1 0 0,1 0 1 0 0,-1 0-1 0 0,-9-4 1 0 0,9 5-1 0 0,2 1-2 0 0,-1-1 1 0 0,1 1-1 0 0,-1 0 1 0 0,0 0-1 0 0,0 1 1 0 0,1-1-1 0 0,-1 1 1 0 0,-4-1 0 0 0,2 2-4 0 0,0-1 1 0 0,1 1 0 0 0,-1 0 0 0 0,1 0 0 0 0,-1 1 0 0 0,1 0 0 0 0,0 0 0 0 0,0 0 0 0 0,-1 0 0 0 0,1 1 0 0 0,1 0 0 0 0,-1 0 0 0 0,0 0 0 0 0,1 1 0 0 0,0 0 0 0 0,0-1 0 0 0,-5 6 0 0 0,-6 9 7 0 0,1 0 0 0 0,-22 40-1 0 0,17-26-1 0 0,16-27-9 0 0,2 1 1 0 0,-1 0-1 0 0,1 0 1 0 0,0 0-1 0 0,0 0 1 0 0,0 0-1 0 0,1 0 1 0 0,0 0 0 0 0,0 0-1 0 0,1 1 1 0 0,1 7-1 0 0,1-4 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3:42.3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214 1 15576 0 0,'0'0'3206'0'0,"-5"2"-2674"0"0,-19 11-117 0 0,0 0 0 0 0,1 2 0 0 0,-39 33-1 0 0,29-22 262 0 0,29-21-593 0 0,-1 0 1 0 0,1 0 0 0 0,0 1 0 0 0,0 0 0 0 0,1 0-1 0 0,0 0 1 0 0,0 0 0 0 0,0 0 0 0 0,1 0 0 0 0,0 1-1 0 0,0-1 1 0 0,-1 9 0 0 0,3-13-73 0 0,0 1 0 0 0,0-1 1 0 0,0 0-1 0 0,1 0 0 0 0,-1 1 1 0 0,1-1-1 0 0,-1 0 0 0 0,1 0 0 0 0,0 0 1 0 0,0 0-1 0 0,0 0 0 0 0,0 0 0 0 0,0 0 1 0 0,0 0-1 0 0,0 0 0 0 0,1 0 0 0 0,-1-1 1 0 0,1 1-1 0 0,0-1 0 0 0,-1 1 0 0 0,1-1 1 0 0,0 1-1 0 0,0-1 0 0 0,0 0 1 0 0,-1 0-1 0 0,4 1 0 0 0,7 4 10 0 0,1 0-1 0 0,0-1 1 0 0,17 4 0 0 0,-3-1 21 0 0,-27-8-41 0 0,0 0-1 0 0,0 0 1 0 0,0 0-1 0 0,0 1 1 0 0,0-1-1 0 0,1 0 1 0 0,-1 0-1 0 0,0 0 1 0 0,0 0-1 0 0,0 0 1 0 0,1 0-1 0 0,-1 0 1 0 0,0 0-1 0 0,0 1 1 0 0,0-1-1 0 0,1 0 1 0 0,-1 0-1 0 0,0 0 1 0 0,0 0-1 0 0,0 0 1 0 0,1 0-1 0 0,-1 0 1 0 0,0 0-1 0 0,0 0 1 0 0,0 0-1 0 0,1 0 1 0 0,-1 0-1 0 0,0-1 1 0 0,0 1-1 0 0,0 0 1 0 0,1 0-1 0 0,-1 0 1 0 0,0 0-1 0 0,0 0 1 0 0,0 0-1 0 0,1 0 1 0 0,-1-1-1 0 0,0 1 1 0 0,0 0-1 0 0,0 0 1 0 0,0 0-1 0 0,0 0 1 0 0,1-1-1 0 0,-1 1 1 0 0,1-1 0 0 0,-1 0 0 0 0,1 1 0 0 0,-1-1 0 0 0,1 1 0 0 0,-1-1 0 0 0,1 1 0 0 0,-1-1 0 0 0,1 1 0 0 0,0-1 0 0 0,-1 1 0 0 0,1 0 0 0 0,0-1 0 0 0,-1 1-1 0 0,1 0 1 0 0,0-1 0 0 0,0 1 0 0 0,1 0 0 0 0,-2 0-1 0 0,1 0 1 0 0,-1 0-1 0 0,0 0 0 0 0,1 0 0 0 0,-1 0 0 0 0,1 0 1 0 0,-1 0-1 0 0,1 0 0 0 0,-1 1 0 0 0,0-1 0 0 0,1 0 0 0 0,-1 0 1 0 0,0 0-1 0 0,1 1 0 0 0,-1-1 0 0 0,1 0 0 0 0,-1 0 1 0 0,0 1-1 0 0,0-1 0 0 0,1 0 0 0 0,-1 1 0 0 0,0-1 0 0 0,1 0 1 0 0,-1 1-1 0 0,0-1 0 0 0,0 1 0 0 0,0-1 0 0 0,0 0 0 0 0,1 1 1 0 0,-1-1-1 0 0,0 1 0 0 0,0-1 0 0 0,0 0 0 0 0,0 1 1 0 0,0-1-1 0 0,0 1 0 0 0,0-1 0 0 0,0 1 0 0 0,0-1 0 0 0,0 0 1 0 0,0 1-1 0 0,0 0 0 0 0,-3 21 10 0 0,-4 0 7 0 0,-1-1 0 0 0,-1 0 0 0 0,-1 0 0 0 0,-1-1 0 0 0,-14 19 0 0 0,-38 53 94 0 0,49-70-78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48:54.6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89 258 8840 0 0,'0'0'4208'0'0,"-5"-4"-4064"0"0,2 1-9 0 0,0 0 0 0 0,0 0 0 0 0,0 0 1 0 0,0 0-1 0 0,0-1 0 0 0,1 1 1 0 0,-1-1-1 0 0,1 0 0 0 0,0 0 0 0 0,0 0 1 0 0,1 0-1 0 0,-1 0 0 0 0,1 0 1 0 0,0-1-1 0 0,0 1 0 0 0,-1-7 1 0 0,1 3 1 0 0,0-1 0 0 0,1 1 0 0 0,0 0 0 0 0,0 0 1 0 0,0 0-1 0 0,1 0 0 0 0,1 0 0 0 0,-1 0 0 0 0,5-11 0 0 0,-5 16-19 0 0,0-3 69 0 0,1 0-1 0 0,0-1 1 0 0,1 1 0 0 0,3-6-1 0 0,-5 10-136 0 0,1 0 0 0 0,-1 0 0 0 0,0 1 0 0 0,1-1 0 0 0,0 0 0 0 0,-1 1 0 0 0,1-1 0 0 0,0 1-1 0 0,0 0 1 0 0,0-1 0 0 0,0 1 0 0 0,0 0 0 0 0,0 0 0 0 0,0 0 0 0 0,4-1 0 0 0,34 7 892 0 0,-39-5-923 0 0,0 0-1 0 0,-1 1 1 0 0,1-1-1 0 0,0 0 1 0 0,-1 1-1 0 0,1-1 1 0 0,0 1-1 0 0,-1-1 1 0 0,1 1-1 0 0,-1-1 1 0 0,1 1-1 0 0,-1-1 1 0 0,1 1-1 0 0,-1-1 1 0 0,0 1-1 0 0,1 0 1 0 0,-1-1-1 0 0,0 1 1 0 0,1 0-1 0 0,-1-1 0 0 0,0 1 1 0 0,0 0-1 0 0,1 0 1 0 0,-1-1-1 0 0,0 1 1 0 0,0 0-1 0 0,0 0 1 0 0,0 0-1 0 0,0 22 312 0 0,-1-17-270 0 0,-1 0 1 0 0,0 0-1 0 0,0 0 1 0 0,0 0-1 0 0,-1 0 1 0 0,0 0 0 0 0,0 0-1 0 0,-1-1 1 0 0,1 0-1 0 0,-1 1 1 0 0,0-2-1 0 0,-1 1 1 0 0,1 0-1 0 0,-1-1 1 0 0,0 0 0 0 0,0 0-1 0 0,0 0 1 0 0,-1 0-1 0 0,1-1 1 0 0,-1 0-1 0 0,0 0 1 0 0,0-1-1 0 0,-7 3 1 0 0,12-5-43 0 0,0 1-1 0 0,0-1 1 0 0,0 0-1 0 0,0 1 1 0 0,0-1 0 0 0,-1 0-1 0 0,1 0 1 0 0,0 0 0 0 0,0 0-1 0 0,0 0 1 0 0,0 0-1 0 0,0 0 1 0 0,0 0 0 0 0,-1 0-1 0 0,1-1 1 0 0,0 1-1 0 0,0 0 1 0 0,0-1 0 0 0,0 1-1 0 0,0 0 1 0 0,0-1 0 0 0,0 0-1 0 0,0 1 1 0 0,0-1-1 0 0,0 0 1 0 0,0 1 0 0 0,1-1-1 0 0,-1 0 1 0 0,0 0-1 0 0,0 0 1 0 0,1 1 0 0 0,-1-1-1 0 0,0 0 1 0 0,1 0 0 0 0,-1 0-1 0 0,0-2 1 0 0,-1-3 27 0 0,1 0 1 0 0,-1 0-1 0 0,1 0 1 0 0,0-1-1 0 0,1-9 1 0 0,-1 0 14 0 0,0 10-24 0 0,2 0-1 0 0,-1 1 0 0 0,0-1 1 0 0,1 1-1 0 0,0-1 1 0 0,1 1-1 0 0,-1-1 0 0 0,1 1 1 0 0,0 0-1 0 0,0-1 0 0 0,1 1 1 0 0,-1 0-1 0 0,1 1 0 0 0,0-1 1 0 0,1 0-1 0 0,-1 1 1 0 0,1 0-1 0 0,7-7 0 0 0,-9 10-15 0 0,0 0 0 0 0,1 0 0 0 0,-1 1 0 0 0,0-1 0 0 0,0 1 0 0 0,1-1-1 0 0,-1 1 1 0 0,0 0 0 0 0,1 0 0 0 0,-1 0 0 0 0,0 0 0 0 0,1 1 0 0 0,-1-1 0 0 0,0 0-1 0 0,1 1 1 0 0,-1 0 0 0 0,3 1 0 0 0,36 16 173 0 0,-37-16-175 0 0,-1 0 0 0 0,1 1 0 0 0,-1-1 1 0 0,1 1-1 0 0,-1 0 0 0 0,0-1 0 0 0,0 1 0 0 0,-1 1 0 0 0,1-1 0 0 0,-1 0 1 0 0,1 1-1 0 0,-1-1 0 0 0,0 1 0 0 0,0 0 0 0 0,-1 0 0 0 0,1 0 0 0 0,-1 0 1 0 0,0 0-1 0 0,0 0 0 0 0,0 0 0 0 0,0 0 0 0 0,-1 0 0 0 0,1 0 0 0 0,-1 1 1 0 0,0-1-1 0 0,-1 0 0 0 0,1 0 0 0 0,-1 0 0 0 0,0 0 0 0 0,0 0 0 0 0,-1 5 1 0 0,-2 3 28 0 0,-1-1 1 0 0,0 1 0 0 0,0-1-1 0 0,-1 0 1 0 0,0 0 0 0 0,-1 0-1 0 0,0-1 1 0 0,-1 0 0 0 0,-12 11-1 0 0,14-14 16 0 0,0-1 1 0 0,0 0-1 0 0,-1-1 0 0 0,0 0 0 0 0,0 0 0 0 0,0 0 1 0 0,-1-1-1 0 0,1 0 0 0 0,-15 5 0 0 0,21-9-55 0 0,1 0-1 0 0,-1 0 0 0 0,0 0 0 0 0,0 0 1 0 0,1 0-1 0 0,-1 0 0 0 0,0-1 1 0 0,1 1-1 0 0,-1 0 0 0 0,0 0 0 0 0,1-1 1 0 0,-1 1-1 0 0,0-1 0 0 0,1 1 1 0 0,-1 0-1 0 0,0-1 0 0 0,1 1 1 0 0,-1-1-1 0 0,1 0 0 0 0,-1 1 0 0 0,1-1 1 0 0,-1 1-1 0 0,1-1 0 0 0,0 0 1 0 0,-1 1-1 0 0,1-1 0 0 0,0 0 1 0 0,-1 1-1 0 0,1-1 0 0 0,0 0 0 0 0,0 0 1 0 0,-7-24 126 0 0,6 16-108 0 0,1-1 0 0 0,1 0 0 0 0,0 0-1 0 0,0 1 1 0 0,1-1 0 0 0,0 1 0 0 0,1-1-1 0 0,-1 1 1 0 0,7-12 0 0 0,-2 5 33 0 0,1 1 1 0 0,1 0-1 0 0,0 0 0 0 0,16-19 1 0 0,-25 34-59 0 0,9-11 43 0 0,0 1-1 0 0,0 0 1 0 0,12-9 0 0 0,-19 17-29 0 0,1 1 1 0 0,-1-1-1 0 0,0 0 1 0 0,0 1-1 0 0,1-1 1 0 0,-1 1-1 0 0,0 0 1 0 0,1 0-1 0 0,0 0 1 0 0,-1 0-1 0 0,1 0 1 0 0,-1 1-1 0 0,1-1 1 0 0,0 1-1 0 0,0-1 1 0 0,-1 1-1 0 0,1 0 1 0 0,0 0-1 0 0,0 1 1 0 0,-1-1-1 0 0,1 0 1 0 0,0 1-1 0 0,2 0 1 0 0,-3 1 0 0 0,1 0-1 0 0,-1 0 1 0 0,0-1 0 0 0,0 1-1 0 0,0 1 1 0 0,-1-1 0 0 0,1 0-1 0 0,0 0 1 0 0,-1 1-1 0 0,0-1 1 0 0,1 1 0 0 0,-1-1-1 0 0,0 1 1 0 0,0-1 0 0 0,0 1-1 0 0,-1 0 1 0 0,1-1 0 0 0,-1 1-1 0 0,1 6 1 0 0,1 5 60 0 0,0 0 0 0 0,0 0 0 0 0,-2 1 0 0 0,-1 14 0 0 0,1-25-53 0 0,-1 1 0 0 0,1-1 0 0 0,-1 0 0 0 0,0 0 0 0 0,-1 0 0 0 0,1 0 0 0 0,-1 0 0 0 0,0 0 0 0 0,0 0 0 0 0,0 0 0 0 0,0-1 0 0 0,0 1 0 0 0,-1-1-1 0 0,0 1 1 0 0,0-1 0 0 0,0 0 0 0 0,0 0 0 0 0,-5 3 0 0 0,6-4-1 0 0,-1 1 0 0 0,0-1 0 0 0,0 0 1 0 0,-1 0-1 0 0,1-1 0 0 0,0 1 0 0 0,0-1 0 0 0,-1 1 0 0 0,1-1 0 0 0,-1 0 0 0 0,1 0 1 0 0,-1-1-1 0 0,0 1 0 0 0,1-1 0 0 0,-1 1 0 0 0,0-1 0 0 0,1-1 0 0 0,-1 1 0 0 0,0 0 1 0 0,1-1-1 0 0,-7-1 0 0 0,1-3 19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48:55.4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0 402 24639 0 0,'0'0'47'0'0,"4"-6"-39"0"0,4-9-45 0 0,-1-1 1 0 0,10-29 0 0 0,28-108-420 0 0,-43 145 394 0 0,0 1-1 0 0,1 0 1 0 0,0-1 0 0 0,0 1 0 0 0,1 0 0 0 0,0 1 0 0 0,0-1 0 0 0,0 1 0 0 0,1-1 0 0 0,6-5 0 0 0,-10 12 59 0 0,-1-1 1 0 0,0 1 0 0 0,1 0-1 0 0,-1 0 1 0 0,1 0-1 0 0,-1 0 1 0 0,0 0-1 0 0,1 0 1 0 0,-1 1-1 0 0,0-1 1 0 0,1 0-1 0 0,-1 0 1 0 0,0 0 0 0 0,1 0-1 0 0,-1 0 1 0 0,0 0-1 0 0,1 1 1 0 0,-1-1-1 0 0,0 0 1 0 0,1 0-1 0 0,-1 0 1 0 0,0 1-1 0 0,0-1 1 0 0,1 0 0 0 0,-1 0-1 0 0,0 1 1 0 0,0-1-1 0 0,0 0 1 0 0,1 1-1 0 0,-1-1 1 0 0,0 1-1 0 0,7 9-21 0 0,-4-4 20 0 0,-1 1 0 0 0,0 0 0 0 0,0 1 0 0 0,-1-1 0 0 0,0 0 0 0 0,0 0 0 0 0,-1 13 0 0 0,1 1-2 0 0,5 34 4 0 0,0-7 3 0 0,-2 54 0 0 0,9-128 20 0 0,47-170 36 0 0,-55 176-56 0 0,1-1 21 0 0,11-27 0 0 0,-14 41-11 0 0,1 0 0 0 0,-1 1 0 0 0,1-1 1 0 0,0 1-1 0 0,1 0 0 0 0,0 0 1 0 0,9-9-1 0 0,-11 13 0 0 0,-1-1 0 0 0,1 1 0 0 0,0 0 0 0 0,0-1 0 0 0,1 1 0 0 0,-1 1 0 0 0,0-1 0 0 0,1 1 0 0 0,-1-1 0 0 0,0 1 0 0 0,7-1 0 0 0,-8 1-4 0 0,0 1 0 0 0,0 0 1 0 0,0 0-1 0 0,0 1 0 0 0,0-1 1 0 0,0 0-1 0 0,0 1 0 0 0,0-1 0 0 0,0 1 1 0 0,-1 0-1 0 0,1 0 0 0 0,0-1 1 0 0,0 1-1 0 0,0 0 0 0 0,-1 1 0 0 0,1-1 1 0 0,0 0-1 0 0,-1 0 0 0 0,1 1 0 0 0,-1-1 1 0 0,0 1-1 0 0,1-1 0 0 0,0 3 1 0 0,7 10 27 0 0,0 1 1 0 0,-1 0-1 0 0,-1 1 1 0 0,0-1-1 0 0,-1 1 1 0 0,-1 1-1 0 0,4 20 1 0 0,9 28 125 0 0,-13-49-89 0 0,-2 0 0 0 0,0 0 0 0 0,-1 0 0 0 0,0 1 0 0 0,-2 29 0 0 0,0-46-71 0 0,0 9 63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45.5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93 5920 0 0,'0'0'3958'0'0,"5"-2"-3572"0"0,14-5 541 0 0,32-16 1 0 0,-30 12-463 0 0,40-14 0 0 0,-35 19-256 0 0,0 0 0 0 0,1 2-1 0 0,32-2 1 0 0,84 4 210 0 0,-93 2-257 0 0,-23 0-82 0 0,55 0 307 0 0,138 16 1 0 0,-198-13-330 0 0,32 6 145 0 0,74 21 0 0 0,-38-5-54 0 0,57 21 158 0 0,-66-6-127 0 0,-60-28-121 0 0,-7-3-30 0 0,-1 0-1 0 0,0 2 0 0 0,0 0 0 0 0,-1 0 1 0 0,-1 1-1 0 0,0 0 0 0 0,-1 1 0 0 0,10 15 0 0 0,-7-9 28 0 0,2-1 0 0 0,0 0 0 0 0,24 21 0 0 0,87 61 180 0 0,-21-26 15 0 0,29 24 80 0 0,-128-93-295 0 0,54 45 273 0 0,59 63 0 0 0,61 75 260 0 0,120 56 352 0 0,-175-138-430 0 0,-42-32-206 0 0,27 20 56 0 0,118 92 220 0 0,-106-106-250 0 0,3-5 0 0 0,194 83 0 0 0,-223-117-179 0 0,121 58 244 0 0,93 37 107 0 0,11-27-19 0 0,-312-107-450 0 0,284 72 368 0 0,5-24-76 0 0,-290-49-299 0 0,649 69 519 0 0,4-44-172 0 0,-423-23-223 0 0,106 2 13 0 0,-82-1-26 0 0,42 2 1 0 0,222 4 76 0 0,-149-6-58 0 0,-281 0-72 0 0,111 0 66 0 0,-113-7-6 0 0,185 18 1 0 0,-226-12-14 0 0,87-5 0 0 0,-58 0 617 0 0,-84 1-716 0 0,0 0 0 0 0,0 1 0 0 0,-1-1 0 0 0,1 0 0 0 0,0 0 0 0 0,0 0 0 0 0,0 0 0 0 0,0-1-1 0 0,0 1 1 0 0,0-1 0 0 0,1 1 0 0 0,-1-1 0 0 0,-2-2 0 0 0,-8-6 35 0 0,-19-8 35 0 0,-40-27 145 0 0,53 28-116 0 0,16 14-87 0 0,-1 1 0 0 0,0-1 0 0 0,0 0 0 0 0,1 1 0 0 0,-2 0 0 0 0,1-1 0 0 0,-3-1 0 0 0,-5-3 57 0 0,10 6-59 0 0,0 1 0 0 0,-1-1-1 0 0,1 0 1 0 0,0 0 0 0 0,-1 0 0 0 0,1 1 0 0 0,0-1-1 0 0,-1 0 1 0 0,1 1 0 0 0,-1 0 0 0 0,1-1 0 0 0,-3 1-1 0 0,3 0 414 0 0,11 3-373 0 0,69 34 85 0 0,-55-24-111 0 0,0-2 0 0 0,25 9 0 0 0,-23-11-18 0 0,32 18 0 0 0,9 4 0 0 0,-51-26-16 0 0,-1 1 2 0 0,1 0 1 0 0,0 1-1 0 0,-1 1 0 0 0,0 0 0 0 0,-1 0 1 0 0,17 14-1 0 0,-26-18-5 0 0,-5-4 0 0 0,0 0 0 0 0,1 0 0 0 0,-1 0 0 0 0,0 0 0 0 0,0 0 0 0 0,1 0 0 0 0,-1 0 0 0 0,0 0 0 0 0,0 1 0 0 0,1-1 0 0 0,-1 0 0 0 0,0 0 0 0 0,0 0 0 0 0,0 0 0 0 0,1 1 0 0 0,-1-1 0 0 0,0 0 0 0 0,0 0 0 0 0,0 0 0 0 0,0 1 0 0 0,1-1 0 0 0,-1 0 0 0 0,0 0 0 0 0,0 1 0 0 0,0-1 0 0 0,0 0 0 0 0,0 0 0 0 0,0 1 0 0 0,0-1 0 0 0,0 0 0 0 0,0 1 0 0 0,0-1 0 0 0,0 0 0 0 0,0 0 0 0 0,0 1 0 0 0,0-1 0 0 0,0 0 0 0 0,0 0 0 0 0,0 1 0 0 0,0-1 0 0 0,0 0 0 0 0,0 0 0 0 0,0 1 0 0 0,-1-1 0 0 0,1 0 0 0 0,0 0 0 0 0,0 1 0 0 0,0-1 0 0 0,0 0 0 0 0,-1 0 0 0 0,1 0 0 0 0,0 1 0 0 0,0-1 0 0 0,0 0 0 0 0,-1 0 0 0 0,-11 14 0 0 0,11-13 0 0 0,-31 29 0 0 0,-52 35 0 0 0,47-37 0 0 0,5-1 0 0 0,22-18 0 0 0,0 0 1 0 0,-1-1-1 0 0,-14 9 0 0 0,18-13 6 0 0,2 0-5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46.6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0 682 7232 0 0,'0'0'9737'0'0,"0"-5"-9505"0"0,13-170 1428 0 0,-3 78-1250 0 0,-6 46-87 0 0,3 1 1 0 0,25-97 0 0 0,-28 130-207 0 0,-1 1 0 0 0,3-21 0 0 0,-5 21-6 0 0,2 0-1 0 0,6-23 1 0 0,-9 39-91 0 0,0-1 0 0 0,0 0 1 0 0,1 0-1 0 0,-1 0 0 0 0,0 1 0 0 0,0-1 1 0 0,1 0-1 0 0,-1 0 0 0 0,1 1 1 0 0,-1-1-1 0 0,0 0 0 0 0,1 1 1 0 0,-1-1-1 0 0,1 0 0 0 0,0 1 0 0 0,-1-1 1 0 0,1 1-1 0 0,-1-1 0 0 0,1 1 1 0 0,0-1-1 0 0,-1 1 0 0 0,3-1 1 0 0,-3 1-2 0 0,1 0 1 0 0,0 0 0 0 0,-1 0-1 0 0,1 1 1 0 0,-1-1 0 0 0,1 0-1 0 0,0 1 1 0 0,-1-1 0 0 0,1 0-1 0 0,-1 1 1 0 0,1-1 0 0 0,-1 1 0 0 0,1-1-1 0 0,-1 0 1 0 0,1 1 0 0 0,-1 0-1 0 0,0-1 1 0 0,1 1 0 0 0,-1-1-1 0 0,0 1 1 0 0,1 0 0 0 0,2 5 55 0 0,-1-1 0 0 0,1 1 0 0 0,-1 0 0 0 0,2 8 1 0 0,40 199 649 0 0,-22-67-286 0 0,-21-130-358 0 0,1-7-32 0 0,28 182 853 0 0,-29-184-818 0 0,-1-6-75 0 0,0 0 1 0 0,0-1-1 0 0,1 1 1 0 0,-1 0 0 0 0,0-1-1 0 0,0 1 1 0 0,0 0-1 0 0,1-1 1 0 0,-1 1-1 0 0,0 0 1 0 0,0-1-1 0 0,1 1 1 0 0,-1-1-1 0 0,1 1 1 0 0,-1 0 0 0 0,1-1-1 0 0,-1 1 1 0 0,1-1-1 0 0,-1 1 1 0 0,1-1-1 0 0,-1 0 1 0 0,1 1-1 0 0,-1-1 1 0 0,1 1 0 0 0,0-1-1 0 0,-1 0 1 0 0,1 0-1 0 0,0 1 1 0 0,-1-1-1 0 0,1 0 1 0 0,0 0-1 0 0,-1 0 1 0 0,1 0-1 0 0,0 0 1 0 0,1 0 0 0 0,43 11 262 0 0,-44-18-164 0 0,-1 3-82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47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148 9 15272 0 0,'-14'-9'2033'0'0,"-19"14"-553"0"0,28-4-1303 0 0,0-1 0 0 0,-1 1 0 0 0,1 0 0 0 0,0 0 0 0 0,-1 1-1 0 0,-8 3 1 0 0,-32 17 361 0 0,38-19-412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47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276 0 18239 0 0,'0'0'-8'0'0,"-5"1"-144"0"0,-7 4 123 0 0,0 0-1 0 0,1 0 0 0 0,-1 1 0 0 0,1 1 0 0 0,1 0 0 0 0,-1 0 0 0 0,-16 17 0 0 0,-68 71-175 0 0,86-85 179 0 0,2-3 0 0 0,1 0 0 0 0,0 0 0 0 0,0 0 0 0 0,0 1 0 0 0,1 0-1 0 0,0 0 1 0 0,1 1 0 0 0,0 0 0 0 0,0-1 0 0 0,-2 12 0 0 0,5-17 15 0 0,1 1 1 0 0,0 0-1 0 0,0 0 0 0 0,0 0 0 0 0,0 0 0 0 0,1 0 0 0 0,-1 0 1 0 0,1 0-1 0 0,0-1 0 0 0,0 1 0 0 0,1 0 0 0 0,-1-1 0 0 0,1 1 1 0 0,0-1-1 0 0,0 1 0 0 0,0-1 0 0 0,0 0 0 0 0,0 0 1 0 0,1 0-1 0 0,4 5 0 0 0,2 1 4 0 0,0-1 1 0 0,1 0-1 0 0,1 0 1 0 0,-1-1-1 0 0,12 6 0 0 0,-16-10 6 0 0,0 0-1 0 0,0-1 0 0 0,1 0 0 0 0,-1 0 0 0 0,0 0 0 0 0,1-1 0 0 0,-1 0 0 0 0,1 0 0 0 0,0 0 0 0 0,9-1 0 0 0,0-2-1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47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169 2 9744 0 0,'0'0'2646'0'0,"-4"-1"-2476"0"0,1 1-124 0 0,1 0 0 0 0,0 0 1 0 0,-1 0-1 0 0,1 0 0 0 0,-1 1 0 0 0,1-1 1 0 0,0 1-1 0 0,-1-1 0 0 0,1 1 1 0 0,0 0-1 0 0,0 0 0 0 0,-4 2 1 0 0,-31 21 520 0 0,30-20-506 0 0,1 1 0 0 0,1-1-1 0 0,-1 1 1 0 0,1 1 0 0 0,-1-1 0 0 0,2 1 0 0 0,-1 0-1 0 0,1 0 1 0 0,-1 0 0 0 0,2 0 0 0 0,-1 1 0 0 0,-4 10 0 0 0,2-1 63 0 0,1-1 1 0 0,0 2 0 0 0,-3 27 0 0 0,7-36-91 0 0,0-1 1 0 0,1 0 0 0 0,0 1-1 0 0,1-1 1 0 0,0 0 0 0 0,0 1-1 0 0,1-1 1 0 0,-1 0-1 0 0,1 0 1 0 0,6 13 0 0 0,-3-10 5 0 0,1 3-4 0 0,0 1 0 0 0,1-1 1 0 0,0-1-1 0 0,2 1 1 0 0,-1-1-1 0 0,14 14 0 0 0,-3-9 22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48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0 267 10040 0 0,'0'0'641'0'0,"4"4"-545"0"0,10 13-8 0 0,-14-16-46 0 0,1 0 0 0 0,0-1 1 0 0,0 1-1 0 0,0 0 0 0 0,0-1 0 0 0,0 1 1 0 0,0-1-1 0 0,0 1 0 0 0,0-1 0 0 0,0 1 1 0 0,0-1-1 0 0,0 0 0 0 0,0 1 0 0 0,0-1 1 0 0,0 0-1 0 0,0 0 0 0 0,1 0 0 0 0,-1 0 1 0 0,0 0-1 0 0,0 0 0 0 0,0 0 0 0 0,0 0 1 0 0,0-1-1 0 0,0 1 0 0 0,2-1 0 0 0,25-12 529 0 0,-23 10-572 0 0,3-1 121 0 0,0-1 0 0 0,0 0-1 0 0,0 0 1 0 0,-1-1 0 0 0,0 0 0 0 0,0-1 0 0 0,-1 1 0 0 0,1-1-1 0 0,-2-1 1 0 0,1 1 0 0 0,-1-1 0 0 0,0 0 0 0 0,0 0 0 0 0,3-9-1 0 0,-5 10-35 0 0,0-1 0 0 0,0 1-1 0 0,-1-1 1 0 0,0 1 0 0 0,-1-1-1 0 0,0 0 1 0 0,0 0 0 0 0,0 0-1 0 0,-1 0 1 0 0,0 0 0 0 0,-1 1-1 0 0,1-1 1 0 0,-2 0 0 0 0,1 0-1 0 0,-1 0 1 0 0,-5-13 0 0 0,6 19-59 0 0,1 1 0 0 0,-1-1 0 0 0,0 1 0 0 0,1-1 0 0 0,-1 1 0 0 0,0 0 0 0 0,0 0 0 0 0,0-1 0 0 0,0 1 0 0 0,0 0 0 0 0,0 0 0 0 0,0 0 0 0 0,0 0 0 0 0,-1 0 0 0 0,1 0 0 0 0,0 0 0 0 0,0 0 0 0 0,-1 1 0 0 0,1-1 0 0 0,-1 0 0 0 0,1 1 0 0 0,-1-1 0 0 0,-2 0 0 0 0,2 1 6 0 0,0 1 0 0 0,-1-1-1 0 0,1 0 1 0 0,0 1-1 0 0,0-1 1 0 0,-1 1 0 0 0,1 0-1 0 0,0 0 1 0 0,0 0-1 0 0,0 0 1 0 0,0 0-1 0 0,0 0 1 0 0,0 0 0 0 0,-2 3-1 0 0,-3 2 27 0 0,0 0-1 0 0,0 1 1 0 0,1 0-1 0 0,0 0 1 0 0,0 0-1 0 0,-9 17 0 0 0,3 3 70 0 0,2 1 0 0 0,0-1-1 0 0,2 2 1 0 0,1-1-1 0 0,2 1 1 0 0,-3 31-1 0 0,7-48-71 0 0,1 1-1 0 0,1-1 1 0 0,-1 1-1 0 0,2-1 1 0 0,0 0-1 0 0,0 0 1 0 0,1 0-1 0 0,1 0 1 0 0,0 0-1 0 0,0-1 1 0 0,2 0-1 0 0,-1 0 1 0 0,1 0-1 0 0,13 18 1 0 0,-16-26-34 0 0,0 0-1 0 0,-1 0 1 0 0,1 0 0 0 0,0 0 0 0 0,1 0 0 0 0,-1-1 0 0 0,0 0 0 0 0,1 1-1 0 0,0-1 1 0 0,-1-1 0 0 0,1 1 0 0 0,0 0 0 0 0,0-1 0 0 0,0 0 0 0 0,0 0-1 0 0,0 0 1 0 0,0 0 0 0 0,0-1 0 0 0,0 1 0 0 0,0-1 0 0 0,5 0 0 0 0,-3-1 1 0 0,0 0 1 0 0,1 0 0 0 0,-1-1 0 0 0,0 1-1 0 0,0-1 1 0 0,0-1 0 0 0,0 1 0 0 0,-1-1 0 0 0,1 0-1 0 0,-1 0 1 0 0,1-1 0 0 0,8-8 0 0 0,0-1 24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48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1 318 17231 0 0,'11'0'1'0'0,"1"-1"0"0"0,-1 0-1 0 0,0-1 1 0 0,1 0-1 0 0,-1-1 1 0 0,0 0-1 0 0,0-1 1 0 0,-1 0-1 0 0,1-1 1 0 0,-1 0-1 0 0,0 0 1 0 0,0-1-1 0 0,0-1 1 0 0,9-8-1 0 0,15-12 8 0 0,57-59 0 0 0,-88 82-8 0 0,39-44 22 0 0,-39 43-13 0 0,0 1-1 0 0,0-1 0 0 0,-1 0 0 0 0,1 0 0 0 0,-1 1 0 0 0,0-1 0 0 0,-1-1 0 0 0,1 1 0 0 0,1-9 0 0 0,-3 13 4 0 0,0 0 0 0 0,0-1 1 0 0,0 1-1 0 0,0 0 0 0 0,0 0 0 0 0,0 0 0 0 0,0-1 0 0 0,-1 1 1 0 0,1 0-1 0 0,0 0 0 0 0,-1 0 0 0 0,1 0 0 0 0,-1 0 0 0 0,1-1 0 0 0,-1 1 1 0 0,1 0-1 0 0,-1 0 0 0 0,0 0 0 0 0,0 1 0 0 0,1-1 0 0 0,-1 0 1 0 0,0 0-1 0 0,0 0 0 0 0,0 0 0 0 0,0 1 0 0 0,0-1 0 0 0,0 1 0 0 0,0-1 1 0 0,0 0-1 0 0,0 1 0 0 0,0 0 0 0 0,-1-1 0 0 0,1 1 0 0 0,0 0 1 0 0,0-1-1 0 0,0 1 0 0 0,-1 0 0 0 0,1 0 0 0 0,0 0 0 0 0,0 0 0 0 0,-2 0 1 0 0,-5 1 90 0 0,-1-1 0 0 0,0 1 1 0 0,1 0-1 0 0,-11 3 1 0 0,16-3-76 0 0,-11 3 170 0 0,0 0 0 0 0,0 1-1 0 0,-14 8 1 0 0,22-11-122 0 0,-13 5 121 0 0,16-6-123 0 0,-1 0 1 0 0,1 0-1 0 0,0 1 0 0 0,0-1 1 0 0,0 1-1 0 0,0-1 1 0 0,0 1-1 0 0,1 0 1 0 0,-1 0-1 0 0,-3 3 1 0 0,4-3 6 0 0,1-1 1 0 0,-1 1 0 0 0,0-1 0 0 0,1 0-1 0 0,-1 0 1 0 0,0 0 0 0 0,0 0 0 0 0,0 0-1 0 0,0 0 1 0 0,0 0 0 0 0,0 0-1 0 0,0-1 1 0 0,0 1 0 0 0,0-1 0 0 0,0 0-1 0 0,-4 0 1 0 0,4 30 34 0 0,4 21-17 0 0,8 56-1 0 0,-6-68-25 0 0,-3 49-1 0 0,3 24 123 0 0,-2-93-128 0 0,0 0 0 0 0,-2 0 0 0 0,-2 30 0 0 0,6 1 341 0 0,-4-50-352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49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13768 0 0,'0'0'2991'0'0,"2"5"-2623"0"0,1 1-273 0 0,-1 0 0 0 0,1 1 0 0 0,-1-1 0 0 0,-1 1 0 0 0,1-1 0 0 0,-1 1 0 0 0,1 8 0 0 0,-2 65 760 0 0,2-1-26 0 0,-14 121-1 0 0,10-187-760 0 0,-4 46 562 0 0,6-52-560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49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259 1 13768 0 0,'0'0'2429'0'0,"-5"2"-1859"0"0,-13 5-194 0 0,1-1-1 0 0,-1-1 1 0 0,1-1-1 0 0,-1 0 1 0 0,-1-2-1 0 0,-24 1 1 0 0,-45 9 1061 0 0,72-9-1303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50.1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11552 0 0,'0'0'2158'0'0,"0"5"-1670"0"0,3 41 656 0 0,9 54-1 0 0,2 14-277 0 0,-10 7-246 0 0,4 42-65 0 0,1 42 830 0 0,-9-204-1303 0 0,0-17 191 0 0,0 11-220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50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23 12864 0 0,'0'0'1337'0'0,"4"5"-1212"0"0,-2-3-36 0 0,1 1 34 0 0,-1 0 0 0 0,1 0-1 0 0,-1 0 1 0 0,0 0 0 0 0,1 0-1 0 0,-1 0 1 0 0,-1 1 0 0 0,1-1 0 0 0,0 1-1 0 0,-1 0 1 0 0,2 5 0 0 0,-16 18 548 0 0,10-21-628 0 0,0 1 0 0 0,-1 0-1 0 0,1-1 1 0 0,-1 0-1 0 0,0 0 1 0 0,-1 0-1 0 0,0 0 1 0 0,1-1-1 0 0,-2 0 1 0 0,1 0-1 0 0,-1 0 1 0 0,1 0 0 0 0,-1-1-1 0 0,-1 0 1 0 0,1 0-1 0 0,0-1 1 0 0,-1 0-1 0 0,0 0 1 0 0,0 0-1 0 0,0-1 1 0 0,-12 2-1 0 0,17-4-34 0 0,-1 0-1 0 0,1 0 0 0 0,-1 0 0 0 0,0 0 0 0 0,1-1 0 0 0,-1 0 0 0 0,1 1 0 0 0,-1-1 0 0 0,1 0 0 0 0,0 0 0 0 0,-1 0 0 0 0,-2-2 1 0 0,3 2-2 0 0,1 0 0 0 0,0 0 0 0 0,0 0 0 0 0,-1 0 1 0 0,1 0-1 0 0,0 0 0 0 0,0 0 0 0 0,0 0 0 0 0,0 0 1 0 0,0-1-1 0 0,0 1 0 0 0,0 0 0 0 0,1-1 1 0 0,-1 1-1 0 0,0 0 0 0 0,1-1 0 0 0,-1 1 0 0 0,1-1 1 0 0,-1 1-1 0 0,1-4 0 0 0,0 1 18 0 0,-1 0-6 0 0,1 0-1 0 0,0 0 1 0 0,0 0 0 0 0,1 0 0 0 0,-1 0-1 0 0,1 0 1 0 0,0 0 0 0 0,0 0-1 0 0,0 0 1 0 0,0 1 0 0 0,1-1-1 0 0,-1 0 1 0 0,1 1 0 0 0,4-7-1 0 0,2 0 51 0 0,1 1 0 0 0,0-1 0 0 0,0 1 0 0 0,1 1 0 0 0,0 0 0 0 0,0 0 0 0 0,21-11 0 0 0,21 4 388 0 0,-40 10-384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51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1 13264 0 0,'0'0'2681'0'0,"-3"14"-1387"0"0,-10 11-635 0 0,-18 27 0 0 0,19-33-454 0 0,0 1 1 0 0,1 0-1 0 0,-10 29 0 0 0,19-42-152 0 0,0 0 1 0 0,0 0-1 0 0,1 0 1 0 0,0 1-1 0 0,1 13 0 0 0,0-17-26 0 0,0 0 0 0 0,0 0 0 0 0,1 0 0 0 0,0 0 0 0 0,0 0 0 0 0,0 0 0 0 0,0 0 0 0 0,0 0 0 0 0,1 0 0 0 0,0 0 0 0 0,3 5 0 0 0,-3-6-14 0 0,0-1 0 0 0,0 1 1 0 0,0-1-1 0 0,1 0 0 0 0,-1 0 0 0 0,1 0 0 0 0,-1 0 0 0 0,1-1 1 0 0,0 1-1 0 0,-1 0 0 0 0,1-1 0 0 0,0 0 0 0 0,0 0 1 0 0,0 0-1 0 0,0 0 0 0 0,5 0 0 0 0,-3 0-1 0 0,0-1 1 0 0,0 0-1 0 0,0 0 0 0 0,0-1 0 0 0,0 0 0 0 0,0 0 1 0 0,0 0-1 0 0,0 0 0 0 0,6-3 0 0 0,4-3 8 0 0,-2 0 0 0 0,1-1 1 0 0,-1 0-1 0 0,0-1 0 0 0,19-17 0 0 0,-28 23-16 0 0,0-1 0 0 0,0 1-1 0 0,-1-1 1 0 0,1 1 0 0 0,-1-1 0 0 0,0 0 0 0 0,0 0 0 0 0,-1 0 0 0 0,1 0 0 0 0,-1-1 0 0 0,0 1 0 0 0,0-1 0 0 0,0 0 0 0 0,0 1-1 0 0,0-7 1 0 0,0 1 3 0 0,1 0 14 0 0,-1-1 1 0 0,0-19-1 0 0,-2 27-15 0 0,0-1 0 0 0,0 0 0 0 0,-1 1-1 0 0,1-1 1 0 0,-1 1 0 0 0,0-1-1 0 0,0 1 1 0 0,0 0 0 0 0,-1-1 0 0 0,1 1-1 0 0,-1 0 1 0 0,-3-4 0 0 0,-14-14 118 0 0,8 12 4 0 0,11 9-120 0 0,0 0 1 0 0,-1 0-1 0 0,1 0 1 0 0,0 0-1 0 0,-1 0 1 0 0,1 0-1 0 0,0 0 1 0 0,-1 0-1 0 0,1 0 1 0 0,0 0-1 0 0,-1 0 1 0 0,1 0-1 0 0,0 0 1 0 0,-1 0-1 0 0,1 0 1 0 0,0 0-1 0 0,-1 0 1 0 0,1 1-1 0 0,0-1 1 0 0,0 0-1 0 0,-1 0 1 0 0,1 0-1 0 0,0 1 1 0 0,-1-1-1 0 0,1 0 1 0 0,0 0 0 0 0,0 1-1 0 0,0-1 1 0 0,-1 0-1 0 0,1 0 1 0 0,0 1-1 0 0,0 0 1 0 0,-7 8 206 0 0,5-1-157 0 0,0 1 1 0 0,0-1 0 0 0,1 1-1 0 0,0-1 1 0 0,1 1 0 0 0,-1-1 0 0 0,2 1-1 0 0,-1 0 1 0 0,1-1 0 0 0,4 16-1 0 0,0 7 137 0 0,-1-2-42 0 0,2-1 1 0 0,13 38 0 0 0,-2-6 115 0 0,-4-8-48 0 0,-2 1 0 0 0,4 61 0 0 0,-12-82-93 0 0,-2 0-1 0 0,-1-1 1 0 0,-7 54-1 0 0,5-73-115 0 0,-1 0 0 0 0,0-1 0 0 0,0 1-1 0 0,-1-1 1 0 0,0 0 0 0 0,-1 0 0 0 0,-1 0-1 0 0,0-1 1 0 0,0 0 0 0 0,-1 0-1 0 0,0-1 1 0 0,0 1 0 0 0,-10 8 0 0 0,11-13-18 0 0,1 0-1 0 0,-1 0 1 0 0,0-1 0 0 0,0 1 0 0 0,-1-1 0 0 0,1-1 0 0 0,-1 1 0 0 0,0-1 0 0 0,0 0 0 0 0,-8 2 0 0 0,12-5-7 0 0,0 1-1 0 0,0-1 1 0 0,-1 0 0 0 0,1 0 0 0 0,0 0-1 0 0,0 0 1 0 0,0 0 0 0 0,0-1 0 0 0,-1 0 0 0 0,1 1-1 0 0,0-1 1 0 0,0 0 0 0 0,0 0 0 0 0,0-1-1 0 0,1 1 1 0 0,-1-1 0 0 0,0 1 0 0 0,0-1-1 0 0,1 0 1 0 0,-1 0 0 0 0,1 0 0 0 0,0 0 0 0 0,0-1-1 0 0,-1 1 1 0 0,2-1 0 0 0,-4-3 0 0 0,3 2-36 0 0,-1-1 0 0 0,1 0 1 0 0,0 1-1 0 0,1-1 1 0 0,-1 0-1 0 0,1 0 1 0 0,0 0-1 0 0,0 0 0 0 0,1 0 1 0 0,-1 0-1 0 0,1 0 1 0 0,0-1-1 0 0,1 1 0 0 0,-1 0 1 0 0,2-6-1 0 0,3-8-31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51.5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0 13560 0 0,'0'0'1240'0'0,"2"5"-1088"0"0,8 15 192 0 0,-10-19-295 0 0,1 0 0 0 0,-1 0 1 0 0,0 0-1 0 0,1 1 1 0 0,-1-1-1 0 0,0 0 1 0 0,0 0-1 0 0,0 0 0 0 0,0 0 1 0 0,0 0-1 0 0,0 0 1 0 0,0 1-1 0 0,-1-1 1 0 0,1 0-1 0 0,0 0 0 0 0,0 0 1 0 0,-1 0-1 0 0,0 2 1 0 0,-2 5 150 0 0,-39 286 1828 0 0,41-281-1948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51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17463 0 0,'0'0'688'0'0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0:52.2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260 58 17287 0 0,'0'-49'16'0'0,"0"48"2"0"0,-16-6 62 0 0,6 10-44 0 0,1 1 1 0 0,-1 0-1 0 0,1 0 1 0 0,0 1-1 0 0,0 1 1 0 0,1-1-1 0 0,-1 1 1 0 0,1 1-1 0 0,1-1 1 0 0,-1 1-1 0 0,1 1 1 0 0,0-1-1 0 0,1 1 1 0 0,-10 14-1 0 0,-3 9 126 0 0,1 1 0 0 0,-23 58 0 0 0,34-74-120 0 0,1 1 0 0 0,1-1 0 0 0,1 1 0 0 0,0 0 0 0 0,1 0 0 0 0,1 0 0 0 0,-1 18 0 0 0,3-27-22 0 0,0 1 0 0 0,1-1-1 0 0,0 0 1 0 0,1 1-1 0 0,-1-1 1 0 0,1 0 0 0 0,1 1-1 0 0,0-1 1 0 0,0-1-1 0 0,0 1 1 0 0,1 0-1 0 0,0-1 1 0 0,1 0 0 0 0,0 0-1 0 0,0 0 1 0 0,8 8-1 0 0,-8-10-1 0 0,-1-1-1 0 0,1-1 0 0 0,1 1 0 0 0,-1-1 0 0 0,0 0 0 0 0,1 0 0 0 0,0 0 0 0 0,0-1 1 0 0,-1 0-1 0 0,2 0 0 0 0,-1 0 0 0 0,0-1 0 0 0,0 0 0 0 0,0 0 0 0 0,0 0 0 0 0,1-1 1 0 0,9-1-1 0 0,-6 0 1 0 0,-1 0 0 0 0,0-1 0 0 0,1 0 0 0 0,-1 0 1 0 0,0-1-1 0 0,0 0 0 0 0,-1-1 0 0 0,1 0 0 0 0,-1 0 1 0 0,0-1-1 0 0,10-7 0 0 0,3-4 23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12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0 4416 0 0,'0'0'1408'0'0,"-3"5"-1239"0"0,0 1-362 0 0,-1 1 721 0 0,1-1-1 0 0,-1 1 1 0 0,-1-1 0 0 0,-6 8-1 0 0,3-3 832 0 0,7-9-1333 0 0,0-1 1 0 0,0 1 0 0 0,0-1-1 0 0,0 0 1 0 0,0 1-1 0 0,0-1 1 0 0,0 0-1 0 0,-1 0 1 0 0,1 0-1 0 0,-3 2 1 0 0,-6 4 175 0 0,0 1 0 0 0,0 0-1 0 0,0 1 1 0 0,1 0 0 0 0,-11 14 0 0 0,-38 57 447 0 0,48-66-614 0 0,-1 4 37 0 0,1 1 1 0 0,0-1 0 0 0,2 1-1 0 0,0 1 1 0 0,1-1 0 0 0,1 2 0 0 0,-7 39-1 0 0,4 8 74 0 0,1 74-1 0 0,7-116-95 0 0,-2 112 155 0 0,6-1 0 0 0,6 0 0 0 0,6-1 0 0 0,5 0 0 0 0,40 135 0 0 0,-41-205-125 0 0,3 0 0 0 0,3-2 0 0 0,38 72 0 0 0,-33-88-32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19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76 230 7632 0 0,'0'0'8217'0'0,"5"0"-7674"0"0,41 7-218 0 0,-29-4-69 0 0,-1 0 0 0 0,1-1-1 0 0,0-1 1 0 0,0-1-1 0 0,0 0 1 0 0,0-1-1 0 0,18-3 1 0 0,-30 2-214 0 0,13-2 212 0 0,30-11-1 0 0,-43 12-163 0 0,1 1 1 0 0,0-1-1 0 0,-1-1 1 0 0,0 1-1 0 0,0-1 0 0 0,0 0 1 0 0,0 0-1 0 0,7-9 1 0 0,-3 3 80 0 0,0 0 0 0 0,-1-1 1 0 0,-1 1-1 0 0,0-2 0 0 0,0 1 1 0 0,-1-1-1 0 0,5-14 0 0 0,-4 12 190 0 0,-6 13-343 0 0,-1 0 0 0 0,1 1-1 0 0,-1-1 1 0 0,1 0 0 0 0,-1 0 0 0 0,0 1 0 0 0,1-1 0 0 0,-1 0 0 0 0,0 0 0 0 0,0 1 0 0 0,1-1 0 0 0,-1 0 0 0 0,0 0 0 0 0,0 0 0 0 0,0 0 0 0 0,0 1 0 0 0,0-1 0 0 0,0 0-1 0 0,0 0 1 0 0,0 0 0 0 0,-1 0 0 0 0,1 1 0 0 0,0-1 0 0 0,0 0 0 0 0,-1 0 0 0 0,1 1 0 0 0,0-1 0 0 0,-1 0 0 0 0,1 0 0 0 0,-1 1 0 0 0,1-1 0 0 0,-1 0 0 0 0,1 1-1 0 0,-1-1 1 0 0,0 1 0 0 0,0-2 0 0 0,-3-1 24 0 0,0-1-1 0 0,0 1 1 0 0,0 0-1 0 0,0 0 0 0 0,-1 0 1 0 0,1 1-1 0 0,-1-1 1 0 0,0 1-1 0 0,1 0 1 0 0,-1 1-1 0 0,0-1 0 0 0,0 1 1 0 0,0 0-1 0 0,-1 0 1 0 0,1 1-1 0 0,-10-1 1 0 0,-9 1 37 0 0,-1 2 1 0 0,-32 5 0 0 0,19-2 34 0 0,-6 0 42 0 0,-71 16 1 0 0,50 2-126 0 0,59-20-26 0 0,1 1-4 0 0,1-1-2 0 0,4-2-6 0 0,12 20 2 0 0,-9-3 39 0 0,0-1-1 0 0,-2 1 1 0 0,0-1 0 0 0,-2 35 0 0 0,-1-6 21 0 0,-10 285 1118 0 0,11-272-381 0 0,1-59-786 0 0,0 1 1 0 0,0-1-1 0 0,1 0 0 0 0,-1 1 1 0 0,0-1-1 0 0,0 0 0 0 0,0 1 0 0 0,0-1 1 0 0,0 0-1 0 0,1 0 0 0 0,-1 1 1 0 0,0-1-1 0 0,0 0 0 0 0,0 1 0 0 0,1-1 1 0 0,-1 0-1 0 0,0 0 0 0 0,0 0 0 0 0,1 1 1 0 0,-1-1-1 0 0,0 0 0 0 0,1 0 1 0 0,-1 0-1 0 0,0 1 0 0 0,1-1 0 0 0,-1 0 1 0 0,0 0-1 0 0,1 0 0 0 0,-1 0 1 0 0,0 0-1 0 0,1 0 0 0 0,-1 0 0 0 0,0 0 1 0 0,1 0-1 0 0,-1 0 0 0 0,0 0 0 0 0,1 0 1 0 0,-1 0-1 0 0,0 0 0 0 0,1 0 1 0 0,6-3 103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19.6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172 145 14168 0 0,'0'0'5645'0'0,"-6"4"-5449"0"0,-6 4-137 0 0,-1 0 105 0 0,1 1 0 0 0,0 0 0 0 0,1 1-1 0 0,-12 12 1 0 0,21-19-123 0 0,-13 16 291 0 0,-16 26 1 0 0,26-37-293 0 0,1 0 0 0 0,0 0 0 0 0,1 0 1 0 0,0 1-1 0 0,0-1 0 0 0,-2 17 0 0 0,2-11-5 0 0,2-9-25 0 0,0 1 1 0 0,0-1 0 0 0,0 0-1 0 0,1 0 1 0 0,-1 1 0 0 0,2-1-1 0 0,-1 0 1 0 0,0 1 0 0 0,1-1-1 0 0,0 0 1 0 0,0 0 0 0 0,3 7-1 0 0,1 2 4 0 0,-5-12-8 0 0,1 0 0 0 0,0 0 0 0 0,0 0 0 0 0,-1 0 0 0 0,1 0-1 0 0,1 0 1 0 0,-1 0 0 0 0,0 0 0 0 0,2 2 0 0 0,-2-3-4 0 0,0-1 0 0 0,0 1-1 0 0,1-1 1 0 0,-1 1 0 0 0,0-1 0 0 0,0 1-1 0 0,0-1 1 0 0,0 0 0 0 0,1 0 0 0 0,-1 1 0 0 0,0-1-1 0 0,0 0 1 0 0,0 0 0 0 0,1 0 0 0 0,-1 0 0 0 0,0-1-1 0 0,0 1 1 0 0,1 0 0 0 0,-1 0 0 0 0,0-1 0 0 0,2 0-1 0 0,6-2 4 0 0,0-1 0 0 0,0 0-1 0 0,-1 0 1 0 0,1-1 0 0 0,-1 0 0 0 0,0-1-1 0 0,0 0 1 0 0,-1 0 0 0 0,0 0-1 0 0,9-11 1 0 0,4-7 14 0 0,33-49 0 0 0,-46 63-11 0 0,-1 0 0 0 0,0 1 0 0 0,-1-2 0 0 0,-1 1 0 0 0,1-1 0 0 0,-1 0 0 0 0,-1 0 0 0 0,0 0 0 0 0,-1 0 0 0 0,0 0 0 0 0,-1-1 0 0 0,1-16 0 0 0,-2-135 534 0 0,0 162-484 0 0,-1 26 353 0 0,2-19-349 0 0,9 246 943 0 0,-6-209-966 0 0,8 56 290 0 0,-10-88-233 0 0,1 1 0 0 0,0-1 0 0 0,1 0 0 0 0,0 0 0 0 0,1 0 0 0 0,6 10 0 0 0,-10-19-73 0 0,0-1-1 0 0,1 0 1 0 0,-1 1 0 0 0,0-1-1 0 0,1 0 1 0 0,-1 0-1 0 0,1 0 1 0 0,0 0-1 0 0,-1-1 1 0 0,1 1 0 0 0,0 0-1 0 0,0-1 1 0 0,-1 1-1 0 0,1-1 1 0 0,3 1 0 0 0,5-1 79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0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24 22575 0 0,'8'18'8'0'0,"-7"-14"-9"0"0,0 1-1 0 0,0 0 0 0 0,-1 0 0 0 0,1-1 0 0 0,-1 1 1 0 0,0 0-1 0 0,-1 0 0 0 0,-1 9 0 0 0,1 8-7 0 0,1 9 0 0 0,1-2-43 0 0,-1 0-1 0 0,-2 1 1 0 0,-1-1 0 0 0,-8 35-1 0 0,10-59 36 0 0,0-1 0 0 0,-1 1 0 0 0,1-1 0 0 0,-1 0 0 0 0,0 0 0 0 0,-1 0 0 0 0,1 0 0 0 0,-6 7 0 0 0,7-10 15 0 0,1 0 0 0 0,-1-1 1 0 0,0 1-1 0 0,0 0 1 0 0,0-1-1 0 0,0 1 1 0 0,0-1-1 0 0,0 1 1 0 0,0-1-1 0 0,0 1 0 0 0,0-1 1 0 0,0 0-1 0 0,-1 0 1 0 0,1 1-1 0 0,0-1 1 0 0,0 0-1 0 0,0 0 1 0 0,0 0-1 0 0,0 0 0 0 0,0 0 1 0 0,0 0-1 0 0,-1-1 1 0 0,1 1-1 0 0,0 0 1 0 0,0-1-1 0 0,0 1 1 0 0,0 0-1 0 0,0-1 0 0 0,0 1 1 0 0,0-1-1 0 0,0 0 1 0 0,0 1-1 0 0,0-1 1 0 0,0 0-1 0 0,1 1 1 0 0,-1-1-1 0 0,0 0 0 0 0,0 0 1 0 0,-1-2-1 0 0,-2-2 2 0 0,-1 0 0 0 0,1 0-1 0 0,0-1 1 0 0,1 0-1 0 0,-1 1 1 0 0,1-2 0 0 0,0 1-1 0 0,1 0 1 0 0,-1 0-1 0 0,1-1 1 0 0,0 1 0 0 0,1-1-1 0 0,0 0 1 0 0,0 1 0 0 0,0-1-1 0 0,1 0 1 0 0,0 0-1 0 0,0 0 1 0 0,1 1 0 0 0,0-1-1 0 0,0 0 1 0 0,2-7-1 0 0,1 1 13 0 0,0 0 0 0 0,1 0-1 0 0,0 1 1 0 0,1 0-1 0 0,0 0 1 0 0,1 0 0 0 0,0 1-1 0 0,1 0 1 0 0,1 0-1 0 0,11-11 1 0 0,-12 14 15 0 0,0 0-1 0 0,0 1 1 0 0,1 0 0 0 0,0 0 0 0 0,0 1-1 0 0,1 1 1 0 0,0-1 0 0 0,0 1-1 0 0,11-3 1 0 0,-15 6-3 0 0,0 1-1 0 0,0-1 1 0 0,0 1-1 0 0,0 1 1 0 0,0 0-1 0 0,0-1 0 0 0,0 2 1 0 0,0-1-1 0 0,0 1 1 0 0,0 0-1 0 0,0 0 1 0 0,0 0-1 0 0,-1 1 1 0 0,1 0-1 0 0,0 0 1 0 0,-1 1-1 0 0,1-1 1 0 0,6 6-1 0 0,1 0 57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0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147 212 14872 0 0,'37'1'589'0'0,"31"0"1721"0"0,-62-1-2139 0 0,0-1 1 0 0,0 0-1 0 0,0 0 1 0 0,-1 0-1 0 0,1 0 1 0 0,0-1-1 0 0,-1 0 1 0 0,9-4-1 0 0,-8 0-26 0 0,1 1 1 0 0,-1-1-1 0 0,0 0 0 0 0,-1-1 0 0 0,1 0 0 0 0,-1 0 1 0 0,-1 0-1 0 0,1 0 0 0 0,-1-1 0 0 0,-1 1 1 0 0,1-1-1 0 0,3-11 0 0 0,-7 17-127 0 0,1 0 0 0 0,-1 0 0 0 0,1 0 0 0 0,-1 0 0 0 0,0 0 0 0 0,0 0 0 0 0,0 0 0 0 0,0-1 0 0 0,0 1 0 0 0,0 0 0 0 0,-1 0 0 0 0,1 0 0 0 0,-1 0 0 0 0,1 0 0 0 0,-1 0 0 0 0,0 0 0 0 0,0 0 0 0 0,-2-3 0 0 0,1 2 1 0 0,-1-1 0 0 0,0 1-1 0 0,1 0 1 0 0,-2 0 0 0 0,1 0-1 0 0,0 0 1 0 0,-1 0-1 0 0,-6-3 1 0 0,4 2-2 0 0,-1 0-1 0 0,1 1 1 0 0,-1 0-1 0 0,0 1 1 0 0,0 0-1 0 0,0 0 1 0 0,0 0-1 0 0,-1 1 1 0 0,1 0-1 0 0,-12-1 1 0 0,11 3-5 0 0,0 1 0 0 0,0-1 0 0 0,0 1 0 0 0,0 1 0 0 0,0-1 0 0 0,0 1-1 0 0,1 1 1 0 0,-1-1 0 0 0,1 1 0 0 0,0 1 0 0 0,0-1 0 0 0,1 1 0 0 0,-1 0 0 0 0,1 1 0 0 0,-6 6 0 0 0,-5 8 16 0 0,1 0 1 0 0,1 1 0 0 0,-17 31-1 0 0,24-35-10 0 0,0 0 0 0 0,2 0 0 0 0,0 1-1 0 0,0-1 1 0 0,2 1 0 0 0,0 1 0 0 0,2-1 0 0 0,-2 35-1 0 0,4-47-9 0 0,0 0 0 0 0,0 0 1 0 0,0-1-1 0 0,1 1 0 0 0,-1 0 0 0 0,2 0 0 0 0,-1-1 0 0 0,0 1 0 0 0,1-1 0 0 0,0 1 0 0 0,1-1 0 0 0,-1 0 0 0 0,7 10 0 0 0,-7-12-2 0 0,1-1 0 0 0,-1 1-1 0 0,1 0 1 0 0,0-1-1 0 0,0 0 1 0 0,0 1-1 0 0,0-1 1 0 0,0 0 0 0 0,0-1-1 0 0,0 1 1 0 0,1-1-1 0 0,-1 1 1 0 0,1-1-1 0 0,-1 0 1 0 0,1 0 0 0 0,0 0-1 0 0,-1-1 1 0 0,1 1-1 0 0,0-1 1 0 0,-1 0-1 0 0,1 0 1 0 0,6-1 0 0 0,5-2 9 0 0,-1 0 0 0 0,0 0 0 0 0,23-10 0 0 0,-33 11-13 0 0,31-10 14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0.8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0 13768 0 0,'0'0'2040'0'0,"-2"6"-1583"0"0,-9 29 516 0 0,0-3-375 0 0,-7 36 0 0 0,10-27-203 0 0,3-22-123 0 0,1 1 0 0 0,-2 40 0 0 0,0 101 1202 0 0,6-159-1419 0 0,1-3-43 0 0,0 1 0 0 0,0 0 0 0 0,0 0 0 0 0,0 0-1 0 0,0-1 1 0 0,0 1 0 0 0,0 0 0 0 0,0-1 0 0 0,0 1 0 0 0,-1-1 0 0 0,1 1-1 0 0,0-1 1 0 0,0 0 0 0 0,0 1 0 0 0,-1-1 0 0 0,1 0 0 0 0,0 1 0 0 0,-1-1 0 0 0,1 0-1 0 0,0 0 1 0 0,-1 0 0 0 0,1 0 0 0 0,-1 0 0 0 0,1 1 0 0 0,-1-1 0 0 0,0 0 0 0 0,1 0-1 0 0,-1 0 1 0 0,0-1 0 0 0,5-36 49 0 0,-3 24-30 0 0,19-112 186 0 0,-17 106-178 0 0,2-1 0 0 0,1 2 0 0 0,0-1 0 0 0,11-20 0 0 0,-13 31-14 0 0,0-2 5 0 0,1 0 0 0 0,1 1-1 0 0,0-1 1 0 0,10-10 0 0 0,-16 19-21 0 0,1 0 1 0 0,0 0-1 0 0,0 0 1 0 0,0 1-1 0 0,0-1 1 0 0,0 1-1 0 0,0-1 1 0 0,0 1-1 0 0,0 0 1 0 0,0 0-1 0 0,1 0 1 0 0,-1 0-1 0 0,0 0 1 0 0,1 0-1 0 0,-1 1 1 0 0,1-1-1 0 0,-1 1 1 0 0,0 0-1 0 0,1 0 1 0 0,-1 0-1 0 0,1 0 1 0 0,-1 0-1 0 0,1 0 1 0 0,-1 1-1 0 0,1-1 1 0 0,-1 1-1 0 0,4 1 1 0 0,-3-1-1 0 0,0 1-1 0 0,0 0 1 0 0,0 1 0 0 0,0-1-1 0 0,-1 0 1 0 0,1 1 0 0 0,-1-1-1 0 0,1 1 1 0 0,-1 0 0 0 0,0 0-1 0 0,0 0 1 0 0,0 0 0 0 0,-1 0 0 0 0,1 1-1 0 0,2 5 1 0 0,1 8 34 0 0,8 31 0 0 0,-12-42-32 0 0,2 12 21 0 0,0 0-1 0 0,-1-1 1 0 0,-2 1 0 0 0,-1 23 0 0 0,-11 71 190 0 0,11-105-190 0 0,0 4 12 0 0,0-7-5 0 0,1 1 0 0 0,0-1-1 0 0,-1 1 1 0 0,0-1 0 0 0,0 0-1 0 0,-3 7 1 0 0,2-7 18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1.2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16184 0 0,'2'6'466'0'0,"5"11"-106"0"0,-1 0 0 0 0,-1 0-1 0 0,-1 1 1 0 0,4 29 0 0 0,1 81 380 0 0,-6-85-194 0 0,-3-6-187 0 0,-8 74-1 0 0,3-62-153 0 0,-1 41 581 0 0,-11 82 202 0 0,11-144-676 0 0,6-24-248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1.6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299 1 22103 0 0,'0'0'40'0'0,"-4"0"-30"0"0,-3 0-6 0 0,-20 0 18 0 0,-1 1 1 0 0,-37 6 0 0 0,49-4-7 0 0,0-1 1 0 0,0-1 0 0 0,0 0 0 0 0,-1-1 0 0 0,1-1 0 0 0,0 0-1 0 0,-19-5 1 0 0,16 1-1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2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317 78 11952 0 0,'0'0'3329'0'0,"2"4"-2858"0"0,5 16 237 0 0,-5-15-559 0 0,1 1 0 0 0,-1 0 1 0 0,0 0-1 0 0,-1 0 0 0 0,1 1 0 0 0,-1-1 0 0 0,-1 0 1 0 0,1 1-1 0 0,-1-1 0 0 0,0 0 0 0 0,0 1 0 0 0,-2 6 0 0 0,0-5-36 0 0,0 0-1 0 0,0 1 1 0 0,-1-1-1 0 0,-1-1 1 0 0,1 1-1 0 0,-1 0 1 0 0,-8 10-1 0 0,9-14-89 0 0,0 0-1 0 0,-1-1 0 0 0,1 0 1 0 0,-1 0-1 0 0,0 0 0 0 0,0 0 1 0 0,0 0-1 0 0,0-1 0 0 0,0 0 1 0 0,-1 0-1 0 0,1 0 0 0 0,-1 0 1 0 0,1-1-1 0 0,-1 1 0 0 0,-5 0 1 0 0,-2 0 1 0 0,-1-1 0 0 0,1 0-1 0 0,-1 0 1 0 0,1-1 0 0 0,-1-1 0 0 0,1 0 0 0 0,0-1 0 0 0,-1 0 0 0 0,1-1 0 0 0,0 0 0 0 0,0-1 0 0 0,0 0 0 0 0,1-1-1 0 0,-17-9 1 0 0,25 11-7 0 0,-1 0-1 0 0,1 0 0 0 0,0-1 0 0 0,1 1 0 0 0,-1-1 0 0 0,0 0 0 0 0,1 1 0 0 0,0-1 1 0 0,0 0-1 0 0,0-1 0 0 0,1 1 0 0 0,-1 0 0 0 0,1 0 0 0 0,0-1 0 0 0,0 1 1 0 0,0-1-1 0 0,1 1 0 0 0,0-1 0 0 0,0 1 0 0 0,0-8 0 0 0,1 2 14 0 0,0 0 0 0 0,0 0 0 0 0,1 0 0 0 0,0 0 0 0 0,1 0 1 0 0,0 0-1 0 0,0 1 0 0 0,6-10 0 0 0,-6 13 7 0 0,1 0 1 0 0,0 0 0 0 0,1 1-1 0 0,0 0 1 0 0,-1 0-1 0 0,2 0 1 0 0,-1 0 0 0 0,0 1-1 0 0,1 0 1 0 0,0 0 0 0 0,0 0-1 0 0,0 1 1 0 0,0 0-1 0 0,1 0 1 0 0,-1 1 0 0 0,1-1-1 0 0,0 1 1 0 0,-1 1-1 0 0,1-1 1 0 0,0 1 0 0 0,9 0-1 0 0,-6 1 20 0 0,-1-1-1 0 0,1 2 0 0 0,-1-1 0 0 0,1 1 0 0 0,-1 1 0 0 0,0 0 1 0 0,1 0-1 0 0,-1 1 0 0 0,0 0 0 0 0,0 0 0 0 0,-1 1 1 0 0,1 0-1 0 0,-1 1 0 0 0,0 0 0 0 0,8 6 0 0 0,-14-9-17 0 0,0 0 0 0 0,0 0-1 0 0,-1 0 1 0 0,1 1-1 0 0,0-1 1 0 0,-1 0 0 0 0,0 1-1 0 0,0-1 1 0 0,1 1-1 0 0,-2-1 1 0 0,1 1 0 0 0,1 5-1 0 0,3 36 160 0 0,-3-20-98 0 0,2 8 197 0 0,0 43 0 0 0,-4-68-227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2.4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455 2 16184 0 0,'0'0'1273'0'0,"4"0"-892"0"0,2 1-287 0 0,15-3 279 0 0,-21 2-352 0 0,0 0 0 0 0,1 0 0 0 0,-1 0 0 0 0,0 0 0 0 0,0 0 0 0 0,0 0 0 0 0,0 0 0 0 0,0 0 0 0 0,0 0 1 0 0,0 0-1 0 0,0 0 0 0 0,1 0 0 0 0,-1 1 0 0 0,0-1 0 0 0,0 0 0 0 0,0 0 0 0 0,0 0 0 0 0,0 0 0 0 0,0 0 0 0 0,0 0 0 0 0,0 0 0 0 0,0 0 1 0 0,0 0-1 0 0,0 1 0 0 0,0-1 0 0 0,1 0 0 0 0,-1 0 0 0 0,0 0 0 0 0,0 0 0 0 0,0 0 0 0 0,0 0 0 0 0,0 0 0 0 0,0 1 0 0 0,0-1 0 0 0,0 0 1 0 0,0 0-1 0 0,0 0 0 0 0,0 0 0 0 0,0 0 0 0 0,0 0 0 0 0,0 0 0 0 0,0 1 0 0 0,-1-1 0 0 0,1 0 0 0 0,0 0 0 0 0,0 0 0 0 0,0 0 0 0 0,0 0 1 0 0,0 0-1 0 0,0 0 0 0 0,0 0 0 0 0,0 1 0 0 0,0-1 0 0 0,0 0 0 0 0,0 0 0 0 0,0 0 0 0 0,-1 0 0 0 0,1 0 0 0 0,0 0 0 0 0,0 0 1 0 0,0 0-1 0 0,0 0 0 0 0,-6 8 671 0 0,-78 20 121 0 0,-37 17-59 0 0,34-15-448 0 0,63-21-235 0 0,15-7-39 0 0,1 1-1 0 0,0 0 1 0 0,0 0 0 0 0,0 1 0 0 0,1 0 0 0 0,-1 1 0 0 0,1-1-1 0 0,-10 10 1 0 0,14-10-17 0 0,0 1 0 0 0,0 0-1 0 0,1 1 1 0 0,0-1 0 0 0,0 0-1 0 0,1 0 1 0 0,-1 1-1 0 0,1-1 1 0 0,0 1 0 0 0,1 0-1 0 0,-1 6 1 0 0,-2 8 33 0 0,1-2-8 0 0,1 0-1 0 0,0 0 0 0 0,2-1 0 0 0,0 1 0 0 0,0 0 1 0 0,8 29-1 0 0,-7-31-5 0 0,0 0 0 0 0,-1 0-1 0 0,-1 0 1 0 0,0 0 0 0 0,-2 0 0 0 0,0 0 0 0 0,0 0-1 0 0,-6 17 1 0 0,-4 9 137 0 0,-31 68-1 0 0,39-99-134 0 0,4-4-4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2.8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401 0 15072 0 0,'0'0'1450'0'0,"-6"0"-1017"0"0,-20 2-98 0 0,-1 1 0 0 0,1 0 0 0 0,-1 2 0 0 0,-25 9 0 0 0,-168 38 1812 0 0,204-49-1885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3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12 284 8936 0 0,'0'0'2734'0'0,"5"0"-2475"0"0,8-1-102 0 0,0 0 0 0 0,-1-1 0 0 0,1-1 0 0 0,0 0 0 0 0,-1 0 0 0 0,0-2 0 0 0,24-10 1 0 0,85-55 336 0 0,-85 48-285 0 0,133-72 260 0 0,-169 94-461 0 0,1 0 0 0 0,0-1 0 0 0,-1 1 0 0 0,1 0 0 0 0,0-1 0 0 0,-1 1 0 0 0,1 0 0 0 0,-1-1 0 0 0,1 1 0 0 0,-1-1 0 0 0,1 1 0 0 0,-1-1 0 0 0,1 1 0 0 0,-1-1-1 0 0,1 1 1 0 0,-1-1 0 0 0,1 0 0 0 0,-1 1 0 0 0,0-1 0 0 0,1 0 0 0 0,-1 1 0 0 0,0-2 0 0 0,0 1 2 0 0,0 1 0 0 0,0-1 0 0 0,0 1-1 0 0,-1-1 1 0 0,1 1 0 0 0,0 0 0 0 0,-1-1 0 0 0,1 1-1 0 0,0-1 1 0 0,-1 1 0 0 0,1 0 0 0 0,0-1 0 0 0,-1 1-1 0 0,1 0 1 0 0,-1-1 0 0 0,1 1 0 0 0,-1 0 0 0 0,1 0-1 0 0,-1-1 1 0 0,1 1 0 0 0,-1 0 0 0 0,1 0 0 0 0,-1 0-1 0 0,1 0 1 0 0,-1 0 0 0 0,1 0 0 0 0,-1-1 0 0 0,-65-12 267 0 0,-97-17 443 0 0,125 31-457 0 0,10 2-130 0 0,20-2-46 0 0,-1 0-1 0 0,0 1 1 0 0,1 0 0 0 0,0 0-1 0 0,-1 1 1 0 0,-11 5 0 0 0,-20 6 464 0 0,13 3-53 0 0,19-12-360 0 0,7-5-119 0 0,-1 1 0 0 0,1 0 0 0 0,-1-1-1 0 0,1 1 1 0 0,-1 0 0 0 0,1 0 0 0 0,0 0 0 0 0,-1 0 0 0 0,1 0-1 0 0,0 0 1 0 0,0 1 0 0 0,0-1 0 0 0,0 0 0 0 0,0 1-1 0 0,0-1 1 0 0,0 0 0 0 0,1 1 0 0 0,-1-1 0 0 0,0 1-1 0 0,1 0 1 0 0,-1-1 0 0 0,1 1 0 0 0,-1-1 0 0 0,1 1 0 0 0,0 0-1 0 0,0-1 1 0 0,0 1 0 0 0,0 3 0 0 0,2 15 35 0 0,15 163 340 0 0,-15-136-21 0 0,-8 90 0 0 0,3-19 401 0 0,3-78-133 0 0,0-39-512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4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14776 0 0,'0'0'1921'0'0,"0"5"-1728"0"0,0 8 132 0 0,2 0 0 0 0,0 1-1 0 0,0-1 1 0 0,2 0 0 0 0,-1 0 0 0 0,1-1-1 0 0,1 1 1 0 0,9 16 0 0 0,-5-13 67 0 0,1 0 0 0 0,1 0 0 0 0,0-1 0 0 0,18 19 0 0 0,0 10 226 0 0,-24-37-546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4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137 249 14368 0 0,'4'3'345'0'0,"0"-1"-255"0"0,0 0 0 0 0,0 0 0 0 0,0 0 0 0 0,0-1 0 0 0,1 1 0 0 0,-1-1 0 0 0,0 0 0 0 0,1 0 0 0 0,-1-1 0 0 0,0 1 0 0 0,1-1 0 0 0,-1 0 0 0 0,1 0 0 0 0,-1-1 0 0 0,1 1 0 0 0,-1-1 0 0 0,8-2 0 0 0,-4 0 177 0 0,0 0 1 0 0,0 0-1 0 0,-1-1 1 0 0,1 0-1 0 0,-1 0 1 0 0,0 0-1 0 0,0-1 1 0 0,-1 0 0 0 0,1-1-1 0 0,9-10 1 0 0,-13 12-200 0 0,0-1 0 0 0,0 1 1 0 0,0-1-1 0 0,-1 1 0 0 0,1-1 1 0 0,-1 0-1 0 0,0 0 0 0 0,-1 0 1 0 0,1 0-1 0 0,-1 0 0 0 0,0 0 1 0 0,0 0-1 0 0,-1-1 0 0 0,1 1 1 0 0,-1 0-1 0 0,0 0 0 0 0,-1-1 1 0 0,0-4-1 0 0,-1-1 38 0 0,0 0 0 0 0,0 0 0 0 0,-1 0 0 0 0,-8-19 0 0 0,10 28-91 0 0,0 0 0 0 0,0 1 0 0 0,1-1 0 0 0,-2 0 0 0 0,1 0 1 0 0,0 0-1 0 0,0 1 0 0 0,-1-1 0 0 0,1 1 0 0 0,0-1 0 0 0,-1 1 0 0 0,0-1 0 0 0,1 1 0 0 0,-1 0 1 0 0,0 0-1 0 0,0 0 0 0 0,1 0 0 0 0,-1 0 0 0 0,0 0 0 0 0,0 1 0 0 0,0-1 0 0 0,0 0 1 0 0,0 1-1 0 0,0 0 0 0 0,0-1 0 0 0,0 1 0 0 0,0 0 0 0 0,-1 0 0 0 0,1 0 0 0 0,0 0 1 0 0,0 1-1 0 0,0-1 0 0 0,-2 1 0 0 0,-4 2 10 0 0,1 0 0 0 0,-1 0 1 0 0,1 1-1 0 0,0 0 0 0 0,0 0 0 0 0,0 1 0 0 0,0-1 0 0 0,1 2 1 0 0,-8 7-1 0 0,-7 9 56 0 0,-21 29 0 0 0,20-23-14 0 0,7-11-25 0 0,2 1-1 0 0,0 0 1 0 0,1 1-1 0 0,1 1 1 0 0,-12 26-1 0 0,21-39-28 0 0,-1 0-1 0 0,1 0 1 0 0,1 0-1 0 0,-1 1 1 0 0,1-1-1 0 0,1 0 1 0 0,-1 1 0 0 0,2 11-1 0 0,-1-13-6 0 0,1-1 0 0 0,0 0 0 0 0,1-1 0 0 0,-1 1 0 0 0,1 0 0 0 0,0 0 0 0 0,0-1 0 0 0,0 1 0 0 0,1-1 0 0 0,0 1 0 0 0,0-1 0 0 0,0 0 0 0 0,7 7 0 0 0,-6-7-3 0 0,1 0 0 0 0,0-1 1 0 0,0 1-1 0 0,1-1 0 0 0,-1 0 1 0 0,0-1-1 0 0,1 1 0 0 0,0-1 1 0 0,0 0-1 0 0,-1 0 0 0 0,1-1 1 0 0,0 0-1 0 0,10 1 0 0 0,-1-2-3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5.0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1 15072 0 0,'0'0'1176'0'0,"0"4"-1063"0"0,-2 28 414 0 0,-2 0 1 0 0,-7 32-1 0 0,-3 20-87 0 0,-15 449 1864 0 0,24-487-2120 0 0,4-37-46 0 0,-1 1 0 0 0,1 0 0 0 0,1 16 0 0 0,0-24-98 0 0,0 0 0 0 0,1-1 0 0 0,-1 1 0 0 0,1-1 0 0 0,-1 1 0 0 0,1-1 0 0 0,0 1 0 0 0,0-1 0 0 0,0 0 0 0 0,-1 1 0 0 0,1-1 0 0 0,0 0 0 0 0,1 1 0 0 0,-1-1 0 0 0,1 1 0 0 0,-1-1 104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5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326 67 14368 0 0,'0'0'2889'0'0,"-5"-1"-2364"0"0,-5 0-339 0 0,0 1 0 0 0,1-1 0 0 0,-1 1 1 0 0,0 1-1 0 0,0 0 0 0 0,-11 3 0 0 0,-6 1 109 0 0,-31 12-1 0 0,44-12-127 0 0,-1 1 0 0 0,0 0-1 0 0,1 1 1 0 0,0 0 0 0 0,-18 14 0 0 0,28-18-143 0 0,0 0 0 0 0,0 0 1 0 0,1 0-1 0 0,-1 1 0 0 0,1-1 0 0 0,0 1 1 0 0,-1 0-1 0 0,2 0 0 0 0,-1 0 1 0 0,0 1-1 0 0,1-1 0 0 0,0 0 0 0 0,0 1 1 0 0,0 0-1 0 0,1-1 0 0 0,-1 1 0 0 0,1 0 1 0 0,0 0-1 0 0,0 0 0 0 0,1-1 0 0 0,0 8 1 0 0,0-7-14 0 0,1-1 0 0 0,0 0 0 0 0,0 0 0 0 0,1 0 0 0 0,-1 0 0 0 0,1 0 1 0 0,0 0-1 0 0,0 0 0 0 0,0 0 0 0 0,0 0 0 0 0,1-1 0 0 0,0 1 0 0 0,-1-1 1 0 0,1 0-1 0 0,1 0 0 0 0,-1 0 0 0 0,0 0 0 0 0,1-1 0 0 0,3 3 0 0 0,1 0 6 0 0,0 0 1 0 0,1-1-1 0 0,-1 0 0 0 0,1-1 0 0 0,0 0 0 0 0,0 0 0 0 0,15 2 1 0 0,-13-3 3 0 0,-1-1 0 0 0,0-1 0 0 0,1 1 1 0 0,-1-2-1 0 0,1 0 0 0 0,-1 0 0 0 0,0 0 0 0 0,0-2 1 0 0,14-3-1 0 0,-18 3-5 0 0,0 1 1 0 0,0-1 0 0 0,0 0-1 0 0,0 0 1 0 0,-1-1-1 0 0,1 0 1 0 0,-1 0-1 0 0,0 0 1 0 0,0-1 0 0 0,0 0-1 0 0,-1 1 1 0 0,0-2-1 0 0,0 1 1 0 0,0 0-1 0 0,5-11 1 0 0,-4 6 8 0 0,-2 0 0 0 0,1 0 0 0 0,-1 0 0 0 0,-1 0 0 0 0,0-1 0 0 0,0 1 1 0 0,-1-1-1 0 0,0-14 0 0 0,-2-10 104 0 0,-7-41 0 0 0,6 58-84 0 0,1 10-22 0 0,1 8-18 0 0,1-1 0 0 0,-1 0-1 0 0,0 1 1 0 0,0-1 0 0 0,0 0-1 0 0,0 1 1 0 0,0-1 0 0 0,0 1-1 0 0,0-1 1 0 0,0 0 0 0 0,0 1-1 0 0,0-1 1 0 0,-1 0 0 0 0,1 1-1 0 0,0-1 1 0 0,0 1 0 0 0,-1-1-1 0 0,1 0 1 0 0,0 1 0 0 0,0-1-1 0 0,-1 1 1 0 0,1-1 0 0 0,-1 1-1 0 0,1-1 1 0 0,-1 1 0 0 0,1 0 0 0 0,-1-1-1 0 0,1 1 1 0 0,-1-1 0 0 0,1 1-1 0 0,-1 0 1 0 0,1-1 0 0 0,-1 1-1 0 0,1 0 1 0 0,-1 0 0 0 0,0-1-1 0 0,1 1 1 0 0,-2 0 0 0 0,-3 17 41 0 0,-2 20 18 0 0,3 1 0 0 0,1 0 0 0 0,1 0-1 0 0,2 0 1 0 0,7 48 0 0 0,-5-50-11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5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14 749 13672 0 0,'0'0'1792'0'0,"1"-7"-1314"0"0,3 3-256 0 0,0-1 0 0 0,-1 1-1 0 0,0-1 1 0 0,1 1 0 0 0,-1-1 0 0 0,-1 0-1 0 0,1 0 1 0 0,-1 0 0 0 0,2-6-1 0 0,8-16-14 0 0,28-58 619 0 0,38-117 0 0 0,-50 123-655 0 0,-15 49-45 0 0,22-39 1 0 0,-23 48-33 0 0,0-1 0 0 0,-2 1 0 0 0,-1-2 1 0 0,8-27-1 0 0,-24 82 793 0 0,1 0-704 0 0,-1 0 1 0 0,-2-1-1 0 0,-1 0 0 0 0,-17 36 1 0 0,20-55-55 0 0,1 0-1 0 0,-8 21 1 0 0,14-32-102 0 0,-1 1-1 0 0,0-1 1 0 0,0 0-1 0 0,0 0 0 0 0,-1 0 1 0 0,1 1-1 0 0,0-1 1 0 0,0 0-1 0 0,-1-1 0 0 0,1 1 1 0 0,0 0-1 0 0,-1 0 1 0 0,1 0-1 0 0,-1-1 0 0 0,1 1 1 0 0,-3 0-1 0 0,-5 3 165 0 0,-16-17 112 0 0,18 8-255 0 0,0 0 0 0 0,0-1-1 0 0,0 0 1 0 0,1 0 0 0 0,-1-1 0 0 0,2 1 0 0 0,-1-2 0 0 0,1 1-1 0 0,0 0 1 0 0,-5-12 0 0 0,-3-9 100 0 0,-16-49-1 0 0,18 44-20 0 0,-3-22-27 0 0,11 42 81 0 0,0 0-1 0 0,-1 0 1 0 0,-9-21 0 0 0,13 33-104 0 0,0 4-10 0 0,0 0-1 0 0,1 0 1 0 0,0 1 0 0 0,0-1 0 0 0,0 0 0 0 0,0 0 0 0 0,0 0-1 0 0,2 4 1 0 0,4 7-9 0 0,1 9 12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6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0 14272 0 0,'5'0'929'0'0,"5"0"-420"0"0,1 0 0 0 0,-1 1 0 0 0,0 1 0 0 0,1-1 0 0 0,15 6 0 0 0,-18-4-383 0 0,-1 0-1 0 0,1 1 1 0 0,-1 0-1 0 0,0 0 0 0 0,0 0 1 0 0,-1 1-1 0 0,1 0 1 0 0,-1 0-1 0 0,0 1 0 0 0,0 0 1 0 0,-1 0-1 0 0,0 0 1 0 0,0 1-1 0 0,0-1 0 0 0,-1 1 1 0 0,0 0-1 0 0,0 1 1 0 0,-1-1-1 0 0,5 13 0 0 0,0 8 49 0 0,0 0 0 0 0,-2 1-1 0 0,-1 0 1 0 0,1 34-1 0 0,-2 4 94 0 0,-4 0-1 0 0,-2 0 1 0 0,-12 79-1 0 0,-3-50-123 0 0,-45 148 0 0 0,25-121-54 0 0,-48 147 30 0 0,53-156-71 0 0,25-80-40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27.5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569 1 2104 0 0,'0'0'13117'0'0,"-1"4"-12953"0"0,-11 46 472 0 0,-10 68-337 0 0,15-82-278 0 0,0 1 1 0 0,-22 60-1 0 0,-37 68 121 0 0,36-94-36 0 0,17-42-22 0 0,-1 0 1 0 0,-2 0-1 0 0,-1-1 1 0 0,-41 50-1 0 0,46-63-31 0 0,-24 29 202 0 0,-1-1-1 0 0,-55 47 1 0 0,66-67-97 0 0,13-10-15 0 0,0-2-1 0 0,-21 14 1 0 0,21-17-65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4T20:21:10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24575,'0'0'0,"0"0"0,0 0 0,0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4:48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73 259 7832 0 0,'0'0'3529'0'0,"4"0"-3270"0"0,12 1-54 0 0,-3 0 174 0 0,0-1 1 0 0,0 0 0 0 0,21-3 0 0 0,85-30 458 0 0,-103 28-665 0 0,0-1 0 0 0,0 0 0 0 0,22-14 0 0 0,-15 9-98 0 0,-16 8-63 0 0,-6 2-10 0 0,0 1 1 0 0,0 0-1 0 0,-1 0 1 0 0,1-1-1 0 0,0 1 1 0 0,0 0-1 0 0,-1-1 1 0 0,1 1-1 0 0,0-1 1 0 0,-1 1-1 0 0,1-1 1 0 0,0 1-1 0 0,-1-1 1 0 0,1 1-1 0 0,-1-1 1 0 0,1 0-1 0 0,-1 1 1 0 0,1-1-1 0 0,-1 0 1 0 0,0 1-1 0 0,1-2 1 0 0,10-9 38 0 0,-10 10-35 0 0,0 0 0 0 0,0 0 0 0 0,0 1 0 0 0,0-1 1 0 0,0 0-1 0 0,0 0 0 0 0,0 0 0 0 0,0 0 0 0 0,-1 0 0 0 0,1 0 0 0 0,0 0 0 0 0,0-2 0 0 0,16-44 264 0 0,-18 44-218 0 0,-1 0-1 0 0,0 0 1 0 0,-1 0-1 0 0,1 0 1 0 0,0 1-1 0 0,-1-1 0 0 0,1 1 1 0 0,-1-1-1 0 0,-3-1 1 0 0,-19-10 101 0 0,18 10-95 0 0,-1-1 1 0 0,0 2-1 0 0,0-1 0 0 0,-1 1 0 0 0,-9-3 0 0 0,-26-2 187 0 0,0 1-1 0 0,0 3 0 0 0,-63 1 1 0 0,1 3 17 0 0,105 0-136 0 0,1 22-30 0 0,9 146 386 0 0,0-1-88 0 0,-8-116-195 0 0,3 0 0 0 0,13 59 0 0 0,-15-102-156 0 0,0 1 0 0 0,0-1 0 0 0,1 0 0 0 0,1 0 0 0 0,-1 0 0 0 0,1-1 0 0 0,1 1 0 0 0,-1-1 0 0 0,1 0 0 0 0,1 0 0 0 0,-1-1-1 0 0,1 1 1 0 0,7 5 0 0 0,-7-5 7 0 0,-2-4-36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4:48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12664 0 0,'0'0'3925'0'0,"-1"4"-3723"0"0,0 4-106 0 0,1-1 0 0 0,1 1 0 0 0,-1-1-1 0 0,1 0 1 0 0,1 1 0 0 0,-1-1-1 0 0,1 0 1 0 0,5 13 0 0 0,6 9 75 0 0,0 0 1 0 0,22 33 0 0 0,-17-33-58 0 0,30 52 138 0 0,-41-70-219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4:49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159 213 11952 0 0,'0'0'3968'0'0,"5"0"-3804"0"0,1 0-49 0 0,1-1 1 0 0,-1 1 0 0 0,1-1 0 0 0,-1 0 0 0 0,0 0 0 0 0,1-1 0 0 0,-1 0 0 0 0,0 0-1 0 0,0-1 1 0 0,12-6 0 0 0,-9 2-15 0 0,0 0-1 0 0,0-1 1 0 0,-1 0 0 0 0,15-17-1 0 0,-20 21-76 0 0,0 1 0 0 0,-1 0 0 0 0,1-1 0 0 0,-1 0-1 0 0,0 0 1 0 0,0 0 0 0 0,-1 0 0 0 0,1 0 0 0 0,-1 0-1 0 0,1 0 1 0 0,-1 0 0 0 0,-1 0 0 0 0,1-1 0 0 0,-1 1-1 0 0,1 0 1 0 0,-1-6 0 0 0,-1 7-13 0 0,0-1-1 0 0,0 1 1 0 0,0 0 0 0 0,0 0 0 0 0,-1 0-1 0 0,1 1 1 0 0,-1-1 0 0 0,1 0-1 0 0,-1 0 1 0 0,0 1 0 0 0,0-1-1 0 0,-1 1 1 0 0,1 0 0 0 0,0-1-1 0 0,-1 1 1 0 0,1 0 0 0 0,-1 0-1 0 0,0 1 1 0 0,1-1 0 0 0,-1 1 0 0 0,0-1-1 0 0,0 1 1 0 0,-4-1 0 0 0,3 0 0 0 0,0 1 1 0 0,0 0 0 0 0,0 1 0 0 0,-1-1-1 0 0,1 1 1 0 0,0 0 0 0 0,0 0 0 0 0,0 0-1 0 0,0 0 1 0 0,0 1 0 0 0,0-1 0 0 0,0 1-1 0 0,0 0 1 0 0,0 1 0 0 0,0-1 0 0 0,0 1-1 0 0,-6 3 1 0 0,0 2 23 0 0,1 0-1 0 0,0 1 1 0 0,1 0 0 0 0,-1 0-1 0 0,2 1 1 0 0,-9 11-1 0 0,2 0 82 0 0,-22 43-1 0 0,19-28-20 0 0,1 0 0 0 0,-14 50 0 0 0,26-71-54 0 0,1 0-1 0 0,0-1 1 0 0,1 1-1 0 0,0 0 1 0 0,1 1-1 0 0,1-1 0 0 0,0 0 1 0 0,1 0-1 0 0,4 25 1 0 0,-3-33-20 0 0,-1 0 1 0 0,1-1-1 0 0,1 1 1 0 0,-1-1-1 0 0,1 1 1 0 0,0-1-1 0 0,0 0 0 0 0,0 0 1 0 0,1 0-1 0 0,0 0 1 0 0,0-1-1 0 0,0 1 1 0 0,0-1-1 0 0,1 0 1 0 0,5 4-1 0 0,-6-6-7 0 0,0 0 0 0 0,-1 0 0 0 0,1-1 0 0 0,0 1 0 0 0,0-1 0 0 0,0 0 0 0 0,0 0-1 0 0,0 0 1 0 0,0-1 0 0 0,0 1 0 0 0,0-1 0 0 0,0 0 0 0 0,0 0 0 0 0,0-1 0 0 0,0 1 0 0 0,0-1 0 0 0,0 0 0 0 0,0 0 0 0 0,0 0-1 0 0,0 0 1 0 0,-1-1 0 0 0,1 1 0 0 0,4-3 0 0 0,9-7 11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4:49.5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0 13968 0 0,'0'0'1298'0'0,"-1"4"-1147"0"0,-12 27 499 0 0,6-13-431 0 0,0 0 0 0 0,1 0 0 0 0,-5 27 0 0 0,6 1 256 0 0,3 71-1 0 0,2-91-407 0 0,3 96 361 0 0,22 152 0 0 0,-20-250-307 0 0,14 46 0 0 0,1 1 192 0 0,-18-63-260 0 0,0-3 3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4:50.1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366 32 11448 0 0,'0'0'2408'0'0,"-4"-1"-2264"0"0,-15 1 279 0 0,0-1 0 0 0,0 2 0 0 0,0 1 0 0 0,0 0 0 0 0,1 1 0 0 0,-31 9 0 0 0,38-8-309 0 0,1 0 1 0 0,0 1-1 0 0,0 0 0 0 0,0 0 0 0 0,1 1 1 0 0,0 0-1 0 0,0 1 0 0 0,0 0 0 0 0,1 0 1 0 0,0 1-1 0 0,0 0 0 0 0,1 1 1 0 0,-8 10-1 0 0,5-4-35 0 0,1 1 0 0 0,0 0 0 0 0,1 0 0 0 0,1 1 0 0 0,-6 19 0 0 0,10-26-49 0 0,1-1 1 0 0,0 0-1 0 0,1 1 0 0 0,0-1 1 0 0,0 1-1 0 0,1-1 1 0 0,0 1-1 0 0,1-1 0 0 0,0 1 1 0 0,0-1-1 0 0,5 15 0 0 0,-5-20-25 0 0,0-1-1 0 0,0 0 0 0 0,1 1 0 0 0,0-1 0 0 0,0 0 0 0 0,0 0 1 0 0,0 0-1 0 0,0 0 0 0 0,1-1 0 0 0,-1 1 0 0 0,1 0 0 0 0,-1-1 1 0 0,1 0-1 0 0,0 0 0 0 0,0 0 0 0 0,0 0 0 0 0,0 0 0 0 0,1 0 1 0 0,-1-1-1 0 0,0 1 0 0 0,1-1 0 0 0,-1 0 0 0 0,1 0 0 0 0,-1-1 1 0 0,8 2-1 0 0,3-2-1 0 0,0 1 0 0 0,0-2 0 0 0,0 0 0 0 0,0 0 0 0 0,19-6 0 0 0,-24 5 1 0 0,1 0-1 0 0,-1-1 0 0 0,0 0 1 0 0,0 0-1 0 0,0-1 1 0 0,0 0-1 0 0,0-1 1 0 0,-1 0-1 0 0,0-1 1 0 0,0 1-1 0 0,-1-1 0 0 0,1-1 1 0 0,-1 0-1 0 0,0 0 1 0 0,-1 0-1 0 0,0-1 1 0 0,0 1-1 0 0,-1-2 1 0 0,0 1-1 0 0,0 0 1 0 0,-1-1-1 0 0,0 0 0 0 0,0 0 1 0 0,-1 0-1 0 0,0-1 1 0 0,-1 1-1 0 0,0-1 1 0 0,0 1-1 0 0,-1-1 1 0 0,-1 0-1 0 0,1 0 1 0 0,-2 1-1 0 0,-2-20 0 0 0,-2-5 74 0 0,-2 0 0 0 0,-1 0 0 0 0,-16-39 0 0 0,24 73-53 0 0,0-1 0 0 0,-1 1 0 0 0,1-1 0 0 0,0 0 0 0 0,0 1 0 0 0,0-1 0 0 0,-1 1 0 0 0,1-1-1 0 0,0 1 1 0 0,-1-1 0 0 0,1 1 0 0 0,0 0 0 0 0,-1-1 0 0 0,1 1 0 0 0,0-1 0 0 0,-1 1 0 0 0,1 0-1 0 0,-1-1 1 0 0,1 1 0 0 0,-1 0 0 0 0,1-1 0 0 0,-2 1 0 0 0,-5 6 461 0 0,-1 18-264 0 0,6 4-104 0 0,1 0 0 0 0,1 0 1 0 0,1 0-1 0 0,7 42 0 0 0,-2-36 66 0 0,1 0 1 0 0,2 0 0 0 0,1-1-1 0 0,1 0 1 0 0,2 0-1 0 0,18 32 1 0 0,-20-47-15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04:50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375 616 13968 0 0,'0'0'3647'0'0,"-4"0"-3463"0"0,1 1-129 0 0,2-1-37 0 0,0 0-1 0 0,0 0 1 0 0,1 1-1 0 0,-1-1 0 0 0,0 0 1 0 0,0 0-1 0 0,0 0 0 0 0,0 0 1 0 0,1-1-1 0 0,-1 1 1 0 0,0 0-1 0 0,0 0 0 0 0,0 0 1 0 0,0-1-1 0 0,1 1 1 0 0,-1 0-1 0 0,0-1 0 0 0,0 1 1 0 0,1-1-1 0 0,-2 0 0 0 0,2 0 43 0 0,0-1-1 0 0,0 0 0 0 0,0 1 1 0 0,1-1-1 0 0,-1 1 0 0 0,0-1 1 0 0,1 1-1 0 0,0-1 0 0 0,-1 1 1 0 0,1 0-1 0 0,1-3 0 0 0,1-3 63 0 0,82-383 946 0 0,-73 333-961 0 0,-5 20 115 0 0,13-41-1 0 0,-20 78-160 0 0,1-1 0 0 0,-1 0 0 0 0,0 0 0 0 0,1 0 0 0 0,-1 0 0 0 0,0 0 0 0 0,0 0 0 0 0,1 0 0 0 0,-1 0 0 0 0,0 0 0 0 0,0 0-1 0 0,0 0 1 0 0,0 0 0 0 0,-1 0 0 0 0,1-2 0 0 0,-1 4-38 0 0,1-1 1 0 0,-1 0-1 0 0,1 0 0 0 0,-1 1 1 0 0,1-1-1 0 0,-1 1 0 0 0,1-1 1 0 0,-1 1-1 0 0,1-1 0 0 0,-1 1 1 0 0,1-1-1 0 0,0 1 0 0 0,-1-1 1 0 0,1 1-1 0 0,0-1 0 0 0,-1 1 1 0 0,1-1-1 0 0,0 1 0 0 0,0 0 1 0 0,0-1-1 0 0,-1 1 0 0 0,1-1 1 0 0,0 2-1 0 0,-8 18 211 0 0,4-11-56 0 0,0 1-1 0 0,1 0 0 0 0,0 0 1 0 0,-3 17-1 0 0,0 39 811 0 0,4-48-894 0 0,1 0-1 0 0,-2 1 1 0 0,0-1-1 0 0,-2 0 1 0 0,-8 24 0 0 0,12-39-82 0 0,-2 10 35 0 0,3-11-33 0 0,-1 1-1 0 0,1-1 1 0 0,-1 1 0 0 0,0-1 0 0 0,0 0 0 0 0,0 1 0 0 0,0-1 0 0 0,0 0 0 0 0,0 0 0 0 0,-3 3 0 0 0,4-4-14 0 0,0-1 1 0 0,-1 1 0 0 0,1-1 0 0 0,0 1 0 0 0,-1-1 0 0 0,1 1-1 0 0,-1-1 1 0 0,1 1 0 0 0,-1-1 0 0 0,1 1 0 0 0,-1-1 0 0 0,1 0 0 0 0,-1 1-1 0 0,1-1 1 0 0,-1 0 0 0 0,0 1 0 0 0,1-1 0 0 0,-1 0 0 0 0,1 0-1 0 0,-1 0 1 0 0,0 0 0 0 0,1 1 0 0 0,-1-1 0 0 0,0 0 0 0 0,1 0 0 0 0,-1 0-1 0 0,0 0 1 0 0,1 0 0 0 0,-1-1 0 0 0,0 1 0 0 0,1 0 0 0 0,-1 0-1 0 0,0 0 1 0 0,1-1 0 0 0,-1 1 0 0 0,1 0 0 0 0,-1 0 0 0 0,1-1 0 0 0,-2 0-1 0 0,-8-4 5 0 0,-4-1-7 0 0,1-1 1 0 0,0 0-1 0 0,0-1 0 0 0,1 0 0 0 0,0-2 0 0 0,-17-16 1 0 0,-60-72-18 0 0,66 71 17 0 0,3 4 1 0 0,-1-4-1 0 0,-2 2 1 0 0,-1 0 0 0 0,-31-24-1 0 0,51 46 2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13:34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11856 0 0,'0'0'8943'0'0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39.3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8336 0 0,'0'0'1384'0'0,"6"3"-760"0"0,6 6-279 0 0,-4-4-37 0 0,0 0 0 0 0,-1 0 0 0 0,2 0 0 0 0,8 3 0 0 0,-15-7-79 0 0,0 0 0 0 0,0 0-1 0 0,0 1 1 0 0,0-1 0 0 0,0 1 0 0 0,-1-1 0 0 0,1 1 0 0 0,-1 0-1 0 0,1-1 1 0 0,1 4 0 0 0,3 2 471 0 0,-5-6 92 0 0,-6-8-393 0 0,4 6-356 0 0,0 1 0 0 0,1-1 0 0 0,-1 1 0 0 0,0-1 0 0 0,1 1 0 0 0,-1-1 0 0 0,1 0 0 0 0,-1 1 1 0 0,1-1-1 0 0,-1 0 0 0 0,1 0 0 0 0,-1 1 0 0 0,1-1 0 0 0,0 0 0 0 0,0 0 0 0 0,-1 0 0 0 0,1 1 0 0 0,0-3 0 0 0,0 3-29 0 0,0 0-1 0 0,0-1 1 0 0,0 1-1 0 0,0 0 1 0 0,0-1-1 0 0,0 1 1 0 0,1 0-1 0 0,-1-1 1 0 0,0 1-1 0 0,0 0 0 0 0,0 0 1 0 0,1-1-1 0 0,-1 1 1 0 0,0 0-1 0 0,0-1 1 0 0,1 1-1 0 0,-1 0 1 0 0,0 0-1 0 0,1 0 1 0 0,-1-1-1 0 0,0 1 1 0 0,0 0-1 0 0,1 0 0 0 0,-1 0 1 0 0,0 0-1 0 0,1 0 1 0 0,-1 0-1 0 0,1-1 1 0 0,-1 1-1 0 0,0 0 1 0 0,1 0-1 0 0,-1 0 1 0 0,0 0-1 0 0,1 0 0 0 0,-1 0 1 0 0,0 1-1 0 0,1-1 1 0 0,-1 0-1 0 0,0 0 1 0 0,1 0-1 0 0,-1 0 1 0 0,0 0-1 0 0,1 0 1 0 0,-1 1-1 0 0,0-1 0 0 0,1 0 1 0 0,-1 0-1 0 0,0 0 1 0 0,1 1-1 0 0,24 12 296 0 0,-14-8-221 0 0,1 1 122 0 0,0 0 1 0 0,0 0 0 0 0,0 1-1 0 0,-1 0 1 0 0,1 1 0 0 0,17 17-1 0 0,-26-22-188 0 0,7 4 97 0 0,-1 1 1 0 0,0 1-1 0 0,0 0 1 0 0,-1 0-1 0 0,0 1 1 0 0,-1 0-1 0 0,13 21 1 0 0,-15-22-13 0 0,1 0-1 0 0,0 0 1 0 0,1-1 0 0 0,-1 0 0 0 0,15 12 0 0 0,14 18 204 0 0,-26-26-179 0 0,-2-2-43 0 0,1 0 1 0 0,0-1-1 0 0,0 1 0 0 0,1-2 0 0 0,0 1 0 0 0,0-1 0 0 0,13 8 0 0 0,10 12 152 0 0,-4-4-95 0 0,76 57 347 0 0,65 44 150 0 0,-61-69-346 0 0,-98-49-278 0 0,11 5 64 0 0,-1 2 0 0 0,-1 0 0 0 0,28 28 0 0 0,-27-17 6 0 0,-15-18-53 0 0,0 0 1 0 0,1-1-1 0 0,0 0 0 0 0,9 8 0 0 0,-3-4 13 0 0,-1 1 1 0 0,-1 0-1 0 0,12 14 0 0 0,-15-16-18 0 0,0 0-1 0 0,1 0 0 0 0,0-1 1 0 0,0 0-1 0 0,1-1 0 0 0,0 0 1 0 0,11 7-1 0 0,10 3 63 0 0,-1 2 0 0 0,45 39 0 0 0,-40-28-8 0 0,1-2 0 0 0,1-1 0 0 0,2-2 0 0 0,51 26 0 0 0,-77-45-55 0 0,-1 1 0 0 0,0 0-1 0 0,12 10 1 0 0,-12-9 6 0 0,-1 0 1 0 0,2 0-1 0 0,13 6 0 0 0,3 1 27 0 0,-1 2-1 0 0,-1 0 1 0 0,0 2-1 0 0,-1 1 1 0 0,34 36-1 0 0,6 4 37 0 0,57 39 29 0 0,-98-82-79 0 0,-1 0 0 0 0,40 19 0 0 0,-11-5 43 0 0,133 93 162 0 0,-179-119-240 0 0,0-1-1 0 0,0 0 1 0 0,0-1 0 0 0,0 1 0 0 0,8 2-1 0 0,11 10 157 0 0,-1-5-79 0 0,1-1 0 0 0,0-1 0 0 0,1-1 0 0 0,0-1 0 0 0,40 5 1 0 0,-12-2 7 0 0,19 5 124 0 0,89 22 270 0 0,-158-36-480 0 0,0 0 0 0 0,0 0 0 0 0,-1-1 0 0 0,1 0 0 0 0,0 1 0 0 0,7-2 0 0 0,14 0 75 0 0,59-6 207 0 0,-56 6-189 0 0,-16 1-80 0 0,-1 0 1 0 0,23 2-1 0 0,18 1 23 0 0,-26-3-15 0 0,-1 1 1 0 0,38 8-1 0 0,-25 0 12 0 0,1-2 1 0 0,0-2-1 0 0,71 2 0 0 0,284-7 200 0 0,-142 6-100 0 0,-201-6-138 0 0,29 1-1 0 0,94 4-7 0 0,-86 3 0 0 0,-33-2 0 0 0,68 0 0 0 0,137-11 0 0 0,-192 2 0 0 0,0 1 0 0 0,27-4 0 0 0,-77 4 0 0 0,47-1 1 0 0,30-7 13 0 0,-57 5-6 0 0,67-1 0 0 0,43 6 4 0 0,16 0 17 0 0,-58 0 6 0 0,406 2 170 0 0,-412-2-196 0 0,-73 0-6 0 0,-1 1 4 0 0,-1-1 0 0 0,42-7 0 0 0,47 0 8 0 0,-96 7-9 0 0,36-6 1 0 0,-31 3-2 0 0,32 0 1 0 0,143 1 9 0 0,-67 2 3 0 0,-15-1-3 0 0,35-14 17 0 0,-46 13-19 0 0,-20 4-7 0 0,48-2 8 0 0,-32 0-6 0 0,-31 0 1 0 0,123-2 6 0 0,51-7-1 0 0,-223 8-12 0 0,36-5 1 0 0,6 0 4 0 0,111-9 14 0 0,15 4-5 0 0,-123 8-9 0 0,128-2 19 0 0,48 1 40 0 0,-46 2-29 0 0,-71-1-10 0 0,80-6 27 0 0,-52-2 0 0 0,134-1 4 0 0,-222 9-40 0 0,68-5 11 0 0,181-3 34 0 0,-59 2-15 0 0,-51 1 0 0 0,521 4 1 0 0,-430-1-33 0 0,1079 5 193 0 0,-1323 3-188 0 0,65 11-1 0 0,-47-5-5 0 0,382 25 32 0 0,-385-34-46 0 0,309 11 22 0 0,-24-2-22 0 0,-87-8-9 0 0,-131 16-10 0 0,-87-9 12 0 0,25-1-2 0 0,215-5 7 0 0,-135-4 1 0 0,-15 4 0 0 0,-10 15 9 0 0,91 18 38 0 0,-164-33-24 0 0,-41-2-11 0 0,1 0-1 0 0,23 4 0 0 0,66 11 37 0 0,-62-12-21 0 0,22-1 1 0 0,58 8 27 0 0,-92-6-27 0 0,45 0 1 0 0,-64-3-25 0 0,1 0 1 0 0,-1 1-1 0 0,0 0 1 0 0,0 1-1 0 0,0 0 1 0 0,0 0-1 0 0,0 1 0 0 0,-1 0 1 0 0,13 8-1 0 0,18 8 8 0 0,-34-17-9 0 0,0 0-1 0 0,0 0 1 0 0,-1 0 0 0 0,1 1 0 0 0,-1 0-1 0 0,0 0 1 0 0,0 0 0 0 0,-1 1-1 0 0,1-1 1 0 0,-1 1 0 0 0,0 0-1 0 0,4 8 1 0 0,13 16 10 0 0,-15-22-5 0 0,1 1 0 0 0,-1-1 0 0 0,-1 1 0 0 0,0 0 0 0 0,0 1 0 0 0,0-1 0 0 0,3 12 0 0 0,8 19 17 0 0,1-1-20 0 0,-1 0 0 0 0,11 50 0 0 0,-24-79-5 0 0,-1-1 0 0 0,0 0 0 0 0,-1 0 0 0 0,0 1 0 0 0,-1 14 0 0 0,-1 3 0 0 0,4-1 0 0 0,0 0 0 0 0,12 47 0 0 0,-8-48 0 0 0,-2 1 0 0 0,4 49 0 0 0,-8 879 0 0 0,6-834 0 0 0,17 110 0 0 0,-8-84 0 0 0,-5 119 0 0 0,-10-259 0 0 0,12 134 0 0 0,-12 162 0 0 0,-1-297 0 0 0,0 1 0 0 0,0-1 0 0 0,0 0 0 0 0,-1 0 0 0 0,0 1 0 0 0,1-1 0 0 0,-1 0 0 0 0,-1-1 0 0 0,-3 8 0 0 0,-11 21 0 0 0,14-23 0 0 0,-1 0 0 0 0,0 0 0 0 0,-1-1 0 0 0,0 1 0 0 0,0-1 0 0 0,-1 0 0 0 0,0 0 0 0 0,0-1 0 0 0,0 0 0 0 0,-14 11 0 0 0,-4 1 0 0 0,-50 31 0 0 0,41-31 0 0 0,-63 24 0 0 0,59-27 0 0 0,-232 94 0 0 0,-209 69 0 0 0,260-106 0 0 0,-33 10 0 0 0,-11-9 0 0 0,178-50 0 0 0,23-6 0 0 0,-29 6 0 0 0,20-6 0 0 0,-263 64 0 0 0,146-29 0 0 0,-36 9 0 0 0,125-40 0 0 0,-189 54 0 0 0,229-58 0 0 0,-62 9 0 0 0,38-9 0 0 0,12-2 0 0 0,-272 75 0 0 0,-110 26 0 0 0,418-110 0 0 0,-46 16 0 0 0,2 1 0 0 0,-53 11 0 0 0,-30 4 0 0 0,-49 11 0 0 0,-441 87 0 0 0,331-64 0 0 0,35-6 0 0 0,-174 46 0 0 0,384-93 0 0 0,-48 9 0 0 0,63-17 0 0 0,-91 32 0 0 0,103-28 0 0 0,-74 14 0 0 0,90-24 0 0 0,-25 8 0 0 0,-186 35 0 0 0,96-17 0 0 0,105-22 0 0 0,-30 8 0 0 0,-107 11 0 0 0,61-15 0 0 0,-194 50 0 0 0,306-62 0 0 0,0 0 0 0 0,0 0 0 0 0,0 1 0 0 0,-9 6 0 0 0,-9 4 0 0 0,-294 119 0 0 0,223-95 0 0 0,-107 43 0 0 0,158-60 0 0 0,21-8 0 0 0,-2-2 0 0 0,-34 11 0 0 0,-90 25 0 0 0,41-11 0 0 0,89-27 0 0 0,13-5 0 0 0,-1-1 0 0 0,0 1 0 0 0,1-1 0 0 0,-1-1 0 0 0,0 1 0 0 0,0-1 0 0 0,-10 0 0 0 0,12 0 0 0 0,0 2 0 0 0,0 1 0 0 0,-1-4 0 0 0,1 0 0 0 0,0 0 0 0 0,0 0 0 0 0,-1 0 0 0 0,5-1 0 0 0,0 1 0 0 0,0 0 0 0 0,1-1 0 0 0,-1 1 0 0 0,0-1 0 0 0,0 1 0 0 0,1-1 0 0 0,-1 1 0 0 0,0-1 0 0 0,1 1 0 0 0,-1-1 0 0 0,1 0 0 0 0,-1 1 0 0 0,0-1 0 0 0,1 0 0 0 0,-1 0 0 0 0,0-1 0 0 0,-1-2 0 0 0,-7-5 0 0 0,3 4 0 0 0,0-1 0 0 0,1 0 0 0 0,-1 0 0 0 0,1 0 0 0 0,1-1 0 0 0,-1 0 0 0 0,-5-11 0 0 0,8 15 0 0 0,-5-15 0 0 0,6 13 0 0 0,1 0 0 0 0,0 0 0 0 0,0-1 0 0 0,0 1 0 0 0,-5 0 0 0 0,-1 1 0 0 0,1 3 0 0 0,0 2 0 0 0,0 1 0 0 0,-4 5 0 0 0,0 1 0 0 0,0 0 0 0 0,1 0 0 0 0,-12 16 0 0 0,13-15 0 0 0,-7 8 0 0 0,1 0 0 0 0,1 1 0 0 0,1 1 0 0 0,-15 30 0 0 0,13-33 0 0 0,11-11 0 0 0,2 1 0 0 0,0-1 0 0 0,0 0 0 0 0,0 0 0 0 0,0 1 0 0 0,0-1 0 0 0,0 0 0 0 0,0 0 0 0 0,0 1 0 0 0,0 34-32 0 0,0-34 32 0 0,1-4 0 0 0,-1-1 0 0 0,1 0 0 0 0,0 1 0 0 0,0-1 0 0 0,0 0 0 0 0,0 0 0 0 0,0 0 0 0 0,0 0 0 0 0,1 0 0 0 0,-1 0 0 0 0,0 0 0 0 0,0 0 0 0 0,1 0 0 0 0,-1 0 0 0 0,1 0 0 0 0,-1-1 0 0 0,1 1 0 0 0,-1-1 0 0 0,3 1 0 0 0,-2 0 0 0 0,19 13 0 0 0,-16-11 0 0 0,0-2 0 0 0,0-1 0 0 0,1 0 0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41.9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0 417 11448 0 0,'0'0'13055'0'0,"3"-6"-12927"0"0,-1 0-98 0 0,0 1 1 0 0,0 0-1 0 0,-1 0 0 0 0,0-1 0 0 0,0 1 0 0 0,0-1 0 0 0,-1 0 0 0 0,0 1 1 0 0,0-1-1 0 0,0 1 0 0 0,0-1 0 0 0,-3-9 0 0 0,1 5 43 0 0,0 0 0 0 0,0-1 0 0 0,1 1 0 0 0,1-1 0 0 0,0 1 0 0 0,0-1 0 0 0,1 1-1 0 0,0-1 1 0 0,5-14 0 0 0,0 3 203 0 0,1 0 0 0 0,2 0-1 0 0,12-24 1 0 0,-13 28-66 0 0,-7 16-112 0 0,0-1 0 0 0,0 0 0 0 0,0 1 1 0 0,0-1-1 0 0,1 0 0 0 0,-1 1 0 0 0,1 0 1 0 0,0-1-1 0 0,0 1 0 0 0,0 0 1 0 0,0 0-1 0 0,0 0 0 0 0,4-3 0 0 0,-6 5-82 0 0,1-1 0 0 0,-1 1 0 0 0,1 0-1 0 0,-1 0 1 0 0,0-1 0 0 0,1 1-1 0 0,-1 0 1 0 0,1 0 0 0 0,-1 0-1 0 0,1 0 1 0 0,-1 0 0 0 0,1-1 0 0 0,-1 1-1 0 0,0 0 1 0 0,1 0 0 0 0,-1 0-1 0 0,1 0 1 0 0,-1 1 0 0 0,1-1-1 0 0,-1 0 1 0 0,1 0 0 0 0,-1 0 0 0 0,1 0-1 0 0,-1 0 1 0 0,0 1 0 0 0,1-1-1 0 0,-1 0 1 0 0,1 0 0 0 0,-1 1-1 0 0,0-1 1 0 0,1 0 0 0 0,-1 0 0 0 0,0 1-1 0 0,1-1 1 0 0,-1 0 0 0 0,0 1-1 0 0,1-1 1 0 0,-1 1 0 0 0,0-1-1 0 0,0 0 1 0 0,1 1 0 0 0,-1-1 0 0 0,0 1-1 0 0,0-1 1 0 0,0 2 0 0 0,6 22 153 0 0,-5-21-111 0 0,38 189 1034 0 0,-37-184-1049 0 0,1 0 0 0 0,0-1 0 0 0,0 1 0 0 0,0 0 0 0 0,8 10 0 0 0,8 20 199 0 0,-18-35-215 0 0,1-1 1 0 0,-1 0-1 0 0,1 0 1 0 0,-1 0-1 0 0,1 0 1 0 0,0 0-1 0 0,0 0 1 0 0,2 2-1 0 0,7 7 96 0 0,-8-12-103 0 0,0 0-1 0 0,0-1 0 0 0,0 1 0 0 0,0-1 1 0 0,0 1-1 0 0,4-5 0 0 0,2-3 1 0 0,-1 0 0 0 0,1-1 0 0 0,-2 0 0 0 0,1-1 0 0 0,-1 0 0 0 0,10-22 0 0 0,-4 7-8 0 0,-5 10-4 0 0,-1 0 1 0 0,-1-1-1 0 0,-1 0 1 0 0,5-24-1 0 0,4-15 5 0 0,14-32 11 0 0,-21 75-12 0 0,-7 13-11 0 0,0 0 0 0 0,0 0-1 0 0,0 0 1 0 0,1 0 0 0 0,-1 0-1 0 0,0 0 1 0 0,0 0 0 0 0,0 0-1 0 0,0 0 1 0 0,0 0 0 0 0,1 0-1 0 0,-1 0 1 0 0,0 0 0 0 0,0 0-1 0 0,0 0 1 0 0,0 0-1 0 0,1 0 1 0 0,-1 0 0 0 0,0 0-1 0 0,0 0 1 0 0,0 0 0 0 0,0 0-1 0 0,0 0 1 0 0,0 1 0 0 0,1-1-1 0 0,-1 0 1 0 0,0 0 0 0 0,0 0-1 0 0,0 0 1 0 0,0 0 0 0 0,0 0-1 0 0,0 1 1 0 0,0-1 0 0 0,0 0-1 0 0,0 0 1 0 0,0 0-1 0 0,0 0 1 0 0,1 0 0 0 0,-1 1-1 0 0,0-1 1 0 0,4 22 38 0 0,-3-19-44 0 0,6 21 19 0 0,-1-1 0 0 0,-1 1 1 0 0,-1 1-1 0 0,-1-1 0 0 0,-1 0 0 0 0,-2 1 1 0 0,0-1-1 0 0,-5 33 0 0 0,3-40 6 0 0,1 1-1 0 0,0 0 1 0 0,2 25 0 0 0,-1 20 126 0 0,0-62-145 0 0,0-1 1 0 0,0 0-1 0 0,0 1 0 0 0,0-1 0 0 0,0 0 0 0 0,0 1 0 0 0,0-1 0 0 0,0 0 0 0 0,1 1 1 0 0,-1-1-1 0 0,0 0 0 0 0,0 1 0 0 0,0-1 0 0 0,0 0 0 0 0,0 0 0 0 0,0 1 0 0 0,0-1 1 0 0,1 0-1 0 0,-1 0 0 0 0,0 1 0 0 0,0-1 0 0 0,0 0 0 0 0,1 0 0 0 0,-1 1 0 0 0,0-1 1 0 0,0 0-1 0 0,1 0 0 0 0,-1 0 0 0 0,0 0 0 0 0,1 1 0 0 0,-1-1 0 0 0,0 0 0 0 0,0 0 1 0 0,1 0-1 0 0,-1 0 0 0 0,0 0 0 0 0,1 0 0 0 0,-1 0 0 0 0,0 0 0 0 0,1 0 0 0 0,-1 0 1 0 0,0 0-1 0 0,0 0 0 0 0,1 0 0 0 0,-1 0 0 0 0,1 0 0 0 0,-1 0 1 0 0,1-1 0 0 0,0 1-1 0 0,0 0 1 0 0,-1 0 0 0 0,1-1 0 0 0,0 1 0 0 0,-1-1-1 0 0,1 1 1 0 0,0 0 0 0 0,-1-1 0 0 0,1 1 0 0 0,-1-1-1 0 0,1 1 1 0 0,-1-1 0 0 0,1 0 0 0 0,-1 1-1 0 0,1-1 1 0 0,0-1 0 0 0,2-5 6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42.4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14 168 18991 0 0,'0'0'3279'0'0,"11"-10"-2284"0"0,38-5 1145 0 0,-38 13-1989 0 0,1-2 0 0 0,-1 1 0 0 0,0-1 0 0 0,0-1 0 0 0,12-7 0 0 0,-5 2 89 0 0,-7 3-113 0 0,1 0 1 0 0,14-11-1 0 0,-24 17-117 0 0,0-1 1 0 0,0 1-1 0 0,-1-1 0 0 0,1 1 1 0 0,0-1-1 0 0,-1 0 1 0 0,0 0-1 0 0,1 1 0 0 0,-1-1 1 0 0,0 0-1 0 0,0 0 1 0 0,0 0-1 0 0,0-1 0 0 0,0 1 1 0 0,-1 0-1 0 0,1 0 1 0 0,0 0-1 0 0,-1-1 0 0 0,0 1 1 0 0,1-4-1 0 0,-2 5-8 0 0,0-1-1 0 0,1 1 0 0 0,-1-1 1 0 0,0 1-1 0 0,1-1 0 0 0,-1 1 1 0 0,0 0-1 0 0,0-1 0 0 0,0 1 1 0 0,0 0-1 0 0,-1 0 0 0 0,1 0 1 0 0,0 0-1 0 0,0 0 1 0 0,-1 0-1 0 0,1 0 0 0 0,-1 0 1 0 0,1 0-1 0 0,-1 0 0 0 0,1 1 1 0 0,-1-1-1 0 0,1 1 0 0 0,-1-1 1 0 0,1 1-1 0 0,-1 0 0 0 0,0 0 1 0 0,1-1-1 0 0,-1 1 0 0 0,0 0 1 0 0,-1 1-1 0 0,-4-2 4 0 0,-1 1 0 0 0,1 0 0 0 0,0 1 0 0 0,-1 0 0 0 0,-10 2 0 0 0,10 0-5 0 0,0 0 0 0 0,1 1 0 0 0,-1 0 0 0 0,1 0 0 0 0,0 0 0 0 0,0 1 0 0 0,0 0 0 0 0,1 1 0 0 0,-1-1 0 0 0,1 1 0 0 0,1 0 0 0 0,-1 1 0 0 0,1-1 0 0 0,0 1 0 0 0,1 0 0 0 0,-1 0 0 0 0,2 1 0 0 0,-6 12 0 0 0,3-5 0 0 0,1 0 0 0 0,1 1 0 0 0,0-1 0 0 0,1 1 0 0 0,0 0 0 0 0,2 0 0 0 0,0-1 0 0 0,2 32 0 0 0,-1-45 0 0 0,0 0 0 0 0,0 1 0 0 0,0-1 0 0 0,0 0 0 0 0,1 1 0 0 0,-1-1 0 0 0,1 0 0 0 0,0 1 0 0 0,-1-1 0 0 0,1 0 0 0 0,0 0 0 0 0,0 0 0 0 0,1 0 0 0 0,-1 0 0 0 0,0 0 0 0 0,1 0 0 0 0,-1 0 0 0 0,1 0 0 0 0,-1-1 0 0 0,1 1 0 0 0,0-1 0 0 0,0 1 0 0 0,0-1 0 0 0,0 0 0 0 0,0 1 0 0 0,0-1 0 0 0,0 0 0 0 0,0 0 0 0 0,0-1 0 0 0,1 1 0 0 0,-1 0 0 0 0,0-1 0 0 0,0 1 0 0 0,1-1 0 0 0,-1 0 0 0 0,0 0 0 0 0,1 0 0 0 0,-1 0 0 0 0,4 0 0 0 0,40-7 0 0 0,-19-1 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42.9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15576 0 0,'0'0'5126'0'0,"0"5"-4843"0"0,1 22 93 0 0,9 45 1 0 0,-6-50-202 0 0,-1-1 1 0 0,0 1-1 0 0,-2-1 0 0 0,0 1 1 0 0,-4 26-1 0 0,-4 0 1042 0 0,-2 66 63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43.3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166 1 18295 0 0,'0'0'1304'0'0,"-21"0"864"0"0,3 7-993 0 0,-5 0-886 0 0,8-6 10 0 0,0 1 1 0 0,-1 0-1 0 0,1 1 0 0 0,-22 8 0 0 0,32-9-187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43.6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 1 23695 0 0,'-3'16'2'0'0,"-30"308"214"0"0,34-227 132 0 0,1-37 478 0 0,-2-59-590 0 0,0-2-229 0 0,1 1 1 0 0,0 0-1 0 0,-1 0 0 0 0,1-1 0 0 0,0 1 1 0 0,-1-1-1 0 0,1 1 0 0 0,0-1 0 0 0,-1 1 0 0 0,1-1 1 0 0,-1 1-1 0 0,1-1 0 0 0,0 1 0 0 0,-1-1 1 0 0,0 0-1 0 0,1 1 0 0 0,-1-1 0 0 0,1 0 1 0 0,-1 1-1 0 0,0-1 0 0 0,1 0 0 0 0,-1 0 0 0 0,0 1 1 0 0,0-2-1 0 0,5-20 90 0 0,-5 21-91 0 0,1-4 18 0 0,2-12 51 0 0,0 1-1 0 0,6-17 1 0 0,-6 26-54 0 0,-1 1 1 0 0,1 0-1 0 0,0 1 1 0 0,1-1-1 0 0,-1 0 1 0 0,1 1-1 0 0,0 0 1 0 0,7-7 0 0 0,-4 5-1 0 0,0 1 1 0 0,1 0 0 0 0,0 0 0 0 0,0 1 0 0 0,0 0 0 0 0,0 0 0 0 0,1 1 0 0 0,0 0 0 0 0,0 1 0 0 0,15-4 0 0 0,-22 6-18 0 0,8-2 19 0 0,0 0 0 0 0,1 0-1 0 0,19-1 1 0 0,-28 3-19 0 0,1 1-1 0 0,0 0 1 0 0,-1 0 0 0 0,1 0-1 0 0,-1 1 1 0 0,1-1-1 0 0,-1 1 1 0 0,1-1 0 0 0,-1 1-1 0 0,1 0 1 0 0,-1 0-1 0 0,0 0 1 0 0,1 0 0 0 0,-1 0-1 0 0,0 1 1 0 0,0-1-1 0 0,0 1 1 0 0,0-1 0 0 0,0 1-1 0 0,0 0 1 0 0,3 3 0 0 0,0 4 3 0 0,0 0 0 0 0,0 0 0 0 0,-1 0 0 0 0,-1 1 1 0 0,1 0-1 0 0,-1-1 0 0 0,2 18 0 0 0,10 30 14 0 0,-12-52-19 0 0,2 0 3 0 0,-3 0-2 0 0,-2 1 2 0 0,0-1-4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44.1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155 56 14872 0 0,'0'0'2425'0'0,"2"30"-132"0"0,1-26-2079 0 0,-1 1 0 0 0,-1 0 0 0 0,1-1 0 0 0,-1 1-1 0 0,0 0 1 0 0,0 0 0 0 0,0 0 0 0 0,0 0 0 0 0,-1 9 0 0 0,-10 3-78 0 0,9-15-127 0 0,0-1 1 0 0,0 0 0 0 0,0 0-1 0 0,0 1 1 0 0,0-1-1 0 0,0 0 1 0 0,-1 0 0 0 0,1 0-1 0 0,0 0 1 0 0,0 0 0 0 0,-1-1-1 0 0,1 1 1 0 0,-1 0-1 0 0,1-1 1 0 0,-1 1 0 0 0,1-1-1 0 0,-1 1 1 0 0,1-1-1 0 0,-2 1 1 0 0,0-1 5 0 0,0 1 0 0 0,0-1 0 0 0,0 0 0 0 0,1 0 0 0 0,-1 0 0 0 0,0 0 0 0 0,0 0 0 0 0,0-1 0 0 0,-5-1 0 0 0,0-1 29 0 0,0-1-1 0 0,1 0 0 0 0,-1-1 1 0 0,1 0-1 0 0,0 0 1 0 0,0-1-1 0 0,0 1 0 0 0,-8-11 1 0 0,13 13-16 0 0,-1 1 0 0 0,1-1 1 0 0,0 1-1 0 0,0-1 0 0 0,0 0 1 0 0,1 1-1 0 0,-1-1 1 0 0,1 0-1 0 0,-1 0 0 0 0,1-1 1 0 0,0 1-1 0 0,0 0 0 0 0,0 0 1 0 0,1 0-1 0 0,-1-1 1 0 0,1 1-1 0 0,0 0 0 0 0,0-1 1 0 0,0 1-1 0 0,0 0 0 0 0,0 0 1 0 0,1-1-1 0 0,0 1 1 0 0,-1 0-1 0 0,3-5 0 0 0,-1 5 15 0 0,0 0-1 0 0,0 1 1 0 0,0 0 0 0 0,0-1-1 0 0,0 1 1 0 0,0 0 0 0 0,0 0-1 0 0,1 0 1 0 0,-1 0-1 0 0,1 1 1 0 0,0-1 0 0 0,0 1-1 0 0,-1-1 1 0 0,1 1-1 0 0,0 0 1 0 0,0 0 0 0 0,0 0-1 0 0,5 0 1 0 0,6-1 167 0 0,-1 0 1 0 0,25 1 0 0 0,-34 1-187 0 0,-1 0 0 0 0,1 0 0 0 0,-1 1 0 0 0,1 0 0 0 0,-1-1 0 0 0,0 1 0 0 0,1 0 1 0 0,-1 0-1 0 0,0 1 0 0 0,0-1 0 0 0,1 1 0 0 0,-1 0 0 0 0,0-1 0 0 0,-1 1 0 0 0,1 1 1 0 0,4 3-1 0 0,-2 0 56 0 0,0 0-1 0 0,0 0 1 0 0,-1 0 0 0 0,0 1 0 0 0,0 0 0 0 0,4 11 0 0 0,0 9 107 0 0,-5-12-105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44.8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261 1 14776 0 0,'0'0'5311'0'0,"0"5"-4495"0"0,-2 57 142 0 0,9 105-1 0 0,-3-103-429 0 0,-2 97 198 0 0,-3-88-389 0 0,8-65-174 0 0,-7-8-149 0 0,1 1 1 0 0,0-1-1 0 0,0 1 1 0 0,0-1-1 0 0,-1 1 0 0 0,1 0 1 0 0,0-1-1 0 0,-1 1 1 0 0,1 0-1 0 0,-1 0 1 0 0,1-1-1 0 0,-1 1 0 0 0,1 0 1 0 0,-1 0-1 0 0,1 0 1 0 0,-1 0-1 0 0,0 0 0 0 0,1 1 1 0 0,-1-2-12 0 0,0 7 135 0 0,1-9-21 0 0,5-7-46 0 0,-4 7-64 0 0,-1 0 0 0 0,0 1 0 0 0,0-1 0 0 0,0 0 0 0 0,0 0 0 0 0,0 0 0 0 0,0 0 0 0 0,-1 0 0 0 0,1-1 0 0 0,-1 1 0 0 0,1 0 0 0 0,-1-4 0 0 0,1-29 27 0 0,-1 24-23 0 0,0-10 31 0 0,-1-1-1 0 0,-1 0 0 0 0,-1 1 1 0 0,-1-1-1 0 0,-1 1 0 0 0,-1 0 1 0 0,-1 1-1 0 0,0-1 0 0 0,-21-37 1 0 0,28 57-36 0 0,-1 0 0 0 0,0 1 0 0 0,1-1 1 0 0,-1 0-1 0 0,0 0 0 0 0,0 0 0 0 0,1 0 1 0 0,-1 1-1 0 0,0-1 0 0 0,0 0 0 0 0,0 1 1 0 0,0-1-1 0 0,0 0 0 0 0,0 1 0 0 0,0 0 1 0 0,0-1-1 0 0,0 1 0 0 0,0-1 1 0 0,-1 1-1 0 0,1 0 0 0 0,-2 0 0 0 0,-1 0 3 0 0,1 0 0 0 0,0 0 0 0 0,-1 0 1 0 0,1 1-1 0 0,-1 0 0 0 0,1 0 0 0 0,-5 1 0 0 0,-3 3 13 0 0,1 0-1 0 0,0 0 1 0 0,-17 12 0 0 0,15-7-6 0 0,1 0 0 0 0,0 1 0 0 0,0 1 0 0 0,1 0 0 0 0,0 0 0 0 0,1 1 1 0 0,1 0-1 0 0,0 1 0 0 0,0 0 0 0 0,2 0 0 0 0,0 0 0 0 0,0 1 0 0 0,-3 16 0 0 0,7-22-6 0 0,0 0-1 0 0,1 0 0 0 0,0 0 1 0 0,0 1-1 0 0,1-1 0 0 0,0 0 1 0 0,1 0-1 0 0,0 1 0 0 0,0-1 1 0 0,1 0-1 0 0,0 0 0 0 0,1 0 1 0 0,3 10-1 0 0,-3-15-5 0 0,-1 1 1 0 0,1 0-1 0 0,-1-1 0 0 0,1 0 0 0 0,1 1 1 0 0,-1-1-1 0 0,1-1 0 0 0,-1 1 0 0 0,1 0 1 0 0,0-1-1 0 0,0 0 0 0 0,1 0 0 0 0,-1 0 1 0 0,1 0-1 0 0,-1-1 0 0 0,1 0 0 0 0,0 0 1 0 0,0 0-1 0 0,0 0 0 0 0,0-1 0 0 0,0 0 1 0 0,0 0-1 0 0,0 0 0 0 0,9 0 1 0 0,7-1-1 0 0,0-2 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45.2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310 13 16783 0 0,'0'0'1684'0'0,"5"-2"-1501"0"0,12-7-43 0 0,-13 7-1 0 0,-21 3 2129 0 0,-3 2-1968 0 0,0 2 1 0 0,-34 12 0 0 0,52-16-273 0 0,-14 3 107 0 0,0 2-1 0 0,0 0 1 0 0,1 1-1 0 0,-1 1 1 0 0,2 0-1 0 0,-1 1 1 0 0,1 0-1 0 0,-14 13 1 0 0,6-4 7 0 0,15-12-78 0 0,-1 0 0 0 0,1 1 0 0 0,-8 8 0 0 0,14-13-43 0 0,-1 0 0 0 0,1 0 1 0 0,-1 0-1 0 0,1 1 0 0 0,0-1 0 0 0,0 0 1 0 0,0 0-1 0 0,0 1 0 0 0,1-1 1 0 0,-1 0-1 0 0,0 1 0 0 0,1-1 1 0 0,0 1-1 0 0,-1-1 0 0 0,1 1 1 0 0,0-1-1 0 0,1 4 0 0 0,-1-5-10 0 0,1 1 0 0 0,-1-1 0 0 0,1 1 0 0 0,0-1 0 0 0,-1 1-1 0 0,1-1 1 0 0,0 0 0 0 0,0 1 0 0 0,0-1 0 0 0,0 0 0 0 0,0 0-1 0 0,0 0 1 0 0,0 0 0 0 0,1 0 0 0 0,-1 0 0 0 0,0 0 0 0 0,1 0 0 0 0,-1 0-1 0 0,0-1 1 0 0,4 2 0 0 0,34 10 84 0 0,-29-9-67 0 0,40 7 56 0 0,-33-7-17 0 0,-1 1 0 0 0,0 0 0 0 0,32 13 0 0 0,-47-17-63 0 0,-1 1-1 0 0,1 0 1 0 0,-1-1 0 0 0,1 1-1 0 0,-1 0 1 0 0,0-1 0 0 0,1 1-1 0 0,-1 0 1 0 0,0-1 0 0 0,1 1-1 0 0,-1 0 1 0 0,0 0 0 0 0,0 0-1 0 0,0-1 1 0 0,0 1 0 0 0,1 0 0 0 0,-1 0-1 0 0,0 0 1 0 0,0-1 0 0 0,-1 1-1 0 0,1 0 1 0 0,0 0 0 0 0,0-1-1 0 0,0 1 1 0 0,0 0 0 0 0,-1 0-1 0 0,1-1 1 0 0,0 1 0 0 0,-1 0-1 0 0,1 0 1 0 0,-1-1 0 0 0,1 1-1 0 0,-1 0 1 0 0,1-1 0 0 0,-1 1 0 0 0,-18 25 59 0 0,-12 6 10 0 0,-62 49-1 0 0,64-58-50 0 0,8-5 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49.7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8536 0 0,'0'0'8201'0'0,"0"4"-7811"0"0,0 22 886 0 0,0-26-1263 0 0,0 0-1 0 0,1 0 0 0 0,-1 1 0 0 0,0-1 0 0 0,0 0 0 0 0,0 0 0 0 0,1 1 0 0 0,-1-1 0 0 0,0 0 0 0 0,1 0 0 0 0,-1 0 0 0 0,0 0 1 0 0,0 1-1 0 0,1-1 0 0 0,-1 0 0 0 0,0 0 0 0 0,1 0 0 0 0,-1 0 0 0 0,0 0 0 0 0,1 0 0 0 0,-1 0 0 0 0,0 0 0 0 0,1 0 0 0 0,-1 0 1 0 0,0 0-1 0 0,1 0 0 0 0,-1 0 0 0 0,0 0 0 0 0,0 0 0 0 0,1 0 0 0 0,-1 0 0 0 0,1-1 0 0 0,13-2 132 0 0,-12 3-81 0 0,18-7 298 0 0,-17 6-299 0 0,-1 0-1 0 0,1 0 0 0 0,0 0 0 0 0,0 0 0 0 0,0 1 0 0 0,0-1 0 0 0,0 1 0 0 0,0 0 1 0 0,0 0-1 0 0,0 0 0 0 0,0 0 0 0 0,0 0 0 0 0,0 1 0 0 0,5 1 0 0 0,10 3 266 0 0,-1 1-1 0 0,28 14 1 0 0,-24-9 31 0 0,28 8 0 0 0,42 4 348 0 0,6 1 312 0 0,-93-22-944 0 0,0-1-1 0 0,-1 1 0 0 0,1 0 1 0 0,-1 1-1 0 0,1-1 1 0 0,-1 1-1 0 0,0-1 0 0 0,0 1 1 0 0,4 5-1 0 0,-2-3 175 0 0,-1-1-170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56.8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96 0 0,'0'0'0'0'0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00.2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295 0 9440 0 0,'0'0'13790'0'0,"-5"0"-13675"0"0,-3 0-106 0 0,-25 1 817 0 0,12 6-447 0 0,14-2-303 0 0,-1-1-1 0 0,0 0 0 0 0,0 0 1 0 0,0-1-1 0 0,0 0 1 0 0,-1-1-1 0 0,-8 2 0 0 0,1 1 10 0 0,14-4-59 0 0,-1 1 1 0 0,1-1-1 0 0,0 1 0 0 0,0 0 0 0 0,0 0 0 0 0,0 0 0 0 0,0 0 1 0 0,0 0-1 0 0,0 1 0 0 0,1-1 0 0 0,-1 0 0 0 0,1 1 0 0 0,0-1 0 0 0,0 1 1 0 0,0 0-1 0 0,0-1 0 0 0,-1 4 0 0 0,1-1 37 0 0,-1-1-1 0 0,0 1 1 0 0,0-1 0 0 0,-1 0-1 0 0,1 0 1 0 0,-5 5 0 0 0,1-1-3 0 0,-1 0 0 0 0,1 1-1 0 0,0-1 1 0 0,-8 18 0 0 0,6-10-30 0 0,4-8-24 0 0,1 0-1 0 0,1 0 1 0 0,-1 0 0 0 0,2 0 0 0 0,-1 0 0 0 0,1 0-1 0 0,-1 10 1 0 0,-4 26-1 0 0,4-29-18 0 0,0 1 1 0 0,1-1-1 0 0,0 1 1 0 0,4 23 0 0 0,-2 3-42 0 0,0-33 21 0 0,-2 1 0 0 0,1-1 0 0 0,-1 0 0 0 0,0 0 1 0 0,-1 1-1 0 0,-4 15 0 0 0,4-20-11 0 0,2 0 1 0 0,-1 0-1 0 0,0 1 0 0 0,1-1 0 0 0,0 0 1 0 0,0 1-1 0 0,2 6 0 0 0,-1 8-118 0 0,0-2-81 0 0,0 0 0 0 0,8 33 0 0 0,3 14-505 0 0,6 84 0 0 0,-10-70 83 0 0,1-35 255 0 0,-5-29 250 0 0,-1 1-1 0 0,-1 0 0 0 0,0 18 1 0 0,-1 38-262 0 0,-2 76-71 0 0,-7-57 432 0 0,7-80 58 0 0,-1 0 1 0 0,-1-1-1 0 0,-6 18 1 0 0,-4 19 4 0 0,6-28 23 0 0,6-17-9 0 0,0 1 0 0 0,0-1 0 0 0,0 1-1 0 0,0-1 1 0 0,1 1 0 0 0,-1-1 0 0 0,1 1 0 0 0,-1 5 0 0 0,-5 7 83 0 0,5-13-87 0 0,0-1 0 0 0,1 1 0 0 0,-1 0-1 0 0,0-1 1 0 0,1 1 0 0 0,-1 0 0 0 0,0 0-1 0 0,1 0 1 0 0,-1 3 0 0 0,2 2 13 0 0,0 0 1 0 0,0 0-1 0 0,0 0 0 0 0,1-1 1 0 0,0 1-1 0 0,4 8 0 0 0,5 22 29 0 0,-9-20-27 0 0,-1 0 1 0 0,0 0-1 0 0,-3 25 1 0 0,1 1 36 0 0,0-5 58 0 0,0 0 0 0 0,-13 69 0 0 0,6-68-22 0 0,2 1 0 0 0,-1 75 0 0 0,7 523 561 0 0,1-632-659 0 0,0 1 0 0 0,1-1-1 0 0,-1 0 1 0 0,6 13 0 0 0,-1-2 0 0 0,-3-6 4 0 0,3 10 30 0 0,1 0 1 0 0,0 0-1 0 0,2-1 0 0 0,13 25 1 0 0,-13-34 45 0 0,0 0 1 0 0,1-1-1 0 0,15 13 1 0 0,-2-2 79 0 0,-12-10-35 0 0,-7-5-60 0 0,2 0-1 0 0,-1-1 0 0 0,1 1 1 0 0,0-2-1 0 0,0 1 0 0 0,7 4 1 0 0,-7-8-22 0 0,1 0 1 0 0,-1 0-1 0 0,1-1 1 0 0,-1 0 0 0 0,11-1-1 0 0,3 0 40 0 0,-15 1-69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02.4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170 78 12664 0 0,'0'0'7101'0'0,"-4"5"-6923"0"0,0-1-153 0 0,1-1 53 0 0,0 1-1 0 0,-1-1 1 0 0,0 1-1 0 0,0-1 1 0 0,1 0-1 0 0,-2-1 1 0 0,1 1-1 0 0,0-1 1 0 0,-7 3-1 0 0,3-2 112 0 0,-1-1 0 0 0,1 0 0 0 0,-1 0 0 0 0,-13 0 0 0 0,19-2-160 0 0,0 0 1 0 0,0 0 0 0 0,0-1-1 0 0,0 1 1 0 0,0-1 0 0 0,0 0-1 0 0,0 0 1 0 0,0 0-1 0 0,0 0 1 0 0,0 0 0 0 0,0 0-1 0 0,1-1 1 0 0,-1 0-1 0 0,1 1 1 0 0,-1-1 0 0 0,-3-4-1 0 0,4 3 9 0 0,1 0 0 0 0,0-1-1 0 0,0 1 1 0 0,0-1 0 0 0,0 1 0 0 0,0-1-1 0 0,1 1 1 0 0,-1-1 0 0 0,1 1-1 0 0,0-1 1 0 0,0 1 0 0 0,1-1 0 0 0,0-6-1 0 0,3 7 13 0 0,-1 0 0 0 0,0 0-1 0 0,1 1 1 0 0,0-1 0 0 0,0 1-1 0 0,-1 0 1 0 0,1 0-1 0 0,1 0 1 0 0,5-1 0 0 0,-8 2-25 0 0,8-3 54 0 0,1 0 0 0 0,0 1 0 0 0,19-4 0 0 0,-25 7-45 0 0,-1-1 0 0 0,0 1 0 0 0,1 0 0 0 0,-1 0 0 0 0,0 0 0 0 0,0 1 0 0 0,1-1 0 0 0,-1 1 0 0 0,0 0 0 0 0,0 1 0 0 0,0-1 0 0 0,7 4 0 0 0,-9-4 0 0 0,0 0 0 0 0,0 1-1 0 0,0-1 1 0 0,0 1-1 0 0,0-1 1 0 0,0 1 0 0 0,-1 0-1 0 0,1 0 1 0 0,-1 0 0 0 0,1 0-1 0 0,-1 0 1 0 0,0 0-1 0 0,0 0 1 0 0,1 0 0 0 0,-2 1-1 0 0,1-1 1 0 0,0 0 0 0 0,0 1-1 0 0,-1-1 1 0 0,1 3-1 0 0,-1-1-3 0 0,0 1 0 0 0,0-1 0 0 0,0 0 0 0 0,0 1 0 0 0,-1-1 0 0 0,0 0-1 0 0,0 0 1 0 0,0 1 0 0 0,0-1 0 0 0,-1 0 0 0 0,-2 5 0 0 0,3-6-20 0 0,-1 0 0 0 0,1 1 0 0 0,-1-1 0 0 0,0 0 0 0 0,0 0 0 0 0,0 0 0 0 0,-1 0 0 0 0,1-1 0 0 0,0 1 0 0 0,-1-1 0 0 0,0 1 0 0 0,0-1 0 0 0,0 0 0 0 0,0 0 0 0 0,0 0 0 0 0,0 0 1 0 0,0-1-1 0 0,-1 1 0 0 0,1-1 0 0 0,0 0 0 0 0,-1 0 0 0 0,0 0 0 0 0,1-1 0 0 0,-1 1 0 0 0,1-1 0 0 0,-1 0 0 0 0,0 0 0 0 0,1 0 0 0 0,-1 0 0 0 0,-4-1 0 0 0,6 0-8 0 0,0 1 1 0 0,-1-1-1 0 0,1 0 0 0 0,0 0 0 0 0,0 0 0 0 0,-1-1 0 0 0,1 1 0 0 0,0 0 1 0 0,0-1-1 0 0,0 1 0 0 0,1-1 0 0 0,-1 0 0 0 0,0 1 0 0 0,1-1 0 0 0,-1 0 1 0 0,1 0-1 0 0,-1 0 0 0 0,1 0 0 0 0,0-1 0 0 0,0 1 0 0 0,0 0 0 0 0,0 0 1 0 0,0-1-1 0 0,0-2 0 0 0,0-1 0 0 0,1 0-1 0 0,-1 0 1 0 0,1 0 0 0 0,1 0-1 0 0,-1 0 1 0 0,1 0 0 0 0,0 1-1 0 0,0-1 1 0 0,3-7 0 0 0,0 0 0 0 0,-4 11-2 0 0,1-1 1 0 0,-1 1 0 0 0,1-1-1 0 0,0 1 1 0 0,0-1 0 0 0,0 1-1 0 0,1 0 1 0 0,-1-1 0 0 0,0 1-1 0 0,1 0 1 0 0,-1 0-1 0 0,1 0 1 0 0,0 0 0 0 0,0 0-1 0 0,0 1 1 0 0,0-1 0 0 0,0 0-1 0 0,0 1 1 0 0,0-1 0 0 0,0 1-1 0 0,1 0 1 0 0,-1 0 0 0 0,5-2-1 0 0,-6 3 0 0 0,0 0 0 0 0,0 0 0 0 0,0 0 0 0 0,0 1 0 0 0,1-1 0 0 0,-1 0 0 0 0,0 0 0 0 0,0 0 0 0 0,0 1 0 0 0,0-1 0 0 0,0 1 0 0 0,0-1 0 0 0,0 1 0 0 0,0-1 0 0 0,0 1 0 0 0,0 0 0 0 0,0-1 0 0 0,-1 1 0 0 0,1 0 0 0 0,0 0 0 0 0,0-1 0 0 0,-1 1 0 0 0,2 2 0 0 0,15 22 0 0 0,-16-23 0 0 0,0 1 0 0 0,-1 0 0 0 0,1 0 0 0 0,-1 0 1 0 0,0 0-1 0 0,1 0 0 0 0,-1 0 0 0 0,-1 0 0 0 0,1 0 0 0 0,0 0 0 0 0,-1 0 0 0 0,1 0 0 0 0,-1 0 0 0 0,0 0 0 0 0,0-1 0 0 0,0 1 0 0 0,-1 0 0 0 0,1-1 0 0 0,-1 1 0 0 0,1-1 0 0 0,-1 1 0 0 0,-3 3 1 0 0,2-2-3 0 0,-1-1 1 0 0,0 0 0 0 0,0 1 0 0 0,0-1-1 0 0,0 0 1 0 0,0-1 0 0 0,-1 1 0 0 0,1-1-1 0 0,-1 0 1 0 0,0 0 0 0 0,1 0 0 0 0,-10 1 0 0 0,12-2-2 0 0,1-1 1 0 0,-1 0 0 0 0,1 0 0 0 0,-1 0-1 0 0,0 0 1 0 0,1 0 0 0 0,-1 0 0 0 0,0-1 0 0 0,1 1-1 0 0,-1 0 1 0 0,0-1 0 0 0,1 1 0 0 0,-1-1-1 0 0,1 0 1 0 0,-1 0 0 0 0,1 1 0 0 0,0-1 0 0 0,-1 0-1 0 0,1 0 1 0 0,0 0 0 0 0,-1 0 0 0 0,1-1-1 0 0,0 1 1 0 0,0 0 0 0 0,0 0 0 0 0,0-1 0 0 0,0 1-1 0 0,0-1 1 0 0,1 1 0 0 0,-1 0 0 0 0,0-1-1 0 0,0-2 1 0 0,1 2-5 0 0,1 0 0 0 0,0 0 0 0 0,-1 0 0 0 0,1 0-1 0 0,0 0 1 0 0,0 0 0 0 0,0 0 0 0 0,0 0 0 0 0,0 0 0 0 0,1 0 0 0 0,-1 0-1 0 0,0 1 1 0 0,1-1 0 0 0,0 0 0 0 0,1-1 0 0 0,1 0-5 0 0,0 0 1 0 0,0 0 0 0 0,0 0-1 0 0,0 0 1 0 0,9-3 0 0 0,-1 2-9 0 0,0 1 0 0 0,0 0 0 0 0,15-1 1 0 0,-8 2-32 0 0,-10 2 11 0 0,-1 2 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03.3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1 523 12160 0 0,'0'0'4120'0'0,"0"-5"-3917"0"0,0-9-110 0 0,-1 1 50 0 0,1 0 0 0 0,1 0-1 0 0,0 0 1 0 0,0 1 0 0 0,5-17 0 0 0,-1 13 0 0 0,-1 0 1 0 0,2-27-1 0 0,-4 28-61 0 0,1 0 0 0 0,0 0 0 0 0,8-23 0 0 0,12-19 193 0 0,25-69 324 0 0,-40 105 71 0 0,12-27 0 0 0,-19 47-402 0 0,0 2-247 0 0,-1-1 1 0 0,1 0-1 0 0,0 1 1 0 0,0-1 0 0 0,0 1-1 0 0,0-1 1 0 0,0 1-1 0 0,-1-1 1 0 0,1 1-1 0 0,0 0 1 0 0,-1-1 0 0 0,1 1-1 0 0,0 0 1 0 0,-1 0-1 0 0,1-1 1 0 0,-1 1-1 0 0,1 0 1 0 0,-1 0-1 0 0,1 0 1 0 0,-1 1 0 0 0,12 24 207 0 0,-8-15-131 0 0,49 126 851 0 0,-37-89-518 0 0,38 75 1 0 0,-40-98-343 0 0,15 32 74 0 0,-24-43-113 0 0,0-1 1 0 0,-1 0 0 0 0,-1 1-1 0 0,-1 0 1 0 0,1 0 0 0 0,-2 0-1 0 0,0 19 1 0 0,-1 89 1276 0 0,0-121-1145 0 0,0-6-92 0 0,0 1-36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8:03.6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233 4 16575 0 0,'-229'-4'5298'0'0,"225"4"-5116"0"0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01.8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3788 10 96 0 0,'0'0'14352'0'0,"-5"-2"-13970"0"0,1 0-307 0 0,2 1-57 0 0,1 1 0 0 0,-1-1 0 0 0,1 0 1 0 0,-1 0-1 0 0,1 1 0 0 0,-1-1 0 0 0,1 1 0 0 0,-1 0 0 0 0,1-1 0 0 0,-1 1 0 0 0,0 0 0 0 0,1 0 0 0 0,-4 0 0 0 0,4 1 48 0 0,0-1 0 0 0,-1 1 0 0 0,1-1 0 0 0,0 1 0 0 0,0 0 0 0 0,0-1 0 0 0,0 1-1 0 0,0 0 1 0 0,0 0 0 0 0,0 0 0 0 0,0-1 0 0 0,-1 3 0 0 0,-12 9 1024 0 0,-75 32 1356 0 0,14-23-1583 0 0,-38 5 609 0 0,74-18-1047 0 0,-31 15 443 0 0,59-19-681 0 0,0 0 0 0 0,1 1 0 0 0,0 0 0 0 0,-16 11-1 0 0,-16 7 251 0 0,33-18-289 0 0,0 0 0 0 0,1 1-1 0 0,0-1 1 0 0,0 2 0 0 0,0-1 0 0 0,-10 12 0 0 0,3-6 151 0 0,-1 0 0 0 0,0-1 0 0 0,0-1 0 0 0,-2-1 0 0 0,-33 15 0 0 0,28-14-112 0 0,-63 22 424 0 0,77-29-581 0 0,-40 10 229 0 0,9-4-93 0 0,5 0-1 0 0,1 2 0 0 0,-41 19 0 0 0,49-18 21 0 0,-18 10 43 0 0,3-1-15 0 0,17-10-98 0 0,23-11-109 0 0,0 0-1 0 0,0 1 0 0 0,0-1 0 0 0,0 1 1 0 0,-1-1-1 0 0,1 1 0 0 0,0-1 1 0 0,0 1-1 0 0,0 0 0 0 0,0 0 0 0 0,1-1 1 0 0,-1 1-1 0 0,0 0 0 0 0,0 0 0 0 0,0 0 1 0 0,1 0-1 0 0,-1 0 0 0 0,0 0 0 0 0,1 0 1 0 0,-1 0-1 0 0,1 0 0 0 0,-1 0 0 0 0,1 0 1 0 0,-1 0-1 0 0,1 1 0 0 0,0-1 0 0 0,0 0 1 0 0,0 0-1 0 0,-1 0 0 0 0,1 1 1 0 0,0-1-1 0 0,1 2 0 0 0,-1-2-2 0 0,0 0 1 0 0,0-1-1 0 0,0 1 0 0 0,0 0 1 0 0,0 0-1 0 0,0-1 0 0 0,0 1 1 0 0,-1 0-1 0 0,1-1 0 0 0,0 1 1 0 0,0 0-1 0 0,0 0 0 0 0,-1-1 1 0 0,1 1-1 0 0,-1 0 0 0 0,1-1 1 0 0,0 1-1 0 0,-1-1 0 0 0,1 1 1 0 0,-1-1-1 0 0,1 1 1 0 0,-1 0-1 0 0,1-1 0 0 0,-1 0 1 0 0,0 1-1 0 0,1-1 0 0 0,-1 1 1 0 0,0-1-1 0 0,1 0 0 0 0,-1 1 1 0 0,-1-1-1 0 0,-25 10 82 0 0,22-8-72 0 0,-29 8 46 0 0,22-7-28 0 0,1 0 0 0 0,-1 1-1 0 0,1 0 1 0 0,-15 9-1 0 0,6-4 41 0 0,0 0-1 0 0,0 0 0 0 0,-40 9 1 0 0,37-12 24 0 0,0 1 0 0 0,-44 21 0 0 0,45-16-36 0 0,7-5-29 0 0,-1 2 1 0 0,1-1-1 0 0,1 2 1 0 0,0 0 0 0 0,-15 14-1 0 0,16-13-13 0 0,-1 0 0 0 0,0-2-1 0 0,-1 1 1 0 0,0-2 0 0 0,0 0 0 0 0,-32 11 0 0 0,-32 17 14 0 0,56-25-20 0 0,-33 13-1 0 0,31-15 0 0 0,-13 1-5 0 0,31-9-6 0 0,0 1 1 0 0,-1 0 0 0 0,1 0-1 0 0,-10 4 1 0 0,-56 21-1 0 0,59-22 4 0 0,-1 1 0 0 0,1 1 0 0 0,-16 9-1 0 0,17-8 7 0 0,0-1-1 0 0,-1 0 1 0 0,0-1-1 0 0,-18 5 1 0 0,-129 38 38 0 0,153-48-43 0 0,1 0 0 0 0,-1 0 0 0 0,0-1 0 0 0,0 0 0 0 0,1 0 0 0 0,-12-3 1 0 0,11 2 1 0 0,0 0 1 0 0,0 1 0 0 0,0 0 0 0 0,0 0 0 0 0,-15 2-1 0 0,-22 8 54 0 0,0-1 87 0 0,-71 24 1 0 0,107-29-128 0 0,0 0 1 0 0,1 0 0 0 0,-1 1 0 0 0,1 0-1 0 0,0 0 1 0 0,0 1 0 0 0,1 0 0 0 0,-1 0-1 0 0,-6 9 1 0 0,-24 21 82 0 0,28-23-72 0 0,0 0 0 0 0,-15 12-1 0 0,-2 3 34 0 0,24-25-57 0 0,0 0 0 0 0,0 0 0 0 0,0-1-1 0 0,-1 1 1 0 0,1-1 0 0 0,-1 1 0 0 0,0-1 0 0 0,-3 1 0 0 0,-72 38 89 0 0,38-20-97 0 0,29-15 0 0 0,1 0 0 0 0,-2 0 0 0 0,-12 4 0 0 0,5-2 0 0 0,0 1 0 0 0,-28 18 0 0 0,38-22 0 0 0,-3 3 0 0 0,-71 36 0 0 0,76-40 0 0 0,1 0 0 0 0,1 0 0 0 0,-13 9 0 0 0,-14 10 0 0 0,28-21 0 0 0,1 0 0 0 0,-1 0 0 0 0,1 1 0 0 0,-1 0 0 0 0,1-1 0 0 0,0 2 0 0 0,0-1 0 0 0,0 0 0 0 0,1 1 0 0 0,-1 0 0 0 0,1 0 0 0 0,0 0 0 0 0,0 0 0 0 0,-4 7 0 0 0,-20 30 0 0 0,-9 11 0 0 0,31-48 0 0 0,-3 0 0 0 0,6-6 0 0 0,-15 4 0 0 0,16-1 0 0 0,1-1 0 0 0,-1 0 0 0 0,1 1 0 0 0,-1-1 0 0 0,1 1 0 0 0,-1-1 0 0 0,1 1 0 0 0,-1-1 0 0 0,1 1 0 0 0,0-1 0 0 0,-1 1 0 0 0,1 0 0 0 0,0-1 0 0 0,-1 1 0 0 0,1-1 0 0 0,0 1 0 0 0,0 0 0 0 0,0-1 0 0 0,-1 1 0 0 0,1 0 0 0 0,0 1 0 0 0,-2 19 0 0 0,2-9 0 0 0,-6 15 0 0 0,4-17 0 0 0,0 1 0 0 0,1-1 0 0 0,-1 12 0 0 0,1 38 0 0 0,2 64 0 0 0,1-116 0 0 0,-1-1 0 0 0,1 0 0 0 0,0 0 0 0 0,4 10 0 0 0,-3-12 0 0 0,-1 1 0 0 0,0 0 0 0 0,0 0 0 0 0,-1 0 0 0 0,0 0 0 0 0,1 8 0 0 0,-2-12 0 0 0,-1 0 0 0 0,0 0 0 0 0,1 0 0 0 0,-1-1 0 0 0,0 1 0 0 0,0 0 0 0 0,0 0 0 0 0,0 0 0 0 0,0-1 0 0 0,0 1 0 0 0,0-1 0 0 0,-1 1 0 0 0,1-1 0 0 0,-1 1 0 0 0,-1 1 0 0 0,-14 16 0 0 0,14-11-1 0 0,0 0 0 0 0,1 0 1 0 0,0 0-1 0 0,0 1 0 0 0,0-1 0 0 0,1 0 1 0 0,1 1-1 0 0,-1-1 0 0 0,2 14 0 0 0,-1-11 1 0 0,1-2 0 0 0,1-1 0 0 0,0 1 0 0 0,0-1 0 0 0,1 1 0 0 0,0-1 0 0 0,0 0 0 0 0,1 0 0 0 0,6 10 0 0 0,7 17 0 0 0,1 7 0 0 0,46 78 0 0 0,-50-96 0 0 0,0 1 0 0 0,15 42 0 0 0,7 17 0 0 0,-3-7 0 0 0,7 20 0 0 0,-2 60 0 0 0,-32-126 0 0 0,36 164-9 0 0,-14-101-15 0 0,-13-50 10 0 0,25 88 13 0 0,-25-79-3 0 0,10 74 0 0 0,11 46-16 0 0,-22-116 16 0 0,-6 7 4 0 0,5-12 0 0 0,-3-29 0 0 0,-9-20 0 0 0,1-1 0 0 0,-1 1 0 0 0,1 0 0 0 0,-1-1 0 0 0,0 1 0 0 0,0 0 0 0 0,-1 0 0 0 0,1 0 0 0 0,0 3 0 0 0,20 55 0 0 0,-21-59 0 0 0,1-1 0 0 0,-1 1 0 0 0,0 0 0 0 0,1-1 0 0 0,-1 1 0 0 0,1-1 0 0 0,0 1 0 0 0,0-1 0 0 0,-1 1 0 0 0,1-1 0 0 0,0 0 0 0 0,0 1 0 0 0,2 1 0 0 0,11 16 0 0 0,7 32 0 0 0,-15-39 0 0 0,0 0 0 0 0,-1 0 0 0 0,-1 0 0 0 0,6 22 0 0 0,-4-11 0 0 0,-2-12 0 0 0,70 207 0 0 0,-13-96 0 0 0,-59-119 0 0 0,6 9 0 0 0,-2-5 3 0 0,0 1-1 0 0,0 1 1 0 0,-1-1-1 0 0,0 1 1 0 0,6 15 0 0 0,7 10 5 0 0,-15-29-7 0 0,-1 1 5 0 0,1-1-4 0 0,7 9 7 0 0,0 0 0 0 0,-1 1 0 0 0,0 0 0 0 0,-1 0 0 0 0,6 20 0 0 0,-9-23-8 0 0,0-1-1 0 0,11 24 0 0 0,-11-29 0 0 0,0-1 0 0 0,0 0 0 0 0,0 0 0 0 0,1 1 0 0 0,-1-1 0 0 0,0 0 0 0 0,0 0 0 0 0,1 1 0 0 0,-1-1 0 0 0,0 0 0 0 0,0 0 0 0 0,9 13 0 0 0,-12-16 0 0 0,-1 1 0 0 0,1-1 0 0 0,0 0 0 0 0,0 1 0 0 0,0-1 0 0 0,0 0 0 0 0,0 0 0 0 0,0-1 0 0 0,4 3 0 0 0,0 0 0 0 0,13 13 0 0 0,26 20 0 0 0,-8-9 0 0 0,-31-25 0 0 0,25 21 0 0 0,-26-20 0 0 0,0 2 0 0 0,0-1 0 0 0,-3-2 0 0 0,0-1 0 0 0,0 0 0 0 0,1 0 0 0 0,-1 0 0 0 0,1 0 0 0 0,-1-1 0 0 0,4 3 0 0 0,6 2 0 0 0,-8-4 0 0 0,18 11 0 0 0,-17-8 0 0 0,0 1 0 0 0,0-1 0 0 0,0 0 0 0 0,1-1 0 0 0,-1 0 0 0 0,1-1 0 0 0,0 1 0 0 0,0-1 0 0 0,0 0 0 0 0,12 3 0 0 0,-9-3 0 0 0,0 1 0 0 0,-1 0 0 0 0,1 0 0 0 0,-1 1 0 0 0,10 6 0 0 0,-13-7 0 0 0,-1-3 0 0 0,2-1 0 0 0,-1 0 0 0 0,1 0 0 0 0,-2 3 0 0 0,1 1 0 0 0,1-2 0 0 0,-1-2 0 0 0,0 0 0 0 0,0 0 0 0 0,1 0 0 0 0,-1 0 0 0 0,0 0 0 0 0,0 0 0 0 0,1 0 0 0 0,-1 0 0 0 0,0 0 0 0 0,0 0 0 0 0,1 0 0 0 0,-1 0 0 0 0,0 0 0 0 0,0 0 0 0 0,0 0 0 0 0,-2 0 0 0 0,-3-2 0 0 0,1 1 0 0 0,-1 0 0 0 0,0-1 0 0 0,0 1 0 0 0,0 0 0 0 0,0-1 0 0 0,0 1 0 0 0,0 0 0 0 0,0-1 0 0 0,-1 1 0 0 0,1 0 0 0 0,0-1 0 0 0,-1 1 0 0 0,1 0 0 0 0,-1 0 0 0 0,1-1 0 0 0,-1 1 0 0 0,-1-2 0 0 0,2 3 0 0 0,-39-71 0 0 0,-11-32 0 0 0,24 57 0 0 0,25 41 0 0 0,1 0 0 0 0,0 2 0 0 0,1 6 0 0 0,2 2 0 0 0,59 69 0 0 0,-28-37 0 0 0,-17-19 0 0 0,18 23 0 0 0,-33-35 0 0 0,-2-5 0 0 0,1 1 0 0 0,-1-1 0 0 0,0 0 0 0 0,1 0 0 0 0,-1 0 0 0 0,1 0 0 0 0,-1 0 0 0 0,1 0 0 0 0,0 1 0 0 0,-1-1 0 0 0,1-1 0 0 0,0 1 0 0 0,0 0 0 0 0,-1 0 0 0 0,1 0 0 0 0,0 0 0 0 0,0-1 0 0 0,2 2 0 0 0,2 3 0 0 0,0 0 0 0 0,0 0 0 0 0,0 1 0 0 0,1-1 0 0 0,-1 0 0 0 0,-1 0 0 0 0,-3 1 0 0 0,-1-1 0 0 0,0 0 0 0 0,0 0 0 0 0,0 1 0 0 0,0-1 0 0 0,0-5 0 0 0,0 0 0 0 0,0 1 0 0 0,0-1 0 0 0,0 0 0 0 0,0 1 0 0 0,0-1 0 0 0,0 0 0 0 0,0 1 0 0 0,0-1 0 0 0,0 1 0 0 0,0-1 0 0 0,0 0 0 0 0,-1 0 0 0 0,1 1 0 0 0,0-1 0 0 0,0 0 0 0 0,0 1 0 0 0,0-1 0 0 0,-1 0 0 0 0,1 1 0 0 0,0-1 0 0 0,0 0 0 0 0,-1 0 0 0 0,1 1 0 0 0,0-1 0 0 0,-1 0 0 0 0,1 0 0 0 0,0 0 0 0 0,-1 0 0 0 0,1 1 0 0 0,0-1 0 0 0,-1 0 0 0 0,1 0 0 0 0,0 0 0 0 0,-1 0 0 0 0,-4 2 0 0 0,-31 19 0 0 0,3-2 0 0 0,-39 17 0 0 0,51-27 0 0 0,15-7 0 0 0,2-2 0 0 0,-1 0 0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08.6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138 303 5224 0 0,'0'0'12737'0'0,"1"-5"-12631"0"0,3-6-43 0 0,-3 8-12 0 0,1 0-1 0 0,-1 0 0 0 0,0-1 1 0 0,0 1-1 0 0,0 0 1 0 0,-1 0-1 0 0,1 0 0 0 0,-1-1 1 0 0,1 1-1 0 0,-1 0 1 0 0,0 0-1 0 0,-1-1 0 0 0,1 1 1 0 0,-1-5-1 0 0,0 6-15 0 0,1 0 0 0 0,0 0 1 0 0,-1 0-1 0 0,1 0 0 0 0,0 0 0 0 0,0 0 0 0 0,1 1 0 0 0,-1-1 0 0 0,0 0 1 0 0,0 0-1 0 0,1 0 0 0 0,0 0 0 0 0,-1 0 0 0 0,1 0 0 0 0,0 0 1 0 0,0 1-1 0 0,0-1 0 0 0,0 0 0 0 0,0 1 0 0 0,0-1 0 0 0,3-2 0 0 0,0-1 86 0 0,0-1 0 0 0,1 1-1 0 0,0 0 1 0 0,0 0 0 0 0,6-4-1 0 0,23-14 404 0 0,-6 3 99 0 0,38-19 0 0 0,-48 30-381 0 0,10-5 16 0 0,-12-1-88 0 0,23-19 336 0 0,-23 32-266 0 0,-9 3-111 0 0,-11-1 291 0 0,-14 21-307 0 0,13-16-94 0 0,0 0 1 0 0,-1 0-1 0 0,1 0 0 0 0,-1-1 0 0 0,0 0 0 0 0,-9 5 1 0 0,-3 2 0 0 0,-17 11 37 0 0,-42 19-1 0 0,51-29-17 0 0,0 1 0 0 0,1 2 0 0 0,1 1 0 0 0,-28 22 0 0 0,48-34-27 0 0,-1 0 1 0 0,1-1-1 0 0,-1 0 0 0 0,0 0 1 0 0,0 0-1 0 0,0 0 0 0 0,-6 1 1 0 0,-11 21 64 0 0,20-23-73 0 0,1-1 0 0 0,0 1 0 0 0,-1 0-1 0 0,1 0 1 0 0,0 0 0 0 0,0 0 0 0 0,0 0 0 0 0,0 0 0 0 0,0 1 0 0 0,0-1 0 0 0,0 3-1 0 0,1-2 2 0 0,-1 0-1 0 0,0-1 0 0 0,0 1 1 0 0,0 0-1 0 0,-1 0 1 0 0,1-1-1 0 0,-3 4 0 0 0,0 0 4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3.2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27 530 7832 0 0,'0'0'5398'0'0,"1"4"-5059"0"0,13 50 540 0 0,-1-9 79 0 0,-6-15-624 0 0,-4-18-67 0 0,0 1 0 0 0,-1 1 1 0 0,2 22-1 0 0,-4-36 3 0 0,-3-16-68 0 0,-23-139 598 0 0,18 114-437 0 0,1 9-117 0 0,1 0 0 0 0,-2-54 0 0 0,0-35 739 0 0,3 83-659 0 0,3 0 0 0 0,2-42 0 0 0,5-12 1671 0 0,-4 92-1969 0 0,-1-1 0 0 0,0 1 0 0 0,0-1 1 0 0,1 1-1 0 0,-1 0 0 0 0,0-1 0 0 0,1 1 0 0 0,-1 0 0 0 0,0-1 1 0 0,1 1-1 0 0,-1 0 0 0 0,1-1 0 0 0,-1 1 0 0 0,1 0 0 0 0,-1 0 1 0 0,0-1-1 0 0,1 1 0 0 0,-1 0 0 0 0,1 0 0 0 0,-1 0 0 0 0,1 0 1 0 0,-1 0-1 0 0,1 0 0 0 0,-1 0 0 0 0,1 0 0 0 0,-1 0 0 0 0,1 0 1 0 0,-1 0-1 0 0,1 0 0 0 0,-1 0 0 0 0,1 0 0 0 0,-1 0 0 0 0,1 0 1 0 0,-1 0-1 0 0,1 1 0 0 0,-1-1 0 0 0,1 0 0 0 0,-1 0 0 0 0,0 1 0 0 0,1-1 1 0 0,-1 0-1 0 0,1 1 0 0 0,-1-1 0 0 0,0 0 0 0 0,1 1 0 0 0,-1-1 1 0 0,0 0-1 0 0,1 2 0 0 0,67 193 1676 0 0,-56-163-1439 0 0,1 0 1 0 0,2-2 0 0 0,1 0-1 0 0,29 41 1 0 0,28 27 269 0 0,-61-83-431 0 0,0-1-1 0 0,2-1 1 0 0,-1 0 0 0 0,25 16-1 0 0,-20-18 150 0 0,-10-6-68 0 0,0 1 1 0 0,0-1-1 0 0,9 9 1 0 0,-17-8 115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3.5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98 0 19087 0 0,'0'0'1248'0'0,"-19"0"-616"0"0,3 0-8 0 0,3 0-480 0 0,3 2 0 0 0,2 4 0 0 0,0-1 0 0 0,0-3 408 0 0,4 1 544 0 0,-1 2-408 0 0,-2 1-400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4.00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37 7 23487 0 0,'0'0'10'0'0,"-5"-2"3"0"0,4 1-13 0 0,0 1 1 0 0,1-1-1 0 0,-1 1 1 0 0,0-1-1 0 0,0 1 1 0 0,0 0-1 0 0,0 0 1 0 0,0-1-1 0 0,0 1 1 0 0,0 0-1 0 0,0 0 1 0 0,0 0-1 0 0,0 0 0 0 0,0 0 1 0 0,0 0-1 0 0,0 0 1 0 0,0 0-1 0 0,0 0 1 0 0,0 0-1 0 0,0 1 1 0 0,0-1-1 0 0,0 0 1 0 0,-1 1-1 0 0,1 1 1 0 0,1-1-1 0 0,-1 1 1 0 0,0-1 0 0 0,0 1-1 0 0,0-1 1 0 0,1 1 0 0 0,-1-1-1 0 0,1 1 1 0 0,-1-1 0 0 0,1 1-1 0 0,0 0 1 0 0,0-1-1 0 0,0 1 1 0 0,0 0 0 0 0,0-1-1 0 0,0 1 1 0 0,0 0 0 0 0,0-1-1 0 0,1 3 1 0 0,3 38 28 0 0,2-1-1 0 0,1 1 1 0 0,21 61 0 0 0,5-16 108 0 0,6 19 230 0 0,-32-76-162 0 0,-6-25-121 0 0,0 0-1 0 0,0 1 0 0 0,1-1 0 0 0,-1 0 0 0 0,1 0 0 0 0,0 0 0 0 0,1 0 0 0 0,3 7 0 0 0,-5-2 332 0 0,-1-10-345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4.3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174 3 16280 0 0,'0'0'2415'0'0,"-1"-1"-2184"0"0,0 1-1 0 0,0-1 0 0 0,0 1 1 0 0,0 0-1 0 0,0 0 0 0 0,0-1 0 0 0,0 1 1 0 0,0 0-1 0 0,0 0 0 0 0,-1 0 0 0 0,1 0 1 0 0,0 0-1 0 0,-1 1 0 0 0,-22 20 303 0 0,0-1-1 0 0,-1-1 0 0 0,-47 27 1 0 0,59-38-479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4.7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12 14968 0 0,'4'-1'433'0'0,"2"-1"-300"0"0,29-6 1190 0 0,-34 8-1313 0 0,-1 0 1 0 0,0 0-1 0 0,0 0 1 0 0,0 0-1 0 0,0 0 0 0 0,0 0 1 0 0,0 0-1 0 0,1 0 1 0 0,-1 0-1 0 0,0 0 0 0 0,0 0 1 0 0,0 0-1 0 0,0 1 1 0 0,0-1-1 0 0,0 0 1 0 0,0 0-1 0 0,1 0 0 0 0,-1 0 1 0 0,0 0-1 0 0,0 0 1 0 0,0 0-1 0 0,0 1 1 0 0,0-1-1 0 0,0 0 0 0 0,0 0 1 0 0,0 0-1 0 0,0 0 1 0 0,0 0-1 0 0,0 0 1 0 0,0 1-1 0 0,0-1 0 0 0,0 0 1 0 0,0 0-1 0 0,0 0 1 0 0,0 0-1 0 0,0 0 1 0 0,0 1-1 0 0,0-1 0 0 0,0 0 1 0 0,0 0-1 0 0,0 0 1 0 0,0 0-1 0 0,0 0 1 0 0,0 0-1 0 0,0 1 0 0 0,-1-1 1 0 0,1 0-1 0 0,0 0 1 0 0,0 0-1 0 0,0 0 1 0 0,0 0-1 0 0,0 0 0 0 0,0 0 1 0 0,0 0-1 0 0,0 1 1 0 0,-1-1-1 0 0,1 0 0 0 0,0 0 1 0 0,0 0-1 0 0,0 0 1 0 0,0 0-1 0 0,0 0 1 0 0,-1 0-1 0 0,-6 7 897 0 0,5-6-830 0 0,0 1 0 0 0,0-1 0 0 0,1 1 0 0 0,-1-1-1 0 0,0 1 1 0 0,1 0 0 0 0,-1 0 0 0 0,1 0-1 0 0,-1 0 1 0 0,1 0 0 0 0,0 0 0 0 0,0 0-1 0 0,0 1 1 0 0,0-1 0 0 0,0 0 0 0 0,1 0 0 0 0,-1 1-1 0 0,1-1 1 0 0,-1 1 0 0 0,1-1 0 0 0,0 0-1 0 0,0 5 1 0 0,0 8 22 0 0,1-1 0 0 0,4 24 1 0 0,-2-20 182 0 0,8 95 463 0 0,-8-63-417 0 0,2-1-1 0 0,18 71 1 0 0,-22-114-216 0 0,1 1 1 0 0,0-1 0 0 0,0 0 0 0 0,1 0 0 0 0,0 0 0 0 0,0 0-1 0 0,6 8 1 0 0,-8 8 831 0 0</inkml:trace>
  <inkml:trace contextRef="#ctx0" brushRef="#br0" timeOffset="1">156 176 23639 0 0,'0'-4'4'0'0,"0"0"-1"0"0,0 0 0 0 0,-1 1 0 0 0,1-1 1 0 0,-1 0-1 0 0,0 1 0 0 0,0-1 1 0 0,-1 1-1 0 0,1-1 0 0 0,-1 1 1 0 0,0-1-1 0 0,1 1 0 0 0,-2 0 0 0 0,1 0 1 0 0,0 0-1 0 0,-3-3 0 0 0,-9 14 84 0 0,-9 16 138 0 0,-37 49 1 0 0,44-36-45 0 0,12-29-148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5.1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 71 16879 0 0,'0'0'2067'0'0,"2"24"-996"0"0,38 57 1151 0 0,-27-45-2073 0 0,57 138 1662 0 0,-56-143-1281 0 0,-14-30-519 0 0,1-1 1 0 0,-1 1-1 0 0,0-1 1 0 0,0 1-1 0 0,0-1 1 0 0,0 1-1 0 0,0-1 1 0 0,0 1-1 0 0,0-1 1 0 0,0 1-1 0 0,0-1 1 0 0,0 1-1 0 0,0-1 1 0 0,0 1-1 0 0,0-1 1 0 0,0 1-1 0 0,0-1 1 0 0,0 1-1 0 0,0-1 1 0 0,-1 0-1 0 0,1 1 1 0 0,0-1-1 0 0,0 1 1 0 0,-1-1-1 0 0,1 1 1 0 0,0-1-1 0 0,-1 0 1 0 0,1 1-1 0 0,0-1 1 0 0,-1 0-1 0 0,1 1 1 0 0,-1-1 0 0 0,1 0-1 0 0,0 1 1 0 0,-1-1-1 0 0,1 0 1 0 0,-2 1-1 0 0,-16 5 134 0 0,13-7-127 0 0,0 0-1 0 0,0-1 0 0 0,0 1 1 0 0,0-1-1 0 0,0-1 1 0 0,0 1-1 0 0,1 0 0 0 0,-1-1 1 0 0,1 0-1 0 0,0 0 1 0 0,0-1-1 0 0,-6-4 0 0 0,5 1 3 0 0,-1 0 0 0 0,1 0 0 0 0,0 0-1 0 0,0-1 1 0 0,1 0 0 0 0,-7-14 0 0 0,4 2 12 0 0,1-1 0 0 0,1 1 1 0 0,1-1-1 0 0,0 0 1 0 0,0-29-1 0 0,3 42-19 0 0,1-1-1 0 0,1 1 1 0 0,-1 0 0 0 0,1 0 0 0 0,1 0 0 0 0,-1 0 0 0 0,2 0-1 0 0,-1 0 1 0 0,1 0 0 0 0,0 1 0 0 0,0-1 0 0 0,1 1-1 0 0,7-11 1 0 0,-7 13-2 0 0,0 0-1 0 0,0 0 0 0 0,1 1 1 0 0,-1 0-1 0 0,1-1 0 0 0,0 2 1 0 0,0-1-1 0 0,1 1 0 0 0,-1-1 1 0 0,1 1-1 0 0,0 1 0 0 0,-1-1 1 0 0,1 1-1 0 0,0 0 0 0 0,1 1 1 0 0,-1-1-1 0 0,0 1 0 0 0,7 0 1 0 0,15-1 16 0 0,0-1 3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5.5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17791 0 0,'0'2'128'0'0,"0"0"-1"0"0,1 0 1 0 0,-1 0-1 0 0,0 0 0 0 0,1 0 1 0 0,0-1-1 0 0,-1 1 1 0 0,1 0-1 0 0,0 0 0 0 0,0-1 1 0 0,0 1-1 0 0,2 2 1 0 0,8 17 1337 0 0,-4 8-723 0 0,-2 0 0 0 0,2 43-1 0 0,-5-45-431 0 0,1 0 0 0 0,1 0 0 0 0,10 35 0 0 0,-12-54-145 0 0,0 0 0 0 0,-1 0 0 0 0,0 0-1 0 0,0 1 1 0 0,-1 8 0 0 0,0-16-93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5.8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 24007 0 0,'-28'0'0'0'0,"24"0"0"0"0,4 2 0 0 0,-10 14 10 0 0,8-11 3 0 0,1-5-12 0 0,1 1 0 0 0,0-1 0 0 0,0 0 0 0 0,-1 1 1 0 0,1-1-1 0 0,0 1 0 0 0,0-1 0 0 0,0 1 0 0 0,0-1 0 0 0,0 1 0 0 0,0-1 1 0 0,0 1-1 0 0,0-1 0 0 0,0 1 0 0 0,0-1 0 0 0,0 1 0 0 0,0-1 0 0 0,0 0 0 0 0,0 1 1 0 0,0-1-1 0 0,0 1 0 0 0,0-1 0 0 0,1 1 0 0 0,-1-1 0 0 0,0 1 0 0 0,0-1 1 0 0,0 0-1 0 0,1 1 0 0 0,-1-1 0 0 0,0 1 0 0 0,1-1 0 0 0,0 1 0 0 0,-1-1 2 0 0,5 4 6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6.2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15072 0 0,'4'6'158'0'0,"0"-1"0"0"0,0 1 0 0 0,0 0 1 0 0,-1 0-1 0 0,0 1 0 0 0,0-1 1 0 0,4 14-1 0 0,3 7 215 0 0,23 62 1312 0 0,38 157 0 0 0,-66-220-1322 0 0,3 36 1 0 0,-7-43-243 0 0,2 1 1 0 0,0-1-1 0 0,1 0 1 0 0,7 21-1 0 0,-6-28-8 0 0,0 1 0 0 0,-1 0 0 0 0,-1 0 0 0 0,0 0 0 0 0,0 0 0 0 0,0 17 0 0 0,-3-29-49 0 0,-1-2-58 0 0,0-1 0 0 0,0 1 0 0 0,0 0 0 0 0,0-1 0 0 0,0 0 0 0 0,0 1 0 0 0,0-1 0 0 0,0 1-1 0 0,1-1 1 0 0,-1 0 0 0 0,1 0 0 0 0,-1-2 0 0 0,0 2-2 0 0,-10-48 54 0 0,2-1 0 0 0,2 0 0 0 0,2-1 0 0 0,2-76 0 0 0,4 125-50 0 0,-1 0 0 0 0,1-1 0 0 0,0 1 0 0 0,0 0 0 0 0,0-1 1 0 0,0 1-1 0 0,1 0 0 0 0,-1 0 0 0 0,1 0 0 0 0,-1 0 0 0 0,1 0 0 0 0,0 1 1 0 0,1-1-1 0 0,-1 0 0 0 0,0 1 0 0 0,1 0 0 0 0,-1-1 0 0 0,1 1 1 0 0,0 0-1 0 0,-1 0 0 0 0,1 1 0 0 0,0-1 0 0 0,0 0 0 0 0,1 1 0 0 0,4-2 1 0 0,-4 4-1 0 0,-1 0 0 0 0,1 0 0 0 0,-1 0 0 0 0,0 1 1 0 0,1-1-1 0 0,-1 1 0 0 0,0 0 0 0 0,0 0 0 0 0,0 0 1 0 0,0 0-1 0 0,0 0 0 0 0,0 1 0 0 0,3 3 0 0 0,0 4 7 0 0,0 1-1 0 0,-1 0 1 0 0,0 0-1 0 0,-1 0 1 0 0,0 0 0 0 0,-1 1-1 0 0,0 0 1 0 0,3 22-1 0 0,-3 10 40 0 0,-1 48 0 0 0,-3-64-23 0 0,1 99 83 0 0,0-118-98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6.6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2 181 21719 0 0,'0'0'-8'0'0,"-1"4"2"0"0,1 8 2 0 0,0 0 1 0 0,0 0 0 0 0,1 0-1 0 0,1 0 1 0 0,0-1-1 0 0,1 1 1 0 0,0 0 0 0 0,0-1-1 0 0,1 0 1 0 0,1 0-1 0 0,0 0 1 0 0,13 19 0 0 0,-17-28 0 0 0,1 0 0 0 0,-1 0 1 0 0,1 0-1 0 0,0-1 0 0 0,0 1 0 0 0,0-1 1 0 0,0 1-1 0 0,0-1 0 0 0,0 0 1 0 0,0 0-1 0 0,1 0 0 0 0,-1 0 0 0 0,4 1 1 0 0,34 6-45 0 0,-15-4 22 0 0,-20-3 22 0 0,-1-1 0 0 0,1 1 0 0 0,-1-1 0 0 0,1 0 0 0 0,-1 0 0 0 0,1 0 0 0 0,-1-1 0 0 0,1 1 0 0 0,-1-1 0 0 0,1 0 0 0 0,-1 0-1 0 0,0-1 1 0 0,0 1 0 0 0,0-1 0 0 0,1 0 0 0 0,-2 0 0 0 0,1 0 0 0 0,0-1 0 0 0,0 0 0 0 0,-1 1 0 0 0,1-1 0 0 0,-1 0 0 0 0,0-1 0 0 0,0 1-1 0 0,0 0 1 0 0,0-1 0 0 0,-1 0 0 0 0,1 0 0 0 0,-1 0 0 0 0,0 0 0 0 0,0 0 0 0 0,-1 0 0 0 0,1 0 0 0 0,-1 0 0 0 0,0-1 0 0 0,0 1 0 0 0,0-1-1 0 0,0-5 1 0 0,-1 1 4 0 0,0 0-1 0 0,0 1 1 0 0,-1-1-1 0 0,0 0 1 0 0,-1 0-1 0 0,1 1 0 0 0,-2-1 1 0 0,-4-11-1 0 0,1 6 2 0 0,-1 1-1 0 0,-1 1 0 0 0,0-1 1 0 0,-12-14-1 0 0,10 14 32 0 0,2 0 0 0 0,0-1 1 0 0,0-1-1 0 0,-10-29 0 0 0,13 29 16 0 0,4 15-36 0 0,1 0 1 0 0,0-1-1 0 0,0 1 1 0 0,0 0-1 0 0,0-1 1 0 0,0 1-1 0 0,0 0 1 0 0,-1-1-1 0 0,1 1 1 0 0,0 0-1 0 0,0-1 1 0 0,0 1-1 0 0,-1 0 0 0 0,1 0 1 0 0,0-1-1 0 0,-1 1 1 0 0,1 0-1 0 0,0 0 1 0 0,0-1-1 0 0,-1 1 1 0 0,1 0-1 0 0,0 0 1 0 0,-1 0-1 0 0,1 0 1 0 0,0-1-1 0 0,-1 1 1 0 0,0 0-1 0 0,1 0-1 0 0,0 1-1 0 0,0-1 0 0 0,-1 0 1 0 0,1 0-1 0 0,0 0 0 0 0,0 1 1 0 0,0-1-1 0 0,0 0 0 0 0,-1 0 1 0 0,1 1-1 0 0,0-1 0 0 0,0 0 1 0 0,0 0-1 0 0,0 1 0 0 0,0-1 1 0 0,0 0-1 0 0,0 1 0 0 0,0-1 1 0 0,0 0-1 0 0,0 0 1 0 0,0 1-1 0 0,0-1 0 0 0,0 0 1 0 0,0 1-1 0 0,0-1 0 0 0,0 0 1 0 0,0 0-1 0 0,0 1 0 0 0,0-1 1 0 0,0 0-1 0 0,1 0 0 0 0,-1 1 1 0 0,0-1-1 0 0,0 1 0 0 0,13 27 314 0 0,1 0-1 0 0,23 34 1 0 0,-17-31 40 0 0,16 38 0 0 0,-13-19 615 0 0,34 56-1 0 0,-46-88-416 0 0,-10-17-461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6.9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16783 0 0,'0'0'1352'0'0,"0"6"-672"0"0,3 15-411 0 0,2 0 0 0 0,0-1 0 0 0,10 27 0 0 0,-4-13-26 0 0,13 34 931 0 0,-14-41-720 0 0,0 1 1 0 0,6 36-1 0 0,12 76 1036 0 0,-21-123-1205 0 0,-5-16-243 0 0,-1 1 0 0 0,0 0 0 0 0,-1-1 0 0 0,1 1 0 0 0,0 0 0 0 0,0 0 0 0 0,-1 0 0 0 0,1 0 0 0 0,-1 0 0 0 0,1 3 1 0 0,-1-1-1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7.2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138 1 16687 0 0,'-14'3'1850'0'0,"12"-3"-1772"0"0,0 1 0 0 0,1 0 1 0 0,-1 0-1 0 0,1 0 0 0 0,0 0 1 0 0,-1 1-1 0 0,1-1 0 0 0,0 0 1 0 0,-1 1-1 0 0,1-1 0 0 0,0 0 1 0 0,0 1-1 0 0,0 0 0 0 0,-1 2 1 0 0,-13 16 1178 0 0,-1-7-1068 0 0,8-7 21 0 0,0 0 0 0 0,0 1 0 0 0,1 0 0 0 0,0 1 0 0 0,0-1 0 0 0,1 1 0 0 0,-11 18 0 0 0,14-21-50 0 0,2-4-39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7.6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0 383 14672 0 0,'37'-13'621'0'0,"-28"11"-382"0"0,-1-1 0 0 0,1 0-1 0 0,-1-1 1 0 0,0 1 0 0 0,10-7 0 0 0,-6 1 44 0 0,1 1 0 0 0,-1-2 0 0 0,-1 0 0 0 0,0 0 0 0 0,0-1 0 0 0,-1 0-1 0 0,-1-1 1 0 0,0 0 0 0 0,0-1 0 0 0,7-15 0 0 0,-7 12 159 0 0,-1-1 0 0 0,10-32 0 0 0,-16 44-361 0 0,-1-1 0 0 0,0 0 0 0 0,0 0 0 0 0,0 1 0 0 0,-1-1-1 0 0,1 0 1 0 0,-2 0 0 0 0,1 0 0 0 0,0 0 0 0 0,-1 1 0 0 0,0-1 0 0 0,-1 0 0 0 0,-1-5 0 0 0,2 8-50 0 0,0 1 1 0 0,0-1-1 0 0,0 1 1 0 0,-1-1-1 0 0,1 1 1 0 0,-1 0 0 0 0,1 0-1 0 0,-1 0 1 0 0,0 0-1 0 0,0 0 1 0 0,1 0-1 0 0,-2 0 1 0 0,1 0-1 0 0,0 1 1 0 0,0-1-1 0 0,0 1 1 0 0,-1 0 0 0 0,1-1-1 0 0,-1 1 1 0 0,1 0-1 0 0,-1 1 1 0 0,1-1-1 0 0,-5-1 1 0 0,2 2-10 0 0,1 0 1 0 0,-1 0-1 0 0,0 1 1 0 0,0-1-1 0 0,1 1 1 0 0,-1 0-1 0 0,0 0 1 0 0,1 0-1 0 0,-1 1 1 0 0,1 0-1 0 0,0 0 0 0 0,-8 4 1 0 0,4-1 4 0 0,0 1 0 0 0,1-1 0 0 0,0 1 0 0 0,0 1 0 0 0,0-1 0 0 0,1 1 0 0 0,-8 10 0 0 0,1 3 68 0 0,-19 36 1 0 0,27-46-66 0 0,2 0 1 0 0,-1 0 0 0 0,1 0 0 0 0,1 1-1 0 0,0-1 1 0 0,0 1 0 0 0,0 20 0 0 0,2-4 37 0 0,7 53 0 0 0,-5-71-52 0 0,0 0 0 0 0,0 0 0 0 0,1 0 0 0 0,0-1 0 0 0,0 1 0 0 0,1-1 0 0 0,0 1 0 0 0,1-1-1 0 0,-1 0 1 0 0,2-1 0 0 0,-1 1 0 0 0,9 7 0 0 0,-10-10-7 0 0,1-1 1 0 0,0 0-1 0 0,0 0 0 0 0,0 0 1 0 0,0-1-1 0 0,1 1 0 0 0,-1-1 1 0 0,1-1-1 0 0,0 1 0 0 0,0-1 1 0 0,0 0-1 0 0,0 0 0 0 0,1-1 1 0 0,-1 0-1 0 0,0 0 0 0 0,1 0 1 0 0,-1-1-1 0 0,11 0 0 0 0,2-3-1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29:17.9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157 12 15576 0 0,'0'0'1177'0'0,"5"-2"-1027"0"0,3-4-286 0 0,-2 2 1112 0 0,-15 17 562 0 0,-19 35-1001 0 0,5-8-266 0 0,-9 1 54 0 0,20-25-204 0 0,0 0 0 0 0,2 0-1 0 0,-11 20 1 0 0,-4 6 101 0 0,22-33-94 0 0,2-7-55 0 0,1-7-42 0 0,1 3-24 0 0,1 1 0 0 0,-1 0 0 0 0,1 0 0 0 0,-1 0 0 0 0,1-1 0 0 0,0 2 0 0 0,-1-1 0 0 0,1 0 0 0 0,0 0 0 0 0,-1 0-1 0 0,1 1 1 0 0,0-1 0 0 0,0 1 0 0 0,0 0 0 0 0,3-1 0 0 0,27-1 68 0 0,1 1-1 0 0,42 4 1 0 0,-71-3-66 0 0,-1 1 1 0 0,1-1-1 0 0,-1 1 0 0 0,1 0 0 0 0,-1 0 1 0 0,1 0-1 0 0,-1 0 0 0 0,1 1 0 0 0,-1 0 1 0 0,0-1-1 0 0,0 1 0 0 0,0 0 1 0 0,0 0-1 0 0,0 1 0 0 0,0-1 0 0 0,-1 1 1 0 0,1-1-1 0 0,-1 1 0 0 0,0 0 1 0 0,1 0-1 0 0,1 4 0 0 0,-2-2 4 0 0,0 0 0 0 0,0 0 0 0 0,0 0 0 0 0,-1 0 0 0 0,0 0 0 0 0,0 0 0 0 0,0 1 0 0 0,-1-1 0 0 0,1 0 0 0 0,-1 1-1 0 0,0-1 1 0 0,-1 0 0 0 0,-2 11 0 0 0,-1 3 22 0 0,-1 1 0 0 0,-1 0-1 0 0,-2-1 1 0 0,1 0 0 0 0,-2-1-1 0 0,0 0 1 0 0,-2 0 0 0 0,0-1-1 0 0,0-1 1 0 0,-2 1 0 0 0,0-2-1 0 0,-1 0 1 0 0,-16 14 0 0 0,7-9 15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7:05.2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103 130 7936 0 0,'0'0'2561'0'0,"-1"4"-2058"0"0,-3 8-119 0 0,3-7-22 0 0,0 0 1 0 0,0 0-1 0 0,-1 0 0 0 0,0 0 0 0 0,0 0 1 0 0,0-1-1 0 0,-1 1 0 0 0,1-1 0 0 0,-1 1 1 0 0,-4 3-1 0 0,4-5-295 0 0,1-1 45 0 0,1 0 1 0 0,-1 0-1 0 0,0 0 0 0 0,0 0 1 0 0,0-1-1 0 0,0 1 0 0 0,0-1 1 0 0,-1 0-1 0 0,-2 2 0 0 0,-2 3 751 0 0,7-6-852 0 0,0 1 1 0 0,0-1-1 0 0,0 0 0 0 0,0 0 1 0 0,0 0-1 0 0,0 1 1 0 0,0-1-1 0 0,0 0 0 0 0,-1 0 1 0 0,1 0-1 0 0,0 1 1 0 0,0-1-1 0 0,0 0 0 0 0,0 0 1 0 0,-1 0-1 0 0,1 0 1 0 0,0 0-1 0 0,0 1 0 0 0,0-1 1 0 0,-1 0-1 0 0,1 0 1 0 0,0 0-1 0 0,0 0 0 0 0,0 0 1 0 0,-1 0-1 0 0,1 0 1 0 0,0 0-1 0 0,0 0 0 0 0,-1 0 1 0 0,1 0-1 0 0,0 0 1 0 0,0 0-1 0 0,0 0 0 0 0,-1 0 1 0 0,1 0-1 0 0,0 0 1 0 0,0 0-1 0 0,-1 0 0 0 0,1 0 1 0 0,0 0-1 0 0,0 0 1 0 0,0 0-1 0 0,-1-1 0 0 0,1 1 1 0 0,0 0-1 0 0,0 0 1 0 0,0 0-1 0 0,0 0 0 0 0,-1 0 1 0 0,1-1-1 0 0,0 1 1 0 0,0 0-1 0 0,0 0 0 0 0,0-1 1 0 0,-3-1 99 0 0,0 0-1 0 0,1-1 1 0 0,-1 1 0 0 0,1-1 0 0 0,-1 1 0 0 0,1-1 0 0 0,0 0-1 0 0,0 0 1 0 0,-2-5 0 0 0,4 7-80 0 0,-1-1 0 0 0,0 0 0 0 0,1 1 0 0 0,-1-1 0 0 0,1 1 0 0 0,0-1 0 0 0,0 0 0 0 0,-1 0 0 0 0,1 1 0 0 0,0-1 0 0 0,0 0 0 0 0,1 1-1 0 0,-1-1 1 0 0,0 0 0 0 0,0 1 0 0 0,1-1 0 0 0,-1 0 0 0 0,1 1 0 0 0,0-1 0 0 0,-1 1 0 0 0,3-3 0 0 0,-1 0 67 0 0,0 0 0 0 0,1 0 0 0 0,0 1 0 0 0,0 0 0 0 0,0-1 0 0 0,0 1 0 0 0,0 0 0 0 0,7-4 0 0 0,-8 6-61 0 0,0 0 0 0 0,0 1 0 0 0,-1-1 0 0 0,1 1 1 0 0,0-1-1 0 0,0 1 0 0 0,0 0 0 0 0,0-1 0 0 0,0 1 1 0 0,0 0-1 0 0,0 0 0 0 0,0 1 0 0 0,0-1 0 0 0,0 0 1 0 0,0 1-1 0 0,-1-1 0 0 0,1 1 0 0 0,0-1 1 0 0,0 1-1 0 0,0 0 0 0 0,-1 0 0 0 0,4 2 0 0 0,7 3 150 0 0,-10-5-154 0 0,1 0 0 0 0,-1 1-1 0 0,1-1 1 0 0,-1 0 0 0 0,0 1-1 0 0,0-1 1 0 0,0 1 0 0 0,0-1 0 0 0,0 1-1 0 0,0 0 1 0 0,0 0 0 0 0,-1 0 0 0 0,1 0-1 0 0,-1 0 1 0 0,1 1 0 0 0,-1-1-1 0 0,0 0 1 0 0,0 1 0 0 0,2 3 0 0 0,-1 0 16 0 0,0-1 0 0 0,0 1 0 0 0,-1-1 0 0 0,0 1 0 0 0,0-1 0 0 0,0 1-1 0 0,0 0 1 0 0,-1-1 0 0 0,0 1 0 0 0,0 0 0 0 0,-1 0 0 0 0,1-1 0 0 0,-1 1 0 0 0,-3 10 0 0 0,1-3 20 0 0,2-11-42 0 0,1-1-1 0 0,0 1 1 0 0,-1-1 0 0 0,1 1 0 0 0,0 0 0 0 0,-1-1 0 0 0,0 1-1 0 0,1-1 1 0 0,-1 1 0 0 0,0-1 0 0 0,0 1 0 0 0,-1 1 0 0 0,1-4-16 0 0,-1 1 0 0 0,1 0 0 0 0,0 0 0 0 0,0-1 0 0 0,0 1 0 0 0,0-1 0 0 0,0 1 0 0 0,0-1 0 0 0,0 0 1 0 0,0 1-1 0 0,0-1 0 0 0,0 0 0 0 0,0 0 0 0 0,1 1 0 0 0,-1-1 0 0 0,0 0 0 0 0,0 0 0 0 0,0-2 0 0 0,0 3-4 0 0,-3-5 15 0 0,1 0 1 0 0,0 1-1 0 0,0-1 1 0 0,1 0-1 0 0,-1 0 1 0 0,1-1-1 0 0,0 1 1 0 0,-3-11-1 0 0,-3-45 151 0 0,8 55-150 0 0,0 1 0 0 0,1-1 0 0 0,0 0 1 0 0,0 1-1 0 0,1-1 0 0 0,-1 1 1 0 0,1-1-1 0 0,1 1 0 0 0,-1 0 1 0 0,1-1-1 0 0,-1 2 0 0 0,2-1 0 0 0,-1 0 1 0 0,0 0-1 0 0,1 1 0 0 0,6-6 1 0 0,-9 9-16 0 0,0 1 0 0 0,-1-1 0 0 0,1 1 0 0 0,0-1 1 0 0,0 1-1 0 0,0 0 0 0 0,0 0 0 0 0,0-1 1 0 0,0 1-1 0 0,0 0 0 0 0,0 0 0 0 0,-1 0 0 0 0,1 0 1 0 0,0 0-1 0 0,0 0 0 0 0,0 0 0 0 0,0 0 1 0 0,0 1-1 0 0,0-1 0 0 0,0 0 0 0 0,0 1 0 0 0,0-1 1 0 0,0 0-1 0 0,-1 1 0 0 0,1-1 0 0 0,0 1 1 0 0,0-1-1 0 0,0 1 0 0 0,-1-1 0 0 0,1 1 0 0 0,0 0 1 0 0,-1-1-1 0 0,1 1 0 0 0,0 1 0 0 0,1 1 11 0 0,0-1-1 0 0,0 1 0 0 0,0 0 0 0 0,-1 0 1 0 0,1 0-1 0 0,-1 0 0 0 0,0 0 0 0 0,1 4 1 0 0,6 20 91 0 0,-6-20-82 0 0,0 0 1 0 0,0 0 0 0 0,0 0-1 0 0,-1 0 1 0 0,0 1 0 0 0,-1-1-1 0 0,1 0 1 0 0,-2 0 0 0 0,1 1-1 0 0,-1-1 1 0 0,0 0 0 0 0,-1 7-1 0 0,-11 30 136 0 0,12-42-148 0 0,-1-1-1 0 0,0 1 1 0 0,1-1-1 0 0,-1 1 1 0 0,0-1 0 0 0,0 0-1 0 0,1 0 1 0 0,-1 0-1 0 0,0 0 1 0 0,0 0-1 0 0,0 0 1 0 0,0-1-1 0 0,0 1 1 0 0,-1 0 0 0 0,1-1-1 0 0,0 0 1 0 0,-4 1-1 0 0,1-3-4 0 0,0-1 0 0 0,0 1 0 0 0,0-1 0 0 0,1 0-1 0 0,-1 0 1 0 0,0 0 0 0 0,1-1 0 0 0,0 1 0 0 0,0-1 0 0 0,0 0 0 0 0,0 0-1 0 0,-3-6 1 0 0,1 2 6 0 0,0 0-1 0 0,1-1 1 0 0,0 1-1 0 0,1-1 1 0 0,-7-19-1 0 0,10 25-6 0 0,-1-1 0 0 0,1 0-1 0 0,0 1 1 0 0,1-1 0 0 0,-1 1 0 0 0,1-1-1 0 0,0 0 1 0 0,-1 1 0 0 0,1-1 0 0 0,1 0-1 0 0,-1 1 1 0 0,1-1 0 0 0,-1 0-1 0 0,1 1 1 0 0,0-1 0 0 0,0 1 0 0 0,1-1-1 0 0,-1 1 1 0 0,3-5 0 0 0,7-13 72 0 0,11-20 35 0 0,-21 39-107 0 0,1-1 0 0 0,0 1 1 0 0,0 0-1 0 0,0 0 0 0 0,0 0 0 0 0,1 0 1 0 0,-1 0-1 0 0,1 1 0 0 0,-1-1 0 0 0,1 1 1 0 0,-1-1-1 0 0,1 1 0 0 0,3-1 1 0 0,8-3 44 0 0,-13 4-47 0 0,0 0 0 0 0,0 1 0 0 0,0-1 0 0 0,1 0 0 0 0,-1 1 0 0 0,0-1 0 0 0,0 1 0 0 0,1 0 0 0 0,-1 0 0 0 0,0-1 1 0 0,1 1-1 0 0,-1 0 0 0 0,0 0 0 0 0,1 0 0 0 0,-1 0 0 0 0,0 0 0 0 0,1 1 0 0 0,-1-1 0 0 0,0 0 0 0 0,1 1 0 0 0,-1-1 0 0 0,0 1 0 0 0,0-1 0 0 0,1 1 0 0 0,-1-1 0 0 0,0 1 1 0 0,0 0-1 0 0,0 0 0 0 0,0-1 0 0 0,0 1 0 0 0,2 2 0 0 0,5 7 22 0 0,0 0 0 0 0,0 0 0 0 0,-1 1 0 0 0,-1 0 1 0 0,0 0-1 0 0,0 0 0 0 0,-1 1 0 0 0,-1 0 0 0 0,0 0 0 0 0,0 0 0 0 0,-1 1 0 0 0,-1-1 1 0 0,0 1-1 0 0,0 21 0 0 0,-2-28-19 0 0,-1-1 0 0 0,1 1 0 0 0,-1 0 0 0 0,0 0 0 0 0,-1-1 0 0 0,0 1 0 0 0,0-1 0 0 0,-3 8 0 0 0,4-12-9 0 0,1 0-1 0 0,-1 1 1 0 0,1-1-1 0 0,-1 0 1 0 0,0 0-1 0 0,1 0 1 0 0,-1 0-1 0 0,0 0 1 0 0,0 0-1 0 0,0 0 1 0 0,0 0-1 0 0,0 0 1 0 0,0 0-1 0 0,0-1 1 0 0,0 1-1 0 0,0 0 1 0 0,0 0-1 0 0,-1-1 1 0 0,1 1-1 0 0,0-1 1 0 0,0 0-1 0 0,-1 1 1 0 0,1-1-1 0 0,0 0 1 0 0,0 1 0 0 0,-1-1-1 0 0,1 0 1 0 0,0 0-1 0 0,-1 0 1 0 0,1 0-1 0 0,0-1 1 0 0,-1 1-1 0 0,1 0 1 0 0,0 0-1 0 0,-1-1 1 0 0,1 1-1 0 0,0-1 1 0 0,0 1-1 0 0,-1-1 1 0 0,0 0-1 0 0,-11-7 2 0 0,1-1 0 0 0,-1 0 0 0 0,1-1 0 0 0,-19-20 0 0 0,28 26-3 0 0,1-1-1 0 0,-1 1 1 0 0,0-1 0 0 0,1 1 0 0 0,0-1 0 0 0,0 0 0 0 0,1 0 0 0 0,-1 0-1 0 0,1 1 1 0 0,-1-11 0 0 0,-1-54-5 0 0,3 56 5 0 0,0 9-2 0 0,0 1 0 0 0,0-1 1 0 0,1 0-1 0 0,-1 0 0 0 0,1 0 0 0 0,0 1 0 0 0,0-1 0 0 0,1 0 0 0 0,-1 1 0 0 0,1-1 1 0 0,-1 1-1 0 0,1-1 0 0 0,0 1 0 0 0,0 0 0 0 0,1 0 0 0 0,-1 0 0 0 0,1 0 1 0 0,-1 0-1 0 0,1 0 0 0 0,0 1 0 0 0,0 0 0 0 0,0-1 0 0 0,0 1 0 0 0,6-3 0 0 0,-7 5 1 0 0,1 1-1 0 0,-1-1 1 0 0,0 0-1 0 0,0 1 1 0 0,1-1-1 0 0,-1 1 1 0 0,0 0-1 0 0,0 0 1 0 0,0 0-1 0 0,0 0 0 0 0,0 0 1 0 0,0 0-1 0 0,0 1 1 0 0,0-1-1 0 0,2 3 1 0 0,12 6-9 0 0,-13-8 6 0 0,1 0 0 0 0,-1 0 1 0 0,0 1-1 0 0,0-1 0 0 0,0 1 1 0 0,0 0-1 0 0,0 0 0 0 0,-1 0 1 0 0,1 0-1 0 0,-1 0 0 0 0,0 1 0 0 0,0-1 1 0 0,0 1-1 0 0,0 0 0 0 0,0-1 1 0 0,-1 1-1 0 0,0 0 0 0 0,0 0 1 0 0,0 0-1 0 0,1 5 0 0 0,-1-1-2 0 0,0 1-1 0 0,0-1 1 0 0,-1 1 0 0 0,0 0-1 0 0,0-1 1 0 0,-1 1 0 0 0,0-1-1 0 0,-4 13 1 0 0,1-6 0 0 0,2-8-5 0 0,1 0 0 0 0,-2 0 1 0 0,1 0-1 0 0,-1-1 0 0 0,0 1 0 0 0,-4 6 0 0 0,6-12 9 0 0,0 0-1 0 0,0 1 1 0 0,-1-1-1 0 0,1 0 1 0 0,0 0-1 0 0,0 0 1 0 0,-1 0-1 0 0,1 0 1 0 0,-1 0-1 0 0,1 0 1 0 0,-1 0-1 0 0,1-1 1 0 0,-1 1-1 0 0,1 0 1 0 0,-1-1-1 0 0,1 0 0 0 0,-1 1 1 0 0,0-1-1 0 0,1 0 1 0 0,-1 0-1 0 0,0 0 1 0 0,0 0-1 0 0,1 0 1 0 0,-1 0-1 0 0,0 0 1 0 0,1-1-1 0 0,-1 1 1 0 0,0 0-1 0 0,1-1 1 0 0,-1 0-1 0 0,-1 0 1 0 0,-6-2-10 0 0,1-1 1 0 0,0 1 0 0 0,0-1 0 0 0,0-1-1 0 0,1 0 1 0 0,-1 0 0 0 0,1 0 0 0 0,1-1-1 0 0,-1 0 1 0 0,1 0 0 0 0,0 0 0 0 0,0-1-1 0 0,0 0 1 0 0,1 0 0 0 0,-5-10 0 0 0,9 14 4 0 0,0 0 0 0 0,0 1 1 0 0,0-1-1 0 0,1 0 1 0 0,-1 0-1 0 0,1 1 1 0 0,0-1-1 0 0,0 0 1 0 0,0 0-1 0 0,0 0 0 0 0,0 0 1 0 0,0 1-1 0 0,1-1 1 0 0,-1 0-1 0 0,2-3 1 0 0,1-1-12 0 0,-1 1 1 0 0,1-1-1 0 0,0 1 1 0 0,1 0 0 0 0,3-6-1 0 0,-3 8 4 0 0,0 1 0 0 0,-1 0 0 0 0,1 0 0 0 0,1 0 0 0 0,-1 0 0 0 0,0 0 0 0 0,1 1 0 0 0,-1 0 0 0 0,1 0 0 0 0,0 0 0 0 0,0 1-1 0 0,0-1 1 0 0,-1 1 0 0 0,1 0 0 0 0,0 1 0 0 0,1-1 0 0 0,-1 1 0 0 0,0 0 0 0 0,0 0 0 0 0,0 1 0 0 0,9 1 0 0 0,-9 0-8 0 0,0 1-1 0 0,0 0 1 0 0,0 0 0 0 0,0 0 0 0 0,0 0-1 0 0,-1 1 1 0 0,1 0 0 0 0,-1 0 0 0 0,0 0 0 0 0,5 7-1 0 0,-7-9 7 0 0,-1 1-1 0 0,1-1 1 0 0,0 1-1 0 0,-1 0 0 0 0,0-1 1 0 0,1 1-1 0 0,-1 0 1 0 0,0 0-1 0 0,-1 0 0 0 0,1 0 1 0 0,0 0-1 0 0,-1 0 1 0 0,0 0-1 0 0,0 0 1 0 0,0 0-1 0 0,0 0 0 0 0,0 0 1 0 0,0 0-1 0 0,-1 0 1 0 0,1 0-1 0 0,-3 5 1 0 0,3-6-8 0 0,-1 1 0 0 0,0-1 0 0 0,0 1 0 0 0,0-1 0 0 0,0 1 0 0 0,0-1 0 0 0,-1 0 0 0 0,1 1 0 0 0,-1-1 0 0 0,0 0 0 0 0,1 0 0 0 0,-1 0 0 0 0,0 0 0 0 0,0-1 0 0 0,0 1 0 0 0,0 0 0 0 0,0-1 0 0 0,-1 1 0 0 0,1-1 0 0 0,-4 1 0 0 0,5-1 9 0 0,0 0 0 0 0,-1 0 1 0 0,1-1-1 0 0,0 1 1 0 0,-1-1-1 0 0,1 1 1 0 0,-1-1-1 0 0,1 0 1 0 0,-1 0-1 0 0,1 1 0 0 0,-1-1 1 0 0,1 0-1 0 0,-1 0 1 0 0,1 0-1 0 0,0 0 1 0 0,-1-1-1 0 0,1 1 1 0 0,-1 0-1 0 0,1-1 0 0 0,-1 1 1 0 0,1-1-1 0 0,0 1 1 0 0,-1-1-1 0 0,1 0 1 0 0,0 0-1 0 0,-1 1 0 0 0,1-1 1 0 0,0 0-1 0 0,0 0 1 0 0,0 0-1 0 0,0 0 1 0 0,0 0-1 0 0,0-1 1 0 0,0 1-1 0 0,0 0 0 0 0,-1-3 1 0 0,2 3 10 0 0,-1 0-1 0 0,1 0 1 0 0,0 0 0 0 0,0 0-1 0 0,-1 0 1 0 0,1 0 0 0 0,0 0-1 0 0,0 0 1 0 0,0-1 0 0 0,0 1-1 0 0,1 0 1 0 0,-1 0 0 0 0,0 0-1 0 0,0 0 1 0 0,1 0 0 0 0,-1 0-1 0 0,0 0 1 0 0,1 0 0 0 0,-1 0-1 0 0,1 0 1 0 0,0 0 0 0 0,-1 0-1 0 0,1 0 1 0 0,0 0 0 0 0,-1 0 0 0 0,1 0-1 0 0,0 1 1 0 0,0-1 0 0 0,0 0-1 0 0,0 1 1 0 0,0-1 0 0 0,1 0-1 0 0,4-1-11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37:06.3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15 717 12760 0 0,'0'0'4670'0'0,"0"-7"-4429"0"0,-5-26 32 0 0,-4-42 190 0 0,8 65-401 0 0,1 1-1 0 0,0-1 0 0 0,1 0 1 0 0,0 1-1 0 0,4-18 0 0 0,19-89 400 0 0,-6 24-168 0 0,20-35 609 0 0,-37 127-881 0 0,-1-1-1 0 0,0 1 1 0 0,0-1-1 0 0,0 1 1 0 0,0-1-1 0 0,1 1 1 0 0,-1-1-1 0 0,0 1 0 0 0,0-1 1 0 0,1 1-1 0 0,-1 0 1 0 0,0-1-1 0 0,1 1 1 0 0,-1-1-1 0 0,0 1 1 0 0,1 0-1 0 0,-1-1 1 0 0,1 1-1 0 0,-1 0 0 0 0,1 0 1 0 0,-1-1-1 0 0,1 1 1 0 0,-1 0-1 0 0,1 0 1 0 0,-1 0-1 0 0,1-1 1 0 0,-1 1-1 0 0,1 0 1 0 0,-1 0-1 0 0,1 0 0 0 0,-1 0 1 0 0,1 0-1 0 0,-1 0 1 0 0,1 0-1 0 0,-1 0 1 0 0,1 0-1 0 0,-1 0 1 0 0,1 1-1 0 0,-1-1 0 0 0,1 0 1 0 0,-1 0-1 0 0,1 0 1 0 0,-1 1-1 0 0,1-1 1 0 0,-1 0-1 0 0,1 1 1 0 0,-1-1-1 0 0,0 0 1 0 0,1 1-1 0 0,3 7 80 0 0,-1 0-1 0 0,0 0 1 0 0,0 0 0 0 0,-1 1 0 0 0,0-1-1 0 0,-1 1 1 0 0,1-1 0 0 0,-1 17 0 0 0,3 14 67 0 0,1 3 94 0 0,-3-26-101 0 0,0 0 1 0 0,1 0 0 0 0,0 0-1 0 0,2-1 1 0 0,8 23-1 0 0,-7-30 42 0 0,-5-8-186 0 0,-1 1-1 0 0,1-1 1 0 0,-1 1 0 0 0,0-1-1 0 0,1 1 1 0 0,-1-1 0 0 0,1 1-1 0 0,-1-1 1 0 0,0 1 0 0 0,0-1-1 0 0,1 1 1 0 0,-1-1 0 0 0,0 1 0 0 0,0-1-1 0 0,0 1 1 0 0,0 0 0 0 0,1-1-1 0 0,-1 1 1 0 0,0-1 0 0 0,0 1-1 0 0,0 0 1 0 0,0 1 367 0 0,17-22-239 0 0,-11 10-105 0 0,-1 0 1 0 0,-1-1 0 0 0,1 1-1 0 0,-2-1 1 0 0,5-21 0 0 0,-5 20-8 0 0,1-1 0 0 0,0 0-1 0 0,0 1 1 0 0,8-15 0 0 0,19-30 88 0 0,-9 16-4 0 0,37-53 0 0 0,-52 84-101 0 0,-1 2 7 0 0,0 0 0 0 0,0 0-1 0 0,0 1 1 0 0,1 0 0 0 0,0 0 0 0 0,12-9 0 0 0,22-26 166 0 0,-40 41-179 0 0,0 0 0 0 0,1 0 1 0 0,0 0-1 0 0,-1 0 0 0 0,1 0 1 0 0,0 0-1 0 0,-1 1 0 0 0,1-1 1 0 0,0 0-1 0 0,0 1 0 0 0,-1-1 1 0 0,1 1-1 0 0,0 0 0 0 0,0 0 0 0 0,0 0 1 0 0,0 0-1 0 0,-1 0 0 0 0,4 0 1 0 0,-3 1-3 0 0,0 0 0 0 0,0 0 0 0 0,0 0 0 0 0,-1 0-1 0 0,1 0 1 0 0,-1 0 0 0 0,1 1 0 0 0,-1-1 0 0 0,1 0 0 0 0,-1 1 0 0 0,0-1 0 0 0,1 1 0 0 0,-1 0 0 0 0,0-1 0 0 0,0 1 0 0 0,0 0 0 0 0,0 0 0 0 0,0 2 0 0 0,8 22 49 0 0,-1-1 1 0 0,9 53-1 0 0,-10-38 6 0 0,28 155 323 0 0,-28-164-311 0 0,-4-17 29 0 0,0-1 0 0 0,-1 1 1 0 0,1 17-1 0 0,-3-30 2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30.1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427 0 8136 0 0,'0'0'6496'0'0,"-7"0"-5994"0"0,-3 1-358 0 0,-1 0 0 0 0,1 1 1 0 0,-1 0-1 0 0,1 0 0 0 0,0 1 0 0 0,-1 1 0 0 0,1 0 0 0 0,-12 7 0 0 0,6-1 3 0 0,0 1-1 0 0,1 0 0 0 0,0 2 0 0 0,1-1 0 0 0,0 2 0 0 0,1 0 0 0 0,1 1 0 0 0,0 0 0 0 0,1 0 0 0 0,-16 32 0 0 0,3 1 137 0 0,3 0 0 0 0,-26 86 0 0 0,32-82-63 0 0,1 0 0 0 0,4 2-1 0 0,-6 59 1 0 0,14-90-138 0 0,1 0 0 0 0,2 0 0 0 0,0 0 0 0 0,1 0 0 0 0,1 0 0 0 0,1-1 0 0 0,1 1 0 0 0,1-1 0 0 0,18 42 0 0 0,-17-51-25 0 0,1 0 1 0 0,1 0-1 0 0,0 0 1 0 0,1-2-1 0 0,0 1 1 0 0,1-1-1 0 0,1 0 0 0 0,-1-1 1 0 0,1-1-1 0 0,1 0 1 0 0,0 0-1 0 0,0-1 1 0 0,23 9-1 0 0,-31-15-31 0 0,0-1 0 0 0,0 0-1 0 0,1 0 1 0 0,-1 0 0 0 0,0-1 0 0 0,1 0 0 0 0,-1 0-1 0 0,1 0 1 0 0,-1 0 0 0 0,0-1 0 0 0,1 0 0 0 0,-1 0 0 0 0,9-4-1 0 0,3 0 63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30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568 28 11656 0 0,'0'0'3136'0'0,"-1"-4"-2752"0"0,0 1-352 0 0,1 2 3 0 0,0 0-1 0 0,0 1 1 0 0,-1-1 0 0 0,1 0-1 0 0,0 0 1 0 0,0 0 0 0 0,-1 0 0 0 0,1 0-1 0 0,0 0 1 0 0,-1 0 0 0 0,1 1-1 0 0,-1-1 1 0 0,1 0 0 0 0,-1 0-1 0 0,0 0 1 0 0,1 1 0 0 0,-1-1-1 0 0,0 0 1 0 0,1 1 0 0 0,-1-1-1 0 0,0 1 1 0 0,0-1 0 0 0,0 1 0 0 0,1-1-1 0 0,-1 1 1 0 0,0-1 0 0 0,0 1-1 0 0,0 0 1 0 0,0 0 0 0 0,0-1-1 0 0,0 1 1 0 0,0 0 0 0 0,0 0-1 0 0,-1 0 1 0 0,-37 5 243 0 0,0 1-1 0 0,0 2 1 0 0,1 2-1 0 0,0 1 0 0 0,1 2 1 0 0,0 1-1 0 0,1 3 1 0 0,1 0-1 0 0,-64 44 1 0 0,88-52-220 0 0,1 0 0 0 0,0 0 0 0 0,1 1 1 0 0,0 0-1 0 0,-14 21 0 0 0,19-24-10 0 0,-1 0 1 0 0,1 0-1 0 0,1 0 0 0 0,-1 1 1 0 0,1 0-1 0 0,1-1 1 0 0,-1 1-1 0 0,1 0 0 0 0,1 0 1 0 0,-2 15-1 0 0,3-20-25 0 0,0 1-1 0 0,0-1 1 0 0,1 0-1 0 0,-1 0 1 0 0,1 0-1 0 0,0 0 1 0 0,0 0-1 0 0,0 0 1 0 0,0 0 0 0 0,0-1-1 0 0,1 1 1 0 0,-1 0-1 0 0,1 0 1 0 0,0-1-1 0 0,0 1 1 0 0,3 3-1 0 0,-1-3 11 0 0,0 0-1 0 0,0 1 0 0 0,1-1 0 0 0,-1-1 0 0 0,1 1 1 0 0,0-1-1 0 0,0 1 0 0 0,0-1 0 0 0,5 1 0 0 0,3 0 23 0 0,-1 0 1 0 0,1-1-1 0 0,-1-1 0 0 0,1 0 0 0 0,0 0 0 0 0,-1-2 1 0 0,20-2-1 0 0,-24 2-17 0 0,0 0 1 0 0,0-1-1 0 0,-1 0 1 0 0,1-1-1 0 0,-1 1 1 0 0,1-2 0 0 0,-1 1-1 0 0,0-1 1 0 0,0 0-1 0 0,-1 0 1 0 0,9-7-1 0 0,3-7 34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31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 14272 0 0,'0'0'4717'0'0,"0"5"-4171"0"0,-16 547 1057 0 0,6-385-1318 0 0,7-99-111 0 0,-3 0 0 0 0,-29 128 0 0 0,33-188-128 0 0,0-1 1 0 0,1 1 0 0 0,0 0-1 0 0,0 11 1 0 0,-8-11 342 0 0,9-64-85 0 0,13-104 0 0 0,-9 141-245 0 0,0 1 0 0 0,1 0 0 0 0,1 1 0 0 0,0-1 0 0 0,2 1 0 0 0,0 0 0 0 0,0 1 0 0 0,2 0-1 0 0,0 0 1 0 0,13-15 0 0 0,111-132 535 0 0,-91 126-390 0 0,-18 16 38 0 0,-24 20-225 0 0,-1 1-1 0 0,1-1 1 0 0,0 0-1 0 0,-1 1 1 0 0,1-1-1 0 0,0 0 1 0 0,0 1-1 0 0,0-1 1 0 0,0 1-1 0 0,0 0 1 0 0,0-1-1 0 0,0 1 1 0 0,-1 0-1 0 0,1-1 1 0 0,0 1 0 0 0,0 0-1 0 0,0 0 1 0 0,0 0-1 0 0,0 0 1 0 0,0 0-1 0 0,0 0 1 0 0,0 0-1 0 0,0 0 1 0 0,2 0-1 0 0,-2 1 1 0 0,0 0 0 0 0,0 0 1 0 0,0-1-1 0 0,0 1 0 0 0,0 0 0 0 0,0 0 0 0 0,0 0 0 0 0,0 0 0 0 0,0 0 0 0 0,0 0 0 0 0,-1 1 1 0 0,1-1-1 0 0,0 0 0 0 0,-1 0 0 0 0,1 3 0 0 0,2 5 41 0 0,0 0 1 0 0,-1 1-1 0 0,2 17 0 0 0,-4-23-51 0 0,3 13 76 0 0,9 31-1 0 0,-8-33-34 0 0,0 0-1 0 0,-1 0 0 0 0,3 28 1 0 0,-7 8 95 0 0,-12 87 1 0 0,-2 38 297 0 0,15-165-340 0 0,0-7-84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31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1 15376 0 0,'0'0'950'0'0,"0"4"-474"0"0,-3 33 277 0 0,-2 0 0 0 0,-1-1-1 0 0,-2 1 1 0 0,-21 57 0 0 0,24-80-431 0 0,2 1-1 0 0,-1 0 1 0 0,2-1-1 0 0,0 1 1 0 0,0 16-1 0 0,2-30-273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32.1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0 15680 0 0,'0'0'1945'0'0,"-5"4"-1520"0"0,-27 20 994 0 0,-5 16 257 0 0,32-36-1566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32.4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1 15376 0 0,'0'0'224'0'0,"0"6"0"0"0,-11 102 449 0 0,-16 69 785 0 0,-35 208 156 0 0,22-209-1072 0 0,11-34-306 0 0,19-90-56 0 0,-1 0 0 0 0,-23 62 0 0 0,22-62 108 0 0,5-40 140 0 0,10-22-192 0 0,1 1-172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32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261 0 13864 0 0,'0'0'5327'0'0,"2"5"-4869"0"0,-1 8-405 0 0,0 0 0 0 0,0 0 0 0 0,-1 0 1 0 0,-1 0-1 0 0,0 1 0 0 0,-4 13 0 0 0,0 18 156 0 0,-19 154 647 0 0,5-46-375 0 0,7-56-147 0 0,-5 52 69 0 0,15-123-275 0 0,2-1 0 0 0,1 1 0 0 0,7 44 1 0 0,-3-34 129 0 0,-2 0 1 0 0,-1 53-1 0 0,-2-69 5 0 0,0-20-254 0 0,0-1-1 0 0,0 1 0 0 0,0 0 0 0 0,0 0 0 0 0,0 0 1 0 0,1-1-1 0 0,-1 1 0 0 0,0 0 0 0 0,0 0 0 0 0,0-1 1 0 0,1 1-1 0 0,-1 0 0 0 0,0 0 0 0 0,0 0 1 0 0,1 0-1 0 0,-1 0 0 0 0,0-1 0 0 0,0 1 0 0 0,1 0 1 0 0,-1 0-1 0 0,0 0 0 0 0,0 0 0 0 0,1 0 1 0 0,-1 0-1 0 0,0 0 0 0 0,1 0 0 0 0,-1 0 0 0 0,0 0 1 0 0,0 0-1 0 0,1 0 0 0 0,-1 0 0 0 0,0 0 0 0 0,1 0 1 0 0,-1 0-1 0 0,0 0 0 0 0,0 0 0 0 0,1 1 1 0 0,-1-1-1 0 0,0 0 0 0 0,0 0 0 0 0,1 0 0 0 0,-1 0 1 0 0,0 0-1 0 0,0 1 0 0 0,0-1 0 0 0,1 0 1 0 0,-1 0-1 0 0,0 1 0 0 0,0-1 0 0 0,0 0 0 0 0,0 0 1 0 0,1 0-1 0 0,-1 1 0 0 0,0 0 0 0 0,-7-81 264 0 0,0 9-158 0 0,-9-193 296 0 0,15 256-374 0 0,0-1 0 0 0,0 1-1 0 0,0-1 1 0 0,-1 1 0 0 0,-1 0-1 0 0,1 0 1 0 0,-6-10 0 0 0,8 18-31 0 0,-1-1 1 0 0,1 1 0 0 0,-1-1-1 0 0,0 0 1 0 0,1 1 0 0 0,-1 0 0 0 0,0-1-1 0 0,1 1 1 0 0,-1-1 0 0 0,0 1-1 0 0,0 0 1 0 0,1 0 0 0 0,-1-1-1 0 0,0 1 1 0 0,0 0 0 0 0,0 0 0 0 0,1 0-1 0 0,-1 0 1 0 0,0 0 0 0 0,0 0-1 0 0,0 0 1 0 0,1 0 0 0 0,-1 0 0 0 0,0 0-1 0 0,0 1 1 0 0,1-1 0 0 0,-1 0-1 0 0,0 0 1 0 0,-1 1 0 0 0,0 0 2 0 0,0 0 0 0 0,-1 0 0 0 0,1 0 0 0 0,0 1 0 0 0,0-1 0 0 0,0 0 0 0 0,1 1 0 0 0,-4 2 1 0 0,-6 12 13 0 0,0 0 0 0 0,1 0 0 0 0,0 1 1 0 0,2 0-1 0 0,0 1 0 0 0,1 0 1 0 0,-6 24-1 0 0,0 12 33 0 0,-8 70 0 0 0,19-104-34 0 0,-1 33 0 0 0,3-48-17 0 0,0 1 1 0 0,0-1-1 0 0,1 0 0 0 0,0 0 1 0 0,0 1-1 0 0,0-1 0 0 0,1 0 1 0 0,-1 0-1 0 0,1 0 0 0 0,0 0 1 0 0,5 7-1 0 0,-4-10-2 0 0,-1 1 0 0 0,1-2 0 0 0,-1 1 0 0 0,1 0 0 0 0,-1 0-1 0 0,1-1 1 0 0,0 0 0 0 0,0 1 0 0 0,0-1 0 0 0,0 0 0 0 0,0 0 0 0 0,0-1 0 0 0,0 1 0 0 0,0-1-1 0 0,0 1 1 0 0,1-1 0 0 0,-1 0 0 0 0,0 0 0 0 0,0 0 0 0 0,0-1 0 0 0,4 0 0 0 0,21-4 4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33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350 84 12456 0 0,'0'0'6169'0'0,"2"5"-5820"0"0,1 2-232 0 0,0 1 0 0 0,-1-1 0 0 0,0 0 0 0 0,-1 1 0 0 0,1 0 0 0 0,-1-1 0 0 0,-1 15 0 0 0,0-18-74 0 0,0 0 0 0 0,-1 0 0 0 0,1 0 0 0 0,-1 1 0 0 0,0-1 0 0 0,0 0 0 0 0,-1 0 0 0 0,1 0 0 0 0,-1 0 0 0 0,0-1 0 0 0,0 1 1 0 0,0 0-1 0 0,-1-1 0 0 0,1 1 0 0 0,-1-1 0 0 0,0 0 0 0 0,-3 4 0 0 0,-8 3 27 0 0,0 0 0 0 0,0 0 0 0 0,-1-1 0 0 0,0-1 0 0 0,0-1 0 0 0,-1 0 0 0 0,0-1 1 0 0,0 0-1 0 0,0-1 0 0 0,-1-1 0 0 0,-21 2 0 0 0,33-6-49 0 0,1 0 0 0 0,-1 0 0 0 0,0 0 0 0 0,0 0 0 0 0,0-1 0 0 0,0 0 0 0 0,1 0 0 0 0,-1 0 0 0 0,0-1 0 0 0,1 0 0 0 0,-1 0 0 0 0,1 0 0 0 0,-1 0 0 0 0,1-1 0 0 0,0 1 0 0 0,0-1 0 0 0,0 0 1 0 0,1 0-1 0 0,-1-1 0 0 0,1 1 0 0 0,-1-1 0 0 0,1 0 0 0 0,0 1 0 0 0,1-1 0 0 0,-1-1 0 0 0,1 1 0 0 0,-1 0 0 0 0,1-1 0 0 0,1 1 0 0 0,-1-1 0 0 0,1 0 0 0 0,-1 1 0 0 0,1-1 0 0 0,0-6 0 0 0,-2-8 77 0 0,2 0 0 0 0,0-1 0 0 0,1 1-1 0 0,4-31 1 0 0,-4 46-78 0 0,1-1 0 0 0,0 1 1 0 0,0 0-1 0 0,0-1 0 0 0,0 1 0 0 0,1 0 0 0 0,0 0 0 0 0,0 0 0 0 0,0 0 0 0 0,0 0 0 0 0,1 0 0 0 0,-1 1 1 0 0,1-1-1 0 0,0 1 0 0 0,0 0 0 0 0,0 0 0 0 0,1 0 0 0 0,-1 0 0 0 0,1 0 0 0 0,-1 1 0 0 0,1-1 0 0 0,0 1 1 0 0,0 0-1 0 0,0 0 0 0 0,0 1 0 0 0,7-3 0 0 0,2 3 13 0 0,-1 0 0 0 0,1 0 0 0 0,0 1 0 0 0,-1 1 0 0 0,1 0 1 0 0,-1 1-1 0 0,1 0 0 0 0,-1 1 0 0 0,0 0 0 0 0,0 1 0 0 0,0 0 0 0 0,0 1 0 0 0,-1 1 0 0 0,0 0 0 0 0,0 0 1 0 0,11 8-1 0 0,-14-7-10 0 0,-1 1 0 0 0,1-1 0 0 0,-1 1 0 0 0,-1 0 0 0 0,1 1 0 0 0,-2 0 0 0 0,1 0 0 0 0,-1 0 0 0 0,0 0 0 0 0,-1 1 0 0 0,0 0 0 0 0,-1 0 0 0 0,4 15 1 0 0,-3-7 18 0 0,-1 1 1 0 0,-1 0 0 0 0,-1 0 0 0 0,0 0 0 0 0,-1 1-1 0 0,-4 28 1 0 0,1-32-19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34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455 2 14672 0 0,'0'0'3873'0'0,"-6"0"-3643"0"0,-3-1-165 0 0,0 1 76 0 0,0 0 0 0 0,1 0-1 0 0,-1 1 1 0 0,0 0 0 0 0,0 0-1 0 0,-14 5 1 0 0,-32 16 391 0 0,-35 17 58 0 0,78-33-510 0 0,0 1 0 0 0,1 0 0 0 0,0 1-1 0 0,0 0 1 0 0,-11 12 0 0 0,18-15-32 0 0,0 0-1 0 0,0 0 1 0 0,0 1-1 0 0,1 0 1 0 0,0 0 0 0 0,0 0-1 0 0,0 0 1 0 0,1 0-1 0 0,0 0 1 0 0,0 1 0 0 0,1-1-1 0 0,0 1 1 0 0,-1 9-1 0 0,1 7 40 0 0,0 1 0 0 0,4 31 0 0 0,1-10 23 0 0,-2 0 0 0 0,-1 0 1 0 0,-3 0-1 0 0,-13 77 1 0 0,7-89-46 0 0,-1-1 0 0 0,-2 0 0 0 0,0 0 0 0 0,-23 40 0 0 0,27-60-36 0 0,6-11-20 0 0,-1 1-1 0 0,1 0 1 0 0,0 0-1 0 0,-1 0 1 0 0,1 1-1 0 0,0-1 1 0 0,1 0-1 0 0,-1 0 1 0 0,0 1-1 0 0,0 2 1 0 0,1-4 21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34.4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486 0 15176 0 0,'0'0'1208'0'0,"-29"8"-809"0"0,3-3-263 0 0,-6-2 0 0 0,-6-1-8 0 0,-4 1 16 0 0,-5 0 352 0 0,-6 2 8 0 0,2 0 0 0 0,1 0 0 0 0,5 1-360 0 0,7-1 0 0 0,4 3 0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41.1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566 7 8432 0 0,'0'0'3561'0'0,"-5"-1"-3305"0"0,-4-1-10 0 0,-1 1 0 0 0,0 0-1 0 0,0 0 1 0 0,0 1 0 0 0,1 0 0 0 0,-1 1 0 0 0,0 0-1 0 0,0 0 1 0 0,1 1 0 0 0,-1 0 0 0 0,0 1 0 0 0,1 0-1 0 0,-15 7 1 0 0,-9 7 32 0 0,0 1-1 0 0,-36 27 0 0 0,13-8-118 0 0,41-28-122 0 0,0 1 0 0 0,0 0 0 0 0,1 1 0 0 0,1 0 0 0 0,-25 27 0 0 0,28-26-14 0 0,-4 5 4 0 0,0 1-1 0 0,0 0 1 0 0,2 1 0 0 0,0 1-1 0 0,-16 39 1 0 0,26-55-24 0 0,1-1 0 0 0,0 1 1 0 0,1 1-1 0 0,-1-1 0 0 0,1 0 0 0 0,-1 0 0 0 0,1 0 0 0 0,0 0 0 0 0,1 0 1 0 0,-1 0-1 0 0,1 0 0 0 0,0 0 0 0 0,0 0 0 0 0,0 0 0 0 0,2 4 0 0 0,0-2 0 0 0,0-1-1 0 0,0 0 0 0 0,0 0 0 0 0,1 0 0 0 0,0 0 1 0 0,0 0-1 0 0,0-1 0 0 0,1 0 0 0 0,5 5 0 0 0,10 4 5 0 0,0 0 0 0 0,1-2 0 0 0,0 0 0 0 0,27 9 0 0 0,-31-13 5 0 0,-8-3 4 0 0,20 8 89 0 0,50 15-1 0 0,-68-25-78 0 0,-1 0 0 0 0,1 0 0 0 0,0-1-1 0 0,0 0 1 0 0,0-1 0 0 0,-1 0 0 0 0,1-1-1 0 0,18-3 1 0 0,-10 0 7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41.6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1 11656 0 0,'0'0'2444'0'0,"-1"5"-2039"0"0,-15 55 732 0 0,-14 104-1 0 0,8 70-205 0 0,1-15-73 0 0,15-177-652 0 0,2-20 295 0 0,-2 42-1 0 0,6-60-451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42.0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 12960 0 0,'0'0'3176'0'0,"4"0"-2753"0"0,188-6 1649 0 0,6-2-970 0 0,-137 5-1012 0 0,82-3 126 0 0,-56 13-86 0 0,13 1 58 0 0,-88-8-162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5T10:51:42.4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 0 12864 0 0,'0'0'265'0'0,"2"5"6"0"0,48 176 1105 0 0,-39-140-945 0 0,-2 1 0 0 0,6 73 0 0 0,-11 88 21 0 0,-8-84-220 0 0,-6-1 0 0 0,-5 0 0 0 0,-5-1 0 0 0,-62 203 0 0 0,77-306-215 0 0,0 0-1 0 0,-1-1 1 0 0,-1 0 0 0 0,0-1 0 0 0,0 1-1 0 0,-19 21 1 0 0,-1-3 16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85345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7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90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16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00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9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6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86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38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81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8160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04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11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25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78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97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4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3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.xml"/><Relationship Id="rId21" Type="http://schemas.openxmlformats.org/officeDocument/2006/relationships/image" Target="../media/image12.png"/><Relationship Id="rId42" Type="http://schemas.openxmlformats.org/officeDocument/2006/relationships/customXml" Target="../ink/ink22.xml"/><Relationship Id="rId47" Type="http://schemas.openxmlformats.org/officeDocument/2006/relationships/image" Target="../media/image25.png"/><Relationship Id="rId63" Type="http://schemas.openxmlformats.org/officeDocument/2006/relationships/image" Target="../media/image33.png"/><Relationship Id="rId68" Type="http://schemas.openxmlformats.org/officeDocument/2006/relationships/image" Target="../media/image35.png"/><Relationship Id="rId16" Type="http://schemas.openxmlformats.org/officeDocument/2006/relationships/customXml" Target="../ink/ink9.xml"/><Relationship Id="rId11" Type="http://schemas.openxmlformats.org/officeDocument/2006/relationships/customXml" Target="../ink/ink6.xml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image" Target="../media/image20.png"/><Relationship Id="rId40" Type="http://schemas.openxmlformats.org/officeDocument/2006/relationships/customXml" Target="../ink/ink21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30.xml"/><Relationship Id="rId66" Type="http://schemas.openxmlformats.org/officeDocument/2006/relationships/image" Target="../media/image34.png"/><Relationship Id="rId74" Type="http://schemas.openxmlformats.org/officeDocument/2006/relationships/customXml" Target="../ink/ink39.xml"/><Relationship Id="rId5" Type="http://schemas.openxmlformats.org/officeDocument/2006/relationships/image" Target="../media/image5.png"/><Relationship Id="rId61" Type="http://schemas.openxmlformats.org/officeDocument/2006/relationships/image" Target="../media/image32.png"/><Relationship Id="rId19" Type="http://schemas.openxmlformats.org/officeDocument/2006/relationships/image" Target="../media/image11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15.png"/><Relationship Id="rId30" Type="http://schemas.openxmlformats.org/officeDocument/2006/relationships/customXml" Target="../ink/ink16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5.xml"/><Relationship Id="rId56" Type="http://schemas.openxmlformats.org/officeDocument/2006/relationships/customXml" Target="../ink/ink29.xml"/><Relationship Id="rId64" Type="http://schemas.openxmlformats.org/officeDocument/2006/relationships/customXml" Target="../ink/ink33.xml"/><Relationship Id="rId69" Type="http://schemas.openxmlformats.org/officeDocument/2006/relationships/customXml" Target="../ink/ink36.xml"/><Relationship Id="rId77" Type="http://schemas.openxmlformats.org/officeDocument/2006/relationships/image" Target="../media/image39.png"/><Relationship Id="rId8" Type="http://schemas.openxmlformats.org/officeDocument/2006/relationships/image" Target="../media/image6.png"/><Relationship Id="rId51" Type="http://schemas.openxmlformats.org/officeDocument/2006/relationships/image" Target="../media/image27.png"/><Relationship Id="rId72" Type="http://schemas.openxmlformats.org/officeDocument/2006/relationships/customXml" Target="../ink/ink38.xml"/><Relationship Id="rId3" Type="http://schemas.openxmlformats.org/officeDocument/2006/relationships/image" Target="../media/image4.png"/><Relationship Id="rId12" Type="http://schemas.openxmlformats.org/officeDocument/2006/relationships/customXml" Target="../ink/ink7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59" Type="http://schemas.openxmlformats.org/officeDocument/2006/relationships/image" Target="../media/image31.png"/><Relationship Id="rId67" Type="http://schemas.openxmlformats.org/officeDocument/2006/relationships/customXml" Target="../ink/ink35.xml"/><Relationship Id="rId20" Type="http://schemas.openxmlformats.org/officeDocument/2006/relationships/customXml" Target="../ink/ink11.xml"/><Relationship Id="rId41" Type="http://schemas.openxmlformats.org/officeDocument/2006/relationships/image" Target="../media/image22.png"/><Relationship Id="rId54" Type="http://schemas.openxmlformats.org/officeDocument/2006/relationships/customXml" Target="../ink/ink28.xml"/><Relationship Id="rId62" Type="http://schemas.openxmlformats.org/officeDocument/2006/relationships/customXml" Target="../ink/ink32.xml"/><Relationship Id="rId70" Type="http://schemas.openxmlformats.org/officeDocument/2006/relationships/customXml" Target="../ink/ink37.xml"/><Relationship Id="rId75" Type="http://schemas.openxmlformats.org/officeDocument/2006/relationships/image" Target="../media/image38.png"/><Relationship Id="rId1" Type="http://schemas.openxmlformats.org/officeDocument/2006/relationships/slideLayout" Target="../slideLayouts/slideLayout18.xml"/><Relationship Id="rId6" Type="http://schemas.openxmlformats.org/officeDocument/2006/relationships/customXml" Target="../ink/ink3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image" Target="../media/image7.png"/><Relationship Id="rId31" Type="http://schemas.openxmlformats.org/officeDocument/2006/relationships/image" Target="../media/image17.png"/><Relationship Id="rId44" Type="http://schemas.openxmlformats.org/officeDocument/2006/relationships/customXml" Target="../ink/ink23.xml"/><Relationship Id="rId52" Type="http://schemas.openxmlformats.org/officeDocument/2006/relationships/customXml" Target="../ink/ink27.xml"/><Relationship Id="rId60" Type="http://schemas.openxmlformats.org/officeDocument/2006/relationships/customXml" Target="../ink/ink31.xml"/><Relationship Id="rId65" Type="http://schemas.openxmlformats.org/officeDocument/2006/relationships/customXml" Target="../ink/ink34.xml"/><Relationship Id="rId73" Type="http://schemas.openxmlformats.org/officeDocument/2006/relationships/image" Target="../media/image37.png"/><Relationship Id="rId4" Type="http://schemas.openxmlformats.org/officeDocument/2006/relationships/customXml" Target="../ink/ink2.xml"/><Relationship Id="rId9" Type="http://schemas.openxmlformats.org/officeDocument/2006/relationships/customXml" Target="../ink/ink5.xml"/><Relationship Id="rId13" Type="http://schemas.openxmlformats.org/officeDocument/2006/relationships/image" Target="../media/image8.png"/><Relationship Id="rId18" Type="http://schemas.openxmlformats.org/officeDocument/2006/relationships/customXml" Target="../ink/ink10.xml"/><Relationship Id="rId39" Type="http://schemas.openxmlformats.org/officeDocument/2006/relationships/image" Target="../media/image21.png"/><Relationship Id="rId34" Type="http://schemas.openxmlformats.org/officeDocument/2006/relationships/customXml" Target="../ink/ink18.xml"/><Relationship Id="rId50" Type="http://schemas.openxmlformats.org/officeDocument/2006/relationships/customXml" Target="../ink/ink26.xml"/><Relationship Id="rId55" Type="http://schemas.openxmlformats.org/officeDocument/2006/relationships/image" Target="../media/image29.png"/><Relationship Id="rId76" Type="http://schemas.openxmlformats.org/officeDocument/2006/relationships/customXml" Target="../ink/ink40.xml"/><Relationship Id="rId7" Type="http://schemas.openxmlformats.org/officeDocument/2006/relationships/customXml" Target="../ink/ink4.xml"/><Relationship Id="rId71" Type="http://schemas.openxmlformats.org/officeDocument/2006/relationships/image" Target="../media/image36.png"/><Relationship Id="rId2" Type="http://schemas.openxmlformats.org/officeDocument/2006/relationships/customXml" Target="../ink/ink1.xml"/><Relationship Id="rId2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1.png"/><Relationship Id="rId117" Type="http://schemas.openxmlformats.org/officeDocument/2006/relationships/customXml" Target="../ink/ink96.xml"/><Relationship Id="rId21" Type="http://schemas.openxmlformats.org/officeDocument/2006/relationships/customXml" Target="../ink/ink48.xml"/><Relationship Id="rId42" Type="http://schemas.openxmlformats.org/officeDocument/2006/relationships/image" Target="../media/image69.png"/><Relationship Id="rId47" Type="http://schemas.openxmlformats.org/officeDocument/2006/relationships/customXml" Target="../ink/ink61.xml"/><Relationship Id="rId63" Type="http://schemas.openxmlformats.org/officeDocument/2006/relationships/customXml" Target="../ink/ink69.xml"/><Relationship Id="rId68" Type="http://schemas.openxmlformats.org/officeDocument/2006/relationships/image" Target="../media/image82.png"/><Relationship Id="rId84" Type="http://schemas.openxmlformats.org/officeDocument/2006/relationships/image" Target="../media/image90.png"/><Relationship Id="rId89" Type="http://schemas.openxmlformats.org/officeDocument/2006/relationships/customXml" Target="../ink/ink82.xml"/><Relationship Id="rId112" Type="http://schemas.openxmlformats.org/officeDocument/2006/relationships/image" Target="../media/image104.png"/><Relationship Id="rId16" Type="http://schemas.openxmlformats.org/officeDocument/2006/relationships/image" Target="../media/image56.png"/><Relationship Id="rId107" Type="http://schemas.openxmlformats.org/officeDocument/2006/relationships/customXml" Target="../ink/ink91.xml"/><Relationship Id="rId11" Type="http://schemas.openxmlformats.org/officeDocument/2006/relationships/customXml" Target="../ink/ink43.xml"/><Relationship Id="rId32" Type="http://schemas.openxmlformats.org/officeDocument/2006/relationships/image" Target="../media/image64.png"/><Relationship Id="rId37" Type="http://schemas.openxmlformats.org/officeDocument/2006/relationships/customXml" Target="../ink/ink56.xml"/><Relationship Id="rId53" Type="http://schemas.openxmlformats.org/officeDocument/2006/relationships/customXml" Target="../ink/ink64.xml"/><Relationship Id="rId58" Type="http://schemas.openxmlformats.org/officeDocument/2006/relationships/image" Target="../media/image77.png"/><Relationship Id="rId74" Type="http://schemas.openxmlformats.org/officeDocument/2006/relationships/image" Target="../media/image85.png"/><Relationship Id="rId79" Type="http://schemas.openxmlformats.org/officeDocument/2006/relationships/customXml" Target="../ink/ink77.xml"/><Relationship Id="rId102" Type="http://schemas.openxmlformats.org/officeDocument/2006/relationships/image" Target="../media/image99.png"/><Relationship Id="rId123" Type="http://schemas.openxmlformats.org/officeDocument/2006/relationships/customXml" Target="../ink/ink99.xml"/><Relationship Id="rId5" Type="http://schemas.openxmlformats.org/officeDocument/2006/relationships/diagramColors" Target="../diagrams/colors2.xml"/><Relationship Id="rId90" Type="http://schemas.openxmlformats.org/officeDocument/2006/relationships/image" Target="../media/image93.png"/><Relationship Id="rId95" Type="http://schemas.openxmlformats.org/officeDocument/2006/relationships/customXml" Target="../ink/ink85.xml"/><Relationship Id="rId22" Type="http://schemas.openxmlformats.org/officeDocument/2006/relationships/image" Target="../media/image59.png"/><Relationship Id="rId27" Type="http://schemas.openxmlformats.org/officeDocument/2006/relationships/customXml" Target="../ink/ink51.xml"/><Relationship Id="rId43" Type="http://schemas.openxmlformats.org/officeDocument/2006/relationships/customXml" Target="../ink/ink59.xml"/><Relationship Id="rId48" Type="http://schemas.openxmlformats.org/officeDocument/2006/relationships/image" Target="../media/image72.png"/><Relationship Id="rId64" Type="http://schemas.openxmlformats.org/officeDocument/2006/relationships/image" Target="../media/image80.png"/><Relationship Id="rId69" Type="http://schemas.openxmlformats.org/officeDocument/2006/relationships/customXml" Target="../ink/ink72.xml"/><Relationship Id="rId113" Type="http://schemas.openxmlformats.org/officeDocument/2006/relationships/customXml" Target="../ink/ink94.xml"/><Relationship Id="rId118" Type="http://schemas.openxmlformats.org/officeDocument/2006/relationships/image" Target="../media/image107.png"/><Relationship Id="rId80" Type="http://schemas.openxmlformats.org/officeDocument/2006/relationships/image" Target="../media/image88.png"/><Relationship Id="rId85" Type="http://schemas.openxmlformats.org/officeDocument/2006/relationships/customXml" Target="../ink/ink80.xml"/><Relationship Id="rId12" Type="http://schemas.openxmlformats.org/officeDocument/2006/relationships/image" Target="../media/image54.png"/><Relationship Id="rId17" Type="http://schemas.openxmlformats.org/officeDocument/2006/relationships/customXml" Target="../ink/ink46.xml"/><Relationship Id="rId33" Type="http://schemas.openxmlformats.org/officeDocument/2006/relationships/customXml" Target="../ink/ink54.xml"/><Relationship Id="rId38" Type="http://schemas.openxmlformats.org/officeDocument/2006/relationships/image" Target="../media/image67.png"/><Relationship Id="rId59" Type="http://schemas.openxmlformats.org/officeDocument/2006/relationships/customXml" Target="../ink/ink67.xml"/><Relationship Id="rId103" Type="http://schemas.openxmlformats.org/officeDocument/2006/relationships/customXml" Target="../ink/ink89.xml"/><Relationship Id="rId108" Type="http://schemas.openxmlformats.org/officeDocument/2006/relationships/image" Target="../media/image102.png"/><Relationship Id="rId124" Type="http://schemas.openxmlformats.org/officeDocument/2006/relationships/image" Target="../media/image110.png"/><Relationship Id="rId54" Type="http://schemas.openxmlformats.org/officeDocument/2006/relationships/image" Target="../media/image75.png"/><Relationship Id="rId70" Type="http://schemas.openxmlformats.org/officeDocument/2006/relationships/image" Target="../media/image83.png"/><Relationship Id="rId75" Type="http://schemas.openxmlformats.org/officeDocument/2006/relationships/customXml" Target="../ink/ink75.xml"/><Relationship Id="rId91" Type="http://schemas.openxmlformats.org/officeDocument/2006/relationships/customXml" Target="../ink/ink83.xml"/><Relationship Id="rId96" Type="http://schemas.openxmlformats.org/officeDocument/2006/relationships/image" Target="../media/image96.png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23" Type="http://schemas.openxmlformats.org/officeDocument/2006/relationships/customXml" Target="../ink/ink49.xml"/><Relationship Id="rId28" Type="http://schemas.openxmlformats.org/officeDocument/2006/relationships/image" Target="../media/image62.png"/><Relationship Id="rId49" Type="http://schemas.openxmlformats.org/officeDocument/2006/relationships/customXml" Target="../ink/ink62.xml"/><Relationship Id="rId114" Type="http://schemas.openxmlformats.org/officeDocument/2006/relationships/image" Target="../media/image105.png"/><Relationship Id="rId119" Type="http://schemas.openxmlformats.org/officeDocument/2006/relationships/customXml" Target="../ink/ink97.xml"/><Relationship Id="rId44" Type="http://schemas.openxmlformats.org/officeDocument/2006/relationships/image" Target="../media/image70.png"/><Relationship Id="rId60" Type="http://schemas.openxmlformats.org/officeDocument/2006/relationships/image" Target="../media/image78.png"/><Relationship Id="rId65" Type="http://schemas.openxmlformats.org/officeDocument/2006/relationships/customXml" Target="../ink/ink70.xml"/><Relationship Id="rId81" Type="http://schemas.openxmlformats.org/officeDocument/2006/relationships/customXml" Target="../ink/ink78.xml"/><Relationship Id="rId86" Type="http://schemas.openxmlformats.org/officeDocument/2006/relationships/image" Target="../media/image91.png"/><Relationship Id="rId4" Type="http://schemas.openxmlformats.org/officeDocument/2006/relationships/diagramQuickStyle" Target="../diagrams/quickStyle2.xml"/><Relationship Id="rId9" Type="http://schemas.openxmlformats.org/officeDocument/2006/relationships/customXml" Target="../ink/ink42.xml"/><Relationship Id="rId13" Type="http://schemas.openxmlformats.org/officeDocument/2006/relationships/customXml" Target="../ink/ink44.xml"/><Relationship Id="rId18" Type="http://schemas.openxmlformats.org/officeDocument/2006/relationships/image" Target="../media/image57.png"/><Relationship Id="rId39" Type="http://schemas.openxmlformats.org/officeDocument/2006/relationships/customXml" Target="../ink/ink57.xml"/><Relationship Id="rId109" Type="http://schemas.openxmlformats.org/officeDocument/2006/relationships/customXml" Target="../ink/ink92.xml"/><Relationship Id="rId34" Type="http://schemas.openxmlformats.org/officeDocument/2006/relationships/image" Target="../media/image65.png"/><Relationship Id="rId50" Type="http://schemas.openxmlformats.org/officeDocument/2006/relationships/image" Target="../media/image73.png"/><Relationship Id="rId55" Type="http://schemas.openxmlformats.org/officeDocument/2006/relationships/customXml" Target="../ink/ink65.xml"/><Relationship Id="rId76" Type="http://schemas.openxmlformats.org/officeDocument/2006/relationships/image" Target="../media/image86.png"/><Relationship Id="rId97" Type="http://schemas.openxmlformats.org/officeDocument/2006/relationships/customXml" Target="../ink/ink86.xml"/><Relationship Id="rId104" Type="http://schemas.openxmlformats.org/officeDocument/2006/relationships/image" Target="../media/image100.png"/><Relationship Id="rId120" Type="http://schemas.openxmlformats.org/officeDocument/2006/relationships/image" Target="../media/image108.png"/><Relationship Id="rId7" Type="http://schemas.openxmlformats.org/officeDocument/2006/relationships/customXml" Target="../ink/ink41.xml"/><Relationship Id="rId71" Type="http://schemas.openxmlformats.org/officeDocument/2006/relationships/customXml" Target="../ink/ink73.xml"/><Relationship Id="rId92" Type="http://schemas.openxmlformats.org/officeDocument/2006/relationships/image" Target="../media/image94.png"/><Relationship Id="rId2" Type="http://schemas.openxmlformats.org/officeDocument/2006/relationships/diagramData" Target="../diagrams/data2.xml"/><Relationship Id="rId29" Type="http://schemas.openxmlformats.org/officeDocument/2006/relationships/customXml" Target="../ink/ink52.xml"/><Relationship Id="rId24" Type="http://schemas.openxmlformats.org/officeDocument/2006/relationships/image" Target="../media/image60.png"/><Relationship Id="rId40" Type="http://schemas.openxmlformats.org/officeDocument/2006/relationships/image" Target="../media/image68.png"/><Relationship Id="rId45" Type="http://schemas.openxmlformats.org/officeDocument/2006/relationships/customXml" Target="../ink/ink60.xml"/><Relationship Id="rId66" Type="http://schemas.openxmlformats.org/officeDocument/2006/relationships/image" Target="../media/image81.png"/><Relationship Id="rId87" Type="http://schemas.openxmlformats.org/officeDocument/2006/relationships/customXml" Target="../ink/ink81.xml"/><Relationship Id="rId110" Type="http://schemas.openxmlformats.org/officeDocument/2006/relationships/image" Target="../media/image103.png"/><Relationship Id="rId115" Type="http://schemas.openxmlformats.org/officeDocument/2006/relationships/customXml" Target="../ink/ink95.xml"/><Relationship Id="rId61" Type="http://schemas.openxmlformats.org/officeDocument/2006/relationships/customXml" Target="../ink/ink68.xml"/><Relationship Id="rId82" Type="http://schemas.openxmlformats.org/officeDocument/2006/relationships/image" Target="../media/image89.png"/><Relationship Id="rId19" Type="http://schemas.openxmlformats.org/officeDocument/2006/relationships/customXml" Target="../ink/ink47.xml"/><Relationship Id="rId14" Type="http://schemas.openxmlformats.org/officeDocument/2006/relationships/image" Target="../media/image55.png"/><Relationship Id="rId30" Type="http://schemas.openxmlformats.org/officeDocument/2006/relationships/image" Target="../media/image63.png"/><Relationship Id="rId35" Type="http://schemas.openxmlformats.org/officeDocument/2006/relationships/customXml" Target="../ink/ink55.xml"/><Relationship Id="rId56" Type="http://schemas.openxmlformats.org/officeDocument/2006/relationships/image" Target="../media/image76.png"/><Relationship Id="rId77" Type="http://schemas.openxmlformats.org/officeDocument/2006/relationships/customXml" Target="../ink/ink76.xml"/><Relationship Id="rId100" Type="http://schemas.openxmlformats.org/officeDocument/2006/relationships/image" Target="../media/image98.png"/><Relationship Id="rId105" Type="http://schemas.openxmlformats.org/officeDocument/2006/relationships/customXml" Target="../ink/ink90.xml"/><Relationship Id="rId8" Type="http://schemas.openxmlformats.org/officeDocument/2006/relationships/image" Target="../media/image1411.png"/><Relationship Id="rId51" Type="http://schemas.openxmlformats.org/officeDocument/2006/relationships/customXml" Target="../ink/ink63.xml"/><Relationship Id="rId72" Type="http://schemas.openxmlformats.org/officeDocument/2006/relationships/image" Target="../media/image84.png"/><Relationship Id="rId93" Type="http://schemas.openxmlformats.org/officeDocument/2006/relationships/customXml" Target="../ink/ink84.xml"/><Relationship Id="rId98" Type="http://schemas.openxmlformats.org/officeDocument/2006/relationships/image" Target="../media/image97.png"/><Relationship Id="rId121" Type="http://schemas.openxmlformats.org/officeDocument/2006/relationships/customXml" Target="../ink/ink98.xml"/><Relationship Id="rId3" Type="http://schemas.openxmlformats.org/officeDocument/2006/relationships/diagramLayout" Target="../diagrams/layout2.xml"/><Relationship Id="rId25" Type="http://schemas.openxmlformats.org/officeDocument/2006/relationships/customXml" Target="../ink/ink50.xml"/><Relationship Id="rId46" Type="http://schemas.openxmlformats.org/officeDocument/2006/relationships/image" Target="../media/image71.png"/><Relationship Id="rId67" Type="http://schemas.openxmlformats.org/officeDocument/2006/relationships/customXml" Target="../ink/ink71.xml"/><Relationship Id="rId116" Type="http://schemas.openxmlformats.org/officeDocument/2006/relationships/image" Target="../media/image106.png"/><Relationship Id="rId20" Type="http://schemas.openxmlformats.org/officeDocument/2006/relationships/image" Target="../media/image58.png"/><Relationship Id="rId41" Type="http://schemas.openxmlformats.org/officeDocument/2006/relationships/customXml" Target="../ink/ink58.xml"/><Relationship Id="rId62" Type="http://schemas.openxmlformats.org/officeDocument/2006/relationships/image" Target="../media/image79.png"/><Relationship Id="rId83" Type="http://schemas.openxmlformats.org/officeDocument/2006/relationships/customXml" Target="../ink/ink79.xml"/><Relationship Id="rId88" Type="http://schemas.openxmlformats.org/officeDocument/2006/relationships/image" Target="../media/image92.png"/><Relationship Id="rId111" Type="http://schemas.openxmlformats.org/officeDocument/2006/relationships/customXml" Target="../ink/ink93.xml"/><Relationship Id="rId15" Type="http://schemas.openxmlformats.org/officeDocument/2006/relationships/customXml" Target="../ink/ink45.xml"/><Relationship Id="rId36" Type="http://schemas.openxmlformats.org/officeDocument/2006/relationships/image" Target="../media/image66.png"/><Relationship Id="rId57" Type="http://schemas.openxmlformats.org/officeDocument/2006/relationships/customXml" Target="../ink/ink66.xml"/><Relationship Id="rId106" Type="http://schemas.openxmlformats.org/officeDocument/2006/relationships/image" Target="../media/image101.png"/><Relationship Id="rId10" Type="http://schemas.openxmlformats.org/officeDocument/2006/relationships/image" Target="../media/image53.png"/><Relationship Id="rId31" Type="http://schemas.openxmlformats.org/officeDocument/2006/relationships/customXml" Target="../ink/ink53.xml"/><Relationship Id="rId52" Type="http://schemas.openxmlformats.org/officeDocument/2006/relationships/image" Target="../media/image74.png"/><Relationship Id="rId73" Type="http://schemas.openxmlformats.org/officeDocument/2006/relationships/customXml" Target="../ink/ink74.xml"/><Relationship Id="rId78" Type="http://schemas.openxmlformats.org/officeDocument/2006/relationships/image" Target="../media/image87.png"/><Relationship Id="rId94" Type="http://schemas.openxmlformats.org/officeDocument/2006/relationships/image" Target="../media/image95.png"/><Relationship Id="rId99" Type="http://schemas.openxmlformats.org/officeDocument/2006/relationships/customXml" Target="../ink/ink87.xml"/><Relationship Id="rId101" Type="http://schemas.openxmlformats.org/officeDocument/2006/relationships/customXml" Target="../ink/ink88.xml"/><Relationship Id="rId122" Type="http://schemas.openxmlformats.org/officeDocument/2006/relationships/image" Target="../media/image109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010.png"/><Relationship Id="rId299" Type="http://schemas.openxmlformats.org/officeDocument/2006/relationships/image" Target="../media/image161.png"/><Relationship Id="rId21" Type="http://schemas.openxmlformats.org/officeDocument/2006/relationships/image" Target="../media/image2310.png"/><Relationship Id="rId63" Type="http://schemas.openxmlformats.org/officeDocument/2006/relationships/customXml" Target="../ink/ink131.xml"/><Relationship Id="rId159" Type="http://schemas.openxmlformats.org/officeDocument/2006/relationships/image" Target="../media/image910.png"/><Relationship Id="rId324" Type="http://schemas.openxmlformats.org/officeDocument/2006/relationships/image" Target="../media/image173.png"/><Relationship Id="rId366" Type="http://schemas.openxmlformats.org/officeDocument/2006/relationships/image" Target="../media/image194.png"/><Relationship Id="rId170" Type="http://schemas.openxmlformats.org/officeDocument/2006/relationships/customXml" Target="../ink/ink185.xml"/><Relationship Id="rId226" Type="http://schemas.openxmlformats.org/officeDocument/2006/relationships/customXml" Target="../ink/ink213.xml"/><Relationship Id="rId433" Type="http://schemas.openxmlformats.org/officeDocument/2006/relationships/customXml" Target="../ink/ink317.xml"/><Relationship Id="rId268" Type="http://schemas.openxmlformats.org/officeDocument/2006/relationships/customXml" Target="../ink/ink234.xml"/><Relationship Id="rId475" Type="http://schemas.openxmlformats.org/officeDocument/2006/relationships/customXml" Target="../ink/ink338.xml"/><Relationship Id="rId32" Type="http://schemas.openxmlformats.org/officeDocument/2006/relationships/customXml" Target="../ink/ink115.xml"/><Relationship Id="rId74" Type="http://schemas.openxmlformats.org/officeDocument/2006/relationships/image" Target="../media/image4910.png"/><Relationship Id="rId128" Type="http://schemas.openxmlformats.org/officeDocument/2006/relationships/customXml" Target="../ink/ink164.xml"/><Relationship Id="rId335" Type="http://schemas.openxmlformats.org/officeDocument/2006/relationships/customXml" Target="../ink/ink268.xml"/><Relationship Id="rId377" Type="http://schemas.openxmlformats.org/officeDocument/2006/relationships/customXml" Target="../ink/ink289.xml"/><Relationship Id="rId5" Type="http://schemas.openxmlformats.org/officeDocument/2006/relationships/image" Target="../media/image1510.png"/><Relationship Id="rId181" Type="http://schemas.openxmlformats.org/officeDocument/2006/relationships/image" Target="../media/image1020.png"/><Relationship Id="rId237" Type="http://schemas.openxmlformats.org/officeDocument/2006/relationships/image" Target="../media/image130.png"/><Relationship Id="rId402" Type="http://schemas.openxmlformats.org/officeDocument/2006/relationships/image" Target="../media/image212.png"/><Relationship Id="rId279" Type="http://schemas.openxmlformats.org/officeDocument/2006/relationships/image" Target="../media/image151.png"/><Relationship Id="rId444" Type="http://schemas.openxmlformats.org/officeDocument/2006/relationships/image" Target="../media/image233.png"/><Relationship Id="rId486" Type="http://schemas.openxmlformats.org/officeDocument/2006/relationships/image" Target="../media/image254.png"/><Relationship Id="rId43" Type="http://schemas.openxmlformats.org/officeDocument/2006/relationships/image" Target="../media/image3410.png"/><Relationship Id="rId139" Type="http://schemas.openxmlformats.org/officeDocument/2006/relationships/image" Target="../media/image810.png"/><Relationship Id="rId290" Type="http://schemas.openxmlformats.org/officeDocument/2006/relationships/customXml" Target="../ink/ink245.xml"/><Relationship Id="rId304" Type="http://schemas.openxmlformats.org/officeDocument/2006/relationships/image" Target="../media/image163.png"/><Relationship Id="rId346" Type="http://schemas.openxmlformats.org/officeDocument/2006/relationships/image" Target="../media/image184.png"/><Relationship Id="rId388" Type="http://schemas.openxmlformats.org/officeDocument/2006/relationships/image" Target="../media/image205.png"/><Relationship Id="rId85" Type="http://schemas.openxmlformats.org/officeDocument/2006/relationships/image" Target="../media/image5410.png"/><Relationship Id="rId150" Type="http://schemas.openxmlformats.org/officeDocument/2006/relationships/customXml" Target="../ink/ink175.xml"/><Relationship Id="rId192" Type="http://schemas.openxmlformats.org/officeDocument/2006/relationships/customXml" Target="../ink/ink196.xml"/><Relationship Id="rId206" Type="http://schemas.openxmlformats.org/officeDocument/2006/relationships/customXml" Target="../ink/ink203.xml"/><Relationship Id="rId413" Type="http://schemas.openxmlformats.org/officeDocument/2006/relationships/customXml" Target="../ink/ink307.xml"/><Relationship Id="rId248" Type="http://schemas.openxmlformats.org/officeDocument/2006/relationships/customXml" Target="../ink/ink224.xml"/><Relationship Id="rId455" Type="http://schemas.openxmlformats.org/officeDocument/2006/relationships/customXml" Target="../ink/ink328.xml"/><Relationship Id="rId12" Type="http://schemas.openxmlformats.org/officeDocument/2006/relationships/customXml" Target="../ink/ink105.xml"/><Relationship Id="rId108" Type="http://schemas.openxmlformats.org/officeDocument/2006/relationships/customXml" Target="../ink/ink154.xml"/><Relationship Id="rId315" Type="http://schemas.openxmlformats.org/officeDocument/2006/relationships/customXml" Target="../ink/ink258.xml"/><Relationship Id="rId357" Type="http://schemas.openxmlformats.org/officeDocument/2006/relationships/customXml" Target="../ink/ink279.xml"/><Relationship Id="rId54" Type="http://schemas.openxmlformats.org/officeDocument/2006/relationships/image" Target="../media/image3910.png"/><Relationship Id="rId96" Type="http://schemas.openxmlformats.org/officeDocument/2006/relationships/customXml" Target="../ink/ink148.xml"/><Relationship Id="rId161" Type="http://schemas.openxmlformats.org/officeDocument/2006/relationships/image" Target="../media/image920.png"/><Relationship Id="rId217" Type="http://schemas.openxmlformats.org/officeDocument/2006/relationships/image" Target="../media/image120.png"/><Relationship Id="rId399" Type="http://schemas.openxmlformats.org/officeDocument/2006/relationships/customXml" Target="../ink/ink300.xml"/><Relationship Id="rId259" Type="http://schemas.openxmlformats.org/officeDocument/2006/relationships/image" Target="../media/image141.png"/><Relationship Id="rId424" Type="http://schemas.openxmlformats.org/officeDocument/2006/relationships/image" Target="../media/image223.png"/><Relationship Id="rId466" Type="http://schemas.openxmlformats.org/officeDocument/2006/relationships/image" Target="../media/image244.png"/><Relationship Id="rId23" Type="http://schemas.openxmlformats.org/officeDocument/2006/relationships/image" Target="../media/image2410.png"/><Relationship Id="rId119" Type="http://schemas.openxmlformats.org/officeDocument/2006/relationships/image" Target="../media/image7111.png"/><Relationship Id="rId270" Type="http://schemas.openxmlformats.org/officeDocument/2006/relationships/customXml" Target="../ink/ink235.xml"/><Relationship Id="rId326" Type="http://schemas.openxmlformats.org/officeDocument/2006/relationships/image" Target="../media/image174.png"/><Relationship Id="rId65" Type="http://schemas.openxmlformats.org/officeDocument/2006/relationships/customXml" Target="../ink/ink132.xml"/><Relationship Id="rId130" Type="http://schemas.openxmlformats.org/officeDocument/2006/relationships/customXml" Target="../ink/ink165.xml"/><Relationship Id="rId368" Type="http://schemas.openxmlformats.org/officeDocument/2006/relationships/image" Target="../media/image195.png"/><Relationship Id="rId172" Type="http://schemas.openxmlformats.org/officeDocument/2006/relationships/customXml" Target="../ink/ink186.xml"/><Relationship Id="rId228" Type="http://schemas.openxmlformats.org/officeDocument/2006/relationships/customXml" Target="../ink/ink214.xml"/><Relationship Id="rId435" Type="http://schemas.openxmlformats.org/officeDocument/2006/relationships/customXml" Target="../ink/ink318.xml"/><Relationship Id="rId477" Type="http://schemas.openxmlformats.org/officeDocument/2006/relationships/customXml" Target="../ink/ink339.xml"/><Relationship Id="rId281" Type="http://schemas.openxmlformats.org/officeDocument/2006/relationships/image" Target="../media/image152.png"/><Relationship Id="rId337" Type="http://schemas.openxmlformats.org/officeDocument/2006/relationships/customXml" Target="../ink/ink269.xml"/><Relationship Id="rId34" Type="http://schemas.openxmlformats.org/officeDocument/2006/relationships/customXml" Target="../ink/ink116.xml"/><Relationship Id="rId76" Type="http://schemas.openxmlformats.org/officeDocument/2006/relationships/image" Target="../media/image50.png"/><Relationship Id="rId141" Type="http://schemas.openxmlformats.org/officeDocument/2006/relationships/image" Target="../media/image820.png"/><Relationship Id="rId379" Type="http://schemas.openxmlformats.org/officeDocument/2006/relationships/customXml" Target="../ink/ink290.xml"/><Relationship Id="rId7" Type="http://schemas.openxmlformats.org/officeDocument/2006/relationships/image" Target="../media/image1610.png"/><Relationship Id="rId183" Type="http://schemas.openxmlformats.org/officeDocument/2006/relationships/image" Target="../media/image1030.png"/><Relationship Id="rId239" Type="http://schemas.openxmlformats.org/officeDocument/2006/relationships/image" Target="../media/image131.png"/><Relationship Id="rId390" Type="http://schemas.openxmlformats.org/officeDocument/2006/relationships/image" Target="../media/image206.png"/><Relationship Id="rId404" Type="http://schemas.openxmlformats.org/officeDocument/2006/relationships/image" Target="../media/image213.png"/><Relationship Id="rId446" Type="http://schemas.openxmlformats.org/officeDocument/2006/relationships/image" Target="../media/image234.png"/><Relationship Id="rId250" Type="http://schemas.openxmlformats.org/officeDocument/2006/relationships/customXml" Target="../ink/ink225.xml"/><Relationship Id="rId292" Type="http://schemas.openxmlformats.org/officeDocument/2006/relationships/customXml" Target="../ink/ink246.xml"/><Relationship Id="rId306" Type="http://schemas.openxmlformats.org/officeDocument/2006/relationships/image" Target="../media/image164.png"/><Relationship Id="rId488" Type="http://schemas.openxmlformats.org/officeDocument/2006/relationships/image" Target="../media/image255.png"/><Relationship Id="rId45" Type="http://schemas.openxmlformats.org/officeDocument/2006/relationships/image" Target="../media/image3510.png"/><Relationship Id="rId87" Type="http://schemas.openxmlformats.org/officeDocument/2006/relationships/image" Target="../media/image5510.png"/><Relationship Id="rId110" Type="http://schemas.openxmlformats.org/officeDocument/2006/relationships/customXml" Target="../ink/ink155.xml"/><Relationship Id="rId348" Type="http://schemas.openxmlformats.org/officeDocument/2006/relationships/image" Target="../media/image185.png"/><Relationship Id="rId152" Type="http://schemas.openxmlformats.org/officeDocument/2006/relationships/customXml" Target="../ink/ink176.xml"/><Relationship Id="rId194" Type="http://schemas.openxmlformats.org/officeDocument/2006/relationships/customXml" Target="../ink/ink197.xml"/><Relationship Id="rId208" Type="http://schemas.openxmlformats.org/officeDocument/2006/relationships/customXml" Target="../ink/ink204.xml"/><Relationship Id="rId415" Type="http://schemas.openxmlformats.org/officeDocument/2006/relationships/customXml" Target="../ink/ink308.xml"/><Relationship Id="rId457" Type="http://schemas.openxmlformats.org/officeDocument/2006/relationships/customXml" Target="../ink/ink329.xml"/><Relationship Id="rId261" Type="http://schemas.openxmlformats.org/officeDocument/2006/relationships/image" Target="../media/image142.png"/><Relationship Id="rId14" Type="http://schemas.openxmlformats.org/officeDocument/2006/relationships/customXml" Target="../ink/ink106.xml"/><Relationship Id="rId56" Type="http://schemas.openxmlformats.org/officeDocument/2006/relationships/image" Target="../media/image4010.png"/><Relationship Id="rId317" Type="http://schemas.openxmlformats.org/officeDocument/2006/relationships/customXml" Target="../ink/ink259.xml"/><Relationship Id="rId359" Type="http://schemas.openxmlformats.org/officeDocument/2006/relationships/customXml" Target="../ink/ink280.xml"/><Relationship Id="rId98" Type="http://schemas.openxmlformats.org/officeDocument/2006/relationships/customXml" Target="../ink/ink149.xml"/><Relationship Id="rId121" Type="http://schemas.openxmlformats.org/officeDocument/2006/relationships/image" Target="../media/image7210.png"/><Relationship Id="rId163" Type="http://schemas.openxmlformats.org/officeDocument/2006/relationships/image" Target="../media/image930.png"/><Relationship Id="rId219" Type="http://schemas.openxmlformats.org/officeDocument/2006/relationships/image" Target="../media/image121.png"/><Relationship Id="rId370" Type="http://schemas.openxmlformats.org/officeDocument/2006/relationships/image" Target="../media/image196.png"/><Relationship Id="rId426" Type="http://schemas.openxmlformats.org/officeDocument/2006/relationships/image" Target="../media/image224.png"/><Relationship Id="rId230" Type="http://schemas.openxmlformats.org/officeDocument/2006/relationships/customXml" Target="../ink/ink215.xml"/><Relationship Id="rId468" Type="http://schemas.openxmlformats.org/officeDocument/2006/relationships/image" Target="../media/image245.png"/><Relationship Id="rId25" Type="http://schemas.openxmlformats.org/officeDocument/2006/relationships/image" Target="../media/image2510.png"/><Relationship Id="rId67" Type="http://schemas.openxmlformats.org/officeDocument/2006/relationships/customXml" Target="../ink/ink133.xml"/><Relationship Id="rId272" Type="http://schemas.openxmlformats.org/officeDocument/2006/relationships/customXml" Target="../ink/ink236.xml"/><Relationship Id="rId328" Type="http://schemas.openxmlformats.org/officeDocument/2006/relationships/image" Target="../media/image175.png"/><Relationship Id="rId132" Type="http://schemas.openxmlformats.org/officeDocument/2006/relationships/customXml" Target="../ink/ink166.xml"/><Relationship Id="rId174" Type="http://schemas.openxmlformats.org/officeDocument/2006/relationships/customXml" Target="../ink/ink187.xml"/><Relationship Id="rId381" Type="http://schemas.openxmlformats.org/officeDocument/2006/relationships/customXml" Target="../ink/ink291.xml"/><Relationship Id="rId241" Type="http://schemas.openxmlformats.org/officeDocument/2006/relationships/image" Target="../media/image132.png"/><Relationship Id="rId437" Type="http://schemas.openxmlformats.org/officeDocument/2006/relationships/customXml" Target="../ink/ink319.xml"/><Relationship Id="rId479" Type="http://schemas.openxmlformats.org/officeDocument/2006/relationships/customXml" Target="../ink/ink340.xml"/><Relationship Id="rId36" Type="http://schemas.openxmlformats.org/officeDocument/2006/relationships/customXml" Target="../ink/ink117.xml"/><Relationship Id="rId283" Type="http://schemas.openxmlformats.org/officeDocument/2006/relationships/image" Target="../media/image153.png"/><Relationship Id="rId339" Type="http://schemas.openxmlformats.org/officeDocument/2006/relationships/customXml" Target="../ink/ink270.xml"/><Relationship Id="rId490" Type="http://schemas.openxmlformats.org/officeDocument/2006/relationships/image" Target="../media/image256.png"/><Relationship Id="rId78" Type="http://schemas.openxmlformats.org/officeDocument/2006/relationships/image" Target="../media/image5110.png"/><Relationship Id="rId101" Type="http://schemas.openxmlformats.org/officeDocument/2006/relationships/image" Target="../media/image6210.png"/><Relationship Id="rId143" Type="http://schemas.openxmlformats.org/officeDocument/2006/relationships/image" Target="../media/image830.png"/><Relationship Id="rId185" Type="http://schemas.openxmlformats.org/officeDocument/2006/relationships/image" Target="../media/image1040.png"/><Relationship Id="rId350" Type="http://schemas.openxmlformats.org/officeDocument/2006/relationships/image" Target="../media/image186.png"/><Relationship Id="rId406" Type="http://schemas.openxmlformats.org/officeDocument/2006/relationships/image" Target="../media/image214.png"/><Relationship Id="rId9" Type="http://schemas.openxmlformats.org/officeDocument/2006/relationships/image" Target="../media/image1710.png"/><Relationship Id="rId210" Type="http://schemas.openxmlformats.org/officeDocument/2006/relationships/customXml" Target="../ink/ink205.xml"/><Relationship Id="rId392" Type="http://schemas.openxmlformats.org/officeDocument/2006/relationships/image" Target="../media/image207.png"/><Relationship Id="rId448" Type="http://schemas.openxmlformats.org/officeDocument/2006/relationships/image" Target="../media/image235.png"/><Relationship Id="rId252" Type="http://schemas.openxmlformats.org/officeDocument/2006/relationships/customXml" Target="../ink/ink226.xml"/><Relationship Id="rId294" Type="http://schemas.openxmlformats.org/officeDocument/2006/relationships/customXml" Target="../ink/ink247.xml"/><Relationship Id="rId308" Type="http://schemas.openxmlformats.org/officeDocument/2006/relationships/image" Target="../media/image165.png"/><Relationship Id="rId47" Type="http://schemas.openxmlformats.org/officeDocument/2006/relationships/image" Target="../media/image3610.png"/><Relationship Id="rId89" Type="http://schemas.openxmlformats.org/officeDocument/2006/relationships/image" Target="../media/image5610.png"/><Relationship Id="rId112" Type="http://schemas.openxmlformats.org/officeDocument/2006/relationships/customXml" Target="../ink/ink156.xml"/><Relationship Id="rId154" Type="http://schemas.openxmlformats.org/officeDocument/2006/relationships/customXml" Target="../ink/ink177.xml"/><Relationship Id="rId361" Type="http://schemas.openxmlformats.org/officeDocument/2006/relationships/customXml" Target="../ink/ink281.xml"/><Relationship Id="rId196" Type="http://schemas.openxmlformats.org/officeDocument/2006/relationships/customXml" Target="../ink/ink198.xml"/><Relationship Id="rId417" Type="http://schemas.openxmlformats.org/officeDocument/2006/relationships/customXml" Target="../ink/ink309.xml"/><Relationship Id="rId459" Type="http://schemas.openxmlformats.org/officeDocument/2006/relationships/customXml" Target="../ink/ink330.xml"/><Relationship Id="rId16" Type="http://schemas.openxmlformats.org/officeDocument/2006/relationships/customXml" Target="../ink/ink107.xml"/><Relationship Id="rId221" Type="http://schemas.openxmlformats.org/officeDocument/2006/relationships/image" Target="../media/image122.png"/><Relationship Id="rId263" Type="http://schemas.openxmlformats.org/officeDocument/2006/relationships/image" Target="../media/image143.png"/><Relationship Id="rId319" Type="http://schemas.openxmlformats.org/officeDocument/2006/relationships/customXml" Target="../ink/ink260.xml"/><Relationship Id="rId470" Type="http://schemas.openxmlformats.org/officeDocument/2006/relationships/image" Target="../media/image246.png"/><Relationship Id="rId58" Type="http://schemas.openxmlformats.org/officeDocument/2006/relationships/image" Target="../media/image41.png"/><Relationship Id="rId123" Type="http://schemas.openxmlformats.org/officeDocument/2006/relationships/image" Target="../media/image7310.png"/><Relationship Id="rId330" Type="http://schemas.openxmlformats.org/officeDocument/2006/relationships/image" Target="../media/image176.png"/><Relationship Id="rId165" Type="http://schemas.openxmlformats.org/officeDocument/2006/relationships/image" Target="../media/image940.png"/><Relationship Id="rId372" Type="http://schemas.openxmlformats.org/officeDocument/2006/relationships/image" Target="../media/image197.png"/><Relationship Id="rId428" Type="http://schemas.openxmlformats.org/officeDocument/2006/relationships/image" Target="../media/image225.png"/><Relationship Id="rId232" Type="http://schemas.openxmlformats.org/officeDocument/2006/relationships/customXml" Target="../ink/ink216.xml"/><Relationship Id="rId274" Type="http://schemas.openxmlformats.org/officeDocument/2006/relationships/customXml" Target="../ink/ink237.xml"/><Relationship Id="rId481" Type="http://schemas.openxmlformats.org/officeDocument/2006/relationships/customXml" Target="../ink/ink341.xml"/><Relationship Id="rId27" Type="http://schemas.openxmlformats.org/officeDocument/2006/relationships/image" Target="../media/image2610.png"/><Relationship Id="rId69" Type="http://schemas.openxmlformats.org/officeDocument/2006/relationships/customXml" Target="../ink/ink134.xml"/><Relationship Id="rId134" Type="http://schemas.openxmlformats.org/officeDocument/2006/relationships/customXml" Target="../ink/ink167.xml"/><Relationship Id="rId80" Type="http://schemas.openxmlformats.org/officeDocument/2006/relationships/image" Target="../media/image52.png"/><Relationship Id="rId176" Type="http://schemas.openxmlformats.org/officeDocument/2006/relationships/customXml" Target="../ink/ink188.xml"/><Relationship Id="rId341" Type="http://schemas.openxmlformats.org/officeDocument/2006/relationships/customXml" Target="../ink/ink271.xml"/><Relationship Id="rId383" Type="http://schemas.openxmlformats.org/officeDocument/2006/relationships/customXml" Target="../ink/ink292.xml"/><Relationship Id="rId439" Type="http://schemas.openxmlformats.org/officeDocument/2006/relationships/customXml" Target="../ink/ink320.xml"/><Relationship Id="rId201" Type="http://schemas.openxmlformats.org/officeDocument/2006/relationships/image" Target="../media/image112.png"/><Relationship Id="rId243" Type="http://schemas.openxmlformats.org/officeDocument/2006/relationships/image" Target="../media/image133.png"/><Relationship Id="rId285" Type="http://schemas.openxmlformats.org/officeDocument/2006/relationships/image" Target="../media/image154.png"/><Relationship Id="rId450" Type="http://schemas.openxmlformats.org/officeDocument/2006/relationships/image" Target="../media/image236.png"/><Relationship Id="rId38" Type="http://schemas.openxmlformats.org/officeDocument/2006/relationships/customXml" Target="../ink/ink118.xml"/><Relationship Id="rId103" Type="http://schemas.openxmlformats.org/officeDocument/2006/relationships/image" Target="../media/image6310.png"/><Relationship Id="rId310" Type="http://schemas.openxmlformats.org/officeDocument/2006/relationships/image" Target="../media/image166.png"/><Relationship Id="rId492" Type="http://schemas.openxmlformats.org/officeDocument/2006/relationships/image" Target="../media/image257.png"/><Relationship Id="rId91" Type="http://schemas.openxmlformats.org/officeDocument/2006/relationships/image" Target="../media/image5710.png"/><Relationship Id="rId145" Type="http://schemas.openxmlformats.org/officeDocument/2006/relationships/image" Target="../media/image840.png"/><Relationship Id="rId187" Type="http://schemas.openxmlformats.org/officeDocument/2006/relationships/image" Target="../media/image1050.png"/><Relationship Id="rId352" Type="http://schemas.openxmlformats.org/officeDocument/2006/relationships/image" Target="../media/image187.png"/><Relationship Id="rId394" Type="http://schemas.openxmlformats.org/officeDocument/2006/relationships/image" Target="../media/image208.png"/><Relationship Id="rId408" Type="http://schemas.openxmlformats.org/officeDocument/2006/relationships/image" Target="../media/image215.png"/><Relationship Id="rId212" Type="http://schemas.openxmlformats.org/officeDocument/2006/relationships/customXml" Target="../ink/ink206.xml"/><Relationship Id="rId254" Type="http://schemas.openxmlformats.org/officeDocument/2006/relationships/customXml" Target="../ink/ink227.xml"/><Relationship Id="rId49" Type="http://schemas.openxmlformats.org/officeDocument/2006/relationships/image" Target="../media/image3710.png"/><Relationship Id="rId114" Type="http://schemas.openxmlformats.org/officeDocument/2006/relationships/customXml" Target="../ink/ink157.xml"/><Relationship Id="rId296" Type="http://schemas.openxmlformats.org/officeDocument/2006/relationships/customXml" Target="../ink/ink248.xml"/><Relationship Id="rId461" Type="http://schemas.openxmlformats.org/officeDocument/2006/relationships/customXml" Target="../ink/ink331.xml"/><Relationship Id="rId60" Type="http://schemas.openxmlformats.org/officeDocument/2006/relationships/image" Target="../media/image4210.png"/><Relationship Id="rId156" Type="http://schemas.openxmlformats.org/officeDocument/2006/relationships/customXml" Target="../ink/ink178.xml"/><Relationship Id="rId198" Type="http://schemas.openxmlformats.org/officeDocument/2006/relationships/customXml" Target="../ink/ink199.xml"/><Relationship Id="rId321" Type="http://schemas.openxmlformats.org/officeDocument/2006/relationships/customXml" Target="../ink/ink261.xml"/><Relationship Id="rId363" Type="http://schemas.openxmlformats.org/officeDocument/2006/relationships/customXml" Target="../ink/ink282.xml"/><Relationship Id="rId419" Type="http://schemas.openxmlformats.org/officeDocument/2006/relationships/customXml" Target="../ink/ink310.xml"/><Relationship Id="rId223" Type="http://schemas.openxmlformats.org/officeDocument/2006/relationships/image" Target="../media/image123.png"/><Relationship Id="rId430" Type="http://schemas.openxmlformats.org/officeDocument/2006/relationships/image" Target="../media/image226.png"/><Relationship Id="rId18" Type="http://schemas.openxmlformats.org/officeDocument/2006/relationships/customXml" Target="../ink/ink108.xml"/><Relationship Id="rId265" Type="http://schemas.openxmlformats.org/officeDocument/2006/relationships/image" Target="../media/image144.png"/><Relationship Id="rId472" Type="http://schemas.openxmlformats.org/officeDocument/2006/relationships/image" Target="../media/image247.png"/><Relationship Id="rId125" Type="http://schemas.openxmlformats.org/officeDocument/2006/relationships/image" Target="../media/image7410.png"/><Relationship Id="rId167" Type="http://schemas.openxmlformats.org/officeDocument/2006/relationships/image" Target="../media/image950.png"/><Relationship Id="rId332" Type="http://schemas.openxmlformats.org/officeDocument/2006/relationships/image" Target="../media/image177.png"/><Relationship Id="rId374" Type="http://schemas.openxmlformats.org/officeDocument/2006/relationships/image" Target="../media/image198.png"/><Relationship Id="rId71" Type="http://schemas.openxmlformats.org/officeDocument/2006/relationships/customXml" Target="../ink/ink135.xml"/><Relationship Id="rId234" Type="http://schemas.openxmlformats.org/officeDocument/2006/relationships/customXml" Target="../ink/ink217.xml"/><Relationship Id="rId2" Type="http://schemas.openxmlformats.org/officeDocument/2006/relationships/customXml" Target="../ink/ink100.xml"/><Relationship Id="rId29" Type="http://schemas.openxmlformats.org/officeDocument/2006/relationships/image" Target="../media/image2710.png"/><Relationship Id="rId276" Type="http://schemas.openxmlformats.org/officeDocument/2006/relationships/customXml" Target="../ink/ink238.xml"/><Relationship Id="rId441" Type="http://schemas.openxmlformats.org/officeDocument/2006/relationships/customXml" Target="../ink/ink321.xml"/><Relationship Id="rId483" Type="http://schemas.openxmlformats.org/officeDocument/2006/relationships/customXml" Target="../ink/ink342.xml"/><Relationship Id="rId40" Type="http://schemas.openxmlformats.org/officeDocument/2006/relationships/customXml" Target="../ink/ink119.xml"/><Relationship Id="rId136" Type="http://schemas.openxmlformats.org/officeDocument/2006/relationships/customXml" Target="../ink/ink168.xml"/><Relationship Id="rId178" Type="http://schemas.openxmlformats.org/officeDocument/2006/relationships/customXml" Target="../ink/ink189.xml"/><Relationship Id="rId301" Type="http://schemas.openxmlformats.org/officeDocument/2006/relationships/customXml" Target="../ink/ink251.xml"/><Relationship Id="rId343" Type="http://schemas.openxmlformats.org/officeDocument/2006/relationships/customXml" Target="../ink/ink272.xml"/><Relationship Id="rId82" Type="http://schemas.openxmlformats.org/officeDocument/2006/relationships/image" Target="../media/image5310.png"/><Relationship Id="rId203" Type="http://schemas.openxmlformats.org/officeDocument/2006/relationships/image" Target="../media/image113.png"/><Relationship Id="rId385" Type="http://schemas.openxmlformats.org/officeDocument/2006/relationships/customXml" Target="../ink/ink293.xml"/><Relationship Id="rId245" Type="http://schemas.openxmlformats.org/officeDocument/2006/relationships/image" Target="../media/image134.png"/><Relationship Id="rId287" Type="http://schemas.openxmlformats.org/officeDocument/2006/relationships/image" Target="../media/image155.png"/><Relationship Id="rId410" Type="http://schemas.openxmlformats.org/officeDocument/2006/relationships/image" Target="../media/image216.png"/><Relationship Id="rId452" Type="http://schemas.openxmlformats.org/officeDocument/2006/relationships/image" Target="../media/image237.png"/><Relationship Id="rId494" Type="http://schemas.openxmlformats.org/officeDocument/2006/relationships/image" Target="../media/image258.png"/><Relationship Id="rId105" Type="http://schemas.openxmlformats.org/officeDocument/2006/relationships/image" Target="../media/image6410.png"/><Relationship Id="rId147" Type="http://schemas.openxmlformats.org/officeDocument/2006/relationships/image" Target="../media/image850.png"/><Relationship Id="rId312" Type="http://schemas.openxmlformats.org/officeDocument/2006/relationships/image" Target="../media/image167.png"/><Relationship Id="rId354" Type="http://schemas.openxmlformats.org/officeDocument/2006/relationships/image" Target="../media/image188.png"/><Relationship Id="rId51" Type="http://schemas.openxmlformats.org/officeDocument/2006/relationships/customXml" Target="../ink/ink125.xml"/><Relationship Id="rId93" Type="http://schemas.openxmlformats.org/officeDocument/2006/relationships/image" Target="../media/image5810.png"/><Relationship Id="rId189" Type="http://schemas.openxmlformats.org/officeDocument/2006/relationships/image" Target="../media/image1060.png"/><Relationship Id="rId396" Type="http://schemas.openxmlformats.org/officeDocument/2006/relationships/image" Target="../media/image209.png"/><Relationship Id="rId214" Type="http://schemas.openxmlformats.org/officeDocument/2006/relationships/customXml" Target="../ink/ink207.xml"/><Relationship Id="rId256" Type="http://schemas.openxmlformats.org/officeDocument/2006/relationships/customXml" Target="../ink/ink228.xml"/><Relationship Id="rId298" Type="http://schemas.openxmlformats.org/officeDocument/2006/relationships/customXml" Target="../ink/ink249.xml"/><Relationship Id="rId421" Type="http://schemas.openxmlformats.org/officeDocument/2006/relationships/customXml" Target="../ink/ink311.xml"/><Relationship Id="rId463" Type="http://schemas.openxmlformats.org/officeDocument/2006/relationships/customXml" Target="../ink/ink332.xml"/><Relationship Id="rId116" Type="http://schemas.openxmlformats.org/officeDocument/2006/relationships/customXml" Target="../ink/ink158.xml"/><Relationship Id="rId158" Type="http://schemas.openxmlformats.org/officeDocument/2006/relationships/customXml" Target="../ink/ink179.xml"/><Relationship Id="rId323" Type="http://schemas.openxmlformats.org/officeDocument/2006/relationships/customXml" Target="../ink/ink262.xml"/><Relationship Id="rId20" Type="http://schemas.openxmlformats.org/officeDocument/2006/relationships/customXml" Target="../ink/ink109.xml"/><Relationship Id="rId62" Type="http://schemas.openxmlformats.org/officeDocument/2006/relationships/image" Target="../media/image4310.png"/><Relationship Id="rId365" Type="http://schemas.openxmlformats.org/officeDocument/2006/relationships/customXml" Target="../ink/ink283.xml"/><Relationship Id="rId190" Type="http://schemas.openxmlformats.org/officeDocument/2006/relationships/customXml" Target="../ink/ink195.xml"/><Relationship Id="rId204" Type="http://schemas.openxmlformats.org/officeDocument/2006/relationships/customXml" Target="../ink/ink202.xml"/><Relationship Id="rId225" Type="http://schemas.openxmlformats.org/officeDocument/2006/relationships/image" Target="../media/image124.png"/><Relationship Id="rId246" Type="http://schemas.openxmlformats.org/officeDocument/2006/relationships/customXml" Target="../ink/ink223.xml"/><Relationship Id="rId267" Type="http://schemas.openxmlformats.org/officeDocument/2006/relationships/image" Target="../media/image145.png"/><Relationship Id="rId288" Type="http://schemas.openxmlformats.org/officeDocument/2006/relationships/customXml" Target="../ink/ink244.xml"/><Relationship Id="rId411" Type="http://schemas.openxmlformats.org/officeDocument/2006/relationships/customXml" Target="../ink/ink306.xml"/><Relationship Id="rId432" Type="http://schemas.openxmlformats.org/officeDocument/2006/relationships/image" Target="../media/image227.png"/><Relationship Id="rId453" Type="http://schemas.openxmlformats.org/officeDocument/2006/relationships/customXml" Target="../ink/ink327.xml"/><Relationship Id="rId474" Type="http://schemas.openxmlformats.org/officeDocument/2006/relationships/image" Target="../media/image248.png"/><Relationship Id="rId106" Type="http://schemas.openxmlformats.org/officeDocument/2006/relationships/customXml" Target="../ink/ink153.xml"/><Relationship Id="rId127" Type="http://schemas.openxmlformats.org/officeDocument/2006/relationships/image" Target="../media/image7510.png"/><Relationship Id="rId313" Type="http://schemas.openxmlformats.org/officeDocument/2006/relationships/customXml" Target="../ink/ink257.xml"/><Relationship Id="rId495" Type="http://schemas.openxmlformats.org/officeDocument/2006/relationships/customXml" Target="../ink/ink348.xml"/><Relationship Id="rId10" Type="http://schemas.openxmlformats.org/officeDocument/2006/relationships/customXml" Target="../ink/ink104.xml"/><Relationship Id="rId31" Type="http://schemas.openxmlformats.org/officeDocument/2006/relationships/image" Target="../media/image2810.png"/><Relationship Id="rId52" Type="http://schemas.openxmlformats.org/officeDocument/2006/relationships/image" Target="../media/image3810.png"/><Relationship Id="rId73" Type="http://schemas.openxmlformats.org/officeDocument/2006/relationships/customXml" Target="../ink/ink136.xml"/><Relationship Id="rId94" Type="http://schemas.openxmlformats.org/officeDocument/2006/relationships/customXml" Target="../ink/ink147.xml"/><Relationship Id="rId148" Type="http://schemas.openxmlformats.org/officeDocument/2006/relationships/customXml" Target="../ink/ink174.xml"/><Relationship Id="rId169" Type="http://schemas.openxmlformats.org/officeDocument/2006/relationships/image" Target="../media/image960.png"/><Relationship Id="rId334" Type="http://schemas.openxmlformats.org/officeDocument/2006/relationships/image" Target="../media/image178.png"/><Relationship Id="rId355" Type="http://schemas.openxmlformats.org/officeDocument/2006/relationships/customXml" Target="../ink/ink278.xml"/><Relationship Id="rId376" Type="http://schemas.openxmlformats.org/officeDocument/2006/relationships/image" Target="../media/image199.png"/><Relationship Id="rId397" Type="http://schemas.openxmlformats.org/officeDocument/2006/relationships/customXml" Target="../ink/ink299.xml"/><Relationship Id="rId4" Type="http://schemas.openxmlformats.org/officeDocument/2006/relationships/customXml" Target="../ink/ink101.xml"/><Relationship Id="rId180" Type="http://schemas.openxmlformats.org/officeDocument/2006/relationships/customXml" Target="../ink/ink190.xml"/><Relationship Id="rId215" Type="http://schemas.openxmlformats.org/officeDocument/2006/relationships/image" Target="../media/image119.png"/><Relationship Id="rId236" Type="http://schemas.openxmlformats.org/officeDocument/2006/relationships/customXml" Target="../ink/ink218.xml"/><Relationship Id="rId257" Type="http://schemas.openxmlformats.org/officeDocument/2006/relationships/image" Target="../media/image140.png"/><Relationship Id="rId278" Type="http://schemas.openxmlformats.org/officeDocument/2006/relationships/customXml" Target="../ink/ink239.xml"/><Relationship Id="rId401" Type="http://schemas.openxmlformats.org/officeDocument/2006/relationships/customXml" Target="../ink/ink301.xml"/><Relationship Id="rId422" Type="http://schemas.openxmlformats.org/officeDocument/2006/relationships/image" Target="../media/image222.png"/><Relationship Id="rId443" Type="http://schemas.openxmlformats.org/officeDocument/2006/relationships/customXml" Target="../ink/ink322.xml"/><Relationship Id="rId464" Type="http://schemas.openxmlformats.org/officeDocument/2006/relationships/image" Target="../media/image243.png"/><Relationship Id="rId303" Type="http://schemas.openxmlformats.org/officeDocument/2006/relationships/customXml" Target="../ink/ink252.xml"/><Relationship Id="rId485" Type="http://schemas.openxmlformats.org/officeDocument/2006/relationships/customXml" Target="../ink/ink343.xml"/><Relationship Id="rId42" Type="http://schemas.openxmlformats.org/officeDocument/2006/relationships/customXml" Target="../ink/ink120.xml"/><Relationship Id="rId84" Type="http://schemas.openxmlformats.org/officeDocument/2006/relationships/customXml" Target="../ink/ink142.xml"/><Relationship Id="rId138" Type="http://schemas.openxmlformats.org/officeDocument/2006/relationships/customXml" Target="../ink/ink169.xml"/><Relationship Id="rId345" Type="http://schemas.openxmlformats.org/officeDocument/2006/relationships/customXml" Target="../ink/ink273.xml"/><Relationship Id="rId387" Type="http://schemas.openxmlformats.org/officeDocument/2006/relationships/customXml" Target="../ink/ink294.xml"/><Relationship Id="rId191" Type="http://schemas.openxmlformats.org/officeDocument/2006/relationships/image" Target="../media/image1070.png"/><Relationship Id="rId205" Type="http://schemas.openxmlformats.org/officeDocument/2006/relationships/image" Target="../media/image114.png"/><Relationship Id="rId247" Type="http://schemas.openxmlformats.org/officeDocument/2006/relationships/image" Target="../media/image135.png"/><Relationship Id="rId412" Type="http://schemas.openxmlformats.org/officeDocument/2006/relationships/image" Target="../media/image217.png"/><Relationship Id="rId107" Type="http://schemas.openxmlformats.org/officeDocument/2006/relationships/image" Target="../media/image6510.png"/><Relationship Id="rId289" Type="http://schemas.openxmlformats.org/officeDocument/2006/relationships/image" Target="../media/image156.png"/><Relationship Id="rId454" Type="http://schemas.openxmlformats.org/officeDocument/2006/relationships/image" Target="../media/image238.png"/><Relationship Id="rId496" Type="http://schemas.openxmlformats.org/officeDocument/2006/relationships/image" Target="../media/image259.png"/><Relationship Id="rId11" Type="http://schemas.openxmlformats.org/officeDocument/2006/relationships/image" Target="../media/image1810.png"/><Relationship Id="rId53" Type="http://schemas.openxmlformats.org/officeDocument/2006/relationships/customXml" Target="../ink/ink126.xml"/><Relationship Id="rId149" Type="http://schemas.openxmlformats.org/officeDocument/2006/relationships/image" Target="../media/image860.png"/><Relationship Id="rId314" Type="http://schemas.openxmlformats.org/officeDocument/2006/relationships/image" Target="../media/image168.png"/><Relationship Id="rId356" Type="http://schemas.openxmlformats.org/officeDocument/2006/relationships/image" Target="../media/image189.png"/><Relationship Id="rId398" Type="http://schemas.openxmlformats.org/officeDocument/2006/relationships/image" Target="../media/image210.png"/><Relationship Id="rId95" Type="http://schemas.openxmlformats.org/officeDocument/2006/relationships/image" Target="../media/image5910.png"/><Relationship Id="rId160" Type="http://schemas.openxmlformats.org/officeDocument/2006/relationships/customXml" Target="../ink/ink180.xml"/><Relationship Id="rId216" Type="http://schemas.openxmlformats.org/officeDocument/2006/relationships/customXml" Target="../ink/ink208.xml"/><Relationship Id="rId423" Type="http://schemas.openxmlformats.org/officeDocument/2006/relationships/customXml" Target="../ink/ink312.xml"/><Relationship Id="rId258" Type="http://schemas.openxmlformats.org/officeDocument/2006/relationships/customXml" Target="../ink/ink229.xml"/><Relationship Id="rId465" Type="http://schemas.openxmlformats.org/officeDocument/2006/relationships/customXml" Target="../ink/ink333.xml"/><Relationship Id="rId22" Type="http://schemas.openxmlformats.org/officeDocument/2006/relationships/customXml" Target="../ink/ink110.xml"/><Relationship Id="rId64" Type="http://schemas.openxmlformats.org/officeDocument/2006/relationships/image" Target="../media/image44.png"/><Relationship Id="rId118" Type="http://schemas.openxmlformats.org/officeDocument/2006/relationships/customXml" Target="../ink/ink159.xml"/><Relationship Id="rId325" Type="http://schemas.openxmlformats.org/officeDocument/2006/relationships/customXml" Target="../ink/ink263.xml"/><Relationship Id="rId367" Type="http://schemas.openxmlformats.org/officeDocument/2006/relationships/customXml" Target="../ink/ink284.xml"/><Relationship Id="rId171" Type="http://schemas.openxmlformats.org/officeDocument/2006/relationships/image" Target="../media/image970.png"/><Relationship Id="rId227" Type="http://schemas.openxmlformats.org/officeDocument/2006/relationships/image" Target="../media/image125.png"/><Relationship Id="rId269" Type="http://schemas.openxmlformats.org/officeDocument/2006/relationships/image" Target="../media/image146.png"/><Relationship Id="rId434" Type="http://schemas.openxmlformats.org/officeDocument/2006/relationships/image" Target="../media/image228.png"/><Relationship Id="rId476" Type="http://schemas.openxmlformats.org/officeDocument/2006/relationships/image" Target="../media/image249.png"/><Relationship Id="rId33" Type="http://schemas.openxmlformats.org/officeDocument/2006/relationships/image" Target="../media/image2910.png"/><Relationship Id="rId129" Type="http://schemas.openxmlformats.org/officeDocument/2006/relationships/image" Target="../media/image7610.png"/><Relationship Id="rId280" Type="http://schemas.openxmlformats.org/officeDocument/2006/relationships/customXml" Target="../ink/ink240.xml"/><Relationship Id="rId336" Type="http://schemas.openxmlformats.org/officeDocument/2006/relationships/image" Target="../media/image179.png"/><Relationship Id="rId75" Type="http://schemas.openxmlformats.org/officeDocument/2006/relationships/customXml" Target="../ink/ink137.xml"/><Relationship Id="rId140" Type="http://schemas.openxmlformats.org/officeDocument/2006/relationships/customXml" Target="../ink/ink170.xml"/><Relationship Id="rId182" Type="http://schemas.openxmlformats.org/officeDocument/2006/relationships/customXml" Target="../ink/ink191.xml"/><Relationship Id="rId378" Type="http://schemas.openxmlformats.org/officeDocument/2006/relationships/image" Target="../media/image200.png"/><Relationship Id="rId403" Type="http://schemas.openxmlformats.org/officeDocument/2006/relationships/customXml" Target="../ink/ink302.xml"/><Relationship Id="rId6" Type="http://schemas.openxmlformats.org/officeDocument/2006/relationships/customXml" Target="../ink/ink102.xml"/><Relationship Id="rId238" Type="http://schemas.openxmlformats.org/officeDocument/2006/relationships/customXml" Target="../ink/ink219.xml"/><Relationship Id="rId445" Type="http://schemas.openxmlformats.org/officeDocument/2006/relationships/customXml" Target="../ink/ink323.xml"/><Relationship Id="rId487" Type="http://schemas.openxmlformats.org/officeDocument/2006/relationships/customXml" Target="../ink/ink344.xml"/><Relationship Id="rId291" Type="http://schemas.openxmlformats.org/officeDocument/2006/relationships/image" Target="../media/image157.png"/><Relationship Id="rId305" Type="http://schemas.openxmlformats.org/officeDocument/2006/relationships/customXml" Target="../ink/ink253.xml"/><Relationship Id="rId347" Type="http://schemas.openxmlformats.org/officeDocument/2006/relationships/customXml" Target="../ink/ink274.xml"/><Relationship Id="rId44" Type="http://schemas.openxmlformats.org/officeDocument/2006/relationships/customXml" Target="../ink/ink121.xml"/><Relationship Id="rId86" Type="http://schemas.openxmlformats.org/officeDocument/2006/relationships/customXml" Target="../ink/ink143.xml"/><Relationship Id="rId151" Type="http://schemas.openxmlformats.org/officeDocument/2006/relationships/image" Target="../media/image870.png"/><Relationship Id="rId389" Type="http://schemas.openxmlformats.org/officeDocument/2006/relationships/customXml" Target="../ink/ink295.xml"/><Relationship Id="rId193" Type="http://schemas.openxmlformats.org/officeDocument/2006/relationships/image" Target="../media/image1080.png"/><Relationship Id="rId207" Type="http://schemas.openxmlformats.org/officeDocument/2006/relationships/image" Target="../media/image115.png"/><Relationship Id="rId249" Type="http://schemas.openxmlformats.org/officeDocument/2006/relationships/image" Target="../media/image136.png"/><Relationship Id="rId414" Type="http://schemas.openxmlformats.org/officeDocument/2006/relationships/image" Target="../media/image218.png"/><Relationship Id="rId456" Type="http://schemas.openxmlformats.org/officeDocument/2006/relationships/image" Target="../media/image239.png"/><Relationship Id="rId13" Type="http://schemas.openxmlformats.org/officeDocument/2006/relationships/image" Target="../media/image1910.png"/><Relationship Id="rId109" Type="http://schemas.openxmlformats.org/officeDocument/2006/relationships/image" Target="../media/image6610.png"/><Relationship Id="rId260" Type="http://schemas.openxmlformats.org/officeDocument/2006/relationships/customXml" Target="../ink/ink230.xml"/><Relationship Id="rId316" Type="http://schemas.openxmlformats.org/officeDocument/2006/relationships/image" Target="../media/image169.png"/><Relationship Id="rId55" Type="http://schemas.openxmlformats.org/officeDocument/2006/relationships/customXml" Target="../ink/ink127.xml"/><Relationship Id="rId97" Type="http://schemas.openxmlformats.org/officeDocument/2006/relationships/image" Target="../media/image6010.png"/><Relationship Id="rId120" Type="http://schemas.openxmlformats.org/officeDocument/2006/relationships/customXml" Target="../ink/ink160.xml"/><Relationship Id="rId358" Type="http://schemas.openxmlformats.org/officeDocument/2006/relationships/image" Target="../media/image190.png"/><Relationship Id="rId162" Type="http://schemas.openxmlformats.org/officeDocument/2006/relationships/customXml" Target="../ink/ink181.xml"/><Relationship Id="rId218" Type="http://schemas.openxmlformats.org/officeDocument/2006/relationships/customXml" Target="../ink/ink209.xml"/><Relationship Id="rId425" Type="http://schemas.openxmlformats.org/officeDocument/2006/relationships/customXml" Target="../ink/ink313.xml"/><Relationship Id="rId467" Type="http://schemas.openxmlformats.org/officeDocument/2006/relationships/customXml" Target="../ink/ink334.xml"/><Relationship Id="rId271" Type="http://schemas.openxmlformats.org/officeDocument/2006/relationships/image" Target="../media/image147.png"/><Relationship Id="rId24" Type="http://schemas.openxmlformats.org/officeDocument/2006/relationships/customXml" Target="../ink/ink111.xml"/><Relationship Id="rId66" Type="http://schemas.openxmlformats.org/officeDocument/2006/relationships/image" Target="../media/image4510.png"/><Relationship Id="rId131" Type="http://schemas.openxmlformats.org/officeDocument/2006/relationships/image" Target="../media/image7710.png"/><Relationship Id="rId327" Type="http://schemas.openxmlformats.org/officeDocument/2006/relationships/customXml" Target="../ink/ink264.xml"/><Relationship Id="rId369" Type="http://schemas.openxmlformats.org/officeDocument/2006/relationships/customXml" Target="../ink/ink285.xml"/><Relationship Id="rId173" Type="http://schemas.openxmlformats.org/officeDocument/2006/relationships/image" Target="../media/image980.png"/><Relationship Id="rId229" Type="http://schemas.openxmlformats.org/officeDocument/2006/relationships/image" Target="../media/image126.png"/><Relationship Id="rId380" Type="http://schemas.openxmlformats.org/officeDocument/2006/relationships/image" Target="../media/image201.png"/><Relationship Id="rId436" Type="http://schemas.openxmlformats.org/officeDocument/2006/relationships/image" Target="../media/image229.png"/><Relationship Id="rId240" Type="http://schemas.openxmlformats.org/officeDocument/2006/relationships/customXml" Target="../ink/ink220.xml"/><Relationship Id="rId478" Type="http://schemas.openxmlformats.org/officeDocument/2006/relationships/image" Target="../media/image250.png"/><Relationship Id="rId35" Type="http://schemas.openxmlformats.org/officeDocument/2006/relationships/image" Target="../media/image3010.png"/><Relationship Id="rId77" Type="http://schemas.openxmlformats.org/officeDocument/2006/relationships/customXml" Target="../ink/ink138.xml"/><Relationship Id="rId100" Type="http://schemas.openxmlformats.org/officeDocument/2006/relationships/customXml" Target="../ink/ink150.xml"/><Relationship Id="rId282" Type="http://schemas.openxmlformats.org/officeDocument/2006/relationships/customXml" Target="../ink/ink241.xml"/><Relationship Id="rId338" Type="http://schemas.openxmlformats.org/officeDocument/2006/relationships/image" Target="../media/image180.png"/><Relationship Id="rId8" Type="http://schemas.openxmlformats.org/officeDocument/2006/relationships/customXml" Target="../ink/ink103.xml"/><Relationship Id="rId142" Type="http://schemas.openxmlformats.org/officeDocument/2006/relationships/customXml" Target="../ink/ink171.xml"/><Relationship Id="rId184" Type="http://schemas.openxmlformats.org/officeDocument/2006/relationships/customXml" Target="../ink/ink192.xml"/><Relationship Id="rId391" Type="http://schemas.openxmlformats.org/officeDocument/2006/relationships/customXml" Target="../ink/ink296.xml"/><Relationship Id="rId405" Type="http://schemas.openxmlformats.org/officeDocument/2006/relationships/customXml" Target="../ink/ink303.xml"/><Relationship Id="rId447" Type="http://schemas.openxmlformats.org/officeDocument/2006/relationships/customXml" Target="../ink/ink324.xml"/><Relationship Id="rId251" Type="http://schemas.openxmlformats.org/officeDocument/2006/relationships/image" Target="../media/image137.png"/><Relationship Id="rId489" Type="http://schemas.openxmlformats.org/officeDocument/2006/relationships/customXml" Target="../ink/ink345.xml"/><Relationship Id="rId46" Type="http://schemas.openxmlformats.org/officeDocument/2006/relationships/customXml" Target="../ink/ink122.xml"/><Relationship Id="rId293" Type="http://schemas.openxmlformats.org/officeDocument/2006/relationships/image" Target="../media/image158.png"/><Relationship Id="rId307" Type="http://schemas.openxmlformats.org/officeDocument/2006/relationships/customXml" Target="../ink/ink254.xml"/><Relationship Id="rId349" Type="http://schemas.openxmlformats.org/officeDocument/2006/relationships/customXml" Target="../ink/ink275.xml"/><Relationship Id="rId88" Type="http://schemas.openxmlformats.org/officeDocument/2006/relationships/customXml" Target="../ink/ink144.xml"/><Relationship Id="rId111" Type="http://schemas.openxmlformats.org/officeDocument/2006/relationships/image" Target="../media/image6710.png"/><Relationship Id="rId153" Type="http://schemas.openxmlformats.org/officeDocument/2006/relationships/image" Target="../media/image880.png"/><Relationship Id="rId195" Type="http://schemas.openxmlformats.org/officeDocument/2006/relationships/image" Target="../media/image1090.png"/><Relationship Id="rId209" Type="http://schemas.openxmlformats.org/officeDocument/2006/relationships/image" Target="../media/image116.png"/><Relationship Id="rId360" Type="http://schemas.openxmlformats.org/officeDocument/2006/relationships/image" Target="../media/image191.png"/><Relationship Id="rId416" Type="http://schemas.openxmlformats.org/officeDocument/2006/relationships/image" Target="../media/image219.png"/><Relationship Id="rId220" Type="http://schemas.openxmlformats.org/officeDocument/2006/relationships/customXml" Target="../ink/ink210.xml"/><Relationship Id="rId458" Type="http://schemas.openxmlformats.org/officeDocument/2006/relationships/image" Target="../media/image240.png"/><Relationship Id="rId15" Type="http://schemas.openxmlformats.org/officeDocument/2006/relationships/image" Target="../media/image2010.png"/><Relationship Id="rId57" Type="http://schemas.openxmlformats.org/officeDocument/2006/relationships/customXml" Target="../ink/ink128.xml"/><Relationship Id="rId262" Type="http://schemas.openxmlformats.org/officeDocument/2006/relationships/customXml" Target="../ink/ink231.xml"/><Relationship Id="rId318" Type="http://schemas.openxmlformats.org/officeDocument/2006/relationships/image" Target="../media/image170.png"/><Relationship Id="rId99" Type="http://schemas.openxmlformats.org/officeDocument/2006/relationships/image" Target="../media/image6110.png"/><Relationship Id="rId122" Type="http://schemas.openxmlformats.org/officeDocument/2006/relationships/customXml" Target="../ink/ink161.xml"/><Relationship Id="rId164" Type="http://schemas.openxmlformats.org/officeDocument/2006/relationships/customXml" Target="../ink/ink182.xml"/><Relationship Id="rId371" Type="http://schemas.openxmlformats.org/officeDocument/2006/relationships/customXml" Target="../ink/ink286.xml"/><Relationship Id="rId427" Type="http://schemas.openxmlformats.org/officeDocument/2006/relationships/customXml" Target="../ink/ink314.xml"/><Relationship Id="rId469" Type="http://schemas.openxmlformats.org/officeDocument/2006/relationships/customXml" Target="../ink/ink335.xml"/><Relationship Id="rId26" Type="http://schemas.openxmlformats.org/officeDocument/2006/relationships/customXml" Target="../ink/ink112.xml"/><Relationship Id="rId231" Type="http://schemas.openxmlformats.org/officeDocument/2006/relationships/image" Target="../media/image127.png"/><Relationship Id="rId273" Type="http://schemas.openxmlformats.org/officeDocument/2006/relationships/image" Target="../media/image148.png"/><Relationship Id="rId329" Type="http://schemas.openxmlformats.org/officeDocument/2006/relationships/customXml" Target="../ink/ink265.xml"/><Relationship Id="rId480" Type="http://schemas.openxmlformats.org/officeDocument/2006/relationships/image" Target="../media/image251.png"/><Relationship Id="rId68" Type="http://schemas.openxmlformats.org/officeDocument/2006/relationships/image" Target="../media/image46.png"/><Relationship Id="rId133" Type="http://schemas.openxmlformats.org/officeDocument/2006/relationships/image" Target="../media/image7810.png"/><Relationship Id="rId175" Type="http://schemas.openxmlformats.org/officeDocument/2006/relationships/image" Target="../media/image990.png"/><Relationship Id="rId340" Type="http://schemas.openxmlformats.org/officeDocument/2006/relationships/image" Target="../media/image181.png"/><Relationship Id="rId200" Type="http://schemas.openxmlformats.org/officeDocument/2006/relationships/customXml" Target="../ink/ink200.xml"/><Relationship Id="rId382" Type="http://schemas.openxmlformats.org/officeDocument/2006/relationships/image" Target="../media/image202.png"/><Relationship Id="rId438" Type="http://schemas.openxmlformats.org/officeDocument/2006/relationships/image" Target="../media/image230.png"/><Relationship Id="rId242" Type="http://schemas.openxmlformats.org/officeDocument/2006/relationships/customXml" Target="../ink/ink221.xml"/><Relationship Id="rId284" Type="http://schemas.openxmlformats.org/officeDocument/2006/relationships/customXml" Target="../ink/ink242.xml"/><Relationship Id="rId491" Type="http://schemas.openxmlformats.org/officeDocument/2006/relationships/customXml" Target="../ink/ink346.xml"/><Relationship Id="rId37" Type="http://schemas.openxmlformats.org/officeDocument/2006/relationships/image" Target="../media/image3110.png"/><Relationship Id="rId79" Type="http://schemas.openxmlformats.org/officeDocument/2006/relationships/customXml" Target="../ink/ink139.xml"/><Relationship Id="rId102" Type="http://schemas.openxmlformats.org/officeDocument/2006/relationships/customXml" Target="../ink/ink151.xml"/><Relationship Id="rId144" Type="http://schemas.openxmlformats.org/officeDocument/2006/relationships/customXml" Target="../ink/ink172.xml"/><Relationship Id="rId90" Type="http://schemas.openxmlformats.org/officeDocument/2006/relationships/customXml" Target="../ink/ink145.xml"/><Relationship Id="rId186" Type="http://schemas.openxmlformats.org/officeDocument/2006/relationships/customXml" Target="../ink/ink193.xml"/><Relationship Id="rId351" Type="http://schemas.openxmlformats.org/officeDocument/2006/relationships/customXml" Target="../ink/ink276.xml"/><Relationship Id="rId393" Type="http://schemas.openxmlformats.org/officeDocument/2006/relationships/customXml" Target="../ink/ink297.xml"/><Relationship Id="rId407" Type="http://schemas.openxmlformats.org/officeDocument/2006/relationships/customXml" Target="../ink/ink304.xml"/><Relationship Id="rId449" Type="http://schemas.openxmlformats.org/officeDocument/2006/relationships/customXml" Target="../ink/ink325.xml"/><Relationship Id="rId211" Type="http://schemas.openxmlformats.org/officeDocument/2006/relationships/image" Target="../media/image117.png"/><Relationship Id="rId253" Type="http://schemas.openxmlformats.org/officeDocument/2006/relationships/image" Target="../media/image138.png"/><Relationship Id="rId295" Type="http://schemas.openxmlformats.org/officeDocument/2006/relationships/image" Target="../media/image159.png"/><Relationship Id="rId309" Type="http://schemas.openxmlformats.org/officeDocument/2006/relationships/customXml" Target="../ink/ink255.xml"/><Relationship Id="rId460" Type="http://schemas.openxmlformats.org/officeDocument/2006/relationships/image" Target="../media/image241.png"/><Relationship Id="rId48" Type="http://schemas.openxmlformats.org/officeDocument/2006/relationships/customXml" Target="../ink/ink123.xml"/><Relationship Id="rId113" Type="http://schemas.openxmlformats.org/officeDocument/2006/relationships/image" Target="../media/image6810.png"/><Relationship Id="rId320" Type="http://schemas.openxmlformats.org/officeDocument/2006/relationships/image" Target="../media/image171.png"/><Relationship Id="rId155" Type="http://schemas.openxmlformats.org/officeDocument/2006/relationships/image" Target="../media/image890.png"/><Relationship Id="rId197" Type="http://schemas.openxmlformats.org/officeDocument/2006/relationships/image" Target="../media/image1100.png"/><Relationship Id="rId362" Type="http://schemas.openxmlformats.org/officeDocument/2006/relationships/image" Target="../media/image192.png"/><Relationship Id="rId418" Type="http://schemas.openxmlformats.org/officeDocument/2006/relationships/image" Target="../media/image220.png"/><Relationship Id="rId222" Type="http://schemas.openxmlformats.org/officeDocument/2006/relationships/customXml" Target="../ink/ink211.xml"/><Relationship Id="rId264" Type="http://schemas.openxmlformats.org/officeDocument/2006/relationships/customXml" Target="../ink/ink232.xml"/><Relationship Id="rId471" Type="http://schemas.openxmlformats.org/officeDocument/2006/relationships/customXml" Target="../ink/ink336.xml"/><Relationship Id="rId17" Type="http://schemas.openxmlformats.org/officeDocument/2006/relationships/image" Target="../media/image2110.png"/><Relationship Id="rId59" Type="http://schemas.openxmlformats.org/officeDocument/2006/relationships/customXml" Target="../ink/ink129.xml"/><Relationship Id="rId124" Type="http://schemas.openxmlformats.org/officeDocument/2006/relationships/customXml" Target="../ink/ink162.xml"/><Relationship Id="rId70" Type="http://schemas.openxmlformats.org/officeDocument/2006/relationships/image" Target="../media/image4710.png"/><Relationship Id="rId166" Type="http://schemas.openxmlformats.org/officeDocument/2006/relationships/customXml" Target="../ink/ink183.xml"/><Relationship Id="rId331" Type="http://schemas.openxmlformats.org/officeDocument/2006/relationships/customXml" Target="../ink/ink266.xml"/><Relationship Id="rId373" Type="http://schemas.openxmlformats.org/officeDocument/2006/relationships/customXml" Target="../ink/ink287.xml"/><Relationship Id="rId429" Type="http://schemas.openxmlformats.org/officeDocument/2006/relationships/customXml" Target="../ink/ink315.xml"/><Relationship Id="rId1" Type="http://schemas.openxmlformats.org/officeDocument/2006/relationships/slideLayout" Target="../slideLayouts/slideLayout18.xml"/><Relationship Id="rId233" Type="http://schemas.openxmlformats.org/officeDocument/2006/relationships/image" Target="../media/image128.png"/><Relationship Id="rId440" Type="http://schemas.openxmlformats.org/officeDocument/2006/relationships/image" Target="../media/image231.png"/><Relationship Id="rId28" Type="http://schemas.openxmlformats.org/officeDocument/2006/relationships/customXml" Target="../ink/ink113.xml"/><Relationship Id="rId275" Type="http://schemas.openxmlformats.org/officeDocument/2006/relationships/image" Target="../media/image149.png"/><Relationship Id="rId300" Type="http://schemas.openxmlformats.org/officeDocument/2006/relationships/customXml" Target="../ink/ink250.xml"/><Relationship Id="rId482" Type="http://schemas.openxmlformats.org/officeDocument/2006/relationships/image" Target="../media/image252.png"/><Relationship Id="rId81" Type="http://schemas.openxmlformats.org/officeDocument/2006/relationships/customXml" Target="../ink/ink140.xml"/><Relationship Id="rId135" Type="http://schemas.openxmlformats.org/officeDocument/2006/relationships/image" Target="../media/image795.png"/><Relationship Id="rId177" Type="http://schemas.openxmlformats.org/officeDocument/2006/relationships/image" Target="../media/image1000.png"/><Relationship Id="rId342" Type="http://schemas.openxmlformats.org/officeDocument/2006/relationships/image" Target="../media/image182.png"/><Relationship Id="rId384" Type="http://schemas.openxmlformats.org/officeDocument/2006/relationships/image" Target="../media/image203.png"/><Relationship Id="rId202" Type="http://schemas.openxmlformats.org/officeDocument/2006/relationships/customXml" Target="../ink/ink201.xml"/><Relationship Id="rId244" Type="http://schemas.openxmlformats.org/officeDocument/2006/relationships/customXml" Target="../ink/ink222.xml"/><Relationship Id="rId39" Type="http://schemas.openxmlformats.org/officeDocument/2006/relationships/image" Target="../media/image3210.png"/><Relationship Id="rId286" Type="http://schemas.openxmlformats.org/officeDocument/2006/relationships/customXml" Target="../ink/ink243.xml"/><Relationship Id="rId451" Type="http://schemas.openxmlformats.org/officeDocument/2006/relationships/customXml" Target="../ink/ink326.xml"/><Relationship Id="rId493" Type="http://schemas.openxmlformats.org/officeDocument/2006/relationships/customXml" Target="../ink/ink347.xml"/><Relationship Id="rId50" Type="http://schemas.openxmlformats.org/officeDocument/2006/relationships/customXml" Target="../ink/ink124.xml"/><Relationship Id="rId104" Type="http://schemas.openxmlformats.org/officeDocument/2006/relationships/customXml" Target="../ink/ink152.xml"/><Relationship Id="rId146" Type="http://schemas.openxmlformats.org/officeDocument/2006/relationships/customXml" Target="../ink/ink173.xml"/><Relationship Id="rId188" Type="http://schemas.openxmlformats.org/officeDocument/2006/relationships/customXml" Target="../ink/ink194.xml"/><Relationship Id="rId311" Type="http://schemas.openxmlformats.org/officeDocument/2006/relationships/customXml" Target="../ink/ink256.xml"/><Relationship Id="rId353" Type="http://schemas.openxmlformats.org/officeDocument/2006/relationships/customXml" Target="../ink/ink277.xml"/><Relationship Id="rId395" Type="http://schemas.openxmlformats.org/officeDocument/2006/relationships/customXml" Target="../ink/ink298.xml"/><Relationship Id="rId409" Type="http://schemas.openxmlformats.org/officeDocument/2006/relationships/customXml" Target="../ink/ink305.xml"/><Relationship Id="rId92" Type="http://schemas.openxmlformats.org/officeDocument/2006/relationships/customXml" Target="../ink/ink146.xml"/><Relationship Id="rId213" Type="http://schemas.openxmlformats.org/officeDocument/2006/relationships/image" Target="../media/image118.png"/><Relationship Id="rId420" Type="http://schemas.openxmlformats.org/officeDocument/2006/relationships/image" Target="../media/image221.png"/><Relationship Id="rId255" Type="http://schemas.openxmlformats.org/officeDocument/2006/relationships/image" Target="../media/image139.png"/><Relationship Id="rId297" Type="http://schemas.openxmlformats.org/officeDocument/2006/relationships/image" Target="../media/image160.png"/><Relationship Id="rId462" Type="http://schemas.openxmlformats.org/officeDocument/2006/relationships/image" Target="../media/image242.png"/><Relationship Id="rId115" Type="http://schemas.openxmlformats.org/officeDocument/2006/relationships/image" Target="../media/image6910.png"/><Relationship Id="rId157" Type="http://schemas.openxmlformats.org/officeDocument/2006/relationships/image" Target="../media/image900.png"/><Relationship Id="rId322" Type="http://schemas.openxmlformats.org/officeDocument/2006/relationships/image" Target="../media/image172.png"/><Relationship Id="rId364" Type="http://schemas.openxmlformats.org/officeDocument/2006/relationships/image" Target="../media/image193.png"/><Relationship Id="rId61" Type="http://schemas.openxmlformats.org/officeDocument/2006/relationships/customXml" Target="../ink/ink130.xml"/><Relationship Id="rId199" Type="http://schemas.openxmlformats.org/officeDocument/2006/relationships/image" Target="../media/image111.png"/><Relationship Id="rId19" Type="http://schemas.openxmlformats.org/officeDocument/2006/relationships/image" Target="../media/image2210.png"/><Relationship Id="rId224" Type="http://schemas.openxmlformats.org/officeDocument/2006/relationships/customXml" Target="../ink/ink212.xml"/><Relationship Id="rId266" Type="http://schemas.openxmlformats.org/officeDocument/2006/relationships/customXml" Target="../ink/ink233.xml"/><Relationship Id="rId431" Type="http://schemas.openxmlformats.org/officeDocument/2006/relationships/customXml" Target="../ink/ink316.xml"/><Relationship Id="rId473" Type="http://schemas.openxmlformats.org/officeDocument/2006/relationships/customXml" Target="../ink/ink337.xml"/><Relationship Id="rId30" Type="http://schemas.openxmlformats.org/officeDocument/2006/relationships/customXml" Target="../ink/ink114.xml"/><Relationship Id="rId126" Type="http://schemas.openxmlformats.org/officeDocument/2006/relationships/customXml" Target="../ink/ink163.xml"/><Relationship Id="rId168" Type="http://schemas.openxmlformats.org/officeDocument/2006/relationships/customXml" Target="../ink/ink184.xml"/><Relationship Id="rId333" Type="http://schemas.openxmlformats.org/officeDocument/2006/relationships/customXml" Target="../ink/ink267.xml"/><Relationship Id="rId72" Type="http://schemas.openxmlformats.org/officeDocument/2006/relationships/image" Target="../media/image48.png"/><Relationship Id="rId375" Type="http://schemas.openxmlformats.org/officeDocument/2006/relationships/customXml" Target="../ink/ink288.xml"/><Relationship Id="rId3" Type="http://schemas.openxmlformats.org/officeDocument/2006/relationships/image" Target="../media/image1410.png"/><Relationship Id="rId235" Type="http://schemas.openxmlformats.org/officeDocument/2006/relationships/image" Target="../media/image129.png"/><Relationship Id="rId277" Type="http://schemas.openxmlformats.org/officeDocument/2006/relationships/image" Target="../media/image150.png"/><Relationship Id="rId400" Type="http://schemas.openxmlformats.org/officeDocument/2006/relationships/image" Target="../media/image211.png"/><Relationship Id="rId442" Type="http://schemas.openxmlformats.org/officeDocument/2006/relationships/image" Target="../media/image232.png"/><Relationship Id="rId484" Type="http://schemas.openxmlformats.org/officeDocument/2006/relationships/image" Target="../media/image253.png"/><Relationship Id="rId137" Type="http://schemas.openxmlformats.org/officeDocument/2006/relationships/image" Target="../media/image800.png"/><Relationship Id="rId302" Type="http://schemas.openxmlformats.org/officeDocument/2006/relationships/image" Target="../media/image162.png"/><Relationship Id="rId344" Type="http://schemas.openxmlformats.org/officeDocument/2006/relationships/image" Target="../media/image183.png"/><Relationship Id="rId41" Type="http://schemas.openxmlformats.org/officeDocument/2006/relationships/image" Target="../media/image3310.png"/><Relationship Id="rId83" Type="http://schemas.openxmlformats.org/officeDocument/2006/relationships/customXml" Target="../ink/ink141.xml"/><Relationship Id="rId179" Type="http://schemas.openxmlformats.org/officeDocument/2006/relationships/image" Target="../media/image1010.png"/><Relationship Id="rId386" Type="http://schemas.openxmlformats.org/officeDocument/2006/relationships/image" Target="../media/image204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7.png"/><Relationship Id="rId21" Type="http://schemas.openxmlformats.org/officeDocument/2006/relationships/image" Target="../media/image269.png"/><Relationship Id="rId324" Type="http://schemas.openxmlformats.org/officeDocument/2006/relationships/customXml" Target="../ink/ink510.xml"/><Relationship Id="rId531" Type="http://schemas.openxmlformats.org/officeDocument/2006/relationships/image" Target="../media/image522.png"/><Relationship Id="rId629" Type="http://schemas.openxmlformats.org/officeDocument/2006/relationships/customXml" Target="../ink/ink664.xml"/><Relationship Id="rId170" Type="http://schemas.openxmlformats.org/officeDocument/2006/relationships/customXml" Target="../ink/ink433.xml"/><Relationship Id="rId268" Type="http://schemas.openxmlformats.org/officeDocument/2006/relationships/customXml" Target="../ink/ink482.xml"/><Relationship Id="rId475" Type="http://schemas.openxmlformats.org/officeDocument/2006/relationships/customXml" Target="../ink/ink586.xml"/><Relationship Id="rId32" Type="http://schemas.openxmlformats.org/officeDocument/2006/relationships/customXml" Target="../ink/ink364.xml"/><Relationship Id="rId128" Type="http://schemas.openxmlformats.org/officeDocument/2006/relationships/customXml" Target="../ink/ink412.xml"/><Relationship Id="rId335" Type="http://schemas.openxmlformats.org/officeDocument/2006/relationships/image" Target="../media/image425.png"/><Relationship Id="rId542" Type="http://schemas.openxmlformats.org/officeDocument/2006/relationships/customXml" Target="../ink/ink620.xml"/><Relationship Id="rId181" Type="http://schemas.openxmlformats.org/officeDocument/2006/relationships/image" Target="../media/image349.png"/><Relationship Id="rId402" Type="http://schemas.openxmlformats.org/officeDocument/2006/relationships/image" Target="../media/image458.png"/><Relationship Id="rId279" Type="http://schemas.openxmlformats.org/officeDocument/2006/relationships/image" Target="../media/image397.png"/><Relationship Id="rId486" Type="http://schemas.openxmlformats.org/officeDocument/2006/relationships/customXml" Target="../ink/ink592.xml"/><Relationship Id="rId43" Type="http://schemas.openxmlformats.org/officeDocument/2006/relationships/image" Target="../media/image280.png"/><Relationship Id="rId139" Type="http://schemas.openxmlformats.org/officeDocument/2006/relationships/image" Target="../media/image328.png"/><Relationship Id="rId346" Type="http://schemas.openxmlformats.org/officeDocument/2006/relationships/customXml" Target="../ink/ink521.xml"/><Relationship Id="rId553" Type="http://schemas.openxmlformats.org/officeDocument/2006/relationships/image" Target="../media/image533.png"/><Relationship Id="rId192" Type="http://schemas.openxmlformats.org/officeDocument/2006/relationships/customXml" Target="../ink/ink444.xml"/><Relationship Id="rId206" Type="http://schemas.openxmlformats.org/officeDocument/2006/relationships/customXml" Target="../ink/ink451.xml"/><Relationship Id="rId413" Type="http://schemas.openxmlformats.org/officeDocument/2006/relationships/customXml" Target="../ink/ink555.xml"/><Relationship Id="rId497" Type="http://schemas.openxmlformats.org/officeDocument/2006/relationships/image" Target="../media/image505.png"/><Relationship Id="rId620" Type="http://schemas.openxmlformats.org/officeDocument/2006/relationships/customXml" Target="../ink/ink659.xml"/><Relationship Id="rId357" Type="http://schemas.openxmlformats.org/officeDocument/2006/relationships/image" Target="../media/image436.png"/><Relationship Id="rId54" Type="http://schemas.openxmlformats.org/officeDocument/2006/relationships/customXml" Target="../ink/ink375.xml"/><Relationship Id="rId217" Type="http://schemas.openxmlformats.org/officeDocument/2006/relationships/image" Target="../media/image366.png"/><Relationship Id="rId564" Type="http://schemas.openxmlformats.org/officeDocument/2006/relationships/customXml" Target="../ink/ink631.xml"/><Relationship Id="rId424" Type="http://schemas.openxmlformats.org/officeDocument/2006/relationships/image" Target="../media/image469.png"/><Relationship Id="rId631" Type="http://schemas.openxmlformats.org/officeDocument/2006/relationships/customXml" Target="../ink/ink665.xml"/><Relationship Id="rId270" Type="http://schemas.openxmlformats.org/officeDocument/2006/relationships/customXml" Target="../ink/ink483.xml"/><Relationship Id="rId65" Type="http://schemas.openxmlformats.org/officeDocument/2006/relationships/image" Target="../media/image291.png"/><Relationship Id="rId130" Type="http://schemas.openxmlformats.org/officeDocument/2006/relationships/customXml" Target="../ink/ink413.xml"/><Relationship Id="rId368" Type="http://schemas.openxmlformats.org/officeDocument/2006/relationships/customXml" Target="../ink/ink532.xml"/><Relationship Id="rId575" Type="http://schemas.openxmlformats.org/officeDocument/2006/relationships/image" Target="../media/image544.png"/><Relationship Id="rId228" Type="http://schemas.openxmlformats.org/officeDocument/2006/relationships/customXml" Target="../ink/ink462.xml"/><Relationship Id="rId435" Type="http://schemas.openxmlformats.org/officeDocument/2006/relationships/customXml" Target="../ink/ink566.xml"/><Relationship Id="rId642" Type="http://schemas.openxmlformats.org/officeDocument/2006/relationships/customXml" Target="../ink/ink671.xml"/><Relationship Id="rId281" Type="http://schemas.openxmlformats.org/officeDocument/2006/relationships/image" Target="../media/image398.png"/><Relationship Id="rId502" Type="http://schemas.openxmlformats.org/officeDocument/2006/relationships/customXml" Target="../ink/ink600.xml"/><Relationship Id="rId76" Type="http://schemas.openxmlformats.org/officeDocument/2006/relationships/customXml" Target="../ink/ink386.xml"/><Relationship Id="rId141" Type="http://schemas.openxmlformats.org/officeDocument/2006/relationships/image" Target="../media/image329.png"/><Relationship Id="rId379" Type="http://schemas.openxmlformats.org/officeDocument/2006/relationships/image" Target="../media/image447.png"/><Relationship Id="rId586" Type="http://schemas.openxmlformats.org/officeDocument/2006/relationships/customXml" Target="../ink/ink642.xml"/><Relationship Id="rId7" Type="http://schemas.openxmlformats.org/officeDocument/2006/relationships/image" Target="../media/image262.png"/><Relationship Id="rId239" Type="http://schemas.openxmlformats.org/officeDocument/2006/relationships/image" Target="../media/image377.png"/><Relationship Id="rId446" Type="http://schemas.openxmlformats.org/officeDocument/2006/relationships/image" Target="../media/image480.png"/><Relationship Id="rId653" Type="http://schemas.openxmlformats.org/officeDocument/2006/relationships/image" Target="../media/image582.png"/><Relationship Id="rId292" Type="http://schemas.openxmlformats.org/officeDocument/2006/relationships/customXml" Target="../ink/ink494.xml"/><Relationship Id="rId306" Type="http://schemas.openxmlformats.org/officeDocument/2006/relationships/customXml" Target="../ink/ink501.xml"/><Relationship Id="rId87" Type="http://schemas.openxmlformats.org/officeDocument/2006/relationships/image" Target="../media/image302.png"/><Relationship Id="rId513" Type="http://schemas.openxmlformats.org/officeDocument/2006/relationships/image" Target="../media/image513.png"/><Relationship Id="rId597" Type="http://schemas.openxmlformats.org/officeDocument/2006/relationships/image" Target="../media/image555.png"/><Relationship Id="rId152" Type="http://schemas.openxmlformats.org/officeDocument/2006/relationships/customXml" Target="../ink/ink424.xml"/><Relationship Id="rId457" Type="http://schemas.openxmlformats.org/officeDocument/2006/relationships/customXml" Target="../ink/ink577.xml"/><Relationship Id="rId14" Type="http://schemas.openxmlformats.org/officeDocument/2006/relationships/customXml" Target="../ink/ink355.xml"/><Relationship Id="rId317" Type="http://schemas.openxmlformats.org/officeDocument/2006/relationships/image" Target="../media/image416.png"/><Relationship Id="rId524" Type="http://schemas.openxmlformats.org/officeDocument/2006/relationships/customXml" Target="../ink/ink611.xml"/><Relationship Id="rId98" Type="http://schemas.openxmlformats.org/officeDocument/2006/relationships/customXml" Target="../ink/ink397.xml"/><Relationship Id="rId163" Type="http://schemas.openxmlformats.org/officeDocument/2006/relationships/image" Target="../media/image340.png"/><Relationship Id="rId370" Type="http://schemas.openxmlformats.org/officeDocument/2006/relationships/customXml" Target="../ink/ink533.xml"/><Relationship Id="rId230" Type="http://schemas.openxmlformats.org/officeDocument/2006/relationships/customXml" Target="../ink/ink463.xml"/><Relationship Id="rId468" Type="http://schemas.openxmlformats.org/officeDocument/2006/relationships/image" Target="../media/image491.png"/><Relationship Id="rId25" Type="http://schemas.openxmlformats.org/officeDocument/2006/relationships/image" Target="../media/image270.png"/><Relationship Id="rId328" Type="http://schemas.openxmlformats.org/officeDocument/2006/relationships/customXml" Target="../ink/ink512.xml"/><Relationship Id="rId535" Type="http://schemas.openxmlformats.org/officeDocument/2006/relationships/image" Target="../media/image524.png"/><Relationship Id="rId174" Type="http://schemas.openxmlformats.org/officeDocument/2006/relationships/customXml" Target="../ink/ink435.xml"/><Relationship Id="rId381" Type="http://schemas.openxmlformats.org/officeDocument/2006/relationships/image" Target="../media/image448.png"/><Relationship Id="rId602" Type="http://schemas.openxmlformats.org/officeDocument/2006/relationships/customXml" Target="../ink/ink650.xml"/><Relationship Id="rId241" Type="http://schemas.openxmlformats.org/officeDocument/2006/relationships/image" Target="../media/image378.png"/><Relationship Id="rId479" Type="http://schemas.openxmlformats.org/officeDocument/2006/relationships/customXml" Target="../ink/ink588.xml"/><Relationship Id="rId36" Type="http://schemas.openxmlformats.org/officeDocument/2006/relationships/customXml" Target="../ink/ink366.xml"/><Relationship Id="rId339" Type="http://schemas.openxmlformats.org/officeDocument/2006/relationships/image" Target="../media/image368.png"/><Relationship Id="rId546" Type="http://schemas.openxmlformats.org/officeDocument/2006/relationships/customXml" Target="../ink/ink622.xml"/><Relationship Id="rId101" Type="http://schemas.openxmlformats.org/officeDocument/2006/relationships/image" Target="../media/image309.png"/><Relationship Id="rId185" Type="http://schemas.openxmlformats.org/officeDocument/2006/relationships/image" Target="../media/image351.png"/><Relationship Id="rId406" Type="http://schemas.openxmlformats.org/officeDocument/2006/relationships/image" Target="../media/image460.png"/><Relationship Id="rId392" Type="http://schemas.openxmlformats.org/officeDocument/2006/relationships/customXml" Target="../ink/ink544.xml"/><Relationship Id="rId613" Type="http://schemas.openxmlformats.org/officeDocument/2006/relationships/image" Target="../media/image563.png"/><Relationship Id="rId252" Type="http://schemas.openxmlformats.org/officeDocument/2006/relationships/customXml" Target="../ink/ink474.xml"/><Relationship Id="rId47" Type="http://schemas.openxmlformats.org/officeDocument/2006/relationships/image" Target="../media/image282.png"/><Relationship Id="rId112" Type="http://schemas.openxmlformats.org/officeDocument/2006/relationships/customXml" Target="../ink/ink404.xml"/><Relationship Id="rId557" Type="http://schemas.openxmlformats.org/officeDocument/2006/relationships/image" Target="../media/image535.png"/><Relationship Id="rId196" Type="http://schemas.openxmlformats.org/officeDocument/2006/relationships/customXml" Target="../ink/ink446.xml"/><Relationship Id="rId417" Type="http://schemas.openxmlformats.org/officeDocument/2006/relationships/customXml" Target="../ink/ink557.xml"/><Relationship Id="rId624" Type="http://schemas.openxmlformats.org/officeDocument/2006/relationships/image" Target="../media/image568.png"/><Relationship Id="rId263" Type="http://schemas.openxmlformats.org/officeDocument/2006/relationships/image" Target="../media/image389.png"/><Relationship Id="rId470" Type="http://schemas.openxmlformats.org/officeDocument/2006/relationships/image" Target="../media/image492.png"/><Relationship Id="rId58" Type="http://schemas.openxmlformats.org/officeDocument/2006/relationships/customXml" Target="../ink/ink377.xml"/><Relationship Id="rId123" Type="http://schemas.openxmlformats.org/officeDocument/2006/relationships/image" Target="../media/image320.png"/><Relationship Id="rId330" Type="http://schemas.openxmlformats.org/officeDocument/2006/relationships/customXml" Target="../ink/ink513.xml"/><Relationship Id="rId568" Type="http://schemas.openxmlformats.org/officeDocument/2006/relationships/customXml" Target="../ink/ink633.xml"/><Relationship Id="rId165" Type="http://schemas.openxmlformats.org/officeDocument/2006/relationships/image" Target="../media/image341.png"/><Relationship Id="rId372" Type="http://schemas.openxmlformats.org/officeDocument/2006/relationships/customXml" Target="../ink/ink534.xml"/><Relationship Id="rId428" Type="http://schemas.openxmlformats.org/officeDocument/2006/relationships/image" Target="../media/image471.png"/><Relationship Id="rId635" Type="http://schemas.openxmlformats.org/officeDocument/2006/relationships/customXml" Target="../ink/ink667.xml"/><Relationship Id="rId232" Type="http://schemas.openxmlformats.org/officeDocument/2006/relationships/customXml" Target="../ink/ink464.xml"/><Relationship Id="rId274" Type="http://schemas.openxmlformats.org/officeDocument/2006/relationships/customXml" Target="../ink/ink485.xml"/><Relationship Id="rId481" Type="http://schemas.openxmlformats.org/officeDocument/2006/relationships/customXml" Target="../ink/ink589.xml"/><Relationship Id="rId27" Type="http://schemas.openxmlformats.org/officeDocument/2006/relationships/image" Target="../media/image272.png"/><Relationship Id="rId69" Type="http://schemas.openxmlformats.org/officeDocument/2006/relationships/image" Target="../media/image293.png"/><Relationship Id="rId134" Type="http://schemas.openxmlformats.org/officeDocument/2006/relationships/customXml" Target="../ink/ink415.xml"/><Relationship Id="rId537" Type="http://schemas.openxmlformats.org/officeDocument/2006/relationships/image" Target="../media/image525.png"/><Relationship Id="rId579" Type="http://schemas.openxmlformats.org/officeDocument/2006/relationships/image" Target="../media/image546.png"/><Relationship Id="rId80" Type="http://schemas.openxmlformats.org/officeDocument/2006/relationships/customXml" Target="../ink/ink388.xml"/><Relationship Id="rId176" Type="http://schemas.openxmlformats.org/officeDocument/2006/relationships/customXml" Target="../ink/ink436.xml"/><Relationship Id="rId341" Type="http://schemas.openxmlformats.org/officeDocument/2006/relationships/image" Target="../media/image428.png"/><Relationship Id="rId383" Type="http://schemas.openxmlformats.org/officeDocument/2006/relationships/image" Target="../media/image449.png"/><Relationship Id="rId439" Type="http://schemas.openxmlformats.org/officeDocument/2006/relationships/customXml" Target="../ink/ink568.xml"/><Relationship Id="rId590" Type="http://schemas.openxmlformats.org/officeDocument/2006/relationships/customXml" Target="../ink/ink644.xml"/><Relationship Id="rId604" Type="http://schemas.openxmlformats.org/officeDocument/2006/relationships/customXml" Target="../ink/ink651.xml"/><Relationship Id="rId646" Type="http://schemas.openxmlformats.org/officeDocument/2006/relationships/customXml" Target="../ink/ink673.xml"/><Relationship Id="rId201" Type="http://schemas.openxmlformats.org/officeDocument/2006/relationships/image" Target="../media/image359.png"/><Relationship Id="rId243" Type="http://schemas.openxmlformats.org/officeDocument/2006/relationships/image" Target="../media/image379.png"/><Relationship Id="rId285" Type="http://schemas.openxmlformats.org/officeDocument/2006/relationships/image" Target="../media/image400.png"/><Relationship Id="rId450" Type="http://schemas.openxmlformats.org/officeDocument/2006/relationships/image" Target="../media/image482.png"/><Relationship Id="rId506" Type="http://schemas.openxmlformats.org/officeDocument/2006/relationships/customXml" Target="../ink/ink602.xml"/><Relationship Id="rId38" Type="http://schemas.openxmlformats.org/officeDocument/2006/relationships/customXml" Target="../ink/ink367.xml"/><Relationship Id="rId103" Type="http://schemas.openxmlformats.org/officeDocument/2006/relationships/image" Target="../media/image310.png"/><Relationship Id="rId310" Type="http://schemas.openxmlformats.org/officeDocument/2006/relationships/customXml" Target="../ink/ink503.xml"/><Relationship Id="rId492" Type="http://schemas.openxmlformats.org/officeDocument/2006/relationships/customXml" Target="../ink/ink595.xml"/><Relationship Id="rId548" Type="http://schemas.openxmlformats.org/officeDocument/2006/relationships/customXml" Target="../ink/ink623.xml"/><Relationship Id="rId91" Type="http://schemas.openxmlformats.org/officeDocument/2006/relationships/image" Target="../media/image304.png"/><Relationship Id="rId145" Type="http://schemas.openxmlformats.org/officeDocument/2006/relationships/image" Target="../media/image331.png"/><Relationship Id="rId187" Type="http://schemas.openxmlformats.org/officeDocument/2006/relationships/image" Target="../media/image352.png"/><Relationship Id="rId352" Type="http://schemas.openxmlformats.org/officeDocument/2006/relationships/customXml" Target="../ink/ink524.xml"/><Relationship Id="rId394" Type="http://schemas.openxmlformats.org/officeDocument/2006/relationships/customXml" Target="../ink/ink545.xml"/><Relationship Id="rId408" Type="http://schemas.openxmlformats.org/officeDocument/2006/relationships/image" Target="../media/image461.png"/><Relationship Id="rId615" Type="http://schemas.openxmlformats.org/officeDocument/2006/relationships/image" Target="../media/image564.png"/><Relationship Id="rId212" Type="http://schemas.openxmlformats.org/officeDocument/2006/relationships/customXml" Target="../ink/ink454.xml"/><Relationship Id="rId254" Type="http://schemas.openxmlformats.org/officeDocument/2006/relationships/customXml" Target="../ink/ink475.xml"/><Relationship Id="rId657" Type="http://schemas.openxmlformats.org/officeDocument/2006/relationships/image" Target="../media/image584.png"/><Relationship Id="rId49" Type="http://schemas.openxmlformats.org/officeDocument/2006/relationships/image" Target="../media/image283.png"/><Relationship Id="rId114" Type="http://schemas.openxmlformats.org/officeDocument/2006/relationships/customXml" Target="../ink/ink405.xml"/><Relationship Id="rId296" Type="http://schemas.openxmlformats.org/officeDocument/2006/relationships/customXml" Target="../ink/ink496.xml"/><Relationship Id="rId461" Type="http://schemas.openxmlformats.org/officeDocument/2006/relationships/customXml" Target="../ink/ink579.xml"/><Relationship Id="rId517" Type="http://schemas.openxmlformats.org/officeDocument/2006/relationships/image" Target="../media/image515.png"/><Relationship Id="rId559" Type="http://schemas.openxmlformats.org/officeDocument/2006/relationships/image" Target="../media/image536.png"/><Relationship Id="rId60" Type="http://schemas.openxmlformats.org/officeDocument/2006/relationships/customXml" Target="../ink/ink378.xml"/><Relationship Id="rId156" Type="http://schemas.openxmlformats.org/officeDocument/2006/relationships/customXml" Target="../ink/ink426.xml"/><Relationship Id="rId198" Type="http://schemas.openxmlformats.org/officeDocument/2006/relationships/customXml" Target="../ink/ink447.xml"/><Relationship Id="rId321" Type="http://schemas.openxmlformats.org/officeDocument/2006/relationships/image" Target="../media/image418.png"/><Relationship Id="rId363" Type="http://schemas.openxmlformats.org/officeDocument/2006/relationships/image" Target="../media/image439.png"/><Relationship Id="rId419" Type="http://schemas.openxmlformats.org/officeDocument/2006/relationships/customXml" Target="../ink/ink558.xml"/><Relationship Id="rId570" Type="http://schemas.openxmlformats.org/officeDocument/2006/relationships/customXml" Target="../ink/ink634.xml"/><Relationship Id="rId626" Type="http://schemas.openxmlformats.org/officeDocument/2006/relationships/image" Target="../media/image569.png"/><Relationship Id="rId223" Type="http://schemas.openxmlformats.org/officeDocument/2006/relationships/image" Target="../media/image369.png"/><Relationship Id="rId430" Type="http://schemas.openxmlformats.org/officeDocument/2006/relationships/image" Target="../media/image472.png"/><Relationship Id="rId18" Type="http://schemas.openxmlformats.org/officeDocument/2006/relationships/customXml" Target="../ink/ink357.xml"/><Relationship Id="rId265" Type="http://schemas.openxmlformats.org/officeDocument/2006/relationships/image" Target="../media/image390.png"/><Relationship Id="rId472" Type="http://schemas.openxmlformats.org/officeDocument/2006/relationships/image" Target="../media/image493.png"/><Relationship Id="rId528" Type="http://schemas.openxmlformats.org/officeDocument/2006/relationships/customXml" Target="../ink/ink613.xml"/><Relationship Id="rId125" Type="http://schemas.openxmlformats.org/officeDocument/2006/relationships/image" Target="../media/image321.png"/><Relationship Id="rId167" Type="http://schemas.openxmlformats.org/officeDocument/2006/relationships/image" Target="../media/image342.png"/><Relationship Id="rId332" Type="http://schemas.openxmlformats.org/officeDocument/2006/relationships/customXml" Target="../ink/ink514.xml"/><Relationship Id="rId374" Type="http://schemas.openxmlformats.org/officeDocument/2006/relationships/customXml" Target="../ink/ink535.xml"/><Relationship Id="rId581" Type="http://schemas.openxmlformats.org/officeDocument/2006/relationships/image" Target="../media/image547.png"/><Relationship Id="rId71" Type="http://schemas.openxmlformats.org/officeDocument/2006/relationships/image" Target="../media/image294.png"/><Relationship Id="rId234" Type="http://schemas.openxmlformats.org/officeDocument/2006/relationships/customXml" Target="../ink/ink465.xml"/><Relationship Id="rId637" Type="http://schemas.openxmlformats.org/officeDocument/2006/relationships/customXml" Target="../ink/ink668.xml"/><Relationship Id="rId2" Type="http://schemas.openxmlformats.org/officeDocument/2006/relationships/customXml" Target="../ink/ink349.xml"/><Relationship Id="rId29" Type="http://schemas.openxmlformats.org/officeDocument/2006/relationships/image" Target="../media/image273.png"/><Relationship Id="rId276" Type="http://schemas.openxmlformats.org/officeDocument/2006/relationships/customXml" Target="../ink/ink486.xml"/><Relationship Id="rId441" Type="http://schemas.openxmlformats.org/officeDocument/2006/relationships/customXml" Target="../ink/ink569.xml"/><Relationship Id="rId483" Type="http://schemas.openxmlformats.org/officeDocument/2006/relationships/image" Target="../media/image498.png"/><Relationship Id="rId539" Type="http://schemas.openxmlformats.org/officeDocument/2006/relationships/image" Target="../media/image526.png"/><Relationship Id="rId40" Type="http://schemas.openxmlformats.org/officeDocument/2006/relationships/customXml" Target="../ink/ink368.xml"/><Relationship Id="rId136" Type="http://schemas.openxmlformats.org/officeDocument/2006/relationships/customXml" Target="../ink/ink416.xml"/><Relationship Id="rId178" Type="http://schemas.openxmlformats.org/officeDocument/2006/relationships/customXml" Target="../ink/ink437.xml"/><Relationship Id="rId301" Type="http://schemas.openxmlformats.org/officeDocument/2006/relationships/image" Target="../media/image408.png"/><Relationship Id="rId343" Type="http://schemas.openxmlformats.org/officeDocument/2006/relationships/image" Target="../media/image429.png"/><Relationship Id="rId550" Type="http://schemas.openxmlformats.org/officeDocument/2006/relationships/customXml" Target="../ink/ink624.xml"/><Relationship Id="rId82" Type="http://schemas.openxmlformats.org/officeDocument/2006/relationships/customXml" Target="../ink/ink389.xml"/><Relationship Id="rId203" Type="http://schemas.openxmlformats.org/officeDocument/2006/relationships/image" Target="../media/image360.png"/><Relationship Id="rId385" Type="http://schemas.openxmlformats.org/officeDocument/2006/relationships/image" Target="../media/image450.png"/><Relationship Id="rId592" Type="http://schemas.openxmlformats.org/officeDocument/2006/relationships/customXml" Target="../ink/ink645.xml"/><Relationship Id="rId606" Type="http://schemas.openxmlformats.org/officeDocument/2006/relationships/customXml" Target="../ink/ink652.xml"/><Relationship Id="rId648" Type="http://schemas.openxmlformats.org/officeDocument/2006/relationships/customXml" Target="../ink/ink674.xml"/><Relationship Id="rId245" Type="http://schemas.openxmlformats.org/officeDocument/2006/relationships/image" Target="../media/image380.png"/><Relationship Id="rId287" Type="http://schemas.openxmlformats.org/officeDocument/2006/relationships/image" Target="../media/image401.png"/><Relationship Id="rId410" Type="http://schemas.openxmlformats.org/officeDocument/2006/relationships/image" Target="../media/image462.png"/><Relationship Id="rId452" Type="http://schemas.openxmlformats.org/officeDocument/2006/relationships/image" Target="../media/image483.png"/><Relationship Id="rId494" Type="http://schemas.openxmlformats.org/officeDocument/2006/relationships/customXml" Target="../ink/ink596.xml"/><Relationship Id="rId508" Type="http://schemas.openxmlformats.org/officeDocument/2006/relationships/customXml" Target="../ink/ink603.xml"/><Relationship Id="rId105" Type="http://schemas.openxmlformats.org/officeDocument/2006/relationships/image" Target="../media/image311.png"/><Relationship Id="rId147" Type="http://schemas.openxmlformats.org/officeDocument/2006/relationships/image" Target="../media/image332.png"/><Relationship Id="rId312" Type="http://schemas.openxmlformats.org/officeDocument/2006/relationships/customXml" Target="../ink/ink504.xml"/><Relationship Id="rId354" Type="http://schemas.openxmlformats.org/officeDocument/2006/relationships/customXml" Target="../ink/ink525.xml"/><Relationship Id="rId51" Type="http://schemas.openxmlformats.org/officeDocument/2006/relationships/image" Target="../media/image284.png"/><Relationship Id="rId93" Type="http://schemas.openxmlformats.org/officeDocument/2006/relationships/image" Target="../media/image305.png"/><Relationship Id="rId189" Type="http://schemas.openxmlformats.org/officeDocument/2006/relationships/image" Target="../media/image353.png"/><Relationship Id="rId396" Type="http://schemas.openxmlformats.org/officeDocument/2006/relationships/image" Target="../media/image455.png"/><Relationship Id="rId561" Type="http://schemas.openxmlformats.org/officeDocument/2006/relationships/image" Target="../media/image537.png"/><Relationship Id="rId617" Type="http://schemas.openxmlformats.org/officeDocument/2006/relationships/image" Target="../media/image565.png"/><Relationship Id="rId659" Type="http://schemas.openxmlformats.org/officeDocument/2006/relationships/image" Target="../media/image585.png"/><Relationship Id="rId214" Type="http://schemas.openxmlformats.org/officeDocument/2006/relationships/customXml" Target="../ink/ink455.xml"/><Relationship Id="rId256" Type="http://schemas.openxmlformats.org/officeDocument/2006/relationships/customXml" Target="../ink/ink476.xml"/><Relationship Id="rId298" Type="http://schemas.openxmlformats.org/officeDocument/2006/relationships/customXml" Target="../ink/ink497.xml"/><Relationship Id="rId421" Type="http://schemas.openxmlformats.org/officeDocument/2006/relationships/customXml" Target="../ink/ink559.xml"/><Relationship Id="rId463" Type="http://schemas.openxmlformats.org/officeDocument/2006/relationships/customXml" Target="../ink/ink580.xml"/><Relationship Id="rId519" Type="http://schemas.openxmlformats.org/officeDocument/2006/relationships/image" Target="../media/image516.png"/><Relationship Id="rId116" Type="http://schemas.openxmlformats.org/officeDocument/2006/relationships/customXml" Target="../ink/ink406.xml"/><Relationship Id="rId158" Type="http://schemas.openxmlformats.org/officeDocument/2006/relationships/customXml" Target="../ink/ink427.xml"/><Relationship Id="rId323" Type="http://schemas.openxmlformats.org/officeDocument/2006/relationships/image" Target="../media/image419.png"/><Relationship Id="rId530" Type="http://schemas.openxmlformats.org/officeDocument/2006/relationships/customXml" Target="../ink/ink614.xml"/><Relationship Id="rId20" Type="http://schemas.openxmlformats.org/officeDocument/2006/relationships/customXml" Target="../ink/ink358.xml"/><Relationship Id="rId62" Type="http://schemas.openxmlformats.org/officeDocument/2006/relationships/customXml" Target="../ink/ink379.xml"/><Relationship Id="rId365" Type="http://schemas.openxmlformats.org/officeDocument/2006/relationships/image" Target="../media/image440.png"/><Relationship Id="rId572" Type="http://schemas.openxmlformats.org/officeDocument/2006/relationships/customXml" Target="../ink/ink635.xml"/><Relationship Id="rId628" Type="http://schemas.openxmlformats.org/officeDocument/2006/relationships/image" Target="../media/image570.png"/><Relationship Id="rId225" Type="http://schemas.openxmlformats.org/officeDocument/2006/relationships/image" Target="../media/image370.png"/><Relationship Id="rId267" Type="http://schemas.openxmlformats.org/officeDocument/2006/relationships/image" Target="../media/image391.png"/><Relationship Id="rId432" Type="http://schemas.openxmlformats.org/officeDocument/2006/relationships/image" Target="../media/image473.png"/><Relationship Id="rId474" Type="http://schemas.openxmlformats.org/officeDocument/2006/relationships/image" Target="../media/image494.png"/><Relationship Id="rId127" Type="http://schemas.openxmlformats.org/officeDocument/2006/relationships/image" Target="../media/image322.png"/><Relationship Id="rId31" Type="http://schemas.openxmlformats.org/officeDocument/2006/relationships/image" Target="../media/image274.png"/><Relationship Id="rId73" Type="http://schemas.openxmlformats.org/officeDocument/2006/relationships/image" Target="../media/image295.png"/><Relationship Id="rId169" Type="http://schemas.openxmlformats.org/officeDocument/2006/relationships/image" Target="../media/image343.png"/><Relationship Id="rId334" Type="http://schemas.openxmlformats.org/officeDocument/2006/relationships/customXml" Target="../ink/ink515.xml"/><Relationship Id="rId376" Type="http://schemas.openxmlformats.org/officeDocument/2006/relationships/customXml" Target="../ink/ink536.xml"/><Relationship Id="rId541" Type="http://schemas.openxmlformats.org/officeDocument/2006/relationships/image" Target="../media/image527.png"/><Relationship Id="rId583" Type="http://schemas.openxmlformats.org/officeDocument/2006/relationships/image" Target="../media/image548.png"/><Relationship Id="rId639" Type="http://schemas.openxmlformats.org/officeDocument/2006/relationships/customXml" Target="../ink/ink669.xml"/><Relationship Id="rId4" Type="http://schemas.openxmlformats.org/officeDocument/2006/relationships/customXml" Target="../ink/ink350.xml"/><Relationship Id="rId180" Type="http://schemas.openxmlformats.org/officeDocument/2006/relationships/customXml" Target="../ink/ink438.xml"/><Relationship Id="rId236" Type="http://schemas.openxmlformats.org/officeDocument/2006/relationships/customXml" Target="../ink/ink466.xml"/><Relationship Id="rId278" Type="http://schemas.openxmlformats.org/officeDocument/2006/relationships/customXml" Target="../ink/ink487.xml"/><Relationship Id="rId401" Type="http://schemas.openxmlformats.org/officeDocument/2006/relationships/customXml" Target="../ink/ink549.xml"/><Relationship Id="rId443" Type="http://schemas.openxmlformats.org/officeDocument/2006/relationships/customXml" Target="../ink/ink570.xml"/><Relationship Id="rId650" Type="http://schemas.openxmlformats.org/officeDocument/2006/relationships/customXml" Target="../ink/ink675.xml"/><Relationship Id="rId303" Type="http://schemas.openxmlformats.org/officeDocument/2006/relationships/image" Target="../media/image409.png"/><Relationship Id="rId485" Type="http://schemas.openxmlformats.org/officeDocument/2006/relationships/image" Target="../media/image499.png"/><Relationship Id="rId42" Type="http://schemas.openxmlformats.org/officeDocument/2006/relationships/customXml" Target="../ink/ink369.xml"/><Relationship Id="rId84" Type="http://schemas.openxmlformats.org/officeDocument/2006/relationships/customXml" Target="../ink/ink390.xml"/><Relationship Id="rId138" Type="http://schemas.openxmlformats.org/officeDocument/2006/relationships/customXml" Target="../ink/ink417.xml"/><Relationship Id="rId345" Type="http://schemas.openxmlformats.org/officeDocument/2006/relationships/image" Target="../media/image430.png"/><Relationship Id="rId387" Type="http://schemas.openxmlformats.org/officeDocument/2006/relationships/image" Target="../media/image451.png"/><Relationship Id="rId510" Type="http://schemas.openxmlformats.org/officeDocument/2006/relationships/customXml" Target="../ink/ink604.xml"/><Relationship Id="rId552" Type="http://schemas.openxmlformats.org/officeDocument/2006/relationships/customXml" Target="../ink/ink625.xml"/><Relationship Id="rId594" Type="http://schemas.openxmlformats.org/officeDocument/2006/relationships/customXml" Target="../ink/ink646.xml"/><Relationship Id="rId608" Type="http://schemas.openxmlformats.org/officeDocument/2006/relationships/customXml" Target="../ink/ink653.xml"/><Relationship Id="rId191" Type="http://schemas.openxmlformats.org/officeDocument/2006/relationships/image" Target="../media/image354.png"/><Relationship Id="rId205" Type="http://schemas.openxmlformats.org/officeDocument/2006/relationships/image" Target="../media/image361.png"/><Relationship Id="rId247" Type="http://schemas.openxmlformats.org/officeDocument/2006/relationships/image" Target="../media/image381.png"/><Relationship Id="rId412" Type="http://schemas.openxmlformats.org/officeDocument/2006/relationships/image" Target="../media/image463.png"/><Relationship Id="rId107" Type="http://schemas.openxmlformats.org/officeDocument/2006/relationships/image" Target="../media/image312.png"/><Relationship Id="rId289" Type="http://schemas.openxmlformats.org/officeDocument/2006/relationships/image" Target="../media/image402.png"/><Relationship Id="rId454" Type="http://schemas.openxmlformats.org/officeDocument/2006/relationships/image" Target="../media/image484.png"/><Relationship Id="rId496" Type="http://schemas.openxmlformats.org/officeDocument/2006/relationships/customXml" Target="../ink/ink597.xml"/><Relationship Id="rId11" Type="http://schemas.openxmlformats.org/officeDocument/2006/relationships/image" Target="../media/image264.png"/><Relationship Id="rId53" Type="http://schemas.openxmlformats.org/officeDocument/2006/relationships/image" Target="../media/image285.png"/><Relationship Id="rId149" Type="http://schemas.openxmlformats.org/officeDocument/2006/relationships/image" Target="../media/image333.png"/><Relationship Id="rId314" Type="http://schemas.openxmlformats.org/officeDocument/2006/relationships/customXml" Target="../ink/ink505.xml"/><Relationship Id="rId356" Type="http://schemas.openxmlformats.org/officeDocument/2006/relationships/customXml" Target="../ink/ink526.xml"/><Relationship Id="rId398" Type="http://schemas.openxmlformats.org/officeDocument/2006/relationships/image" Target="../media/image456.png"/><Relationship Id="rId521" Type="http://schemas.openxmlformats.org/officeDocument/2006/relationships/image" Target="../media/image517.png"/><Relationship Id="rId563" Type="http://schemas.openxmlformats.org/officeDocument/2006/relationships/image" Target="../media/image538.png"/><Relationship Id="rId619" Type="http://schemas.openxmlformats.org/officeDocument/2006/relationships/image" Target="../media/image566.png"/><Relationship Id="rId95" Type="http://schemas.openxmlformats.org/officeDocument/2006/relationships/image" Target="../media/image306.png"/><Relationship Id="rId160" Type="http://schemas.openxmlformats.org/officeDocument/2006/relationships/customXml" Target="../ink/ink428.xml"/><Relationship Id="rId216" Type="http://schemas.openxmlformats.org/officeDocument/2006/relationships/customXml" Target="../ink/ink456.xml"/><Relationship Id="rId423" Type="http://schemas.openxmlformats.org/officeDocument/2006/relationships/customXml" Target="../ink/ink560.xml"/><Relationship Id="rId258" Type="http://schemas.openxmlformats.org/officeDocument/2006/relationships/customXml" Target="../ink/ink477.xml"/><Relationship Id="rId465" Type="http://schemas.openxmlformats.org/officeDocument/2006/relationships/customXml" Target="../ink/ink581.xml"/><Relationship Id="rId630" Type="http://schemas.openxmlformats.org/officeDocument/2006/relationships/image" Target="../media/image571.png"/><Relationship Id="rId22" Type="http://schemas.openxmlformats.org/officeDocument/2006/relationships/customXml" Target="../ink/ink359.xml"/><Relationship Id="rId64" Type="http://schemas.openxmlformats.org/officeDocument/2006/relationships/customXml" Target="../ink/ink380.xml"/><Relationship Id="rId118" Type="http://schemas.openxmlformats.org/officeDocument/2006/relationships/customXml" Target="../ink/ink407.xml"/><Relationship Id="rId325" Type="http://schemas.openxmlformats.org/officeDocument/2006/relationships/image" Target="../media/image420.png"/><Relationship Id="rId367" Type="http://schemas.openxmlformats.org/officeDocument/2006/relationships/image" Target="../media/image441.png"/><Relationship Id="rId532" Type="http://schemas.openxmlformats.org/officeDocument/2006/relationships/customXml" Target="../ink/ink615.xml"/><Relationship Id="rId574" Type="http://schemas.openxmlformats.org/officeDocument/2006/relationships/customXml" Target="../ink/ink636.xml"/><Relationship Id="rId171" Type="http://schemas.openxmlformats.org/officeDocument/2006/relationships/image" Target="../media/image344.png"/><Relationship Id="rId227" Type="http://schemas.openxmlformats.org/officeDocument/2006/relationships/image" Target="../media/image371.png"/><Relationship Id="rId269" Type="http://schemas.openxmlformats.org/officeDocument/2006/relationships/image" Target="../media/image392.png"/><Relationship Id="rId434" Type="http://schemas.openxmlformats.org/officeDocument/2006/relationships/image" Target="../media/image474.png"/><Relationship Id="rId476" Type="http://schemas.openxmlformats.org/officeDocument/2006/relationships/image" Target="../media/image495.png"/><Relationship Id="rId641" Type="http://schemas.openxmlformats.org/officeDocument/2006/relationships/customXml" Target="../ink/ink670.xml"/><Relationship Id="rId33" Type="http://schemas.openxmlformats.org/officeDocument/2006/relationships/image" Target="../media/image275.png"/><Relationship Id="rId129" Type="http://schemas.openxmlformats.org/officeDocument/2006/relationships/image" Target="../media/image323.png"/><Relationship Id="rId280" Type="http://schemas.openxmlformats.org/officeDocument/2006/relationships/customXml" Target="../ink/ink488.xml"/><Relationship Id="rId336" Type="http://schemas.openxmlformats.org/officeDocument/2006/relationships/customXml" Target="../ink/ink516.xml"/><Relationship Id="rId501" Type="http://schemas.openxmlformats.org/officeDocument/2006/relationships/image" Target="../media/image507.png"/><Relationship Id="rId543" Type="http://schemas.openxmlformats.org/officeDocument/2006/relationships/image" Target="../media/image528.png"/><Relationship Id="rId75" Type="http://schemas.openxmlformats.org/officeDocument/2006/relationships/image" Target="../media/image296.png"/><Relationship Id="rId140" Type="http://schemas.openxmlformats.org/officeDocument/2006/relationships/customXml" Target="../ink/ink418.xml"/><Relationship Id="rId182" Type="http://schemas.openxmlformats.org/officeDocument/2006/relationships/customXml" Target="../ink/ink439.xml"/><Relationship Id="rId378" Type="http://schemas.openxmlformats.org/officeDocument/2006/relationships/customXml" Target="../ink/ink537.xml"/><Relationship Id="rId403" Type="http://schemas.openxmlformats.org/officeDocument/2006/relationships/customXml" Target="../ink/ink550.xml"/><Relationship Id="rId585" Type="http://schemas.openxmlformats.org/officeDocument/2006/relationships/image" Target="../media/image549.png"/><Relationship Id="rId6" Type="http://schemas.openxmlformats.org/officeDocument/2006/relationships/customXml" Target="../ink/ink351.xml"/><Relationship Id="rId238" Type="http://schemas.openxmlformats.org/officeDocument/2006/relationships/customXml" Target="../ink/ink467.xml"/><Relationship Id="rId445" Type="http://schemas.openxmlformats.org/officeDocument/2006/relationships/customXml" Target="../ink/ink571.xml"/><Relationship Id="rId487" Type="http://schemas.openxmlformats.org/officeDocument/2006/relationships/image" Target="../media/image500.png"/><Relationship Id="rId610" Type="http://schemas.openxmlformats.org/officeDocument/2006/relationships/customXml" Target="../ink/ink654.xml"/><Relationship Id="rId652" Type="http://schemas.openxmlformats.org/officeDocument/2006/relationships/customXml" Target="../ink/ink676.xml"/><Relationship Id="rId291" Type="http://schemas.openxmlformats.org/officeDocument/2006/relationships/image" Target="../media/image403.png"/><Relationship Id="rId305" Type="http://schemas.openxmlformats.org/officeDocument/2006/relationships/image" Target="../media/image410.png"/><Relationship Id="rId347" Type="http://schemas.openxmlformats.org/officeDocument/2006/relationships/image" Target="../media/image431.png"/><Relationship Id="rId512" Type="http://schemas.openxmlformats.org/officeDocument/2006/relationships/customXml" Target="../ink/ink605.xml"/><Relationship Id="rId44" Type="http://schemas.openxmlformats.org/officeDocument/2006/relationships/customXml" Target="../ink/ink370.xml"/><Relationship Id="rId86" Type="http://schemas.openxmlformats.org/officeDocument/2006/relationships/customXml" Target="../ink/ink391.xml"/><Relationship Id="rId151" Type="http://schemas.openxmlformats.org/officeDocument/2006/relationships/image" Target="../media/image334.png"/><Relationship Id="rId389" Type="http://schemas.openxmlformats.org/officeDocument/2006/relationships/image" Target="../media/image452.png"/><Relationship Id="rId554" Type="http://schemas.openxmlformats.org/officeDocument/2006/relationships/customXml" Target="../ink/ink626.xml"/><Relationship Id="rId596" Type="http://schemas.openxmlformats.org/officeDocument/2006/relationships/customXml" Target="../ink/ink647.xml"/><Relationship Id="rId193" Type="http://schemas.openxmlformats.org/officeDocument/2006/relationships/image" Target="../media/image355.png"/><Relationship Id="rId207" Type="http://schemas.openxmlformats.org/officeDocument/2006/relationships/image" Target="../media/image362.png"/><Relationship Id="rId249" Type="http://schemas.openxmlformats.org/officeDocument/2006/relationships/image" Target="../media/image382.png"/><Relationship Id="rId414" Type="http://schemas.openxmlformats.org/officeDocument/2006/relationships/image" Target="../media/image464.png"/><Relationship Id="rId456" Type="http://schemas.openxmlformats.org/officeDocument/2006/relationships/image" Target="../media/image485.png"/><Relationship Id="rId498" Type="http://schemas.openxmlformats.org/officeDocument/2006/relationships/customXml" Target="../ink/ink598.xml"/><Relationship Id="rId621" Type="http://schemas.openxmlformats.org/officeDocument/2006/relationships/customXml" Target="../ink/ink660.xml"/><Relationship Id="rId13" Type="http://schemas.openxmlformats.org/officeDocument/2006/relationships/image" Target="../media/image265.png"/><Relationship Id="rId109" Type="http://schemas.openxmlformats.org/officeDocument/2006/relationships/image" Target="../media/image313.png"/><Relationship Id="rId260" Type="http://schemas.openxmlformats.org/officeDocument/2006/relationships/customXml" Target="../ink/ink478.xml"/><Relationship Id="rId316" Type="http://schemas.openxmlformats.org/officeDocument/2006/relationships/customXml" Target="../ink/ink506.xml"/><Relationship Id="rId523" Type="http://schemas.openxmlformats.org/officeDocument/2006/relationships/image" Target="../media/image518.png"/><Relationship Id="rId55" Type="http://schemas.openxmlformats.org/officeDocument/2006/relationships/image" Target="../media/image286.png"/><Relationship Id="rId97" Type="http://schemas.openxmlformats.org/officeDocument/2006/relationships/image" Target="../media/image307.png"/><Relationship Id="rId120" Type="http://schemas.openxmlformats.org/officeDocument/2006/relationships/customXml" Target="../ink/ink408.xml"/><Relationship Id="rId358" Type="http://schemas.openxmlformats.org/officeDocument/2006/relationships/customXml" Target="../ink/ink527.xml"/><Relationship Id="rId565" Type="http://schemas.openxmlformats.org/officeDocument/2006/relationships/image" Target="../media/image539.png"/><Relationship Id="rId162" Type="http://schemas.openxmlformats.org/officeDocument/2006/relationships/customXml" Target="../ink/ink429.xml"/><Relationship Id="rId218" Type="http://schemas.openxmlformats.org/officeDocument/2006/relationships/customXml" Target="../ink/ink457.xml"/><Relationship Id="rId425" Type="http://schemas.openxmlformats.org/officeDocument/2006/relationships/customXml" Target="../ink/ink561.xml"/><Relationship Id="rId467" Type="http://schemas.openxmlformats.org/officeDocument/2006/relationships/customXml" Target="../ink/ink582.xml"/><Relationship Id="rId632" Type="http://schemas.openxmlformats.org/officeDocument/2006/relationships/image" Target="../media/image572.png"/><Relationship Id="rId271" Type="http://schemas.openxmlformats.org/officeDocument/2006/relationships/image" Target="../media/image393.png"/><Relationship Id="rId24" Type="http://schemas.openxmlformats.org/officeDocument/2006/relationships/customXml" Target="../ink/ink360.xml"/><Relationship Id="rId66" Type="http://schemas.openxmlformats.org/officeDocument/2006/relationships/customXml" Target="../ink/ink381.xml"/><Relationship Id="rId131" Type="http://schemas.openxmlformats.org/officeDocument/2006/relationships/image" Target="../media/image324.png"/><Relationship Id="rId327" Type="http://schemas.openxmlformats.org/officeDocument/2006/relationships/image" Target="../media/image421.png"/><Relationship Id="rId369" Type="http://schemas.openxmlformats.org/officeDocument/2006/relationships/image" Target="../media/image442.png"/><Relationship Id="rId534" Type="http://schemas.openxmlformats.org/officeDocument/2006/relationships/customXml" Target="../ink/ink616.xml"/><Relationship Id="rId576" Type="http://schemas.openxmlformats.org/officeDocument/2006/relationships/customXml" Target="../ink/ink637.xml"/><Relationship Id="rId173" Type="http://schemas.openxmlformats.org/officeDocument/2006/relationships/image" Target="../media/image345.png"/><Relationship Id="rId229" Type="http://schemas.openxmlformats.org/officeDocument/2006/relationships/image" Target="../media/image372.png"/><Relationship Id="rId380" Type="http://schemas.openxmlformats.org/officeDocument/2006/relationships/customXml" Target="../ink/ink538.xml"/><Relationship Id="rId436" Type="http://schemas.openxmlformats.org/officeDocument/2006/relationships/image" Target="../media/image475.png"/><Relationship Id="rId601" Type="http://schemas.openxmlformats.org/officeDocument/2006/relationships/image" Target="../media/image557.png"/><Relationship Id="rId643" Type="http://schemas.openxmlformats.org/officeDocument/2006/relationships/image" Target="../media/image576.png"/><Relationship Id="rId240" Type="http://schemas.openxmlformats.org/officeDocument/2006/relationships/customXml" Target="../ink/ink468.xml"/><Relationship Id="rId478" Type="http://schemas.openxmlformats.org/officeDocument/2006/relationships/image" Target="../media/image496.png"/><Relationship Id="rId35" Type="http://schemas.openxmlformats.org/officeDocument/2006/relationships/image" Target="../media/image276.png"/><Relationship Id="rId77" Type="http://schemas.openxmlformats.org/officeDocument/2006/relationships/image" Target="../media/image297.png"/><Relationship Id="rId100" Type="http://schemas.openxmlformats.org/officeDocument/2006/relationships/customXml" Target="../ink/ink398.xml"/><Relationship Id="rId282" Type="http://schemas.openxmlformats.org/officeDocument/2006/relationships/customXml" Target="../ink/ink489.xml"/><Relationship Id="rId338" Type="http://schemas.openxmlformats.org/officeDocument/2006/relationships/customXml" Target="../ink/ink517.xml"/><Relationship Id="rId503" Type="http://schemas.openxmlformats.org/officeDocument/2006/relationships/image" Target="../media/image508.png"/><Relationship Id="rId545" Type="http://schemas.openxmlformats.org/officeDocument/2006/relationships/image" Target="../media/image529.png"/><Relationship Id="rId587" Type="http://schemas.openxmlformats.org/officeDocument/2006/relationships/image" Target="../media/image550.png"/><Relationship Id="rId8" Type="http://schemas.openxmlformats.org/officeDocument/2006/relationships/customXml" Target="../ink/ink352.xml"/><Relationship Id="rId142" Type="http://schemas.openxmlformats.org/officeDocument/2006/relationships/customXml" Target="../ink/ink419.xml"/><Relationship Id="rId184" Type="http://schemas.openxmlformats.org/officeDocument/2006/relationships/customXml" Target="../ink/ink440.xml"/><Relationship Id="rId391" Type="http://schemas.openxmlformats.org/officeDocument/2006/relationships/image" Target="../media/image427.png"/><Relationship Id="rId405" Type="http://schemas.openxmlformats.org/officeDocument/2006/relationships/customXml" Target="../ink/ink551.xml"/><Relationship Id="rId447" Type="http://schemas.openxmlformats.org/officeDocument/2006/relationships/customXml" Target="../ink/ink572.xml"/><Relationship Id="rId612" Type="http://schemas.openxmlformats.org/officeDocument/2006/relationships/customXml" Target="../ink/ink655.xml"/><Relationship Id="rId251" Type="http://schemas.openxmlformats.org/officeDocument/2006/relationships/image" Target="../media/image383.png"/><Relationship Id="rId489" Type="http://schemas.openxmlformats.org/officeDocument/2006/relationships/image" Target="../media/image501.png"/><Relationship Id="rId654" Type="http://schemas.openxmlformats.org/officeDocument/2006/relationships/customXml" Target="../ink/ink677.xml"/><Relationship Id="rId46" Type="http://schemas.openxmlformats.org/officeDocument/2006/relationships/customXml" Target="../ink/ink371.xml"/><Relationship Id="rId293" Type="http://schemas.openxmlformats.org/officeDocument/2006/relationships/image" Target="../media/image404.png"/><Relationship Id="rId307" Type="http://schemas.openxmlformats.org/officeDocument/2006/relationships/image" Target="../media/image411.png"/><Relationship Id="rId349" Type="http://schemas.openxmlformats.org/officeDocument/2006/relationships/image" Target="../media/image432.png"/><Relationship Id="rId514" Type="http://schemas.openxmlformats.org/officeDocument/2006/relationships/customXml" Target="../ink/ink606.xml"/><Relationship Id="rId556" Type="http://schemas.openxmlformats.org/officeDocument/2006/relationships/customXml" Target="../ink/ink627.xml"/><Relationship Id="rId88" Type="http://schemas.openxmlformats.org/officeDocument/2006/relationships/customXml" Target="../ink/ink392.xml"/><Relationship Id="rId111" Type="http://schemas.openxmlformats.org/officeDocument/2006/relationships/image" Target="../media/image314.png"/><Relationship Id="rId153" Type="http://schemas.openxmlformats.org/officeDocument/2006/relationships/image" Target="../media/image335.png"/><Relationship Id="rId195" Type="http://schemas.openxmlformats.org/officeDocument/2006/relationships/image" Target="../media/image356.png"/><Relationship Id="rId209" Type="http://schemas.openxmlformats.org/officeDocument/2006/relationships/image" Target="../media/image2600.png"/><Relationship Id="rId360" Type="http://schemas.openxmlformats.org/officeDocument/2006/relationships/customXml" Target="../ink/ink528.xml"/><Relationship Id="rId416" Type="http://schemas.openxmlformats.org/officeDocument/2006/relationships/image" Target="../media/image465.png"/><Relationship Id="rId598" Type="http://schemas.openxmlformats.org/officeDocument/2006/relationships/customXml" Target="../ink/ink648.xml"/><Relationship Id="rId220" Type="http://schemas.openxmlformats.org/officeDocument/2006/relationships/customXml" Target="../ink/ink458.xml"/><Relationship Id="rId458" Type="http://schemas.openxmlformats.org/officeDocument/2006/relationships/image" Target="../media/image486.png"/><Relationship Id="rId623" Type="http://schemas.openxmlformats.org/officeDocument/2006/relationships/customXml" Target="../ink/ink661.xml"/><Relationship Id="rId15" Type="http://schemas.openxmlformats.org/officeDocument/2006/relationships/image" Target="../media/image266.png"/><Relationship Id="rId57" Type="http://schemas.openxmlformats.org/officeDocument/2006/relationships/image" Target="../media/image287.png"/><Relationship Id="rId262" Type="http://schemas.openxmlformats.org/officeDocument/2006/relationships/customXml" Target="../ink/ink479.xml"/><Relationship Id="rId318" Type="http://schemas.openxmlformats.org/officeDocument/2006/relationships/customXml" Target="../ink/ink507.xml"/><Relationship Id="rId525" Type="http://schemas.openxmlformats.org/officeDocument/2006/relationships/image" Target="../media/image519.png"/><Relationship Id="rId567" Type="http://schemas.openxmlformats.org/officeDocument/2006/relationships/image" Target="../media/image540.png"/><Relationship Id="rId99" Type="http://schemas.openxmlformats.org/officeDocument/2006/relationships/image" Target="../media/image308.png"/><Relationship Id="rId122" Type="http://schemas.openxmlformats.org/officeDocument/2006/relationships/customXml" Target="../ink/ink409.xml"/><Relationship Id="rId164" Type="http://schemas.openxmlformats.org/officeDocument/2006/relationships/customXml" Target="../ink/ink430.xml"/><Relationship Id="rId371" Type="http://schemas.openxmlformats.org/officeDocument/2006/relationships/image" Target="../media/image443.png"/><Relationship Id="rId427" Type="http://schemas.openxmlformats.org/officeDocument/2006/relationships/customXml" Target="../ink/ink562.xml"/><Relationship Id="rId469" Type="http://schemas.openxmlformats.org/officeDocument/2006/relationships/customXml" Target="../ink/ink583.xml"/><Relationship Id="rId634" Type="http://schemas.openxmlformats.org/officeDocument/2006/relationships/image" Target="../media/image454.png"/><Relationship Id="rId26" Type="http://schemas.openxmlformats.org/officeDocument/2006/relationships/customXml" Target="../ink/ink361.xml"/><Relationship Id="rId231" Type="http://schemas.openxmlformats.org/officeDocument/2006/relationships/image" Target="../media/image373.png"/><Relationship Id="rId273" Type="http://schemas.openxmlformats.org/officeDocument/2006/relationships/image" Target="../media/image394.png"/><Relationship Id="rId329" Type="http://schemas.openxmlformats.org/officeDocument/2006/relationships/image" Target="../media/image422.png"/><Relationship Id="rId480" Type="http://schemas.openxmlformats.org/officeDocument/2006/relationships/image" Target="../media/image497.png"/><Relationship Id="rId536" Type="http://schemas.openxmlformats.org/officeDocument/2006/relationships/customXml" Target="../ink/ink617.xml"/><Relationship Id="rId68" Type="http://schemas.openxmlformats.org/officeDocument/2006/relationships/customXml" Target="../ink/ink382.xml"/><Relationship Id="rId133" Type="http://schemas.openxmlformats.org/officeDocument/2006/relationships/image" Target="../media/image325.png"/><Relationship Id="rId175" Type="http://schemas.openxmlformats.org/officeDocument/2006/relationships/image" Target="../media/image346.png"/><Relationship Id="rId340" Type="http://schemas.openxmlformats.org/officeDocument/2006/relationships/customXml" Target="../ink/ink518.xml"/><Relationship Id="rId578" Type="http://schemas.openxmlformats.org/officeDocument/2006/relationships/customXml" Target="../ink/ink638.xml"/><Relationship Id="rId200" Type="http://schemas.openxmlformats.org/officeDocument/2006/relationships/customXml" Target="../ink/ink448.xml"/><Relationship Id="rId382" Type="http://schemas.openxmlformats.org/officeDocument/2006/relationships/customXml" Target="../ink/ink539.xml"/><Relationship Id="rId438" Type="http://schemas.openxmlformats.org/officeDocument/2006/relationships/image" Target="../media/image476.png"/><Relationship Id="rId603" Type="http://schemas.openxmlformats.org/officeDocument/2006/relationships/image" Target="../media/image558.png"/><Relationship Id="rId645" Type="http://schemas.openxmlformats.org/officeDocument/2006/relationships/image" Target="../media/image577.png"/><Relationship Id="rId242" Type="http://schemas.openxmlformats.org/officeDocument/2006/relationships/customXml" Target="../ink/ink469.xml"/><Relationship Id="rId284" Type="http://schemas.openxmlformats.org/officeDocument/2006/relationships/customXml" Target="../ink/ink490.xml"/><Relationship Id="rId491" Type="http://schemas.openxmlformats.org/officeDocument/2006/relationships/image" Target="../media/image502.png"/><Relationship Id="rId505" Type="http://schemas.openxmlformats.org/officeDocument/2006/relationships/image" Target="../media/image509.png"/><Relationship Id="rId37" Type="http://schemas.openxmlformats.org/officeDocument/2006/relationships/image" Target="../media/image277.png"/><Relationship Id="rId79" Type="http://schemas.openxmlformats.org/officeDocument/2006/relationships/image" Target="../media/image298.png"/><Relationship Id="rId102" Type="http://schemas.openxmlformats.org/officeDocument/2006/relationships/customXml" Target="../ink/ink399.xml"/><Relationship Id="rId144" Type="http://schemas.openxmlformats.org/officeDocument/2006/relationships/customXml" Target="../ink/ink420.xml"/><Relationship Id="rId547" Type="http://schemas.openxmlformats.org/officeDocument/2006/relationships/image" Target="../media/image530.png"/><Relationship Id="rId589" Type="http://schemas.openxmlformats.org/officeDocument/2006/relationships/image" Target="../media/image551.png"/><Relationship Id="rId90" Type="http://schemas.openxmlformats.org/officeDocument/2006/relationships/customXml" Target="../ink/ink393.xml"/><Relationship Id="rId186" Type="http://schemas.openxmlformats.org/officeDocument/2006/relationships/customXml" Target="../ink/ink441.xml"/><Relationship Id="rId351" Type="http://schemas.openxmlformats.org/officeDocument/2006/relationships/image" Target="../media/image433.png"/><Relationship Id="rId393" Type="http://schemas.openxmlformats.org/officeDocument/2006/relationships/image" Target="../media/image453.png"/><Relationship Id="rId407" Type="http://schemas.openxmlformats.org/officeDocument/2006/relationships/customXml" Target="../ink/ink552.xml"/><Relationship Id="rId449" Type="http://schemas.openxmlformats.org/officeDocument/2006/relationships/customXml" Target="../ink/ink573.xml"/><Relationship Id="rId614" Type="http://schemas.openxmlformats.org/officeDocument/2006/relationships/customXml" Target="../ink/ink656.xml"/><Relationship Id="rId656" Type="http://schemas.openxmlformats.org/officeDocument/2006/relationships/customXml" Target="../ink/ink678.xml"/><Relationship Id="rId211" Type="http://schemas.openxmlformats.org/officeDocument/2006/relationships/image" Target="../media/image363.png"/><Relationship Id="rId253" Type="http://schemas.openxmlformats.org/officeDocument/2006/relationships/image" Target="../media/image384.png"/><Relationship Id="rId295" Type="http://schemas.openxmlformats.org/officeDocument/2006/relationships/image" Target="../media/image405.png"/><Relationship Id="rId309" Type="http://schemas.openxmlformats.org/officeDocument/2006/relationships/image" Target="../media/image412.png"/><Relationship Id="rId460" Type="http://schemas.openxmlformats.org/officeDocument/2006/relationships/image" Target="../media/image487.png"/><Relationship Id="rId516" Type="http://schemas.openxmlformats.org/officeDocument/2006/relationships/customXml" Target="../ink/ink607.xml"/><Relationship Id="rId48" Type="http://schemas.openxmlformats.org/officeDocument/2006/relationships/customXml" Target="../ink/ink372.xml"/><Relationship Id="rId113" Type="http://schemas.openxmlformats.org/officeDocument/2006/relationships/image" Target="../media/image315.png"/><Relationship Id="rId320" Type="http://schemas.openxmlformats.org/officeDocument/2006/relationships/customXml" Target="../ink/ink508.xml"/><Relationship Id="rId558" Type="http://schemas.openxmlformats.org/officeDocument/2006/relationships/customXml" Target="../ink/ink628.xml"/><Relationship Id="rId155" Type="http://schemas.openxmlformats.org/officeDocument/2006/relationships/image" Target="../media/image336.png"/><Relationship Id="rId197" Type="http://schemas.openxmlformats.org/officeDocument/2006/relationships/image" Target="../media/image357.png"/><Relationship Id="rId362" Type="http://schemas.openxmlformats.org/officeDocument/2006/relationships/customXml" Target="../ink/ink529.xml"/><Relationship Id="rId418" Type="http://schemas.openxmlformats.org/officeDocument/2006/relationships/image" Target="../media/image466.png"/><Relationship Id="rId625" Type="http://schemas.openxmlformats.org/officeDocument/2006/relationships/customXml" Target="../ink/ink662.xml"/><Relationship Id="rId222" Type="http://schemas.openxmlformats.org/officeDocument/2006/relationships/customXml" Target="../ink/ink459.xml"/><Relationship Id="rId264" Type="http://schemas.openxmlformats.org/officeDocument/2006/relationships/customXml" Target="../ink/ink480.xml"/><Relationship Id="rId471" Type="http://schemas.openxmlformats.org/officeDocument/2006/relationships/customXml" Target="../ink/ink584.xml"/><Relationship Id="rId17" Type="http://schemas.openxmlformats.org/officeDocument/2006/relationships/image" Target="../media/image267.png"/><Relationship Id="rId59" Type="http://schemas.openxmlformats.org/officeDocument/2006/relationships/image" Target="../media/image288.png"/><Relationship Id="rId124" Type="http://schemas.openxmlformats.org/officeDocument/2006/relationships/customXml" Target="../ink/ink410.xml"/><Relationship Id="rId527" Type="http://schemas.openxmlformats.org/officeDocument/2006/relationships/image" Target="../media/image520.png"/><Relationship Id="rId569" Type="http://schemas.openxmlformats.org/officeDocument/2006/relationships/image" Target="../media/image541.png"/><Relationship Id="rId70" Type="http://schemas.openxmlformats.org/officeDocument/2006/relationships/customXml" Target="../ink/ink383.xml"/><Relationship Id="rId166" Type="http://schemas.openxmlformats.org/officeDocument/2006/relationships/customXml" Target="../ink/ink431.xml"/><Relationship Id="rId331" Type="http://schemas.openxmlformats.org/officeDocument/2006/relationships/image" Target="../media/image423.png"/><Relationship Id="rId373" Type="http://schemas.openxmlformats.org/officeDocument/2006/relationships/image" Target="../media/image444.png"/><Relationship Id="rId429" Type="http://schemas.openxmlformats.org/officeDocument/2006/relationships/customXml" Target="../ink/ink563.xml"/><Relationship Id="rId580" Type="http://schemas.openxmlformats.org/officeDocument/2006/relationships/customXml" Target="../ink/ink639.xml"/><Relationship Id="rId636" Type="http://schemas.openxmlformats.org/officeDocument/2006/relationships/image" Target="../media/image573.png"/><Relationship Id="rId1" Type="http://schemas.openxmlformats.org/officeDocument/2006/relationships/slideLayout" Target="../slideLayouts/slideLayout18.xml"/><Relationship Id="rId233" Type="http://schemas.openxmlformats.org/officeDocument/2006/relationships/image" Target="../media/image374.png"/><Relationship Id="rId440" Type="http://schemas.openxmlformats.org/officeDocument/2006/relationships/image" Target="../media/image477.png"/><Relationship Id="rId28" Type="http://schemas.openxmlformats.org/officeDocument/2006/relationships/customXml" Target="../ink/ink362.xml"/><Relationship Id="rId275" Type="http://schemas.openxmlformats.org/officeDocument/2006/relationships/image" Target="../media/image395.png"/><Relationship Id="rId300" Type="http://schemas.openxmlformats.org/officeDocument/2006/relationships/customXml" Target="../ink/ink498.xml"/><Relationship Id="rId482" Type="http://schemas.openxmlformats.org/officeDocument/2006/relationships/customXml" Target="../ink/ink590.xml"/><Relationship Id="rId538" Type="http://schemas.openxmlformats.org/officeDocument/2006/relationships/customXml" Target="../ink/ink618.xml"/><Relationship Id="rId81" Type="http://schemas.openxmlformats.org/officeDocument/2006/relationships/image" Target="../media/image299.png"/><Relationship Id="rId135" Type="http://schemas.openxmlformats.org/officeDocument/2006/relationships/image" Target="../media/image326.png"/><Relationship Id="rId177" Type="http://schemas.openxmlformats.org/officeDocument/2006/relationships/image" Target="../media/image347.png"/><Relationship Id="rId342" Type="http://schemas.openxmlformats.org/officeDocument/2006/relationships/customXml" Target="../ink/ink519.xml"/><Relationship Id="rId384" Type="http://schemas.openxmlformats.org/officeDocument/2006/relationships/customXml" Target="../ink/ink540.xml"/><Relationship Id="rId591" Type="http://schemas.openxmlformats.org/officeDocument/2006/relationships/image" Target="../media/image552.png"/><Relationship Id="rId605" Type="http://schemas.openxmlformats.org/officeDocument/2006/relationships/image" Target="../media/image559.png"/><Relationship Id="rId202" Type="http://schemas.openxmlformats.org/officeDocument/2006/relationships/customXml" Target="../ink/ink449.xml"/><Relationship Id="rId244" Type="http://schemas.openxmlformats.org/officeDocument/2006/relationships/customXml" Target="../ink/ink470.xml"/><Relationship Id="rId647" Type="http://schemas.openxmlformats.org/officeDocument/2006/relationships/image" Target="../media/image578.png"/><Relationship Id="rId39" Type="http://schemas.openxmlformats.org/officeDocument/2006/relationships/image" Target="../media/image278.png"/><Relationship Id="rId286" Type="http://schemas.openxmlformats.org/officeDocument/2006/relationships/customXml" Target="../ink/ink491.xml"/><Relationship Id="rId451" Type="http://schemas.openxmlformats.org/officeDocument/2006/relationships/customXml" Target="../ink/ink574.xml"/><Relationship Id="rId493" Type="http://schemas.openxmlformats.org/officeDocument/2006/relationships/image" Target="../media/image503.png"/><Relationship Id="rId507" Type="http://schemas.openxmlformats.org/officeDocument/2006/relationships/image" Target="../media/image510.png"/><Relationship Id="rId549" Type="http://schemas.openxmlformats.org/officeDocument/2006/relationships/image" Target="../media/image531.png"/><Relationship Id="rId50" Type="http://schemas.openxmlformats.org/officeDocument/2006/relationships/customXml" Target="../ink/ink373.xml"/><Relationship Id="rId104" Type="http://schemas.openxmlformats.org/officeDocument/2006/relationships/customXml" Target="../ink/ink400.xml"/><Relationship Id="rId146" Type="http://schemas.openxmlformats.org/officeDocument/2006/relationships/customXml" Target="../ink/ink421.xml"/><Relationship Id="rId188" Type="http://schemas.openxmlformats.org/officeDocument/2006/relationships/customXml" Target="../ink/ink442.xml"/><Relationship Id="rId311" Type="http://schemas.openxmlformats.org/officeDocument/2006/relationships/image" Target="../media/image413.png"/><Relationship Id="rId353" Type="http://schemas.openxmlformats.org/officeDocument/2006/relationships/image" Target="../media/image434.png"/><Relationship Id="rId395" Type="http://schemas.openxmlformats.org/officeDocument/2006/relationships/customXml" Target="../ink/ink546.xml"/><Relationship Id="rId409" Type="http://schemas.openxmlformats.org/officeDocument/2006/relationships/customXml" Target="../ink/ink553.xml"/><Relationship Id="rId560" Type="http://schemas.openxmlformats.org/officeDocument/2006/relationships/customXml" Target="../ink/ink629.xml"/><Relationship Id="rId92" Type="http://schemas.openxmlformats.org/officeDocument/2006/relationships/customXml" Target="../ink/ink394.xml"/><Relationship Id="rId213" Type="http://schemas.openxmlformats.org/officeDocument/2006/relationships/image" Target="../media/image364.png"/><Relationship Id="rId420" Type="http://schemas.openxmlformats.org/officeDocument/2006/relationships/image" Target="../media/image467.png"/><Relationship Id="rId616" Type="http://schemas.openxmlformats.org/officeDocument/2006/relationships/customXml" Target="../ink/ink657.xml"/><Relationship Id="rId658" Type="http://schemas.openxmlformats.org/officeDocument/2006/relationships/customXml" Target="../ink/ink679.xml"/><Relationship Id="rId255" Type="http://schemas.openxmlformats.org/officeDocument/2006/relationships/image" Target="../media/image385.png"/><Relationship Id="rId297" Type="http://schemas.openxmlformats.org/officeDocument/2006/relationships/image" Target="../media/image406.png"/><Relationship Id="rId462" Type="http://schemas.openxmlformats.org/officeDocument/2006/relationships/image" Target="../media/image488.png"/><Relationship Id="rId518" Type="http://schemas.openxmlformats.org/officeDocument/2006/relationships/customXml" Target="../ink/ink608.xml"/><Relationship Id="rId115" Type="http://schemas.openxmlformats.org/officeDocument/2006/relationships/image" Target="../media/image316.png"/><Relationship Id="rId157" Type="http://schemas.openxmlformats.org/officeDocument/2006/relationships/image" Target="../media/image337.png"/><Relationship Id="rId322" Type="http://schemas.openxmlformats.org/officeDocument/2006/relationships/customXml" Target="../ink/ink509.xml"/><Relationship Id="rId364" Type="http://schemas.openxmlformats.org/officeDocument/2006/relationships/customXml" Target="../ink/ink530.xml"/><Relationship Id="rId61" Type="http://schemas.openxmlformats.org/officeDocument/2006/relationships/image" Target="../media/image289.png"/><Relationship Id="rId199" Type="http://schemas.openxmlformats.org/officeDocument/2006/relationships/image" Target="../media/image358.png"/><Relationship Id="rId571" Type="http://schemas.openxmlformats.org/officeDocument/2006/relationships/image" Target="../media/image542.png"/><Relationship Id="rId627" Type="http://schemas.openxmlformats.org/officeDocument/2006/relationships/customXml" Target="../ink/ink663.xml"/><Relationship Id="rId19" Type="http://schemas.openxmlformats.org/officeDocument/2006/relationships/image" Target="../media/image268.png"/><Relationship Id="rId224" Type="http://schemas.openxmlformats.org/officeDocument/2006/relationships/customXml" Target="../ink/ink460.xml"/><Relationship Id="rId266" Type="http://schemas.openxmlformats.org/officeDocument/2006/relationships/customXml" Target="../ink/ink481.xml"/><Relationship Id="rId431" Type="http://schemas.openxmlformats.org/officeDocument/2006/relationships/customXml" Target="../ink/ink564.xml"/><Relationship Id="rId473" Type="http://schemas.openxmlformats.org/officeDocument/2006/relationships/customXml" Target="../ink/ink585.xml"/><Relationship Id="rId529" Type="http://schemas.openxmlformats.org/officeDocument/2006/relationships/image" Target="../media/image521.png"/><Relationship Id="rId30" Type="http://schemas.openxmlformats.org/officeDocument/2006/relationships/customXml" Target="../ink/ink363.xml"/><Relationship Id="rId126" Type="http://schemas.openxmlformats.org/officeDocument/2006/relationships/customXml" Target="../ink/ink411.xml"/><Relationship Id="rId168" Type="http://schemas.openxmlformats.org/officeDocument/2006/relationships/customXml" Target="../ink/ink432.xml"/><Relationship Id="rId333" Type="http://schemas.openxmlformats.org/officeDocument/2006/relationships/image" Target="../media/image424.png"/><Relationship Id="rId540" Type="http://schemas.openxmlformats.org/officeDocument/2006/relationships/customXml" Target="../ink/ink619.xml"/><Relationship Id="rId72" Type="http://schemas.openxmlformats.org/officeDocument/2006/relationships/customXml" Target="../ink/ink384.xml"/><Relationship Id="rId375" Type="http://schemas.openxmlformats.org/officeDocument/2006/relationships/image" Target="../media/image445.png"/><Relationship Id="rId582" Type="http://schemas.openxmlformats.org/officeDocument/2006/relationships/customXml" Target="../ink/ink640.xml"/><Relationship Id="rId638" Type="http://schemas.openxmlformats.org/officeDocument/2006/relationships/image" Target="../media/image574.png"/><Relationship Id="rId3" Type="http://schemas.openxmlformats.org/officeDocument/2006/relationships/image" Target="../media/image1411.png"/><Relationship Id="rId235" Type="http://schemas.openxmlformats.org/officeDocument/2006/relationships/image" Target="../media/image375.png"/><Relationship Id="rId277" Type="http://schemas.openxmlformats.org/officeDocument/2006/relationships/image" Target="../media/image396.png"/><Relationship Id="rId400" Type="http://schemas.openxmlformats.org/officeDocument/2006/relationships/image" Target="../media/image457.png"/><Relationship Id="rId442" Type="http://schemas.openxmlformats.org/officeDocument/2006/relationships/image" Target="../media/image478.png"/><Relationship Id="rId484" Type="http://schemas.openxmlformats.org/officeDocument/2006/relationships/customXml" Target="../ink/ink591.xml"/><Relationship Id="rId137" Type="http://schemas.openxmlformats.org/officeDocument/2006/relationships/image" Target="../media/image327.png"/><Relationship Id="rId302" Type="http://schemas.openxmlformats.org/officeDocument/2006/relationships/customXml" Target="../ink/ink499.xml"/><Relationship Id="rId344" Type="http://schemas.openxmlformats.org/officeDocument/2006/relationships/customXml" Target="../ink/ink520.xml"/><Relationship Id="rId41" Type="http://schemas.openxmlformats.org/officeDocument/2006/relationships/image" Target="../media/image279.png"/><Relationship Id="rId83" Type="http://schemas.openxmlformats.org/officeDocument/2006/relationships/image" Target="../media/image300.png"/><Relationship Id="rId179" Type="http://schemas.openxmlformats.org/officeDocument/2006/relationships/image" Target="../media/image348.png"/><Relationship Id="rId386" Type="http://schemas.openxmlformats.org/officeDocument/2006/relationships/customXml" Target="../ink/ink541.xml"/><Relationship Id="rId551" Type="http://schemas.openxmlformats.org/officeDocument/2006/relationships/image" Target="../media/image532.png"/><Relationship Id="rId593" Type="http://schemas.openxmlformats.org/officeDocument/2006/relationships/image" Target="../media/image553.png"/><Relationship Id="rId607" Type="http://schemas.openxmlformats.org/officeDocument/2006/relationships/image" Target="../media/image560.png"/><Relationship Id="rId649" Type="http://schemas.openxmlformats.org/officeDocument/2006/relationships/image" Target="../media/image579.png"/><Relationship Id="rId190" Type="http://schemas.openxmlformats.org/officeDocument/2006/relationships/customXml" Target="../ink/ink443.xml"/><Relationship Id="rId204" Type="http://schemas.openxmlformats.org/officeDocument/2006/relationships/customXml" Target="../ink/ink450.xml"/><Relationship Id="rId246" Type="http://schemas.openxmlformats.org/officeDocument/2006/relationships/customXml" Target="../ink/ink471.xml"/><Relationship Id="rId288" Type="http://schemas.openxmlformats.org/officeDocument/2006/relationships/customXml" Target="../ink/ink492.xml"/><Relationship Id="rId411" Type="http://schemas.openxmlformats.org/officeDocument/2006/relationships/customXml" Target="../ink/ink554.xml"/><Relationship Id="rId453" Type="http://schemas.openxmlformats.org/officeDocument/2006/relationships/customXml" Target="../ink/ink575.xml"/><Relationship Id="rId509" Type="http://schemas.openxmlformats.org/officeDocument/2006/relationships/image" Target="../media/image511.png"/><Relationship Id="rId106" Type="http://schemas.openxmlformats.org/officeDocument/2006/relationships/customXml" Target="../ink/ink401.xml"/><Relationship Id="rId313" Type="http://schemas.openxmlformats.org/officeDocument/2006/relationships/image" Target="../media/image414.png"/><Relationship Id="rId495" Type="http://schemas.openxmlformats.org/officeDocument/2006/relationships/image" Target="../media/image504.png"/><Relationship Id="rId10" Type="http://schemas.openxmlformats.org/officeDocument/2006/relationships/customXml" Target="../ink/ink353.xml"/><Relationship Id="rId52" Type="http://schemas.openxmlformats.org/officeDocument/2006/relationships/customXml" Target="../ink/ink374.xml"/><Relationship Id="rId94" Type="http://schemas.openxmlformats.org/officeDocument/2006/relationships/customXml" Target="../ink/ink395.xml"/><Relationship Id="rId148" Type="http://schemas.openxmlformats.org/officeDocument/2006/relationships/customXml" Target="../ink/ink422.xml"/><Relationship Id="rId355" Type="http://schemas.openxmlformats.org/officeDocument/2006/relationships/image" Target="../media/image435.png"/><Relationship Id="rId397" Type="http://schemas.openxmlformats.org/officeDocument/2006/relationships/customXml" Target="../ink/ink547.xml"/><Relationship Id="rId520" Type="http://schemas.openxmlformats.org/officeDocument/2006/relationships/customXml" Target="../ink/ink609.xml"/><Relationship Id="rId562" Type="http://schemas.openxmlformats.org/officeDocument/2006/relationships/customXml" Target="../ink/ink630.xml"/><Relationship Id="rId618" Type="http://schemas.openxmlformats.org/officeDocument/2006/relationships/customXml" Target="../ink/ink658.xml"/><Relationship Id="rId215" Type="http://schemas.openxmlformats.org/officeDocument/2006/relationships/image" Target="../media/image365.png"/><Relationship Id="rId257" Type="http://schemas.openxmlformats.org/officeDocument/2006/relationships/image" Target="../media/image386.png"/><Relationship Id="rId422" Type="http://schemas.openxmlformats.org/officeDocument/2006/relationships/image" Target="../media/image468.png"/><Relationship Id="rId464" Type="http://schemas.openxmlformats.org/officeDocument/2006/relationships/image" Target="../media/image489.png"/><Relationship Id="rId299" Type="http://schemas.openxmlformats.org/officeDocument/2006/relationships/image" Target="../media/image407.png"/><Relationship Id="rId63" Type="http://schemas.openxmlformats.org/officeDocument/2006/relationships/image" Target="../media/image290.png"/><Relationship Id="rId159" Type="http://schemas.openxmlformats.org/officeDocument/2006/relationships/image" Target="../media/image338.png"/><Relationship Id="rId366" Type="http://schemas.openxmlformats.org/officeDocument/2006/relationships/customXml" Target="../ink/ink531.xml"/><Relationship Id="rId573" Type="http://schemas.openxmlformats.org/officeDocument/2006/relationships/image" Target="../media/image543.png"/><Relationship Id="rId226" Type="http://schemas.openxmlformats.org/officeDocument/2006/relationships/customXml" Target="../ink/ink461.xml"/><Relationship Id="rId433" Type="http://schemas.openxmlformats.org/officeDocument/2006/relationships/customXml" Target="../ink/ink565.xml"/><Relationship Id="rId640" Type="http://schemas.openxmlformats.org/officeDocument/2006/relationships/image" Target="../media/image575.png"/><Relationship Id="rId74" Type="http://schemas.openxmlformats.org/officeDocument/2006/relationships/customXml" Target="../ink/ink385.xml"/><Relationship Id="rId377" Type="http://schemas.openxmlformats.org/officeDocument/2006/relationships/image" Target="../media/image446.png"/><Relationship Id="rId500" Type="http://schemas.openxmlformats.org/officeDocument/2006/relationships/customXml" Target="../ink/ink599.xml"/><Relationship Id="rId584" Type="http://schemas.openxmlformats.org/officeDocument/2006/relationships/customXml" Target="../ink/ink641.xml"/><Relationship Id="rId5" Type="http://schemas.openxmlformats.org/officeDocument/2006/relationships/image" Target="../media/image261.png"/><Relationship Id="rId237" Type="http://schemas.openxmlformats.org/officeDocument/2006/relationships/image" Target="../media/image376.png"/><Relationship Id="rId444" Type="http://schemas.openxmlformats.org/officeDocument/2006/relationships/image" Target="../media/image479.png"/><Relationship Id="rId651" Type="http://schemas.openxmlformats.org/officeDocument/2006/relationships/image" Target="../media/image580.png"/><Relationship Id="rId290" Type="http://schemas.openxmlformats.org/officeDocument/2006/relationships/customXml" Target="../ink/ink493.xml"/><Relationship Id="rId304" Type="http://schemas.openxmlformats.org/officeDocument/2006/relationships/customXml" Target="../ink/ink500.xml"/><Relationship Id="rId388" Type="http://schemas.openxmlformats.org/officeDocument/2006/relationships/customXml" Target="../ink/ink542.xml"/><Relationship Id="rId511" Type="http://schemas.openxmlformats.org/officeDocument/2006/relationships/image" Target="../media/image512.png"/><Relationship Id="rId609" Type="http://schemas.openxmlformats.org/officeDocument/2006/relationships/image" Target="../media/image561.png"/><Relationship Id="rId85" Type="http://schemas.openxmlformats.org/officeDocument/2006/relationships/image" Target="../media/image301.png"/><Relationship Id="rId150" Type="http://schemas.openxmlformats.org/officeDocument/2006/relationships/customXml" Target="../ink/ink423.xml"/><Relationship Id="rId595" Type="http://schemas.openxmlformats.org/officeDocument/2006/relationships/image" Target="../media/image554.png"/><Relationship Id="rId248" Type="http://schemas.openxmlformats.org/officeDocument/2006/relationships/customXml" Target="../ink/ink472.xml"/><Relationship Id="rId455" Type="http://schemas.openxmlformats.org/officeDocument/2006/relationships/customXml" Target="../ink/ink576.xml"/><Relationship Id="rId12" Type="http://schemas.openxmlformats.org/officeDocument/2006/relationships/customXml" Target="../ink/ink354.xml"/><Relationship Id="rId108" Type="http://schemas.openxmlformats.org/officeDocument/2006/relationships/customXml" Target="../ink/ink402.xml"/><Relationship Id="rId315" Type="http://schemas.openxmlformats.org/officeDocument/2006/relationships/image" Target="../media/image415.png"/><Relationship Id="rId522" Type="http://schemas.openxmlformats.org/officeDocument/2006/relationships/customXml" Target="../ink/ink610.xml"/><Relationship Id="rId96" Type="http://schemas.openxmlformats.org/officeDocument/2006/relationships/customXml" Target="../ink/ink396.xml"/><Relationship Id="rId161" Type="http://schemas.openxmlformats.org/officeDocument/2006/relationships/image" Target="../media/image339.png"/><Relationship Id="rId399" Type="http://schemas.openxmlformats.org/officeDocument/2006/relationships/customXml" Target="../ink/ink548.xml"/><Relationship Id="rId259" Type="http://schemas.openxmlformats.org/officeDocument/2006/relationships/image" Target="../media/image387.png"/><Relationship Id="rId466" Type="http://schemas.openxmlformats.org/officeDocument/2006/relationships/image" Target="../media/image490.png"/><Relationship Id="rId23" Type="http://schemas.openxmlformats.org/officeDocument/2006/relationships/image" Target="../media/image260.png"/><Relationship Id="rId119" Type="http://schemas.openxmlformats.org/officeDocument/2006/relationships/image" Target="../media/image318.png"/><Relationship Id="rId326" Type="http://schemas.openxmlformats.org/officeDocument/2006/relationships/customXml" Target="../ink/ink511.xml"/><Relationship Id="rId533" Type="http://schemas.openxmlformats.org/officeDocument/2006/relationships/image" Target="../media/image523.png"/><Relationship Id="rId172" Type="http://schemas.openxmlformats.org/officeDocument/2006/relationships/customXml" Target="../ink/ink434.xml"/><Relationship Id="rId477" Type="http://schemas.openxmlformats.org/officeDocument/2006/relationships/customXml" Target="../ink/ink587.xml"/><Relationship Id="rId600" Type="http://schemas.openxmlformats.org/officeDocument/2006/relationships/customXml" Target="../ink/ink649.xml"/><Relationship Id="rId337" Type="http://schemas.openxmlformats.org/officeDocument/2006/relationships/image" Target="../media/image426.png"/><Relationship Id="rId34" Type="http://schemas.openxmlformats.org/officeDocument/2006/relationships/customXml" Target="../ink/ink365.xml"/><Relationship Id="rId544" Type="http://schemas.openxmlformats.org/officeDocument/2006/relationships/customXml" Target="../ink/ink621.xml"/><Relationship Id="rId183" Type="http://schemas.openxmlformats.org/officeDocument/2006/relationships/image" Target="../media/image350.png"/><Relationship Id="rId390" Type="http://schemas.openxmlformats.org/officeDocument/2006/relationships/customXml" Target="../ink/ink543.xml"/><Relationship Id="rId404" Type="http://schemas.openxmlformats.org/officeDocument/2006/relationships/image" Target="../media/image459.png"/><Relationship Id="rId611" Type="http://schemas.openxmlformats.org/officeDocument/2006/relationships/image" Target="../media/image562.png"/><Relationship Id="rId250" Type="http://schemas.openxmlformats.org/officeDocument/2006/relationships/customXml" Target="../ink/ink473.xml"/><Relationship Id="rId488" Type="http://schemas.openxmlformats.org/officeDocument/2006/relationships/customXml" Target="../ink/ink593.xml"/><Relationship Id="rId45" Type="http://schemas.openxmlformats.org/officeDocument/2006/relationships/image" Target="../media/image281.png"/><Relationship Id="rId110" Type="http://schemas.openxmlformats.org/officeDocument/2006/relationships/customXml" Target="../ink/ink403.xml"/><Relationship Id="rId348" Type="http://schemas.openxmlformats.org/officeDocument/2006/relationships/customXml" Target="../ink/ink522.xml"/><Relationship Id="rId555" Type="http://schemas.openxmlformats.org/officeDocument/2006/relationships/image" Target="../media/image534.png"/><Relationship Id="rId194" Type="http://schemas.openxmlformats.org/officeDocument/2006/relationships/customXml" Target="../ink/ink445.xml"/><Relationship Id="rId208" Type="http://schemas.openxmlformats.org/officeDocument/2006/relationships/customXml" Target="../ink/ink452.xml"/><Relationship Id="rId415" Type="http://schemas.openxmlformats.org/officeDocument/2006/relationships/customXml" Target="../ink/ink556.xml"/><Relationship Id="rId622" Type="http://schemas.openxmlformats.org/officeDocument/2006/relationships/image" Target="../media/image567.png"/><Relationship Id="rId261" Type="http://schemas.openxmlformats.org/officeDocument/2006/relationships/image" Target="../media/image388.png"/><Relationship Id="rId499" Type="http://schemas.openxmlformats.org/officeDocument/2006/relationships/image" Target="../media/image506.png"/><Relationship Id="rId56" Type="http://schemas.openxmlformats.org/officeDocument/2006/relationships/customXml" Target="../ink/ink376.xml"/><Relationship Id="rId359" Type="http://schemas.openxmlformats.org/officeDocument/2006/relationships/image" Target="../media/image437.png"/><Relationship Id="rId566" Type="http://schemas.openxmlformats.org/officeDocument/2006/relationships/customXml" Target="../ink/ink632.xml"/><Relationship Id="rId121" Type="http://schemas.openxmlformats.org/officeDocument/2006/relationships/image" Target="../media/image319.png"/><Relationship Id="rId219" Type="http://schemas.openxmlformats.org/officeDocument/2006/relationships/image" Target="../media/image367.png"/><Relationship Id="rId426" Type="http://schemas.openxmlformats.org/officeDocument/2006/relationships/image" Target="../media/image470.png"/><Relationship Id="rId633" Type="http://schemas.openxmlformats.org/officeDocument/2006/relationships/customXml" Target="../ink/ink666.xml"/><Relationship Id="rId67" Type="http://schemas.openxmlformats.org/officeDocument/2006/relationships/image" Target="../media/image292.png"/><Relationship Id="rId272" Type="http://schemas.openxmlformats.org/officeDocument/2006/relationships/customXml" Target="../ink/ink484.xml"/><Relationship Id="rId577" Type="http://schemas.openxmlformats.org/officeDocument/2006/relationships/image" Target="../media/image545.png"/><Relationship Id="rId132" Type="http://schemas.openxmlformats.org/officeDocument/2006/relationships/customXml" Target="../ink/ink414.xml"/><Relationship Id="rId437" Type="http://schemas.openxmlformats.org/officeDocument/2006/relationships/customXml" Target="../ink/ink567.xml"/><Relationship Id="rId644" Type="http://schemas.openxmlformats.org/officeDocument/2006/relationships/customXml" Target="../ink/ink672.xml"/><Relationship Id="rId283" Type="http://schemas.openxmlformats.org/officeDocument/2006/relationships/image" Target="../media/image399.png"/><Relationship Id="rId490" Type="http://schemas.openxmlformats.org/officeDocument/2006/relationships/customXml" Target="../ink/ink594.xml"/><Relationship Id="rId504" Type="http://schemas.openxmlformats.org/officeDocument/2006/relationships/customXml" Target="../ink/ink601.xml"/><Relationship Id="rId78" Type="http://schemas.openxmlformats.org/officeDocument/2006/relationships/customXml" Target="../ink/ink387.xml"/><Relationship Id="rId143" Type="http://schemas.openxmlformats.org/officeDocument/2006/relationships/image" Target="../media/image330.png"/><Relationship Id="rId350" Type="http://schemas.openxmlformats.org/officeDocument/2006/relationships/customXml" Target="../ink/ink523.xml"/><Relationship Id="rId588" Type="http://schemas.openxmlformats.org/officeDocument/2006/relationships/customXml" Target="../ink/ink643.xml"/><Relationship Id="rId9" Type="http://schemas.openxmlformats.org/officeDocument/2006/relationships/image" Target="../media/image263.png"/><Relationship Id="rId210" Type="http://schemas.openxmlformats.org/officeDocument/2006/relationships/customXml" Target="../ink/ink453.xml"/><Relationship Id="rId448" Type="http://schemas.openxmlformats.org/officeDocument/2006/relationships/image" Target="../media/image481.png"/><Relationship Id="rId655" Type="http://schemas.openxmlformats.org/officeDocument/2006/relationships/image" Target="../media/image583.png"/><Relationship Id="rId294" Type="http://schemas.openxmlformats.org/officeDocument/2006/relationships/customXml" Target="../ink/ink495.xml"/><Relationship Id="rId308" Type="http://schemas.openxmlformats.org/officeDocument/2006/relationships/customXml" Target="../ink/ink502.xml"/><Relationship Id="rId515" Type="http://schemas.openxmlformats.org/officeDocument/2006/relationships/image" Target="../media/image514.png"/><Relationship Id="rId89" Type="http://schemas.openxmlformats.org/officeDocument/2006/relationships/image" Target="../media/image303.png"/><Relationship Id="rId154" Type="http://schemas.openxmlformats.org/officeDocument/2006/relationships/customXml" Target="../ink/ink425.xml"/><Relationship Id="rId361" Type="http://schemas.openxmlformats.org/officeDocument/2006/relationships/image" Target="../media/image438.png"/><Relationship Id="rId599" Type="http://schemas.openxmlformats.org/officeDocument/2006/relationships/image" Target="../media/image556.png"/><Relationship Id="rId459" Type="http://schemas.openxmlformats.org/officeDocument/2006/relationships/customXml" Target="../ink/ink578.xml"/><Relationship Id="rId16" Type="http://schemas.openxmlformats.org/officeDocument/2006/relationships/customXml" Target="../ink/ink356.xml"/><Relationship Id="rId221" Type="http://schemas.openxmlformats.org/officeDocument/2006/relationships/image" Target="../media/image271.png"/><Relationship Id="rId319" Type="http://schemas.openxmlformats.org/officeDocument/2006/relationships/image" Target="../media/image417.png"/><Relationship Id="rId526" Type="http://schemas.openxmlformats.org/officeDocument/2006/relationships/customXml" Target="../ink/ink61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2.png"/><Relationship Id="rId21" Type="http://schemas.openxmlformats.org/officeDocument/2006/relationships/image" Target="../media/image594.png"/><Relationship Id="rId42" Type="http://schemas.openxmlformats.org/officeDocument/2006/relationships/customXml" Target="../ink/ink700.xml"/><Relationship Id="rId63" Type="http://schemas.openxmlformats.org/officeDocument/2006/relationships/image" Target="../media/image615.png"/><Relationship Id="rId84" Type="http://schemas.openxmlformats.org/officeDocument/2006/relationships/customXml" Target="../ink/ink721.xml"/><Relationship Id="rId138" Type="http://schemas.openxmlformats.org/officeDocument/2006/relationships/customXml" Target="../ink/ink748.xml"/><Relationship Id="rId107" Type="http://schemas.openxmlformats.org/officeDocument/2006/relationships/image" Target="../media/image637.png"/><Relationship Id="rId11" Type="http://schemas.openxmlformats.org/officeDocument/2006/relationships/image" Target="../media/image589.png"/><Relationship Id="rId32" Type="http://schemas.openxmlformats.org/officeDocument/2006/relationships/customXml" Target="../ink/ink695.xml"/><Relationship Id="rId53" Type="http://schemas.openxmlformats.org/officeDocument/2006/relationships/image" Target="../media/image610.png"/><Relationship Id="rId74" Type="http://schemas.openxmlformats.org/officeDocument/2006/relationships/customXml" Target="../ink/ink716.xml"/><Relationship Id="rId128" Type="http://schemas.openxmlformats.org/officeDocument/2006/relationships/customXml" Target="../ink/ink743.xml"/><Relationship Id="rId5" Type="http://schemas.openxmlformats.org/officeDocument/2006/relationships/image" Target="../media/image586.png"/><Relationship Id="rId90" Type="http://schemas.openxmlformats.org/officeDocument/2006/relationships/customXml" Target="../ink/ink724.xml"/><Relationship Id="rId95" Type="http://schemas.openxmlformats.org/officeDocument/2006/relationships/image" Target="../media/image631.png"/><Relationship Id="rId22" Type="http://schemas.openxmlformats.org/officeDocument/2006/relationships/customXml" Target="../ink/ink690.xml"/><Relationship Id="rId27" Type="http://schemas.openxmlformats.org/officeDocument/2006/relationships/image" Target="../media/image597.png"/><Relationship Id="rId43" Type="http://schemas.openxmlformats.org/officeDocument/2006/relationships/image" Target="../media/image605.png"/><Relationship Id="rId48" Type="http://schemas.openxmlformats.org/officeDocument/2006/relationships/customXml" Target="../ink/ink703.xml"/><Relationship Id="rId64" Type="http://schemas.openxmlformats.org/officeDocument/2006/relationships/customXml" Target="../ink/ink711.xml"/><Relationship Id="rId69" Type="http://schemas.openxmlformats.org/officeDocument/2006/relationships/image" Target="../media/image618.png"/><Relationship Id="rId113" Type="http://schemas.openxmlformats.org/officeDocument/2006/relationships/image" Target="../media/image640.png"/><Relationship Id="rId118" Type="http://schemas.openxmlformats.org/officeDocument/2006/relationships/customXml" Target="../ink/ink738.xml"/><Relationship Id="rId134" Type="http://schemas.openxmlformats.org/officeDocument/2006/relationships/customXml" Target="../ink/ink746.xml"/><Relationship Id="rId139" Type="http://schemas.openxmlformats.org/officeDocument/2006/relationships/image" Target="../media/image653.png"/><Relationship Id="rId80" Type="http://schemas.openxmlformats.org/officeDocument/2006/relationships/customXml" Target="../ink/ink719.xml"/><Relationship Id="rId85" Type="http://schemas.openxmlformats.org/officeDocument/2006/relationships/image" Target="../media/image626.png"/><Relationship Id="rId12" Type="http://schemas.openxmlformats.org/officeDocument/2006/relationships/customXml" Target="../ink/ink685.xml"/><Relationship Id="rId17" Type="http://schemas.openxmlformats.org/officeDocument/2006/relationships/image" Target="../media/image592.png"/><Relationship Id="rId33" Type="http://schemas.openxmlformats.org/officeDocument/2006/relationships/image" Target="../media/image600.png"/><Relationship Id="rId38" Type="http://schemas.openxmlformats.org/officeDocument/2006/relationships/customXml" Target="../ink/ink698.xml"/><Relationship Id="rId59" Type="http://schemas.openxmlformats.org/officeDocument/2006/relationships/image" Target="../media/image613.png"/><Relationship Id="rId103" Type="http://schemas.openxmlformats.org/officeDocument/2006/relationships/image" Target="../media/image635.png"/><Relationship Id="rId108" Type="http://schemas.openxmlformats.org/officeDocument/2006/relationships/customXml" Target="../ink/ink733.xml"/><Relationship Id="rId124" Type="http://schemas.openxmlformats.org/officeDocument/2006/relationships/customXml" Target="../ink/ink741.xml"/><Relationship Id="rId129" Type="http://schemas.openxmlformats.org/officeDocument/2006/relationships/image" Target="../media/image648.png"/><Relationship Id="rId54" Type="http://schemas.openxmlformats.org/officeDocument/2006/relationships/customXml" Target="../ink/ink706.xml"/><Relationship Id="rId70" Type="http://schemas.openxmlformats.org/officeDocument/2006/relationships/customXml" Target="../ink/ink714.xml"/><Relationship Id="rId75" Type="http://schemas.openxmlformats.org/officeDocument/2006/relationships/image" Target="../media/image621.png"/><Relationship Id="rId91" Type="http://schemas.openxmlformats.org/officeDocument/2006/relationships/image" Target="../media/image629.png"/><Relationship Id="rId96" Type="http://schemas.openxmlformats.org/officeDocument/2006/relationships/customXml" Target="../ink/ink727.xml"/><Relationship Id="rId140" Type="http://schemas.openxmlformats.org/officeDocument/2006/relationships/customXml" Target="../ink/ink749.xml"/><Relationship Id="rId145" Type="http://schemas.openxmlformats.org/officeDocument/2006/relationships/image" Target="../media/image656.png"/><Relationship Id="rId1" Type="http://schemas.openxmlformats.org/officeDocument/2006/relationships/slideLayout" Target="../slideLayouts/slideLayout18.xml"/><Relationship Id="rId6" Type="http://schemas.openxmlformats.org/officeDocument/2006/relationships/customXml" Target="../ink/ink682.xml"/><Relationship Id="rId23" Type="http://schemas.openxmlformats.org/officeDocument/2006/relationships/image" Target="../media/image595.png"/><Relationship Id="rId28" Type="http://schemas.openxmlformats.org/officeDocument/2006/relationships/customXml" Target="../ink/ink693.xml"/><Relationship Id="rId49" Type="http://schemas.openxmlformats.org/officeDocument/2006/relationships/image" Target="../media/image608.png"/><Relationship Id="rId114" Type="http://schemas.openxmlformats.org/officeDocument/2006/relationships/customXml" Target="../ink/ink736.xml"/><Relationship Id="rId119" Type="http://schemas.openxmlformats.org/officeDocument/2006/relationships/image" Target="../media/image643.png"/><Relationship Id="rId44" Type="http://schemas.openxmlformats.org/officeDocument/2006/relationships/customXml" Target="../ink/ink701.xml"/><Relationship Id="rId60" Type="http://schemas.openxmlformats.org/officeDocument/2006/relationships/customXml" Target="../ink/ink709.xml"/><Relationship Id="rId65" Type="http://schemas.openxmlformats.org/officeDocument/2006/relationships/image" Target="../media/image616.png"/><Relationship Id="rId81" Type="http://schemas.openxmlformats.org/officeDocument/2006/relationships/image" Target="../media/image624.png"/><Relationship Id="rId86" Type="http://schemas.openxmlformats.org/officeDocument/2006/relationships/customXml" Target="../ink/ink722.xml"/><Relationship Id="rId130" Type="http://schemas.openxmlformats.org/officeDocument/2006/relationships/customXml" Target="../ink/ink744.xml"/><Relationship Id="rId135" Type="http://schemas.openxmlformats.org/officeDocument/2006/relationships/image" Target="../media/image651.png"/><Relationship Id="rId13" Type="http://schemas.openxmlformats.org/officeDocument/2006/relationships/image" Target="../media/image590.png"/><Relationship Id="rId18" Type="http://schemas.openxmlformats.org/officeDocument/2006/relationships/customXml" Target="../ink/ink688.xml"/><Relationship Id="rId39" Type="http://schemas.openxmlformats.org/officeDocument/2006/relationships/image" Target="../media/image603.png"/><Relationship Id="rId109" Type="http://schemas.openxmlformats.org/officeDocument/2006/relationships/image" Target="../media/image638.png"/><Relationship Id="rId34" Type="http://schemas.openxmlformats.org/officeDocument/2006/relationships/customXml" Target="../ink/ink696.xml"/><Relationship Id="rId50" Type="http://schemas.openxmlformats.org/officeDocument/2006/relationships/customXml" Target="../ink/ink704.xml"/><Relationship Id="rId55" Type="http://schemas.openxmlformats.org/officeDocument/2006/relationships/image" Target="../media/image611.png"/><Relationship Id="rId76" Type="http://schemas.openxmlformats.org/officeDocument/2006/relationships/customXml" Target="../ink/ink717.xml"/><Relationship Id="rId97" Type="http://schemas.openxmlformats.org/officeDocument/2006/relationships/image" Target="../media/image632.png"/><Relationship Id="rId104" Type="http://schemas.openxmlformats.org/officeDocument/2006/relationships/customXml" Target="../ink/ink731.xml"/><Relationship Id="rId120" Type="http://schemas.openxmlformats.org/officeDocument/2006/relationships/customXml" Target="../ink/ink739.xml"/><Relationship Id="rId125" Type="http://schemas.openxmlformats.org/officeDocument/2006/relationships/image" Target="../media/image646.png"/><Relationship Id="rId141" Type="http://schemas.openxmlformats.org/officeDocument/2006/relationships/image" Target="../media/image654.png"/><Relationship Id="rId146" Type="http://schemas.openxmlformats.org/officeDocument/2006/relationships/customXml" Target="../ink/ink752.xml"/><Relationship Id="rId7" Type="http://schemas.openxmlformats.org/officeDocument/2006/relationships/image" Target="../media/image587.png"/><Relationship Id="rId71" Type="http://schemas.openxmlformats.org/officeDocument/2006/relationships/image" Target="../media/image619.png"/><Relationship Id="rId92" Type="http://schemas.openxmlformats.org/officeDocument/2006/relationships/customXml" Target="../ink/ink725.xml"/><Relationship Id="rId2" Type="http://schemas.openxmlformats.org/officeDocument/2006/relationships/customXml" Target="../ink/ink680.xml"/><Relationship Id="rId29" Type="http://schemas.openxmlformats.org/officeDocument/2006/relationships/image" Target="../media/image598.png"/><Relationship Id="rId24" Type="http://schemas.openxmlformats.org/officeDocument/2006/relationships/customXml" Target="../ink/ink691.xml"/><Relationship Id="rId40" Type="http://schemas.openxmlformats.org/officeDocument/2006/relationships/customXml" Target="../ink/ink699.xml"/><Relationship Id="rId45" Type="http://schemas.openxmlformats.org/officeDocument/2006/relationships/image" Target="../media/image606.png"/><Relationship Id="rId66" Type="http://schemas.openxmlformats.org/officeDocument/2006/relationships/customXml" Target="../ink/ink712.xml"/><Relationship Id="rId87" Type="http://schemas.openxmlformats.org/officeDocument/2006/relationships/image" Target="../media/image627.png"/><Relationship Id="rId110" Type="http://schemas.openxmlformats.org/officeDocument/2006/relationships/customXml" Target="../ink/ink734.xml"/><Relationship Id="rId115" Type="http://schemas.openxmlformats.org/officeDocument/2006/relationships/image" Target="../media/image641.png"/><Relationship Id="rId131" Type="http://schemas.openxmlformats.org/officeDocument/2006/relationships/image" Target="../media/image649.png"/><Relationship Id="rId136" Type="http://schemas.openxmlformats.org/officeDocument/2006/relationships/customXml" Target="../ink/ink747.xml"/><Relationship Id="rId61" Type="http://schemas.openxmlformats.org/officeDocument/2006/relationships/image" Target="../media/image614.png"/><Relationship Id="rId82" Type="http://schemas.openxmlformats.org/officeDocument/2006/relationships/customXml" Target="../ink/ink720.xml"/><Relationship Id="rId19" Type="http://schemas.openxmlformats.org/officeDocument/2006/relationships/image" Target="../media/image593.png"/><Relationship Id="rId14" Type="http://schemas.openxmlformats.org/officeDocument/2006/relationships/customXml" Target="../ink/ink686.xml"/><Relationship Id="rId30" Type="http://schemas.openxmlformats.org/officeDocument/2006/relationships/customXml" Target="../ink/ink694.xml"/><Relationship Id="rId35" Type="http://schemas.openxmlformats.org/officeDocument/2006/relationships/image" Target="../media/image601.png"/><Relationship Id="rId56" Type="http://schemas.openxmlformats.org/officeDocument/2006/relationships/customXml" Target="../ink/ink707.xml"/><Relationship Id="rId77" Type="http://schemas.openxmlformats.org/officeDocument/2006/relationships/image" Target="../media/image622.png"/><Relationship Id="rId100" Type="http://schemas.openxmlformats.org/officeDocument/2006/relationships/customXml" Target="../ink/ink729.xml"/><Relationship Id="rId105" Type="http://schemas.openxmlformats.org/officeDocument/2006/relationships/image" Target="../media/image636.png"/><Relationship Id="rId126" Type="http://schemas.openxmlformats.org/officeDocument/2006/relationships/customXml" Target="../ink/ink742.xml"/><Relationship Id="rId147" Type="http://schemas.openxmlformats.org/officeDocument/2006/relationships/image" Target="../media/image657.png"/><Relationship Id="rId8" Type="http://schemas.openxmlformats.org/officeDocument/2006/relationships/customXml" Target="../ink/ink683.xml"/><Relationship Id="rId51" Type="http://schemas.openxmlformats.org/officeDocument/2006/relationships/image" Target="../media/image609.png"/><Relationship Id="rId72" Type="http://schemas.openxmlformats.org/officeDocument/2006/relationships/customXml" Target="../ink/ink715.xml"/><Relationship Id="rId93" Type="http://schemas.openxmlformats.org/officeDocument/2006/relationships/image" Target="../media/image630.png"/><Relationship Id="rId98" Type="http://schemas.openxmlformats.org/officeDocument/2006/relationships/customXml" Target="../ink/ink728.xml"/><Relationship Id="rId121" Type="http://schemas.openxmlformats.org/officeDocument/2006/relationships/image" Target="../media/image644.png"/><Relationship Id="rId142" Type="http://schemas.openxmlformats.org/officeDocument/2006/relationships/customXml" Target="../ink/ink750.xml"/><Relationship Id="rId3" Type="http://schemas.openxmlformats.org/officeDocument/2006/relationships/image" Target="../media/image581.png"/><Relationship Id="rId25" Type="http://schemas.openxmlformats.org/officeDocument/2006/relationships/image" Target="../media/image596.png"/><Relationship Id="rId46" Type="http://schemas.openxmlformats.org/officeDocument/2006/relationships/customXml" Target="../ink/ink702.xml"/><Relationship Id="rId67" Type="http://schemas.openxmlformats.org/officeDocument/2006/relationships/image" Target="../media/image617.png"/><Relationship Id="rId116" Type="http://schemas.openxmlformats.org/officeDocument/2006/relationships/customXml" Target="../ink/ink737.xml"/><Relationship Id="rId137" Type="http://schemas.openxmlformats.org/officeDocument/2006/relationships/image" Target="../media/image652.png"/><Relationship Id="rId20" Type="http://schemas.openxmlformats.org/officeDocument/2006/relationships/customXml" Target="../ink/ink689.xml"/><Relationship Id="rId41" Type="http://schemas.openxmlformats.org/officeDocument/2006/relationships/image" Target="../media/image604.png"/><Relationship Id="rId62" Type="http://schemas.openxmlformats.org/officeDocument/2006/relationships/customXml" Target="../ink/ink710.xml"/><Relationship Id="rId83" Type="http://schemas.openxmlformats.org/officeDocument/2006/relationships/image" Target="../media/image625.png"/><Relationship Id="rId88" Type="http://schemas.openxmlformats.org/officeDocument/2006/relationships/customXml" Target="../ink/ink723.xml"/><Relationship Id="rId111" Type="http://schemas.openxmlformats.org/officeDocument/2006/relationships/image" Target="../media/image639.png"/><Relationship Id="rId132" Type="http://schemas.openxmlformats.org/officeDocument/2006/relationships/customXml" Target="../ink/ink745.xml"/><Relationship Id="rId15" Type="http://schemas.openxmlformats.org/officeDocument/2006/relationships/image" Target="../media/image591.png"/><Relationship Id="rId36" Type="http://schemas.openxmlformats.org/officeDocument/2006/relationships/customXml" Target="../ink/ink697.xml"/><Relationship Id="rId57" Type="http://schemas.openxmlformats.org/officeDocument/2006/relationships/image" Target="../media/image612.png"/><Relationship Id="rId106" Type="http://schemas.openxmlformats.org/officeDocument/2006/relationships/customXml" Target="../ink/ink732.xml"/><Relationship Id="rId127" Type="http://schemas.openxmlformats.org/officeDocument/2006/relationships/image" Target="../media/image647.png"/><Relationship Id="rId10" Type="http://schemas.openxmlformats.org/officeDocument/2006/relationships/customXml" Target="../ink/ink684.xml"/><Relationship Id="rId31" Type="http://schemas.openxmlformats.org/officeDocument/2006/relationships/image" Target="../media/image599.png"/><Relationship Id="rId52" Type="http://schemas.openxmlformats.org/officeDocument/2006/relationships/customXml" Target="../ink/ink705.xml"/><Relationship Id="rId73" Type="http://schemas.openxmlformats.org/officeDocument/2006/relationships/image" Target="../media/image620.png"/><Relationship Id="rId78" Type="http://schemas.openxmlformats.org/officeDocument/2006/relationships/customXml" Target="../ink/ink718.xml"/><Relationship Id="rId94" Type="http://schemas.openxmlformats.org/officeDocument/2006/relationships/customXml" Target="../ink/ink726.xml"/><Relationship Id="rId99" Type="http://schemas.openxmlformats.org/officeDocument/2006/relationships/image" Target="../media/image633.png"/><Relationship Id="rId101" Type="http://schemas.openxmlformats.org/officeDocument/2006/relationships/image" Target="../media/image634.png"/><Relationship Id="rId122" Type="http://schemas.openxmlformats.org/officeDocument/2006/relationships/customXml" Target="../ink/ink740.xml"/><Relationship Id="rId143" Type="http://schemas.openxmlformats.org/officeDocument/2006/relationships/image" Target="../media/image655.png"/><Relationship Id="rId4" Type="http://schemas.openxmlformats.org/officeDocument/2006/relationships/customXml" Target="../ink/ink681.xml"/><Relationship Id="rId9" Type="http://schemas.openxmlformats.org/officeDocument/2006/relationships/image" Target="../media/image588.png"/><Relationship Id="rId26" Type="http://schemas.openxmlformats.org/officeDocument/2006/relationships/customXml" Target="../ink/ink692.xml"/><Relationship Id="rId47" Type="http://schemas.openxmlformats.org/officeDocument/2006/relationships/image" Target="../media/image607.png"/><Relationship Id="rId68" Type="http://schemas.openxmlformats.org/officeDocument/2006/relationships/customXml" Target="../ink/ink713.xml"/><Relationship Id="rId89" Type="http://schemas.openxmlformats.org/officeDocument/2006/relationships/image" Target="../media/image628.png"/><Relationship Id="rId112" Type="http://schemas.openxmlformats.org/officeDocument/2006/relationships/customXml" Target="../ink/ink735.xml"/><Relationship Id="rId133" Type="http://schemas.openxmlformats.org/officeDocument/2006/relationships/image" Target="../media/image650.png"/><Relationship Id="rId16" Type="http://schemas.openxmlformats.org/officeDocument/2006/relationships/customXml" Target="../ink/ink687.xml"/><Relationship Id="rId37" Type="http://schemas.openxmlformats.org/officeDocument/2006/relationships/image" Target="../media/image602.png"/><Relationship Id="rId58" Type="http://schemas.openxmlformats.org/officeDocument/2006/relationships/customXml" Target="../ink/ink708.xml"/><Relationship Id="rId79" Type="http://schemas.openxmlformats.org/officeDocument/2006/relationships/image" Target="../media/image623.png"/><Relationship Id="rId102" Type="http://schemas.openxmlformats.org/officeDocument/2006/relationships/customXml" Target="../ink/ink730.xml"/><Relationship Id="rId123" Type="http://schemas.openxmlformats.org/officeDocument/2006/relationships/image" Target="../media/image645.png"/><Relationship Id="rId144" Type="http://schemas.openxmlformats.org/officeDocument/2006/relationships/customXml" Target="../ink/ink751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14.png"/><Relationship Id="rId21" Type="http://schemas.openxmlformats.org/officeDocument/2006/relationships/image" Target="../media/image667.png"/><Relationship Id="rId42" Type="http://schemas.openxmlformats.org/officeDocument/2006/relationships/customXml" Target="../ink/ink773.xml"/><Relationship Id="rId63" Type="http://schemas.openxmlformats.org/officeDocument/2006/relationships/image" Target="../media/image688.png"/><Relationship Id="rId84" Type="http://schemas.openxmlformats.org/officeDocument/2006/relationships/customXml" Target="../ink/ink794.xml"/><Relationship Id="rId138" Type="http://schemas.openxmlformats.org/officeDocument/2006/relationships/customXml" Target="../ink/ink821.xml"/><Relationship Id="rId159" Type="http://schemas.openxmlformats.org/officeDocument/2006/relationships/customXml" Target="../ink/ink832.xml"/><Relationship Id="rId170" Type="http://schemas.openxmlformats.org/officeDocument/2006/relationships/image" Target="../media/image740.png"/><Relationship Id="rId107" Type="http://schemas.openxmlformats.org/officeDocument/2006/relationships/image" Target="../media/image709.png"/><Relationship Id="rId11" Type="http://schemas.openxmlformats.org/officeDocument/2006/relationships/image" Target="../media/image662.png"/><Relationship Id="rId32" Type="http://schemas.openxmlformats.org/officeDocument/2006/relationships/customXml" Target="../ink/ink768.xml"/><Relationship Id="rId53" Type="http://schemas.openxmlformats.org/officeDocument/2006/relationships/image" Target="../media/image683.png"/><Relationship Id="rId74" Type="http://schemas.openxmlformats.org/officeDocument/2006/relationships/customXml" Target="../ink/ink789.xml"/><Relationship Id="rId128" Type="http://schemas.openxmlformats.org/officeDocument/2006/relationships/customXml" Target="../ink/ink816.xml"/><Relationship Id="rId149" Type="http://schemas.openxmlformats.org/officeDocument/2006/relationships/customXml" Target="../ink/ink827.xml"/><Relationship Id="rId5" Type="http://schemas.openxmlformats.org/officeDocument/2006/relationships/image" Target="../media/image659.png"/><Relationship Id="rId95" Type="http://schemas.openxmlformats.org/officeDocument/2006/relationships/image" Target="../media/image4.png"/><Relationship Id="rId160" Type="http://schemas.openxmlformats.org/officeDocument/2006/relationships/image" Target="../media/image735.png"/><Relationship Id="rId181" Type="http://schemas.openxmlformats.org/officeDocument/2006/relationships/customXml" Target="../ink/ink843.xml"/><Relationship Id="rId22" Type="http://schemas.openxmlformats.org/officeDocument/2006/relationships/customXml" Target="../ink/ink763.xml"/><Relationship Id="rId43" Type="http://schemas.openxmlformats.org/officeDocument/2006/relationships/image" Target="../media/image678.png"/><Relationship Id="rId64" Type="http://schemas.openxmlformats.org/officeDocument/2006/relationships/customXml" Target="../ink/ink784.xml"/><Relationship Id="rId118" Type="http://schemas.openxmlformats.org/officeDocument/2006/relationships/customXml" Target="../ink/ink811.xml"/><Relationship Id="rId139" Type="http://schemas.openxmlformats.org/officeDocument/2006/relationships/image" Target="../media/image725.png"/><Relationship Id="rId85" Type="http://schemas.openxmlformats.org/officeDocument/2006/relationships/image" Target="../media/image699.png"/><Relationship Id="rId150" Type="http://schemas.openxmlformats.org/officeDocument/2006/relationships/image" Target="../media/image730.png"/><Relationship Id="rId171" Type="http://schemas.openxmlformats.org/officeDocument/2006/relationships/customXml" Target="../ink/ink838.xml"/><Relationship Id="rId12" Type="http://schemas.openxmlformats.org/officeDocument/2006/relationships/customXml" Target="../ink/ink758.xml"/><Relationship Id="rId33" Type="http://schemas.openxmlformats.org/officeDocument/2006/relationships/image" Target="../media/image673.png"/><Relationship Id="rId108" Type="http://schemas.openxmlformats.org/officeDocument/2006/relationships/customXml" Target="../ink/ink806.xml"/><Relationship Id="rId129" Type="http://schemas.openxmlformats.org/officeDocument/2006/relationships/image" Target="../media/image720.png"/><Relationship Id="rId54" Type="http://schemas.openxmlformats.org/officeDocument/2006/relationships/customXml" Target="../ink/ink779.xml"/><Relationship Id="rId75" Type="http://schemas.openxmlformats.org/officeDocument/2006/relationships/image" Target="../media/image694.png"/><Relationship Id="rId96" Type="http://schemas.openxmlformats.org/officeDocument/2006/relationships/customXml" Target="../ink/ink800.xml"/><Relationship Id="rId140" Type="http://schemas.openxmlformats.org/officeDocument/2006/relationships/customXml" Target="../ink/ink822.xml"/><Relationship Id="rId161" Type="http://schemas.openxmlformats.org/officeDocument/2006/relationships/customXml" Target="../ink/ink833.xml"/><Relationship Id="rId182" Type="http://schemas.openxmlformats.org/officeDocument/2006/relationships/image" Target="../media/image746.png"/><Relationship Id="rId6" Type="http://schemas.openxmlformats.org/officeDocument/2006/relationships/customXml" Target="../ink/ink755.xml"/><Relationship Id="rId23" Type="http://schemas.openxmlformats.org/officeDocument/2006/relationships/image" Target="../media/image668.png"/><Relationship Id="rId119" Type="http://schemas.openxmlformats.org/officeDocument/2006/relationships/image" Target="../media/image715.png"/><Relationship Id="rId44" Type="http://schemas.openxmlformats.org/officeDocument/2006/relationships/customXml" Target="../ink/ink774.xml"/><Relationship Id="rId65" Type="http://schemas.openxmlformats.org/officeDocument/2006/relationships/image" Target="../media/image689.png"/><Relationship Id="rId86" Type="http://schemas.openxmlformats.org/officeDocument/2006/relationships/customXml" Target="../ink/ink795.xml"/><Relationship Id="rId130" Type="http://schemas.openxmlformats.org/officeDocument/2006/relationships/customXml" Target="../ink/ink817.xml"/><Relationship Id="rId151" Type="http://schemas.openxmlformats.org/officeDocument/2006/relationships/customXml" Target="../ink/ink828.xml"/><Relationship Id="rId172" Type="http://schemas.openxmlformats.org/officeDocument/2006/relationships/image" Target="../media/image741.png"/><Relationship Id="rId13" Type="http://schemas.openxmlformats.org/officeDocument/2006/relationships/image" Target="../media/image663.png"/><Relationship Id="rId18" Type="http://schemas.openxmlformats.org/officeDocument/2006/relationships/customXml" Target="../ink/ink761.xml"/><Relationship Id="rId39" Type="http://schemas.openxmlformats.org/officeDocument/2006/relationships/image" Target="../media/image676.png"/><Relationship Id="rId109" Type="http://schemas.openxmlformats.org/officeDocument/2006/relationships/image" Target="../media/image710.png"/><Relationship Id="rId34" Type="http://schemas.openxmlformats.org/officeDocument/2006/relationships/customXml" Target="../ink/ink769.xml"/><Relationship Id="rId50" Type="http://schemas.openxmlformats.org/officeDocument/2006/relationships/customXml" Target="../ink/ink777.xml"/><Relationship Id="rId55" Type="http://schemas.openxmlformats.org/officeDocument/2006/relationships/image" Target="../media/image684.png"/><Relationship Id="rId76" Type="http://schemas.openxmlformats.org/officeDocument/2006/relationships/customXml" Target="../ink/ink790.xml"/><Relationship Id="rId97" Type="http://schemas.openxmlformats.org/officeDocument/2006/relationships/image" Target="../media/image704.png"/><Relationship Id="rId104" Type="http://schemas.openxmlformats.org/officeDocument/2006/relationships/customXml" Target="../ink/ink804.xml"/><Relationship Id="rId120" Type="http://schemas.openxmlformats.org/officeDocument/2006/relationships/customXml" Target="../ink/ink812.xml"/><Relationship Id="rId125" Type="http://schemas.openxmlformats.org/officeDocument/2006/relationships/image" Target="../media/image718.png"/><Relationship Id="rId141" Type="http://schemas.openxmlformats.org/officeDocument/2006/relationships/image" Target="../media/image726.png"/><Relationship Id="rId146" Type="http://schemas.openxmlformats.org/officeDocument/2006/relationships/customXml" Target="../ink/ink825.xml"/><Relationship Id="rId167" Type="http://schemas.openxmlformats.org/officeDocument/2006/relationships/customXml" Target="../ink/ink836.xml"/><Relationship Id="rId7" Type="http://schemas.openxmlformats.org/officeDocument/2006/relationships/image" Target="../media/image660.png"/><Relationship Id="rId71" Type="http://schemas.openxmlformats.org/officeDocument/2006/relationships/image" Target="../media/image692.png"/><Relationship Id="rId92" Type="http://schemas.openxmlformats.org/officeDocument/2006/relationships/customXml" Target="../ink/ink798.xml"/><Relationship Id="rId162" Type="http://schemas.openxmlformats.org/officeDocument/2006/relationships/image" Target="../media/image736.png"/><Relationship Id="rId183" Type="http://schemas.openxmlformats.org/officeDocument/2006/relationships/customXml" Target="../ink/ink844.xml"/><Relationship Id="rId2" Type="http://schemas.openxmlformats.org/officeDocument/2006/relationships/customXml" Target="../ink/ink753.xml"/><Relationship Id="rId29" Type="http://schemas.openxmlformats.org/officeDocument/2006/relationships/image" Target="../media/image671.png"/><Relationship Id="rId24" Type="http://schemas.openxmlformats.org/officeDocument/2006/relationships/customXml" Target="../ink/ink764.xml"/><Relationship Id="rId40" Type="http://schemas.openxmlformats.org/officeDocument/2006/relationships/customXml" Target="../ink/ink772.xml"/><Relationship Id="rId45" Type="http://schemas.openxmlformats.org/officeDocument/2006/relationships/image" Target="../media/image679.png"/><Relationship Id="rId66" Type="http://schemas.openxmlformats.org/officeDocument/2006/relationships/customXml" Target="../ink/ink785.xml"/><Relationship Id="rId87" Type="http://schemas.openxmlformats.org/officeDocument/2006/relationships/image" Target="../media/image700.png"/><Relationship Id="rId110" Type="http://schemas.openxmlformats.org/officeDocument/2006/relationships/customXml" Target="../ink/ink807.xml"/><Relationship Id="rId115" Type="http://schemas.openxmlformats.org/officeDocument/2006/relationships/image" Target="../media/image713.png"/><Relationship Id="rId131" Type="http://schemas.openxmlformats.org/officeDocument/2006/relationships/image" Target="../media/image721.png"/><Relationship Id="rId136" Type="http://schemas.openxmlformats.org/officeDocument/2006/relationships/customXml" Target="../ink/ink820.xml"/><Relationship Id="rId157" Type="http://schemas.openxmlformats.org/officeDocument/2006/relationships/customXml" Target="../ink/ink831.xml"/><Relationship Id="rId178" Type="http://schemas.openxmlformats.org/officeDocument/2006/relationships/image" Target="../media/image744.png"/><Relationship Id="rId61" Type="http://schemas.openxmlformats.org/officeDocument/2006/relationships/image" Target="../media/image687.png"/><Relationship Id="rId82" Type="http://schemas.openxmlformats.org/officeDocument/2006/relationships/customXml" Target="../ink/ink793.xml"/><Relationship Id="rId152" Type="http://schemas.openxmlformats.org/officeDocument/2006/relationships/image" Target="../media/image731.png"/><Relationship Id="rId173" Type="http://schemas.openxmlformats.org/officeDocument/2006/relationships/customXml" Target="../ink/ink839.xml"/><Relationship Id="rId19" Type="http://schemas.openxmlformats.org/officeDocument/2006/relationships/image" Target="../media/image666.png"/><Relationship Id="rId14" Type="http://schemas.openxmlformats.org/officeDocument/2006/relationships/customXml" Target="../ink/ink759.xml"/><Relationship Id="rId30" Type="http://schemas.openxmlformats.org/officeDocument/2006/relationships/customXml" Target="../ink/ink767.xml"/><Relationship Id="rId35" Type="http://schemas.openxmlformats.org/officeDocument/2006/relationships/image" Target="../media/image674.png"/><Relationship Id="rId56" Type="http://schemas.openxmlformats.org/officeDocument/2006/relationships/customXml" Target="../ink/ink780.xml"/><Relationship Id="rId77" Type="http://schemas.openxmlformats.org/officeDocument/2006/relationships/image" Target="../media/image695.png"/><Relationship Id="rId100" Type="http://schemas.openxmlformats.org/officeDocument/2006/relationships/customXml" Target="../ink/ink802.xml"/><Relationship Id="rId105" Type="http://schemas.openxmlformats.org/officeDocument/2006/relationships/image" Target="../media/image708.png"/><Relationship Id="rId126" Type="http://schemas.openxmlformats.org/officeDocument/2006/relationships/customXml" Target="../ink/ink815.xml"/><Relationship Id="rId147" Type="http://schemas.openxmlformats.org/officeDocument/2006/relationships/customXml" Target="../ink/ink826.xml"/><Relationship Id="rId168" Type="http://schemas.openxmlformats.org/officeDocument/2006/relationships/image" Target="../media/image739.png"/><Relationship Id="rId8" Type="http://schemas.openxmlformats.org/officeDocument/2006/relationships/customXml" Target="../ink/ink756.xml"/><Relationship Id="rId51" Type="http://schemas.openxmlformats.org/officeDocument/2006/relationships/image" Target="../media/image682.png"/><Relationship Id="rId72" Type="http://schemas.openxmlformats.org/officeDocument/2006/relationships/customXml" Target="../ink/ink788.xml"/><Relationship Id="rId93" Type="http://schemas.openxmlformats.org/officeDocument/2006/relationships/image" Target="../media/image703.png"/><Relationship Id="rId98" Type="http://schemas.openxmlformats.org/officeDocument/2006/relationships/customXml" Target="../ink/ink801.xml"/><Relationship Id="rId121" Type="http://schemas.openxmlformats.org/officeDocument/2006/relationships/image" Target="../media/image716.png"/><Relationship Id="rId142" Type="http://schemas.openxmlformats.org/officeDocument/2006/relationships/customXml" Target="../ink/ink823.xml"/><Relationship Id="rId163" Type="http://schemas.openxmlformats.org/officeDocument/2006/relationships/customXml" Target="../ink/ink834.xml"/><Relationship Id="rId184" Type="http://schemas.openxmlformats.org/officeDocument/2006/relationships/image" Target="../media/image747.png"/><Relationship Id="rId3" Type="http://schemas.openxmlformats.org/officeDocument/2006/relationships/image" Target="../media/image658.png"/><Relationship Id="rId25" Type="http://schemas.openxmlformats.org/officeDocument/2006/relationships/image" Target="../media/image669.png"/><Relationship Id="rId46" Type="http://schemas.openxmlformats.org/officeDocument/2006/relationships/customXml" Target="../ink/ink775.xml"/><Relationship Id="rId67" Type="http://schemas.openxmlformats.org/officeDocument/2006/relationships/image" Target="../media/image690.png"/><Relationship Id="rId116" Type="http://schemas.openxmlformats.org/officeDocument/2006/relationships/customXml" Target="../ink/ink810.xml"/><Relationship Id="rId137" Type="http://schemas.openxmlformats.org/officeDocument/2006/relationships/image" Target="../media/image724.png"/><Relationship Id="rId158" Type="http://schemas.openxmlformats.org/officeDocument/2006/relationships/image" Target="../media/image734.png"/><Relationship Id="rId20" Type="http://schemas.openxmlformats.org/officeDocument/2006/relationships/customXml" Target="../ink/ink762.xml"/><Relationship Id="rId41" Type="http://schemas.openxmlformats.org/officeDocument/2006/relationships/image" Target="../media/image677.png"/><Relationship Id="rId62" Type="http://schemas.openxmlformats.org/officeDocument/2006/relationships/customXml" Target="../ink/ink783.xml"/><Relationship Id="rId83" Type="http://schemas.openxmlformats.org/officeDocument/2006/relationships/image" Target="../media/image698.png"/><Relationship Id="rId88" Type="http://schemas.openxmlformats.org/officeDocument/2006/relationships/customXml" Target="../ink/ink796.xml"/><Relationship Id="rId111" Type="http://schemas.openxmlformats.org/officeDocument/2006/relationships/image" Target="../media/image711.png"/><Relationship Id="rId132" Type="http://schemas.openxmlformats.org/officeDocument/2006/relationships/customXml" Target="../ink/ink818.xml"/><Relationship Id="rId153" Type="http://schemas.openxmlformats.org/officeDocument/2006/relationships/customXml" Target="../ink/ink829.xml"/><Relationship Id="rId174" Type="http://schemas.openxmlformats.org/officeDocument/2006/relationships/image" Target="../media/image742.png"/><Relationship Id="rId179" Type="http://schemas.openxmlformats.org/officeDocument/2006/relationships/customXml" Target="../ink/ink842.xml"/><Relationship Id="rId15" Type="http://schemas.openxmlformats.org/officeDocument/2006/relationships/image" Target="../media/image664.png"/><Relationship Id="rId36" Type="http://schemas.openxmlformats.org/officeDocument/2006/relationships/customXml" Target="../ink/ink770.xml"/><Relationship Id="rId57" Type="http://schemas.openxmlformats.org/officeDocument/2006/relationships/image" Target="../media/image685.png"/><Relationship Id="rId106" Type="http://schemas.openxmlformats.org/officeDocument/2006/relationships/customXml" Target="../ink/ink805.xml"/><Relationship Id="rId127" Type="http://schemas.openxmlformats.org/officeDocument/2006/relationships/image" Target="../media/image719.png"/><Relationship Id="rId10" Type="http://schemas.openxmlformats.org/officeDocument/2006/relationships/customXml" Target="../ink/ink757.xml"/><Relationship Id="rId31" Type="http://schemas.openxmlformats.org/officeDocument/2006/relationships/image" Target="../media/image672.png"/><Relationship Id="rId52" Type="http://schemas.openxmlformats.org/officeDocument/2006/relationships/customXml" Target="../ink/ink778.xml"/><Relationship Id="rId73" Type="http://schemas.openxmlformats.org/officeDocument/2006/relationships/image" Target="../media/image693.png"/><Relationship Id="rId78" Type="http://schemas.openxmlformats.org/officeDocument/2006/relationships/customXml" Target="../ink/ink791.xml"/><Relationship Id="rId94" Type="http://schemas.openxmlformats.org/officeDocument/2006/relationships/customXml" Target="../ink/ink799.xml"/><Relationship Id="rId99" Type="http://schemas.openxmlformats.org/officeDocument/2006/relationships/image" Target="../media/image705.png"/><Relationship Id="rId101" Type="http://schemas.openxmlformats.org/officeDocument/2006/relationships/image" Target="../media/image706.png"/><Relationship Id="rId122" Type="http://schemas.openxmlformats.org/officeDocument/2006/relationships/customXml" Target="../ink/ink813.xml"/><Relationship Id="rId143" Type="http://schemas.openxmlformats.org/officeDocument/2006/relationships/image" Target="../media/image727.png"/><Relationship Id="rId148" Type="http://schemas.openxmlformats.org/officeDocument/2006/relationships/image" Target="../media/image729.png"/><Relationship Id="rId164" Type="http://schemas.openxmlformats.org/officeDocument/2006/relationships/image" Target="../media/image737.png"/><Relationship Id="rId169" Type="http://schemas.openxmlformats.org/officeDocument/2006/relationships/customXml" Target="../ink/ink837.xml"/><Relationship Id="rId185" Type="http://schemas.openxmlformats.org/officeDocument/2006/relationships/customXml" Target="../ink/ink845.xml"/><Relationship Id="rId4" Type="http://schemas.openxmlformats.org/officeDocument/2006/relationships/customXml" Target="../ink/ink754.xml"/><Relationship Id="rId9" Type="http://schemas.openxmlformats.org/officeDocument/2006/relationships/image" Target="../media/image661.png"/><Relationship Id="rId180" Type="http://schemas.openxmlformats.org/officeDocument/2006/relationships/image" Target="../media/image745.png"/><Relationship Id="rId26" Type="http://schemas.openxmlformats.org/officeDocument/2006/relationships/customXml" Target="../ink/ink765.xml"/><Relationship Id="rId47" Type="http://schemas.openxmlformats.org/officeDocument/2006/relationships/image" Target="../media/image680.png"/><Relationship Id="rId68" Type="http://schemas.openxmlformats.org/officeDocument/2006/relationships/customXml" Target="../ink/ink786.xml"/><Relationship Id="rId89" Type="http://schemas.openxmlformats.org/officeDocument/2006/relationships/image" Target="../media/image701.png"/><Relationship Id="rId112" Type="http://schemas.openxmlformats.org/officeDocument/2006/relationships/customXml" Target="../ink/ink808.xml"/><Relationship Id="rId133" Type="http://schemas.openxmlformats.org/officeDocument/2006/relationships/image" Target="../media/image722.png"/><Relationship Id="rId154" Type="http://schemas.openxmlformats.org/officeDocument/2006/relationships/image" Target="../media/image732.png"/><Relationship Id="rId175" Type="http://schemas.openxmlformats.org/officeDocument/2006/relationships/customXml" Target="../ink/ink840.xml"/><Relationship Id="rId16" Type="http://schemas.openxmlformats.org/officeDocument/2006/relationships/customXml" Target="../ink/ink760.xml"/><Relationship Id="rId37" Type="http://schemas.openxmlformats.org/officeDocument/2006/relationships/image" Target="../media/image675.png"/><Relationship Id="rId58" Type="http://schemas.openxmlformats.org/officeDocument/2006/relationships/customXml" Target="../ink/ink781.xml"/><Relationship Id="rId79" Type="http://schemas.openxmlformats.org/officeDocument/2006/relationships/image" Target="../media/image696.png"/><Relationship Id="rId102" Type="http://schemas.openxmlformats.org/officeDocument/2006/relationships/customXml" Target="../ink/ink803.xml"/><Relationship Id="rId123" Type="http://schemas.openxmlformats.org/officeDocument/2006/relationships/image" Target="../media/image717.png"/><Relationship Id="rId144" Type="http://schemas.openxmlformats.org/officeDocument/2006/relationships/customXml" Target="../ink/ink824.xml"/><Relationship Id="rId90" Type="http://schemas.openxmlformats.org/officeDocument/2006/relationships/customXml" Target="../ink/ink797.xml"/><Relationship Id="rId165" Type="http://schemas.openxmlformats.org/officeDocument/2006/relationships/customXml" Target="../ink/ink835.xml"/><Relationship Id="rId186" Type="http://schemas.openxmlformats.org/officeDocument/2006/relationships/image" Target="../media/image748.png"/><Relationship Id="rId27" Type="http://schemas.openxmlformats.org/officeDocument/2006/relationships/image" Target="../media/image670.png"/><Relationship Id="rId48" Type="http://schemas.openxmlformats.org/officeDocument/2006/relationships/customXml" Target="../ink/ink776.xml"/><Relationship Id="rId69" Type="http://schemas.openxmlformats.org/officeDocument/2006/relationships/image" Target="../media/image691.png"/><Relationship Id="rId113" Type="http://schemas.openxmlformats.org/officeDocument/2006/relationships/image" Target="../media/image712.png"/><Relationship Id="rId134" Type="http://schemas.openxmlformats.org/officeDocument/2006/relationships/customXml" Target="../ink/ink819.xml"/><Relationship Id="rId80" Type="http://schemas.openxmlformats.org/officeDocument/2006/relationships/customXml" Target="../ink/ink792.xml"/><Relationship Id="rId155" Type="http://schemas.openxmlformats.org/officeDocument/2006/relationships/customXml" Target="../ink/ink830.xml"/><Relationship Id="rId176" Type="http://schemas.openxmlformats.org/officeDocument/2006/relationships/image" Target="../media/image743.png"/><Relationship Id="rId17" Type="http://schemas.openxmlformats.org/officeDocument/2006/relationships/image" Target="../media/image665.png"/><Relationship Id="rId38" Type="http://schemas.openxmlformats.org/officeDocument/2006/relationships/customXml" Target="../ink/ink771.xml"/><Relationship Id="rId59" Type="http://schemas.openxmlformats.org/officeDocument/2006/relationships/image" Target="../media/image686.png"/><Relationship Id="rId103" Type="http://schemas.openxmlformats.org/officeDocument/2006/relationships/image" Target="../media/image707.png"/><Relationship Id="rId124" Type="http://schemas.openxmlformats.org/officeDocument/2006/relationships/customXml" Target="../ink/ink814.xml"/><Relationship Id="rId70" Type="http://schemas.openxmlformats.org/officeDocument/2006/relationships/customXml" Target="../ink/ink787.xml"/><Relationship Id="rId91" Type="http://schemas.openxmlformats.org/officeDocument/2006/relationships/image" Target="../media/image702.png"/><Relationship Id="rId145" Type="http://schemas.openxmlformats.org/officeDocument/2006/relationships/image" Target="../media/image728.png"/><Relationship Id="rId166" Type="http://schemas.openxmlformats.org/officeDocument/2006/relationships/image" Target="../media/image738.png"/><Relationship Id="rId1" Type="http://schemas.openxmlformats.org/officeDocument/2006/relationships/slideLayout" Target="../slideLayouts/slideLayout18.xml"/><Relationship Id="rId28" Type="http://schemas.openxmlformats.org/officeDocument/2006/relationships/customXml" Target="../ink/ink766.xml"/><Relationship Id="rId49" Type="http://schemas.openxmlformats.org/officeDocument/2006/relationships/image" Target="../media/image681.png"/><Relationship Id="rId114" Type="http://schemas.openxmlformats.org/officeDocument/2006/relationships/customXml" Target="../ink/ink809.xml"/><Relationship Id="rId60" Type="http://schemas.openxmlformats.org/officeDocument/2006/relationships/customXml" Target="../ink/ink782.xml"/><Relationship Id="rId81" Type="http://schemas.openxmlformats.org/officeDocument/2006/relationships/image" Target="../media/image697.png"/><Relationship Id="rId135" Type="http://schemas.openxmlformats.org/officeDocument/2006/relationships/image" Target="../media/image723.png"/><Relationship Id="rId156" Type="http://schemas.openxmlformats.org/officeDocument/2006/relationships/image" Target="../media/image733.png"/><Relationship Id="rId177" Type="http://schemas.openxmlformats.org/officeDocument/2006/relationships/customXml" Target="../ink/ink841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79.xml"/><Relationship Id="rId63" Type="http://schemas.openxmlformats.org/officeDocument/2006/relationships/image" Target="../media/image7120.png"/><Relationship Id="rId68" Type="http://schemas.openxmlformats.org/officeDocument/2006/relationships/image" Target="../media/image749.png"/><Relationship Id="rId84" Type="http://schemas.openxmlformats.org/officeDocument/2006/relationships/image" Target="../media/image757.png"/><Relationship Id="rId89" Type="http://schemas.openxmlformats.org/officeDocument/2006/relationships/customXml" Target="../ink/ink865.xml"/><Relationship Id="rId112" Type="http://schemas.openxmlformats.org/officeDocument/2006/relationships/image" Target="../media/image770.png"/><Relationship Id="rId133" Type="http://schemas.openxmlformats.org/officeDocument/2006/relationships/customXml" Target="../ink/ink887.xml"/><Relationship Id="rId138" Type="http://schemas.openxmlformats.org/officeDocument/2006/relationships/image" Target="../media/image783.png"/><Relationship Id="rId154" Type="http://schemas.openxmlformats.org/officeDocument/2006/relationships/image" Target="../media/image791.png"/><Relationship Id="rId159" Type="http://schemas.openxmlformats.org/officeDocument/2006/relationships/customXml" Target="../ink/ink900.xml"/><Relationship Id="rId107" Type="http://schemas.openxmlformats.org/officeDocument/2006/relationships/customXml" Target="../ink/ink874.xml"/><Relationship Id="rId58" Type="http://schemas.openxmlformats.org/officeDocument/2006/relationships/customXml" Target="../ink/ink849.xml"/><Relationship Id="rId74" Type="http://schemas.openxmlformats.org/officeDocument/2006/relationships/image" Target="../media/image752.png"/><Relationship Id="rId79" Type="http://schemas.openxmlformats.org/officeDocument/2006/relationships/customXml" Target="../ink/ink860.xml"/><Relationship Id="rId102" Type="http://schemas.openxmlformats.org/officeDocument/2006/relationships/image" Target="../media/image765.png"/><Relationship Id="rId123" Type="http://schemas.openxmlformats.org/officeDocument/2006/relationships/customXml" Target="../ink/ink882.xml"/><Relationship Id="rId128" Type="http://schemas.openxmlformats.org/officeDocument/2006/relationships/image" Target="../media/image778.png"/><Relationship Id="rId144" Type="http://schemas.openxmlformats.org/officeDocument/2006/relationships/image" Target="../media/image786.png"/><Relationship Id="rId149" Type="http://schemas.openxmlformats.org/officeDocument/2006/relationships/customXml" Target="../ink/ink895.xml"/><Relationship Id="rId90" Type="http://schemas.openxmlformats.org/officeDocument/2006/relationships/image" Target="../media/image759.png"/><Relationship Id="rId95" Type="http://schemas.openxmlformats.org/officeDocument/2006/relationships/customXml" Target="../ink/ink868.xml"/><Relationship Id="rId160" Type="http://schemas.openxmlformats.org/officeDocument/2006/relationships/image" Target="../media/image794.png"/><Relationship Id="rId64" Type="http://schemas.openxmlformats.org/officeDocument/2006/relationships/customXml" Target="../ink/ink852.xml"/><Relationship Id="rId69" Type="http://schemas.openxmlformats.org/officeDocument/2006/relationships/customXml" Target="../ink/ink855.xml"/><Relationship Id="rId113" Type="http://schemas.openxmlformats.org/officeDocument/2006/relationships/customXml" Target="../ink/ink877.xml"/><Relationship Id="rId118" Type="http://schemas.openxmlformats.org/officeDocument/2006/relationships/image" Target="../media/image773.png"/><Relationship Id="rId134" Type="http://schemas.openxmlformats.org/officeDocument/2006/relationships/image" Target="../media/image781.png"/><Relationship Id="rId139" Type="http://schemas.openxmlformats.org/officeDocument/2006/relationships/customXml" Target="../ink/ink890.xml"/><Relationship Id="rId80" Type="http://schemas.openxmlformats.org/officeDocument/2006/relationships/image" Target="../media/image755.png"/><Relationship Id="rId85" Type="http://schemas.openxmlformats.org/officeDocument/2006/relationships/customXml" Target="../ink/ink863.xml"/><Relationship Id="rId150" Type="http://schemas.openxmlformats.org/officeDocument/2006/relationships/image" Target="../media/image789.png"/><Relationship Id="rId155" Type="http://schemas.openxmlformats.org/officeDocument/2006/relationships/customXml" Target="../ink/ink898.xml"/><Relationship Id="rId59" Type="http://schemas.openxmlformats.org/officeDocument/2006/relationships/image" Target="../media/image7100.png"/><Relationship Id="rId103" Type="http://schemas.openxmlformats.org/officeDocument/2006/relationships/customXml" Target="../ink/ink872.xml"/><Relationship Id="rId108" Type="http://schemas.openxmlformats.org/officeDocument/2006/relationships/image" Target="../media/image768.png"/><Relationship Id="rId124" Type="http://schemas.openxmlformats.org/officeDocument/2006/relationships/image" Target="../media/image776.png"/><Relationship Id="rId129" Type="http://schemas.openxmlformats.org/officeDocument/2006/relationships/customXml" Target="../ink/ink885.xml"/><Relationship Id="rId70" Type="http://schemas.openxmlformats.org/officeDocument/2006/relationships/image" Target="../media/image750.png"/><Relationship Id="rId75" Type="http://schemas.openxmlformats.org/officeDocument/2006/relationships/customXml" Target="../ink/ink858.xml"/><Relationship Id="rId91" Type="http://schemas.openxmlformats.org/officeDocument/2006/relationships/customXml" Target="../ink/ink866.xml"/><Relationship Id="rId96" Type="http://schemas.openxmlformats.org/officeDocument/2006/relationships/image" Target="../media/image762.png"/><Relationship Id="rId140" Type="http://schemas.openxmlformats.org/officeDocument/2006/relationships/image" Target="../media/image784.png"/><Relationship Id="rId145" Type="http://schemas.openxmlformats.org/officeDocument/2006/relationships/customXml" Target="../ink/ink893.xml"/><Relationship Id="rId1" Type="http://schemas.openxmlformats.org/officeDocument/2006/relationships/slideLayout" Target="../slideLayouts/slideLayout18.xml"/><Relationship Id="rId57" Type="http://schemas.openxmlformats.org/officeDocument/2006/relationships/image" Target="../media/image7090.png"/><Relationship Id="rId106" Type="http://schemas.openxmlformats.org/officeDocument/2006/relationships/image" Target="../media/image767.png"/><Relationship Id="rId114" Type="http://schemas.openxmlformats.org/officeDocument/2006/relationships/image" Target="../media/image771.png"/><Relationship Id="rId119" Type="http://schemas.openxmlformats.org/officeDocument/2006/relationships/customXml" Target="../ink/ink880.xml"/><Relationship Id="rId127" Type="http://schemas.openxmlformats.org/officeDocument/2006/relationships/customXml" Target="../ink/ink884.xml"/><Relationship Id="rId60" Type="http://schemas.openxmlformats.org/officeDocument/2006/relationships/customXml" Target="../ink/ink850.xml"/><Relationship Id="rId65" Type="http://schemas.openxmlformats.org/officeDocument/2006/relationships/image" Target="../media/image7130.png"/><Relationship Id="rId73" Type="http://schemas.openxmlformats.org/officeDocument/2006/relationships/customXml" Target="../ink/ink857.xml"/><Relationship Id="rId78" Type="http://schemas.openxmlformats.org/officeDocument/2006/relationships/image" Target="../media/image754.png"/><Relationship Id="rId81" Type="http://schemas.openxmlformats.org/officeDocument/2006/relationships/customXml" Target="../ink/ink861.xml"/><Relationship Id="rId86" Type="http://schemas.openxmlformats.org/officeDocument/2006/relationships/image" Target="../media/image758.png"/><Relationship Id="rId94" Type="http://schemas.openxmlformats.org/officeDocument/2006/relationships/image" Target="../media/image761.png"/><Relationship Id="rId99" Type="http://schemas.openxmlformats.org/officeDocument/2006/relationships/customXml" Target="../ink/ink870.xml"/><Relationship Id="rId101" Type="http://schemas.openxmlformats.org/officeDocument/2006/relationships/customXml" Target="../ink/ink871.xml"/><Relationship Id="rId122" Type="http://schemas.openxmlformats.org/officeDocument/2006/relationships/image" Target="../media/image775.png"/><Relationship Id="rId130" Type="http://schemas.openxmlformats.org/officeDocument/2006/relationships/image" Target="../media/image779.png"/><Relationship Id="rId135" Type="http://schemas.openxmlformats.org/officeDocument/2006/relationships/customXml" Target="../ink/ink888.xml"/><Relationship Id="rId143" Type="http://schemas.openxmlformats.org/officeDocument/2006/relationships/customXml" Target="../ink/ink892.xml"/><Relationship Id="rId148" Type="http://schemas.openxmlformats.org/officeDocument/2006/relationships/image" Target="../media/image788.png"/><Relationship Id="rId151" Type="http://schemas.openxmlformats.org/officeDocument/2006/relationships/customXml" Target="../ink/ink896.xml"/><Relationship Id="rId156" Type="http://schemas.openxmlformats.org/officeDocument/2006/relationships/image" Target="../media/image792.png"/><Relationship Id="rId4" Type="http://schemas.openxmlformats.org/officeDocument/2006/relationships/customXml" Target="../ink/ink847.xml"/><Relationship Id="rId109" Type="http://schemas.openxmlformats.org/officeDocument/2006/relationships/customXml" Target="../ink/ink875.xml"/><Relationship Id="rId55" Type="http://schemas.openxmlformats.org/officeDocument/2006/relationships/image" Target="../media/image7080.png"/><Relationship Id="rId76" Type="http://schemas.openxmlformats.org/officeDocument/2006/relationships/image" Target="../media/image753.png"/><Relationship Id="rId97" Type="http://schemas.openxmlformats.org/officeDocument/2006/relationships/customXml" Target="../ink/ink869.xml"/><Relationship Id="rId104" Type="http://schemas.openxmlformats.org/officeDocument/2006/relationships/image" Target="../media/image766.png"/><Relationship Id="rId120" Type="http://schemas.openxmlformats.org/officeDocument/2006/relationships/image" Target="../media/image774.png"/><Relationship Id="rId125" Type="http://schemas.openxmlformats.org/officeDocument/2006/relationships/customXml" Target="../ink/ink883.xml"/><Relationship Id="rId141" Type="http://schemas.openxmlformats.org/officeDocument/2006/relationships/customXml" Target="../ink/ink891.xml"/><Relationship Id="rId146" Type="http://schemas.openxmlformats.org/officeDocument/2006/relationships/image" Target="../media/image787.png"/><Relationship Id="rId71" Type="http://schemas.openxmlformats.org/officeDocument/2006/relationships/customXml" Target="../ink/ink856.xml"/><Relationship Id="rId92" Type="http://schemas.openxmlformats.org/officeDocument/2006/relationships/image" Target="../media/image760.png"/><Relationship Id="rId2" Type="http://schemas.openxmlformats.org/officeDocument/2006/relationships/customXml" Target="../ink/ink846.xml"/><Relationship Id="rId66" Type="http://schemas.openxmlformats.org/officeDocument/2006/relationships/customXml" Target="../ink/ink853.xml"/><Relationship Id="rId87" Type="http://schemas.openxmlformats.org/officeDocument/2006/relationships/customXml" Target="../ink/ink864.xml"/><Relationship Id="rId110" Type="http://schemas.openxmlformats.org/officeDocument/2006/relationships/image" Target="../media/image769.png"/><Relationship Id="rId115" Type="http://schemas.openxmlformats.org/officeDocument/2006/relationships/customXml" Target="../ink/ink878.xml"/><Relationship Id="rId131" Type="http://schemas.openxmlformats.org/officeDocument/2006/relationships/customXml" Target="../ink/ink886.xml"/><Relationship Id="rId136" Type="http://schemas.openxmlformats.org/officeDocument/2006/relationships/image" Target="../media/image782.png"/><Relationship Id="rId157" Type="http://schemas.openxmlformats.org/officeDocument/2006/relationships/customXml" Target="../ink/ink899.xml"/><Relationship Id="rId61" Type="http://schemas.openxmlformats.org/officeDocument/2006/relationships/image" Target="../media/image7110.png"/><Relationship Id="rId82" Type="http://schemas.openxmlformats.org/officeDocument/2006/relationships/image" Target="../media/image756.png"/><Relationship Id="rId152" Type="http://schemas.openxmlformats.org/officeDocument/2006/relationships/image" Target="../media/image790.png"/><Relationship Id="rId56" Type="http://schemas.openxmlformats.org/officeDocument/2006/relationships/customXml" Target="../ink/ink848.xml"/><Relationship Id="rId77" Type="http://schemas.openxmlformats.org/officeDocument/2006/relationships/customXml" Target="../ink/ink859.xml"/><Relationship Id="rId100" Type="http://schemas.openxmlformats.org/officeDocument/2006/relationships/image" Target="../media/image764.png"/><Relationship Id="rId105" Type="http://schemas.openxmlformats.org/officeDocument/2006/relationships/customXml" Target="../ink/ink873.xml"/><Relationship Id="rId126" Type="http://schemas.openxmlformats.org/officeDocument/2006/relationships/image" Target="../media/image777.png"/><Relationship Id="rId147" Type="http://schemas.openxmlformats.org/officeDocument/2006/relationships/customXml" Target="../ink/ink894.xml"/><Relationship Id="rId72" Type="http://schemas.openxmlformats.org/officeDocument/2006/relationships/image" Target="../media/image751.png"/><Relationship Id="rId93" Type="http://schemas.openxmlformats.org/officeDocument/2006/relationships/customXml" Target="../ink/ink867.xml"/><Relationship Id="rId98" Type="http://schemas.openxmlformats.org/officeDocument/2006/relationships/image" Target="../media/image763.png"/><Relationship Id="rId121" Type="http://schemas.openxmlformats.org/officeDocument/2006/relationships/customXml" Target="../ink/ink881.xml"/><Relationship Id="rId142" Type="http://schemas.openxmlformats.org/officeDocument/2006/relationships/image" Target="../media/image785.png"/><Relationship Id="rId3" Type="http://schemas.openxmlformats.org/officeDocument/2006/relationships/image" Target="../media/image1411.png"/><Relationship Id="rId67" Type="http://schemas.openxmlformats.org/officeDocument/2006/relationships/customXml" Target="../ink/ink854.xml"/><Relationship Id="rId116" Type="http://schemas.openxmlformats.org/officeDocument/2006/relationships/image" Target="../media/image772.png"/><Relationship Id="rId137" Type="http://schemas.openxmlformats.org/officeDocument/2006/relationships/customXml" Target="../ink/ink889.xml"/><Relationship Id="rId158" Type="http://schemas.openxmlformats.org/officeDocument/2006/relationships/image" Target="../media/image793.png"/><Relationship Id="rId62" Type="http://schemas.openxmlformats.org/officeDocument/2006/relationships/customXml" Target="../ink/ink851.xml"/><Relationship Id="rId83" Type="http://schemas.openxmlformats.org/officeDocument/2006/relationships/customXml" Target="../ink/ink862.xml"/><Relationship Id="rId88" Type="http://schemas.openxmlformats.org/officeDocument/2006/relationships/image" Target="../media/image4.png"/><Relationship Id="rId111" Type="http://schemas.openxmlformats.org/officeDocument/2006/relationships/customXml" Target="../ink/ink876.xml"/><Relationship Id="rId132" Type="http://schemas.openxmlformats.org/officeDocument/2006/relationships/image" Target="../media/image780.png"/><Relationship Id="rId153" Type="http://schemas.openxmlformats.org/officeDocument/2006/relationships/customXml" Target="../ink/ink8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673" y="625937"/>
            <a:ext cx="8239252" cy="3115075"/>
          </a:xfrm>
        </p:spPr>
        <p:txBody>
          <a:bodyPr>
            <a:normAutofit fontScale="90000"/>
          </a:bodyPr>
          <a:lstStyle/>
          <a:p>
            <a:pPr algn="l"/>
            <a:r>
              <a:rPr lang="en-US" sz="7200" dirty="0">
                <a:solidFill>
                  <a:schemeClr val="tx1"/>
                </a:solidFill>
              </a:rPr>
              <a:t>Current Transformer Calculation Report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8783">
            <a:off x="2004716" y="4560432"/>
            <a:ext cx="8239253" cy="12281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</a:rPr>
              <a:t>Object-Oriented Analysis and Diagrams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683" y="421847"/>
            <a:ext cx="3602474" cy="2456442"/>
          </a:xfrm>
        </p:spPr>
        <p:txBody>
          <a:bodyPr>
            <a:normAutofit/>
          </a:bodyPr>
          <a:lstStyle/>
          <a:p>
            <a:r>
              <a:rPr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5819" y="693458"/>
            <a:ext cx="4711405" cy="5248622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defRPr sz="1400"/>
            </a:pPr>
            <a:r>
              <a:rPr lang="en-US" dirty="0"/>
              <a:t>This document outlines the calculation and selection criteria for Current Transformers (CT) used in a high-voltage substation environment. The focus is on determining the knee-point voltage (</a:t>
            </a:r>
            <a:r>
              <a:rPr lang="en-US" dirty="0" err="1"/>
              <a:t>Vk</a:t>
            </a:r>
            <a:r>
              <a:rPr lang="en-US" dirty="0"/>
              <a:t>) for protection and distance relay applications. The software ensures accurate CT calculations using key parameters like short-circuit current factors, reactance/resistance ratios, and transformer resistances.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A50185F-7252-ACD1-A6FA-5D36CCDD2694}"/>
                  </a:ext>
                </a:extLst>
              </p14:cNvPr>
              <p14:cNvContentPartPr/>
              <p14:nvPr/>
            </p14:nvContentPartPr>
            <p14:xfrm>
              <a:off x="9078021" y="360358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A50185F-7252-ACD1-A6FA-5D36CCDD26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69021" y="35949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A81910-F915-748C-6518-3C7B7764A023}"/>
                  </a:ext>
                </a:extLst>
              </p14:cNvPr>
              <p14:cNvContentPartPr/>
              <p14:nvPr/>
            </p14:nvContentPartPr>
            <p14:xfrm>
              <a:off x="4332861" y="1577500"/>
              <a:ext cx="443160" cy="109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A81910-F915-748C-6518-3C7B7764A0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23861" y="1568860"/>
                <a:ext cx="460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31A943A-B686-774E-FFFF-5FAAD0FD35DC}"/>
                  </a:ext>
                </a:extLst>
              </p14:cNvPr>
              <p14:cNvContentPartPr/>
              <p14:nvPr/>
            </p14:nvContentPartPr>
            <p14:xfrm>
              <a:off x="6906501" y="138202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31A943A-B686-774E-FFFF-5FAAD0FD35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7861" y="13733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D721F787-30FB-BDB7-9E8A-B1B15AD78425}"/>
              </a:ext>
            </a:extLst>
          </p:cNvPr>
          <p:cNvGrpSpPr/>
          <p:nvPr/>
        </p:nvGrpSpPr>
        <p:grpSpPr>
          <a:xfrm>
            <a:off x="5029821" y="1398940"/>
            <a:ext cx="1428840" cy="710640"/>
            <a:chOff x="5029821" y="1398940"/>
            <a:chExt cx="1428840" cy="71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54D8801-CC4F-7294-78A7-2B2E48C2BE4B}"/>
                    </a:ext>
                  </a:extLst>
                </p14:cNvPr>
                <p14:cNvContentPartPr/>
                <p14:nvPr/>
              </p14:nvContentPartPr>
              <p14:xfrm>
                <a:off x="5029821" y="1431340"/>
                <a:ext cx="320760" cy="297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54D8801-CC4F-7294-78A7-2B2E48C2BE4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20821" y="1422700"/>
                  <a:ext cx="3384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C67AB1C-A397-6EFD-AE2D-8F17628C0090}"/>
                    </a:ext>
                  </a:extLst>
                </p14:cNvPr>
                <p14:cNvContentPartPr/>
                <p14:nvPr/>
              </p14:nvContentPartPr>
              <p14:xfrm>
                <a:off x="5448141" y="1511980"/>
                <a:ext cx="91080" cy="230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C67AB1C-A397-6EFD-AE2D-8F17628C009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39141" y="1502980"/>
                  <a:ext cx="1087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55A7342-7EF6-68A3-2B52-A7EE4997B656}"/>
                    </a:ext>
                  </a:extLst>
                </p14:cNvPr>
                <p14:cNvContentPartPr/>
                <p14:nvPr/>
              </p14:nvContentPartPr>
              <p14:xfrm>
                <a:off x="5506821" y="1478500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55A7342-7EF6-68A3-2B52-A7EE4997B6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98181" y="14698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C292A4-E21B-5149-68C5-5DE2FF345206}"/>
                    </a:ext>
                  </a:extLst>
                </p14:cNvPr>
                <p14:cNvContentPartPr/>
                <p14:nvPr/>
              </p14:nvContentPartPr>
              <p14:xfrm>
                <a:off x="5661261" y="1481380"/>
                <a:ext cx="108720" cy="200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C292A4-E21B-5149-68C5-5DE2FF34520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52261" y="1472740"/>
                  <a:ext cx="126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3624D0-ECBA-D976-40E9-E393944D8B6B}"/>
                    </a:ext>
                  </a:extLst>
                </p14:cNvPr>
                <p14:cNvContentPartPr/>
                <p14:nvPr/>
              </p14:nvContentPartPr>
              <p14:xfrm>
                <a:off x="5819301" y="1467700"/>
                <a:ext cx="143640" cy="207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3624D0-ECBA-D976-40E9-E393944D8B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10301" y="1458700"/>
                  <a:ext cx="1612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34E8651-3B7D-C40D-66C7-785933F5D04D}"/>
                    </a:ext>
                  </a:extLst>
                </p14:cNvPr>
                <p14:cNvContentPartPr/>
                <p14:nvPr/>
              </p14:nvContentPartPr>
              <p14:xfrm>
                <a:off x="6001461" y="1423060"/>
                <a:ext cx="179280" cy="686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34E8651-3B7D-C40D-66C7-785933F5D04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92461" y="1414420"/>
                  <a:ext cx="19692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0DF7B3-0B21-B495-ADB6-9270534428D0}"/>
                    </a:ext>
                  </a:extLst>
                </p14:cNvPr>
                <p14:cNvContentPartPr/>
                <p14:nvPr/>
              </p14:nvContentPartPr>
              <p14:xfrm>
                <a:off x="6252021" y="1448980"/>
                <a:ext cx="206640" cy="219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0DF7B3-0B21-B495-ADB6-9270534428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43381" y="1439980"/>
                  <a:ext cx="2242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835D40B-E29C-FA49-CA4E-CD7B15F09A48}"/>
                    </a:ext>
                  </a:extLst>
                </p14:cNvPr>
                <p14:cNvContentPartPr/>
                <p14:nvPr/>
              </p14:nvContentPartPr>
              <p14:xfrm>
                <a:off x="5488461" y="1398940"/>
                <a:ext cx="22680" cy="51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835D40B-E29C-FA49-CA4E-CD7B15F09A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79821" y="1389940"/>
                  <a:ext cx="4032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626DC4B-887B-A312-B4A0-961BC8E74580}"/>
              </a:ext>
            </a:extLst>
          </p:cNvPr>
          <p:cNvGrpSpPr/>
          <p:nvPr/>
        </p:nvGrpSpPr>
        <p:grpSpPr>
          <a:xfrm>
            <a:off x="6720381" y="1314700"/>
            <a:ext cx="814680" cy="330120"/>
            <a:chOff x="6720381" y="1314700"/>
            <a:chExt cx="81468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67F4AA9-C36A-D850-3991-295A7DFE4A82}"/>
                    </a:ext>
                  </a:extLst>
                </p14:cNvPr>
                <p14:cNvContentPartPr/>
                <p14:nvPr/>
              </p14:nvContentPartPr>
              <p14:xfrm>
                <a:off x="6720381" y="1447540"/>
                <a:ext cx="172440" cy="197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67F4AA9-C36A-D850-3991-295A7DFE4A8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11741" y="1438540"/>
                  <a:ext cx="190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CAF4AC6-19F6-D906-900D-B80EA708576D}"/>
                    </a:ext>
                  </a:extLst>
                </p14:cNvPr>
                <p14:cNvContentPartPr/>
                <p14:nvPr/>
              </p14:nvContentPartPr>
              <p14:xfrm>
                <a:off x="6968781" y="1420900"/>
                <a:ext cx="190800" cy="196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CAF4AC6-19F6-D906-900D-B80EA708576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59781" y="1412260"/>
                  <a:ext cx="208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187204A-99DB-A747-65F7-4D0EFE9F9C84}"/>
                    </a:ext>
                  </a:extLst>
                </p14:cNvPr>
                <p14:cNvContentPartPr/>
                <p14:nvPr/>
              </p14:nvContentPartPr>
              <p14:xfrm>
                <a:off x="7229061" y="1314700"/>
                <a:ext cx="107640" cy="320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187204A-99DB-A747-65F7-4D0EFE9F9C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20061" y="1305700"/>
                  <a:ext cx="1252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DAF51FE-9885-86E2-0F1C-07DE43B6C2B9}"/>
                    </a:ext>
                  </a:extLst>
                </p14:cNvPr>
                <p14:cNvContentPartPr/>
                <p14:nvPr/>
              </p14:nvContentPartPr>
              <p14:xfrm>
                <a:off x="7417701" y="1406860"/>
                <a:ext cx="117360" cy="208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DAF51FE-9885-86E2-0F1C-07DE43B6C2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08701" y="1398220"/>
                  <a:ext cx="13500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08E7195-71CC-31F6-FC66-D0F4C9BB65CA}"/>
              </a:ext>
            </a:extLst>
          </p:cNvPr>
          <p:cNvGrpSpPr/>
          <p:nvPr/>
        </p:nvGrpSpPr>
        <p:grpSpPr>
          <a:xfrm>
            <a:off x="7856181" y="1340980"/>
            <a:ext cx="231840" cy="269280"/>
            <a:chOff x="7856181" y="1340980"/>
            <a:chExt cx="23184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49B9909-4FAC-AB7B-CAF3-17FFBAFB1A31}"/>
                    </a:ext>
                  </a:extLst>
                </p14:cNvPr>
                <p14:cNvContentPartPr/>
                <p14:nvPr/>
              </p14:nvContentPartPr>
              <p14:xfrm>
                <a:off x="7857621" y="1427380"/>
                <a:ext cx="18720" cy="163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49B9909-4FAC-AB7B-CAF3-17FFBAFB1A3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48981" y="1418380"/>
                  <a:ext cx="363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A5D907D-24E1-2434-5905-61604F281FD9}"/>
                    </a:ext>
                  </a:extLst>
                </p14:cNvPr>
                <p14:cNvContentPartPr/>
                <p14:nvPr/>
              </p14:nvContentPartPr>
              <p14:xfrm>
                <a:off x="7856181" y="1340980"/>
                <a:ext cx="3240" cy="3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A5D907D-24E1-2434-5905-61604F281F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47541" y="1332340"/>
                  <a:ext cx="208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F1C8BEC-7DBD-D69C-0E39-8C9F4C4CF08F}"/>
                    </a:ext>
                  </a:extLst>
                </p14:cNvPr>
                <p14:cNvContentPartPr/>
                <p14:nvPr/>
              </p14:nvContentPartPr>
              <p14:xfrm>
                <a:off x="7966341" y="1405780"/>
                <a:ext cx="121680" cy="204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F1C8BEC-7DBD-D69C-0E39-8C9F4C4CF08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57341" y="1396780"/>
                  <a:ext cx="13932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B2F7E3F-5307-41B9-72C9-A31E013C1535}"/>
              </a:ext>
            </a:extLst>
          </p:cNvPr>
          <p:cNvGrpSpPr/>
          <p:nvPr/>
        </p:nvGrpSpPr>
        <p:grpSpPr>
          <a:xfrm>
            <a:off x="8424261" y="1284820"/>
            <a:ext cx="617040" cy="357120"/>
            <a:chOff x="8424261" y="1284820"/>
            <a:chExt cx="61704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41DFD86-FF89-FF22-7629-E85B9B89A03D}"/>
                    </a:ext>
                  </a:extLst>
                </p14:cNvPr>
                <p14:cNvContentPartPr/>
                <p14:nvPr/>
              </p14:nvContentPartPr>
              <p14:xfrm>
                <a:off x="8424261" y="1396420"/>
                <a:ext cx="103320" cy="245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41DFD86-FF89-FF22-7629-E85B9B89A0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15261" y="1387780"/>
                  <a:ext cx="1209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39D3350-FB9B-0159-4C7A-280D526BC176}"/>
                    </a:ext>
                  </a:extLst>
                </p14:cNvPr>
                <p14:cNvContentPartPr/>
                <p14:nvPr/>
              </p14:nvContentPartPr>
              <p14:xfrm>
                <a:off x="8586981" y="1403620"/>
                <a:ext cx="68040" cy="216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39D3350-FB9B-0159-4C7A-280D526BC1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78341" y="1394620"/>
                  <a:ext cx="856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BEB605A-A50F-FD29-3009-463253777EFF}"/>
                    </a:ext>
                  </a:extLst>
                </p14:cNvPr>
                <p14:cNvContentPartPr/>
                <p14:nvPr/>
              </p14:nvContentPartPr>
              <p14:xfrm>
                <a:off x="8717301" y="1443940"/>
                <a:ext cx="122400" cy="158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BEB605A-A50F-FD29-3009-463253777EF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8661" y="1435300"/>
                  <a:ext cx="140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51ADBA9-2FD7-9130-DC3E-BBD827D7A3C5}"/>
                    </a:ext>
                  </a:extLst>
                </p14:cNvPr>
                <p14:cNvContentPartPr/>
                <p14:nvPr/>
              </p14:nvContentPartPr>
              <p14:xfrm>
                <a:off x="8895861" y="1284820"/>
                <a:ext cx="145440" cy="293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51ADBA9-2FD7-9130-DC3E-BBD827D7A3C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86861" y="1276180"/>
                  <a:ext cx="16308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6F539FE-7B32-1528-01C4-FF3AB21C62C4}"/>
              </a:ext>
            </a:extLst>
          </p:cNvPr>
          <p:cNvGrpSpPr/>
          <p:nvPr/>
        </p:nvGrpSpPr>
        <p:grpSpPr>
          <a:xfrm>
            <a:off x="9293661" y="1367260"/>
            <a:ext cx="461520" cy="244800"/>
            <a:chOff x="9293661" y="1367260"/>
            <a:chExt cx="46152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97391F0-35A2-2AAC-190F-A58290B788D4}"/>
                    </a:ext>
                  </a:extLst>
                </p14:cNvPr>
                <p14:cNvContentPartPr/>
                <p14:nvPr/>
              </p14:nvContentPartPr>
              <p14:xfrm>
                <a:off x="9302301" y="1367260"/>
                <a:ext cx="88920" cy="244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97391F0-35A2-2AAC-190F-A58290B788D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93301" y="1358260"/>
                  <a:ext cx="1065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7EB650-906B-EFBC-7685-C2979DD2190B}"/>
                    </a:ext>
                  </a:extLst>
                </p14:cNvPr>
                <p14:cNvContentPartPr/>
                <p14:nvPr/>
              </p14:nvContentPartPr>
              <p14:xfrm>
                <a:off x="9293661" y="1512340"/>
                <a:ext cx="60120" cy="342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7EB650-906B-EFBC-7685-C2979DD219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84661" y="1503700"/>
                  <a:ext cx="77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AB4E614-8242-7D7F-47DA-C179EA46A3E4}"/>
                    </a:ext>
                  </a:extLst>
                </p14:cNvPr>
                <p14:cNvContentPartPr/>
                <p14:nvPr/>
              </p14:nvContentPartPr>
              <p14:xfrm>
                <a:off x="9420381" y="1459780"/>
                <a:ext cx="128520" cy="120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AB4E614-8242-7D7F-47DA-C179EA46A3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11381" y="1451140"/>
                  <a:ext cx="1461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A99CF3A-1B59-5EA9-2749-A5F7E799E28A}"/>
                    </a:ext>
                  </a:extLst>
                </p14:cNvPr>
                <p14:cNvContentPartPr/>
                <p14:nvPr/>
              </p14:nvContentPartPr>
              <p14:xfrm>
                <a:off x="9592821" y="1398940"/>
                <a:ext cx="162360" cy="179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A99CF3A-1B59-5EA9-2749-A5F7E799E2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181" y="1390300"/>
                  <a:ext cx="18000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977DF64-9C98-1D76-53ED-2B1D83E3CE82}"/>
              </a:ext>
            </a:extLst>
          </p:cNvPr>
          <p:cNvGrpSpPr/>
          <p:nvPr/>
        </p:nvGrpSpPr>
        <p:grpSpPr>
          <a:xfrm>
            <a:off x="10053261" y="1238020"/>
            <a:ext cx="1526400" cy="633240"/>
            <a:chOff x="10053261" y="1238020"/>
            <a:chExt cx="1526400" cy="63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85CE707-1B4C-840A-66C0-96A1CB4193F4}"/>
                    </a:ext>
                  </a:extLst>
                </p14:cNvPr>
                <p14:cNvContentPartPr/>
                <p14:nvPr/>
              </p14:nvContentPartPr>
              <p14:xfrm>
                <a:off x="10053261" y="1311820"/>
                <a:ext cx="83880" cy="302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85CE707-1B4C-840A-66C0-96A1CB4193F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44621" y="1302820"/>
                  <a:ext cx="1015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821F852-0FB1-733C-870F-01D2990ADDC0}"/>
                    </a:ext>
                  </a:extLst>
                </p14:cNvPr>
                <p14:cNvContentPartPr/>
                <p14:nvPr/>
              </p14:nvContentPartPr>
              <p14:xfrm>
                <a:off x="10228941" y="1411900"/>
                <a:ext cx="92880" cy="160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821F852-0FB1-733C-870F-01D2990ADD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220301" y="1402900"/>
                  <a:ext cx="110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2DCDEC-53E9-329C-77E4-A5C8AC052F33}"/>
                    </a:ext>
                  </a:extLst>
                </p14:cNvPr>
                <p14:cNvContentPartPr/>
                <p14:nvPr/>
              </p14:nvContentPartPr>
              <p14:xfrm>
                <a:off x="10397061" y="1386700"/>
                <a:ext cx="130320" cy="223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2DCDEC-53E9-329C-77E4-A5C8AC052F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88421" y="1378060"/>
                  <a:ext cx="1479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8F28067-7067-72B2-63DC-A28E5FD9CA91}"/>
                    </a:ext>
                  </a:extLst>
                </p14:cNvPr>
                <p14:cNvContentPartPr/>
                <p14:nvPr/>
              </p14:nvContentPartPr>
              <p14:xfrm>
                <a:off x="10557621" y="1401820"/>
                <a:ext cx="142920" cy="118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8F28067-7067-72B2-63DC-A28E5FD9CA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48621" y="1392820"/>
                  <a:ext cx="160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3644229-082D-1DE6-9E13-87A7B2914EBE}"/>
                    </a:ext>
                  </a:extLst>
                </p14:cNvPr>
                <p14:cNvContentPartPr/>
                <p14:nvPr/>
              </p14:nvContentPartPr>
              <p14:xfrm>
                <a:off x="10784421" y="1320100"/>
                <a:ext cx="135000" cy="246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3644229-082D-1DE6-9E13-87A7B2914EB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775781" y="1311460"/>
                  <a:ext cx="1526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6348091-D96A-3A6F-1043-3FD386739AF6}"/>
                    </a:ext>
                  </a:extLst>
                </p14:cNvPr>
                <p14:cNvContentPartPr/>
                <p14:nvPr/>
              </p14:nvContentPartPr>
              <p14:xfrm>
                <a:off x="10956861" y="1414060"/>
                <a:ext cx="17280" cy="165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6348091-D96A-3A6F-1043-3FD386739AF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47861" y="1405060"/>
                  <a:ext cx="349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E5A6B66-3887-396C-54FC-7D98F52842D3}"/>
                    </a:ext>
                  </a:extLst>
                </p14:cNvPr>
                <p14:cNvContentPartPr/>
                <p14:nvPr/>
              </p14:nvContentPartPr>
              <p14:xfrm>
                <a:off x="10977021" y="1310020"/>
                <a:ext cx="360" cy="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E5A6B66-3887-396C-54FC-7D98F52842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968021" y="13010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56A3697-B3A1-F6C0-97AD-9FB141E6A45D}"/>
                    </a:ext>
                  </a:extLst>
                </p14:cNvPr>
                <p14:cNvContentPartPr/>
                <p14:nvPr/>
              </p14:nvContentPartPr>
              <p14:xfrm>
                <a:off x="11044701" y="1238020"/>
                <a:ext cx="168120" cy="347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56A3697-B3A1-F6C0-97AD-9FB141E6A45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035701" y="1229380"/>
                  <a:ext cx="1857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098DE2D-B867-6B35-B080-36D5BC29C75C}"/>
                    </a:ext>
                  </a:extLst>
                </p14:cNvPr>
                <p14:cNvContentPartPr/>
                <p14:nvPr/>
              </p14:nvContentPartPr>
              <p14:xfrm>
                <a:off x="11272941" y="1370140"/>
                <a:ext cx="13320" cy="136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098DE2D-B867-6B35-B080-36D5BC29C75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264301" y="1361140"/>
                  <a:ext cx="30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AFDDCE8-6AB1-5370-34BB-47EE96D6101E}"/>
                    </a:ext>
                  </a:extLst>
                </p14:cNvPr>
                <p14:cNvContentPartPr/>
                <p14:nvPr/>
              </p14:nvContentPartPr>
              <p14:xfrm>
                <a:off x="11262501" y="1294900"/>
                <a:ext cx="360" cy="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AFDDCE8-6AB1-5370-34BB-47EE96D6101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253861" y="1285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523ACE5-E9F4-809F-E564-CA60565B1464}"/>
                    </a:ext>
                  </a:extLst>
                </p14:cNvPr>
                <p14:cNvContentPartPr/>
                <p14:nvPr/>
              </p14:nvContentPartPr>
              <p14:xfrm>
                <a:off x="11349261" y="1334140"/>
                <a:ext cx="125280" cy="200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523ACE5-E9F4-809F-E564-CA60565B14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340621" y="1325140"/>
                  <a:ext cx="142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7BCE319-6BB0-5FCF-AF62-A008484BCA7C}"/>
                    </a:ext>
                  </a:extLst>
                </p14:cNvPr>
                <p14:cNvContentPartPr/>
                <p14:nvPr/>
              </p14:nvContentPartPr>
              <p14:xfrm>
                <a:off x="11374821" y="1314340"/>
                <a:ext cx="204840" cy="556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7BCE319-6BB0-5FCF-AF62-A008484BCA7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365821" y="1305340"/>
                  <a:ext cx="22248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1AAB619-DA68-73C4-68D5-F6A897F44C0A}"/>
                    </a:ext>
                  </a:extLst>
                </p14:cNvPr>
                <p14:cNvContentPartPr/>
                <p14:nvPr/>
              </p14:nvContentPartPr>
              <p14:xfrm>
                <a:off x="11249181" y="1244500"/>
                <a:ext cx="17640" cy="39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1AAB619-DA68-73C4-68D5-F6A897F44C0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40541" y="1235500"/>
                  <a:ext cx="35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EDEE3FB-98FC-6B6A-10A8-2E96CD8834A7}"/>
                    </a:ext>
                  </a:extLst>
                </p14:cNvPr>
                <p14:cNvContentPartPr/>
                <p14:nvPr/>
              </p14:nvContentPartPr>
              <p14:xfrm>
                <a:off x="10947141" y="1264300"/>
                <a:ext cx="31320" cy="33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EDEE3FB-98FC-6B6A-10A8-2E96CD8834A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38141" y="1255300"/>
                  <a:ext cx="48960" cy="51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1285" y="287203"/>
            <a:ext cx="2592091" cy="4589717"/>
          </a:xfrm>
        </p:spPr>
        <p:txBody>
          <a:bodyPr>
            <a:normAutofit/>
          </a:bodyPr>
          <a:lstStyle/>
          <a:p>
            <a:pPr algn="l"/>
            <a:r>
              <a:rPr lang="en-US" sz="4200" dirty="0"/>
              <a:t>Class Diagram (Entities and Methods)</a:t>
            </a:r>
          </a:p>
        </p:txBody>
      </p:sp>
      <p:sp>
        <p:nvSpPr>
          <p:cNvPr id="207" name="Content Placeholder 2"/>
          <p:cNvSpPr>
            <a:spLocks noGrp="1"/>
          </p:cNvSpPr>
          <p:nvPr>
            <p:ph idx="1"/>
          </p:nvPr>
        </p:nvSpPr>
        <p:spPr>
          <a:xfrm>
            <a:off x="1966178" y="287203"/>
            <a:ext cx="4070353" cy="5248622"/>
          </a:xfrm>
        </p:spPr>
        <p:txBody>
          <a:bodyPr>
            <a:normAutofit/>
          </a:bodyPr>
          <a:lstStyle/>
          <a:p>
            <a:pPr marL="0" indent="0">
              <a:buNone/>
              <a:defRPr sz="1400"/>
            </a:pPr>
            <a:endParaRPr lang="en-US" sz="1400" dirty="0"/>
          </a:p>
          <a:p>
            <a:pPr>
              <a:defRPr sz="1400"/>
            </a:pPr>
            <a:r>
              <a:rPr lang="en-US" sz="1400" dirty="0"/>
              <a:t>Classes:</a:t>
            </a:r>
          </a:p>
          <a:p>
            <a:pPr>
              <a:defRPr sz="1400"/>
            </a:pPr>
            <a:r>
              <a:rPr lang="en-US" sz="1400" dirty="0"/>
              <a:t>- Client</a:t>
            </a:r>
          </a:p>
          <a:p>
            <a:pPr>
              <a:defRPr sz="1400"/>
            </a:pPr>
            <a:r>
              <a:rPr lang="en-US" sz="1400" dirty="0"/>
              <a:t>- Consultant</a:t>
            </a:r>
          </a:p>
          <a:p>
            <a:pPr>
              <a:defRPr sz="1400"/>
            </a:pPr>
            <a:r>
              <a:rPr lang="en-US" sz="1400" dirty="0"/>
              <a:t>- Contractor/Subcontractor</a:t>
            </a:r>
          </a:p>
          <a:p>
            <a:pPr>
              <a:defRPr sz="1400"/>
            </a:pPr>
            <a:r>
              <a:rPr lang="en-US" sz="1400" dirty="0"/>
              <a:t>- Current Transformer</a:t>
            </a:r>
          </a:p>
          <a:p>
            <a:pPr>
              <a:defRPr sz="1400"/>
            </a:pPr>
            <a:r>
              <a:rPr lang="en-US" sz="1400" dirty="0"/>
              <a:t>- Relay</a:t>
            </a:r>
          </a:p>
          <a:p>
            <a:pPr>
              <a:defRPr sz="1400"/>
            </a:pPr>
            <a:r>
              <a:rPr lang="en-US" sz="1400" dirty="0"/>
              <a:t>- System Information</a:t>
            </a:r>
          </a:p>
          <a:p>
            <a:pPr>
              <a:defRPr sz="1400"/>
            </a:pPr>
            <a:r>
              <a:rPr lang="en-US" sz="1400" dirty="0"/>
              <a:t>- Document</a:t>
            </a:r>
          </a:p>
          <a:p>
            <a:pPr>
              <a:defRPr sz="1400"/>
            </a:pPr>
            <a:endParaRPr lang="en-US" sz="1400" dirty="0"/>
          </a:p>
          <a:p>
            <a:pPr>
              <a:defRPr sz="1400"/>
            </a:pPr>
            <a:r>
              <a:rPr lang="en-US" sz="1400" dirty="0"/>
              <a:t>Methods: </a:t>
            </a:r>
            <a:r>
              <a:rPr lang="en-US" sz="1400" dirty="0" err="1"/>
              <a:t>PerformCalculation</a:t>
            </a:r>
            <a:r>
              <a:rPr lang="en-US" sz="1400" dirty="0"/>
              <a:t>(), </a:t>
            </a:r>
            <a:r>
              <a:rPr lang="en-US" sz="1400" dirty="0" err="1"/>
              <a:t>ValidateVk</a:t>
            </a:r>
            <a:r>
              <a:rPr lang="en-US" sz="1400" dirty="0"/>
              <a:t>(), </a:t>
            </a:r>
            <a:r>
              <a:rPr lang="en-US" sz="1400" dirty="0" err="1"/>
              <a:t>GeneratePDFReport</a:t>
            </a:r>
            <a:r>
              <a:rPr lang="en-US" sz="1400" dirty="0"/>
              <a:t>(),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0473" y="2349925"/>
            <a:ext cx="2624234" cy="2456442"/>
          </a:xfrm>
        </p:spPr>
        <p:txBody>
          <a:bodyPr>
            <a:normAutofit fontScale="90000"/>
          </a:bodyPr>
          <a:lstStyle/>
          <a:p>
            <a:r>
              <a:t>Object-Oriented Entities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3BED31D1-CE30-6951-8BC4-D3D979E1B5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7566739"/>
              </p:ext>
            </p:extLst>
          </p:nvPr>
        </p:nvGraphicFramePr>
        <p:xfrm>
          <a:off x="5604272" y="1125538"/>
          <a:ext cx="4229100" cy="460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996" y="1195168"/>
            <a:ext cx="4511649" cy="2456442"/>
          </a:xfrm>
        </p:spPr>
        <p:txBody>
          <a:bodyPr>
            <a:normAutofit/>
          </a:bodyPr>
          <a:lstStyle/>
          <a:p>
            <a:r>
              <a:rPr lang="en-US" dirty="0" err="1"/>
              <a:t>SoftWare</a:t>
            </a:r>
            <a:r>
              <a:rPr lang="en-US" dirty="0"/>
              <a:t> Process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DA6666AF-6052-15A6-00AF-6459A86692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6147704"/>
              </p:ext>
            </p:extLst>
          </p:nvPr>
        </p:nvGraphicFramePr>
        <p:xfrm>
          <a:off x="5583247" y="171093"/>
          <a:ext cx="4910582" cy="5937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864DDC3-6D54-F4D3-046D-8CF9F9F3B959}"/>
                  </a:ext>
                </a:extLst>
              </p14:cNvPr>
              <p14:cNvContentPartPr/>
              <p14:nvPr/>
            </p14:nvContentPartPr>
            <p14:xfrm>
              <a:off x="5733789" y="170733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864DDC3-6D54-F4D3-046D-8CF9F9F3B95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24789" y="16173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F9B180-B771-4758-7946-6EB1E53851E6}"/>
                  </a:ext>
                </a:extLst>
              </p14:cNvPr>
              <p14:cNvContentPartPr/>
              <p14:nvPr/>
            </p14:nvContentPartPr>
            <p14:xfrm>
              <a:off x="606633" y="468161"/>
              <a:ext cx="327960" cy="267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F9B180-B771-4758-7946-6EB1E53851E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7633" y="459521"/>
                <a:ext cx="34560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D1FDE5-6151-7BC6-0D6D-6B217FECD2D7}"/>
                  </a:ext>
                </a:extLst>
              </p14:cNvPr>
              <p14:cNvContentPartPr/>
              <p14:nvPr/>
            </p14:nvContentPartPr>
            <p14:xfrm>
              <a:off x="724353" y="572561"/>
              <a:ext cx="37080" cy="123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D1FDE5-6151-7BC6-0D6D-6B217FECD2D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5353" y="563561"/>
                <a:ext cx="547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99C6E26-9A5B-1A91-6D9B-D10304DF3E98}"/>
                  </a:ext>
                </a:extLst>
              </p14:cNvPr>
              <p14:cNvContentPartPr/>
              <p14:nvPr/>
            </p14:nvContentPartPr>
            <p14:xfrm>
              <a:off x="966273" y="595601"/>
              <a:ext cx="574200" cy="16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99C6E26-9A5B-1A91-6D9B-D10304DF3E9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7273" y="586961"/>
                <a:ext cx="5918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66BB50-E66C-AC06-0993-BFEC1D1723E8}"/>
                  </a:ext>
                </a:extLst>
              </p14:cNvPr>
              <p14:cNvContentPartPr/>
              <p14:nvPr/>
            </p14:nvContentPartPr>
            <p14:xfrm>
              <a:off x="1517793" y="482201"/>
              <a:ext cx="331560" cy="282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66BB50-E66C-AC06-0993-BFEC1D1723E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09153" y="473561"/>
                <a:ext cx="34920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539D0E7-4FA6-8B43-35D7-60BAE2134FFF}"/>
                  </a:ext>
                </a:extLst>
              </p14:cNvPr>
              <p14:cNvContentPartPr/>
              <p14:nvPr/>
            </p14:nvContentPartPr>
            <p14:xfrm>
              <a:off x="1659633" y="559961"/>
              <a:ext cx="60480" cy="109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539D0E7-4FA6-8B43-35D7-60BAE2134FF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50633" y="551321"/>
                <a:ext cx="781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CBF6F27-2C5E-645F-9FEA-28033BB1857C}"/>
                  </a:ext>
                </a:extLst>
              </p14:cNvPr>
              <p14:cNvContentPartPr/>
              <p14:nvPr/>
            </p14:nvContentPartPr>
            <p14:xfrm>
              <a:off x="1860873" y="624401"/>
              <a:ext cx="645840" cy="30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CBF6F27-2C5E-645F-9FEA-28033BB1857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851873" y="615761"/>
                <a:ext cx="6634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87D8AD1-92DC-6B6C-8FDC-393495A68187}"/>
                  </a:ext>
                </a:extLst>
              </p14:cNvPr>
              <p14:cNvContentPartPr/>
              <p14:nvPr/>
            </p14:nvContentPartPr>
            <p14:xfrm>
              <a:off x="2483673" y="467801"/>
              <a:ext cx="391680" cy="331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87D8AD1-92DC-6B6C-8FDC-393495A6818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74673" y="459161"/>
                <a:ext cx="40932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71C921D-C182-AB17-9DA2-125E2DC16169}"/>
                  </a:ext>
                </a:extLst>
              </p14:cNvPr>
              <p14:cNvContentPartPr/>
              <p14:nvPr/>
            </p14:nvContentPartPr>
            <p14:xfrm>
              <a:off x="2626233" y="590561"/>
              <a:ext cx="74520" cy="1346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71C921D-C182-AB17-9DA2-125E2DC1616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617233" y="581561"/>
                <a:ext cx="921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5A5B34A-C6A8-58F4-761F-15E694D98984}"/>
                  </a:ext>
                </a:extLst>
              </p14:cNvPr>
              <p14:cNvContentPartPr/>
              <p14:nvPr/>
            </p14:nvContentPartPr>
            <p14:xfrm>
              <a:off x="504753" y="881441"/>
              <a:ext cx="101520" cy="1731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5A5B34A-C6A8-58F4-761F-15E694D9898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95753" y="872801"/>
                <a:ext cx="1191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7C3305C-4DD8-645A-138E-520C8683915E}"/>
                  </a:ext>
                </a:extLst>
              </p14:cNvPr>
              <p14:cNvContentPartPr/>
              <p14:nvPr/>
            </p14:nvContentPartPr>
            <p14:xfrm>
              <a:off x="662433" y="955601"/>
              <a:ext cx="42840" cy="77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7C3305C-4DD8-645A-138E-520C8683915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53433" y="946961"/>
                <a:ext cx="604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8B72E29-2588-E4B2-C093-05D6D938E7D8}"/>
                  </a:ext>
                </a:extLst>
              </p14:cNvPr>
              <p14:cNvContentPartPr/>
              <p14:nvPr/>
            </p14:nvContentPartPr>
            <p14:xfrm>
              <a:off x="752433" y="965681"/>
              <a:ext cx="87120" cy="885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8B72E29-2588-E4B2-C093-05D6D938E7D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43433" y="957041"/>
                <a:ext cx="104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3A7F9FA-A5D3-A1EB-C124-858D7E1B2AFC}"/>
                  </a:ext>
                </a:extLst>
              </p14:cNvPr>
              <p14:cNvContentPartPr/>
              <p14:nvPr/>
            </p14:nvContentPartPr>
            <p14:xfrm>
              <a:off x="894633" y="948761"/>
              <a:ext cx="41040" cy="106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3A7F9FA-A5D3-A1EB-C124-858D7E1B2AF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85633" y="940121"/>
                <a:ext cx="586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6FA9D85-9741-CC92-2BFC-14F33AA33326}"/>
                  </a:ext>
                </a:extLst>
              </p14:cNvPr>
              <p14:cNvContentPartPr/>
              <p14:nvPr/>
            </p14:nvContentPartPr>
            <p14:xfrm>
              <a:off x="991473" y="926081"/>
              <a:ext cx="91800" cy="144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6FA9D85-9741-CC92-2BFC-14F33AA3332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82833" y="917081"/>
                <a:ext cx="10944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F11C863-0E10-1A27-7CCB-E692FF16E230}"/>
                  </a:ext>
                </a:extLst>
              </p14:cNvPr>
              <p14:cNvContentPartPr/>
              <p14:nvPr/>
            </p14:nvContentPartPr>
            <p14:xfrm>
              <a:off x="1090833" y="984761"/>
              <a:ext cx="95040" cy="85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F11C863-0E10-1A27-7CCB-E692FF16E23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82193" y="976121"/>
                <a:ext cx="11268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A1AE662-06FB-E366-BCFD-A20D7562101C}"/>
                  </a:ext>
                </a:extLst>
              </p14:cNvPr>
              <p14:cNvContentPartPr/>
              <p14:nvPr/>
            </p14:nvContentPartPr>
            <p14:xfrm>
              <a:off x="1258233" y="860561"/>
              <a:ext cx="33840" cy="222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A1AE662-06FB-E366-BCFD-A20D7562101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249593" y="851921"/>
                <a:ext cx="514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519D1E0-A1ED-23D3-C191-D3C7921D24AD}"/>
                  </a:ext>
                </a:extLst>
              </p14:cNvPr>
              <p14:cNvContentPartPr/>
              <p14:nvPr/>
            </p14:nvContentPartPr>
            <p14:xfrm>
              <a:off x="1640913" y="877841"/>
              <a:ext cx="132840" cy="183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519D1E0-A1ED-23D3-C191-D3C7921D24A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632273" y="869201"/>
                <a:ext cx="1504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B3FDA6E-1815-DD03-991E-CDBEC35BBC8A}"/>
                  </a:ext>
                </a:extLst>
              </p14:cNvPr>
              <p14:cNvContentPartPr/>
              <p14:nvPr/>
            </p14:nvContentPartPr>
            <p14:xfrm>
              <a:off x="1668993" y="961361"/>
              <a:ext cx="58320" cy="90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B3FDA6E-1815-DD03-991E-CDBEC35BBC8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660353" y="952721"/>
                <a:ext cx="7596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C0E05EB-C12B-5F51-02E5-084EE1B09C9F}"/>
                  </a:ext>
                </a:extLst>
              </p14:cNvPr>
              <p14:cNvContentPartPr/>
              <p14:nvPr/>
            </p14:nvContentPartPr>
            <p14:xfrm>
              <a:off x="1777353" y="936881"/>
              <a:ext cx="66600" cy="1288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C0E05EB-C12B-5F51-02E5-084EE1B09C9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768713" y="927881"/>
                <a:ext cx="842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DE858D5-9D73-1AA4-4FDB-040C3A5271D1}"/>
                  </a:ext>
                </a:extLst>
              </p14:cNvPr>
              <p14:cNvContentPartPr/>
              <p14:nvPr/>
            </p14:nvContentPartPr>
            <p14:xfrm>
              <a:off x="1882473" y="867761"/>
              <a:ext cx="10080" cy="1702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DE858D5-9D73-1AA4-4FDB-040C3A5271D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873833" y="859121"/>
                <a:ext cx="277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D952F04-C25E-0ECA-A81A-EE0D6490F0D9}"/>
                  </a:ext>
                </a:extLst>
              </p14:cNvPr>
              <p14:cNvContentPartPr/>
              <p14:nvPr/>
            </p14:nvContentPartPr>
            <p14:xfrm>
              <a:off x="1908753" y="929681"/>
              <a:ext cx="121320" cy="148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D952F04-C25E-0ECA-A81A-EE0D6490F0D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900113" y="920681"/>
                <a:ext cx="13896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2B242B7-7F45-9A78-98FC-5904086849C6}"/>
                  </a:ext>
                </a:extLst>
              </p14:cNvPr>
              <p14:cNvContentPartPr/>
              <p14:nvPr/>
            </p14:nvContentPartPr>
            <p14:xfrm>
              <a:off x="1999473" y="918161"/>
              <a:ext cx="137880" cy="388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2B242B7-7F45-9A78-98FC-5904086849C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990473" y="909521"/>
                <a:ext cx="15552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94B31FF-6AEA-E4E0-FDB7-1FF9E2AA7ACB}"/>
                  </a:ext>
                </a:extLst>
              </p14:cNvPr>
              <p14:cNvContentPartPr/>
              <p14:nvPr/>
            </p14:nvContentPartPr>
            <p14:xfrm>
              <a:off x="2466033" y="936161"/>
              <a:ext cx="161640" cy="126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94B31FF-6AEA-E4E0-FDB7-1FF9E2AA7AC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457393" y="927521"/>
                <a:ext cx="1792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1CD5606-A175-A047-98C8-844F0876BA67}"/>
                  </a:ext>
                </a:extLst>
              </p14:cNvPr>
              <p14:cNvContentPartPr/>
              <p14:nvPr/>
            </p14:nvContentPartPr>
            <p14:xfrm>
              <a:off x="2700393" y="913841"/>
              <a:ext cx="19440" cy="1584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1CD5606-A175-A047-98C8-844F0876BA6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691753" y="904841"/>
                <a:ext cx="370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8A95007-94D0-B16B-ED26-68A8528280D8}"/>
                  </a:ext>
                </a:extLst>
              </p14:cNvPr>
              <p14:cNvContentPartPr/>
              <p14:nvPr/>
            </p14:nvContentPartPr>
            <p14:xfrm>
              <a:off x="2622633" y="930041"/>
              <a:ext cx="199800" cy="10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8A95007-94D0-B16B-ED26-68A8528280D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613993" y="921401"/>
                <a:ext cx="2174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B8B0678-4ED9-D056-34C3-E575CEF2C7FE}"/>
                  </a:ext>
                </a:extLst>
              </p14:cNvPr>
              <p14:cNvContentPartPr/>
              <p14:nvPr/>
            </p14:nvContentPartPr>
            <p14:xfrm>
              <a:off x="2893353" y="626921"/>
              <a:ext cx="526320" cy="22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B8B0678-4ED9-D056-34C3-E575CEF2C7F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884713" y="617921"/>
                <a:ext cx="5439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29FF01B-109F-C408-AB3B-31206175E812}"/>
                  </a:ext>
                </a:extLst>
              </p14:cNvPr>
              <p14:cNvContentPartPr/>
              <p14:nvPr/>
            </p14:nvContentPartPr>
            <p14:xfrm>
              <a:off x="3369993" y="456641"/>
              <a:ext cx="490680" cy="334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29FF01B-109F-C408-AB3B-31206175E81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360993" y="448001"/>
                <a:ext cx="50832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D0C8801-1CF3-C4BE-9A20-59EA56B7606F}"/>
                  </a:ext>
                </a:extLst>
              </p14:cNvPr>
              <p14:cNvContentPartPr/>
              <p14:nvPr/>
            </p14:nvContentPartPr>
            <p14:xfrm>
              <a:off x="3510393" y="582641"/>
              <a:ext cx="167400" cy="1494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D0C8801-1CF3-C4BE-9A20-59EA56B7606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501753" y="573641"/>
                <a:ext cx="18504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D1951BD-87F7-CCA8-6FC5-28351E64E65B}"/>
                  </a:ext>
                </a:extLst>
              </p14:cNvPr>
              <p14:cNvContentPartPr/>
              <p14:nvPr/>
            </p14:nvContentPartPr>
            <p14:xfrm>
              <a:off x="3286113" y="903401"/>
              <a:ext cx="129960" cy="1749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D1951BD-87F7-CCA8-6FC5-28351E64E65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277113" y="894401"/>
                <a:ext cx="1476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B0A2DCF-3321-1C5A-FCA6-6EC81A13489B}"/>
                  </a:ext>
                </a:extLst>
              </p14:cNvPr>
              <p14:cNvContentPartPr/>
              <p14:nvPr/>
            </p14:nvContentPartPr>
            <p14:xfrm>
              <a:off x="3450993" y="931841"/>
              <a:ext cx="77040" cy="182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B0A2DCF-3321-1C5A-FCA6-6EC81A13489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441993" y="922841"/>
                <a:ext cx="946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A460030-5C11-BF2D-51BF-D6CA58108D25}"/>
                  </a:ext>
                </a:extLst>
              </p14:cNvPr>
              <p14:cNvContentPartPr/>
              <p14:nvPr/>
            </p14:nvContentPartPr>
            <p14:xfrm>
              <a:off x="3557913" y="928601"/>
              <a:ext cx="91800" cy="1540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A460030-5C11-BF2D-51BF-D6CA58108D2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549273" y="919601"/>
                <a:ext cx="1094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245000A-6460-0468-AA77-B669F3CC27CA}"/>
                  </a:ext>
                </a:extLst>
              </p14:cNvPr>
              <p14:cNvContentPartPr/>
              <p14:nvPr/>
            </p14:nvContentPartPr>
            <p14:xfrm>
              <a:off x="3743673" y="916361"/>
              <a:ext cx="9000" cy="1530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245000A-6460-0468-AA77-B669F3CC27C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735033" y="907361"/>
                <a:ext cx="266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A39624E-5CBF-F6BE-2622-ECEE1E2D7E19}"/>
                  </a:ext>
                </a:extLst>
              </p14:cNvPr>
              <p14:cNvContentPartPr/>
              <p14:nvPr/>
            </p14:nvContentPartPr>
            <p14:xfrm>
              <a:off x="3679953" y="1084841"/>
              <a:ext cx="92520" cy="136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A39624E-5CBF-F6BE-2622-ECEE1E2D7E1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670953" y="1076201"/>
                <a:ext cx="1101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AD6852C-3EB4-8E90-9196-966CF86CCD8C}"/>
                  </a:ext>
                </a:extLst>
              </p14:cNvPr>
              <p14:cNvContentPartPr/>
              <p14:nvPr/>
            </p14:nvContentPartPr>
            <p14:xfrm>
              <a:off x="3740793" y="908441"/>
              <a:ext cx="41400" cy="61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AD6852C-3EB4-8E90-9196-966CF86CCD8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731793" y="899801"/>
                <a:ext cx="590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694154A-2242-79E4-65BB-B45E2AD2BAD3}"/>
                  </a:ext>
                </a:extLst>
              </p14:cNvPr>
              <p14:cNvContentPartPr/>
              <p14:nvPr/>
            </p14:nvContentPartPr>
            <p14:xfrm>
              <a:off x="3831153" y="984401"/>
              <a:ext cx="59400" cy="864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694154A-2242-79E4-65BB-B45E2AD2BAD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822153" y="975761"/>
                <a:ext cx="770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E921B66-F1D4-6952-0EFE-FCAD444BF6B6}"/>
                  </a:ext>
                </a:extLst>
              </p14:cNvPr>
              <p14:cNvContentPartPr/>
              <p14:nvPr/>
            </p14:nvContentPartPr>
            <p14:xfrm>
              <a:off x="3929073" y="904841"/>
              <a:ext cx="124200" cy="1760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E921B66-F1D4-6952-0EFE-FCAD444BF6B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920433" y="895841"/>
                <a:ext cx="1418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91F3302-A0B9-D44C-B615-2447E4FD1B50}"/>
                  </a:ext>
                </a:extLst>
              </p14:cNvPr>
              <p14:cNvContentPartPr/>
              <p14:nvPr/>
            </p14:nvContentPartPr>
            <p14:xfrm>
              <a:off x="3940953" y="990521"/>
              <a:ext cx="77400" cy="27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91F3302-A0B9-D44C-B615-2447E4FD1B5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932313" y="981881"/>
                <a:ext cx="950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5CD8494-F2DB-05FF-70FF-7AB7822C66BA}"/>
                  </a:ext>
                </a:extLst>
              </p14:cNvPr>
              <p14:cNvContentPartPr/>
              <p14:nvPr/>
            </p14:nvContentPartPr>
            <p14:xfrm>
              <a:off x="4056513" y="996281"/>
              <a:ext cx="55080" cy="784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5CD8494-F2DB-05FF-70FF-7AB7822C66B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047873" y="987641"/>
                <a:ext cx="7272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B655BA7-E17F-1C85-F727-E0A0FA49EFB9}"/>
                  </a:ext>
                </a:extLst>
              </p14:cNvPr>
              <p14:cNvContentPartPr/>
              <p14:nvPr/>
            </p14:nvContentPartPr>
            <p14:xfrm>
              <a:off x="3841233" y="617561"/>
              <a:ext cx="417960" cy="226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B655BA7-E17F-1C85-F727-E0A0FA49EFB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832593" y="608561"/>
                <a:ext cx="4356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88DB252-F1B6-53E3-2FAF-6D4C0CC9D658}"/>
                  </a:ext>
                </a:extLst>
              </p14:cNvPr>
              <p14:cNvContentPartPr/>
              <p14:nvPr/>
            </p14:nvContentPartPr>
            <p14:xfrm>
              <a:off x="4001793" y="1004921"/>
              <a:ext cx="100080" cy="102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88DB252-F1B6-53E3-2FAF-6D4C0CC9D65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992793" y="995921"/>
                <a:ext cx="1177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873FF49-8BF0-E0F5-4BBF-1ADA0230B5E0}"/>
                  </a:ext>
                </a:extLst>
              </p14:cNvPr>
              <p14:cNvContentPartPr/>
              <p14:nvPr/>
            </p14:nvContentPartPr>
            <p14:xfrm>
              <a:off x="4250553" y="531881"/>
              <a:ext cx="390240" cy="2714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873FF49-8BF0-E0F5-4BBF-1ADA0230B5E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241913" y="523241"/>
                <a:ext cx="40788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81EC33D-D434-C835-35BC-7D2DD5697C05}"/>
                  </a:ext>
                </a:extLst>
              </p14:cNvPr>
              <p14:cNvContentPartPr/>
              <p14:nvPr/>
            </p14:nvContentPartPr>
            <p14:xfrm>
              <a:off x="4395993" y="636641"/>
              <a:ext cx="78480" cy="1393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81EC33D-D434-C835-35BC-7D2DD5697C05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387353" y="627641"/>
                <a:ext cx="9612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2CA7F184-91F7-9F5D-CD9E-9F1D73FC4418}"/>
              </a:ext>
            </a:extLst>
          </p:cNvPr>
          <p:cNvGrpSpPr/>
          <p:nvPr/>
        </p:nvGrpSpPr>
        <p:grpSpPr>
          <a:xfrm>
            <a:off x="4377633" y="933641"/>
            <a:ext cx="808200" cy="218160"/>
            <a:chOff x="4377633" y="933641"/>
            <a:chExt cx="80820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A6158D9-7B74-A9C4-0A1C-DAAF9A1F9652}"/>
                    </a:ext>
                  </a:extLst>
                </p14:cNvPr>
                <p14:cNvContentPartPr/>
                <p14:nvPr/>
              </p14:nvContentPartPr>
              <p14:xfrm>
                <a:off x="4377633" y="933641"/>
                <a:ext cx="116640" cy="156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A6158D9-7B74-A9C4-0A1C-DAAF9A1F965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368993" y="925001"/>
                  <a:ext cx="1342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694A4E2-1DCF-B86B-4410-B5B3904D8ADB}"/>
                    </a:ext>
                  </a:extLst>
                </p14:cNvPr>
                <p14:cNvContentPartPr/>
                <p14:nvPr/>
              </p14:nvContentPartPr>
              <p14:xfrm>
                <a:off x="4481673" y="993401"/>
                <a:ext cx="98280" cy="11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694A4E2-1DCF-B86B-4410-B5B3904D8AD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473033" y="984761"/>
                  <a:ext cx="115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34429B-782C-5D79-8939-7F26368AD570}"/>
                    </a:ext>
                  </a:extLst>
                </p14:cNvPr>
                <p14:cNvContentPartPr/>
                <p14:nvPr/>
              </p14:nvContentPartPr>
              <p14:xfrm>
                <a:off x="4577793" y="964241"/>
                <a:ext cx="110880" cy="151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34429B-782C-5D79-8939-7F26368AD57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568793" y="955601"/>
                  <a:ext cx="1285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BD52D6-B1EE-98C0-3455-61282D3D0A8C}"/>
                    </a:ext>
                  </a:extLst>
                </p14:cNvPr>
                <p14:cNvContentPartPr/>
                <p14:nvPr/>
              </p14:nvContentPartPr>
              <p14:xfrm>
                <a:off x="4785873" y="963881"/>
                <a:ext cx="117000" cy="187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BD52D6-B1EE-98C0-3455-61282D3D0A8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777233" y="955241"/>
                  <a:ext cx="134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9D538FE-7A8F-0D8A-CFDE-A4488EE6A9F1}"/>
                    </a:ext>
                  </a:extLst>
                </p14:cNvPr>
                <p14:cNvContentPartPr/>
                <p14:nvPr/>
              </p14:nvContentPartPr>
              <p14:xfrm>
                <a:off x="4912953" y="1003121"/>
                <a:ext cx="128520" cy="131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9D538FE-7A8F-0D8A-CFDE-A4488EE6A9F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903953" y="994121"/>
                  <a:ext cx="146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7A42614-9286-091F-A4C3-82B0F2531FA8}"/>
                    </a:ext>
                  </a:extLst>
                </p14:cNvPr>
                <p14:cNvContentPartPr/>
                <p14:nvPr/>
              </p14:nvContentPartPr>
              <p14:xfrm>
                <a:off x="5074233" y="998801"/>
                <a:ext cx="111600" cy="119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7A42614-9286-091F-A4C3-82B0F2531FA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065593" y="990161"/>
                  <a:ext cx="12924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B54304D-37E6-23F8-8F5D-AE08EA8E5889}"/>
              </a:ext>
            </a:extLst>
          </p:cNvPr>
          <p:cNvGrpSpPr/>
          <p:nvPr/>
        </p:nvGrpSpPr>
        <p:grpSpPr>
          <a:xfrm>
            <a:off x="633633" y="23561"/>
            <a:ext cx="1305360" cy="347760"/>
            <a:chOff x="633633" y="23561"/>
            <a:chExt cx="130536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492A9D1-7884-786E-29D3-113753592652}"/>
                    </a:ext>
                  </a:extLst>
                </p14:cNvPr>
                <p14:cNvContentPartPr/>
                <p14:nvPr/>
              </p14:nvContentPartPr>
              <p14:xfrm>
                <a:off x="633633" y="60281"/>
                <a:ext cx="113400" cy="141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492A9D1-7884-786E-29D3-11375359265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24993" y="51281"/>
                  <a:ext cx="131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002A924-CCC1-495C-071C-3D096B8976FD}"/>
                    </a:ext>
                  </a:extLst>
                </p14:cNvPr>
                <p14:cNvContentPartPr/>
                <p14:nvPr/>
              </p14:nvContentPartPr>
              <p14:xfrm>
                <a:off x="743073" y="89801"/>
                <a:ext cx="89640" cy="126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002A924-CCC1-495C-071C-3D096B8976F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4433" y="81161"/>
                  <a:ext cx="1072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A631876-B017-D2CD-03CC-8AB20020CEFB}"/>
                    </a:ext>
                  </a:extLst>
                </p14:cNvPr>
                <p14:cNvContentPartPr/>
                <p14:nvPr/>
              </p14:nvContentPartPr>
              <p14:xfrm>
                <a:off x="855033" y="133361"/>
                <a:ext cx="70920" cy="72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A631876-B017-D2CD-03CC-8AB20020CEF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46393" y="124721"/>
                  <a:ext cx="88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AB68D7A-9E87-1EC8-AFA6-626758204CA9}"/>
                    </a:ext>
                  </a:extLst>
                </p14:cNvPr>
                <p14:cNvContentPartPr/>
                <p14:nvPr/>
              </p14:nvContentPartPr>
              <p14:xfrm>
                <a:off x="940353" y="69281"/>
                <a:ext cx="99360" cy="302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AB68D7A-9E87-1EC8-AFA6-626758204CA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31713" y="60641"/>
                  <a:ext cx="1170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34F0D56-81AC-00CF-42A6-E88BCB56621A}"/>
                    </a:ext>
                  </a:extLst>
                </p14:cNvPr>
                <p14:cNvContentPartPr/>
                <p14:nvPr/>
              </p14:nvContentPartPr>
              <p14:xfrm>
                <a:off x="1147713" y="94481"/>
                <a:ext cx="85320" cy="119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34F0D56-81AC-00CF-42A6-E88BCB56621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39073" y="85841"/>
                  <a:ext cx="102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BEF4EEE-92D9-96AA-C039-A12E3608ECE9}"/>
                    </a:ext>
                  </a:extLst>
                </p14:cNvPr>
                <p14:cNvContentPartPr/>
                <p14:nvPr/>
              </p14:nvContentPartPr>
              <p14:xfrm>
                <a:off x="1237713" y="81881"/>
                <a:ext cx="64080" cy="120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BEF4EEE-92D9-96AA-C039-A12E3608ECE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228713" y="73241"/>
                  <a:ext cx="81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20FDC7A-03A3-218D-9947-AB242F492654}"/>
                    </a:ext>
                  </a:extLst>
                </p14:cNvPr>
                <p14:cNvContentPartPr/>
                <p14:nvPr/>
              </p14:nvContentPartPr>
              <p14:xfrm>
                <a:off x="1325193" y="50921"/>
                <a:ext cx="64800" cy="152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20FDC7A-03A3-218D-9947-AB242F49265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316193" y="42281"/>
                  <a:ext cx="82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E586E08-9E56-A4FD-097E-28562C5D2DD7}"/>
                    </a:ext>
                  </a:extLst>
                </p14:cNvPr>
                <p14:cNvContentPartPr/>
                <p14:nvPr/>
              </p14:nvContentPartPr>
              <p14:xfrm>
                <a:off x="1346433" y="50921"/>
                <a:ext cx="124560" cy="195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E586E08-9E56-A4FD-097E-28562C5D2DD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337433" y="42281"/>
                  <a:ext cx="142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E6A2D55-7101-3463-D1CD-929A4AA21F31}"/>
                    </a:ext>
                  </a:extLst>
                </p14:cNvPr>
                <p14:cNvContentPartPr/>
                <p14:nvPr/>
              </p14:nvContentPartPr>
              <p14:xfrm>
                <a:off x="1509153" y="23561"/>
                <a:ext cx="129600" cy="191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E6A2D55-7101-3463-D1CD-929A4AA21F3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500513" y="14921"/>
                  <a:ext cx="147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255100C-5E15-7AB2-B3E4-BAB0E9BFE900}"/>
                    </a:ext>
                  </a:extLst>
                </p14:cNvPr>
                <p14:cNvContentPartPr/>
                <p14:nvPr/>
              </p14:nvContentPartPr>
              <p14:xfrm>
                <a:off x="1657833" y="75401"/>
                <a:ext cx="139680" cy="140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255100C-5E15-7AB2-B3E4-BAB0E9BFE90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649193" y="66401"/>
                  <a:ext cx="1573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D27EE68-B47D-7105-3E71-0A9C3FFFFCC5}"/>
                    </a:ext>
                  </a:extLst>
                </p14:cNvPr>
                <p14:cNvContentPartPr/>
                <p14:nvPr/>
              </p14:nvContentPartPr>
              <p14:xfrm>
                <a:off x="1833873" y="41921"/>
                <a:ext cx="105120" cy="157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D27EE68-B47D-7105-3E71-0A9C3FFFFCC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824873" y="32921"/>
                  <a:ext cx="122760" cy="175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84DBB410-2552-AA8E-DDE6-2C0DE75957B3}"/>
              </a:ext>
            </a:extLst>
          </p:cNvPr>
          <p:cNvGrpSpPr/>
          <p:nvPr/>
        </p:nvGrpSpPr>
        <p:grpSpPr>
          <a:xfrm>
            <a:off x="3737589" y="477813"/>
            <a:ext cx="806400" cy="318600"/>
            <a:chOff x="2213589" y="477813"/>
            <a:chExt cx="80640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5447269-A0F4-44A0-AC4C-E0F64D0831A2}"/>
                    </a:ext>
                  </a:extLst>
                </p14:cNvPr>
                <p14:cNvContentPartPr/>
                <p14:nvPr/>
              </p14:nvContentPartPr>
              <p14:xfrm>
                <a:off x="2213589" y="677973"/>
                <a:ext cx="178200" cy="118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5447269-A0F4-44A0-AC4C-E0F64D0831A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04589" y="669333"/>
                  <a:ext cx="1958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F6C7DC4-DEAE-29F0-719E-82246CF1A0D6}"/>
                    </a:ext>
                  </a:extLst>
                </p14:cNvPr>
                <p14:cNvContentPartPr/>
                <p14:nvPr/>
              </p14:nvContentPartPr>
              <p14:xfrm>
                <a:off x="2509149" y="477813"/>
                <a:ext cx="24120" cy="308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F6C7DC4-DEAE-29F0-719E-82246CF1A0D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00149" y="469173"/>
                  <a:ext cx="417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56BA135-DF27-FEE4-71E2-06025EEE8053}"/>
                    </a:ext>
                  </a:extLst>
                </p14:cNvPr>
                <p14:cNvContentPartPr/>
                <p14:nvPr/>
              </p14:nvContentPartPr>
              <p14:xfrm>
                <a:off x="2594469" y="630813"/>
                <a:ext cx="1440" cy="124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56BA135-DF27-FEE4-71E2-06025EEE80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85829" y="621813"/>
                  <a:ext cx="19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32544B8-135D-CD37-7EF7-615B78586D3A}"/>
                    </a:ext>
                  </a:extLst>
                </p14:cNvPr>
                <p14:cNvContentPartPr/>
                <p14:nvPr/>
              </p14:nvContentPartPr>
              <p14:xfrm>
                <a:off x="2607069" y="565293"/>
                <a:ext cx="3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32544B8-135D-CD37-7EF7-615B78586D3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98069" y="5562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3BE812E-4A2A-AE4F-6A28-E463BD3F502C}"/>
                    </a:ext>
                  </a:extLst>
                </p14:cNvPr>
                <p14:cNvContentPartPr/>
                <p14:nvPr/>
              </p14:nvContentPartPr>
              <p14:xfrm>
                <a:off x="2678709" y="620373"/>
                <a:ext cx="73080" cy="149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3BE812E-4A2A-AE4F-6A28-E463BD3F50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70069" y="611373"/>
                  <a:ext cx="90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8D4F170-1C5A-3EBA-C9C0-F639A1328493}"/>
                    </a:ext>
                  </a:extLst>
                </p14:cNvPr>
                <p14:cNvContentPartPr/>
                <p14:nvPr/>
              </p14:nvContentPartPr>
              <p14:xfrm>
                <a:off x="2764389" y="617133"/>
                <a:ext cx="147240" cy="171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8D4F170-1C5A-3EBA-C9C0-F639A132849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55749" y="608133"/>
                  <a:ext cx="1648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C9F84F6-7462-DCFF-29C9-C13A09A6A56D}"/>
                    </a:ext>
                  </a:extLst>
                </p14:cNvPr>
                <p14:cNvContentPartPr/>
                <p14:nvPr/>
              </p14:nvContentPartPr>
              <p14:xfrm>
                <a:off x="2959149" y="584013"/>
                <a:ext cx="39600" cy="201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C9F84F6-7462-DCFF-29C9-C13A09A6A56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50149" y="575013"/>
                  <a:ext cx="572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67690EA-7BFD-2726-40FB-6613E3638F93}"/>
                    </a:ext>
                  </a:extLst>
                </p14:cNvPr>
                <p14:cNvContentPartPr/>
                <p14:nvPr/>
              </p14:nvContentPartPr>
              <p14:xfrm>
                <a:off x="2951949" y="648093"/>
                <a:ext cx="68040" cy="18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67690EA-7BFD-2726-40FB-6613E3638F9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42949" y="639093"/>
                  <a:ext cx="856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99E0D32-25A1-1FFE-04A6-F477DE700CE9}"/>
              </a:ext>
            </a:extLst>
          </p:cNvPr>
          <p:cNvGrpSpPr/>
          <p:nvPr/>
        </p:nvGrpSpPr>
        <p:grpSpPr>
          <a:xfrm>
            <a:off x="5332389" y="512733"/>
            <a:ext cx="1499760" cy="260280"/>
            <a:chOff x="3808389" y="512733"/>
            <a:chExt cx="149976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F9C192F-0E80-9D62-806E-F308980F6FA1}"/>
                    </a:ext>
                  </a:extLst>
                </p14:cNvPr>
                <p14:cNvContentPartPr/>
                <p14:nvPr/>
              </p14:nvContentPartPr>
              <p14:xfrm>
                <a:off x="3808389" y="634773"/>
                <a:ext cx="140760" cy="133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F9C192F-0E80-9D62-806E-F308980F6F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99389" y="626133"/>
                  <a:ext cx="158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F1B964F-059C-21C8-2AFE-2B6BECFA7668}"/>
                    </a:ext>
                  </a:extLst>
                </p14:cNvPr>
                <p14:cNvContentPartPr/>
                <p14:nvPr/>
              </p14:nvContentPartPr>
              <p14:xfrm>
                <a:off x="3977949" y="637653"/>
                <a:ext cx="100800" cy="116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F1B964F-059C-21C8-2AFE-2B6BECFA76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68949" y="628653"/>
                  <a:ext cx="118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39DE273-DE4A-D69A-CA61-D1155CFE06EC}"/>
                    </a:ext>
                  </a:extLst>
                </p14:cNvPr>
                <p14:cNvContentPartPr/>
                <p14:nvPr/>
              </p14:nvContentPartPr>
              <p14:xfrm>
                <a:off x="4121949" y="594093"/>
                <a:ext cx="108360" cy="148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39DE273-DE4A-D69A-CA61-D1155CFE06E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13309" y="585453"/>
                  <a:ext cx="126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92F4629-6C40-0A8C-C1F4-15EC1F04A707}"/>
                    </a:ext>
                  </a:extLst>
                </p14:cNvPr>
                <p14:cNvContentPartPr/>
                <p14:nvPr/>
              </p14:nvContentPartPr>
              <p14:xfrm>
                <a:off x="4339749" y="593733"/>
                <a:ext cx="72360" cy="158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92F4629-6C40-0A8C-C1F4-15EC1F04A7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30749" y="584733"/>
                  <a:ext cx="900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307E5BF-1D8F-D11A-955B-941353BA35EF}"/>
                    </a:ext>
                  </a:extLst>
                </p14:cNvPr>
                <p14:cNvContentPartPr/>
                <p14:nvPr/>
              </p14:nvContentPartPr>
              <p14:xfrm>
                <a:off x="4444149" y="612453"/>
                <a:ext cx="82800" cy="144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307E5BF-1D8F-D11A-955B-941353BA35E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35149" y="603453"/>
                  <a:ext cx="100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CC6ABF4-BBC5-0E86-A068-EDC801C34AF0}"/>
                    </a:ext>
                  </a:extLst>
                </p14:cNvPr>
                <p14:cNvContentPartPr/>
                <p14:nvPr/>
              </p14:nvContentPartPr>
              <p14:xfrm>
                <a:off x="4587789" y="512733"/>
                <a:ext cx="16920" cy="255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CC6ABF4-BBC5-0E86-A068-EDC801C34A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78789" y="504093"/>
                  <a:ext cx="345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E57779A-7865-A94E-ED48-AE44DD380B07}"/>
                    </a:ext>
                  </a:extLst>
                </p14:cNvPr>
                <p14:cNvContentPartPr/>
                <p14:nvPr/>
              </p14:nvContentPartPr>
              <p14:xfrm>
                <a:off x="4692189" y="534693"/>
                <a:ext cx="21960" cy="195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E57779A-7865-A94E-ED48-AE44DD380B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83189" y="526053"/>
                  <a:ext cx="39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DAD0F93-8CC9-E1D9-96A5-19532EA66240}"/>
                    </a:ext>
                  </a:extLst>
                </p14:cNvPr>
                <p14:cNvContentPartPr/>
                <p14:nvPr/>
              </p14:nvContentPartPr>
              <p14:xfrm>
                <a:off x="4656189" y="620013"/>
                <a:ext cx="106560" cy="29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DAD0F93-8CC9-E1D9-96A5-19532EA662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7549" y="611373"/>
                  <a:ext cx="124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7872D99-066A-28E4-146A-C02EACA0BB9D}"/>
                    </a:ext>
                  </a:extLst>
                </p14:cNvPr>
                <p14:cNvContentPartPr/>
                <p14:nvPr/>
              </p14:nvContentPartPr>
              <p14:xfrm>
                <a:off x="4787589" y="591213"/>
                <a:ext cx="125640" cy="157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7872D99-066A-28E4-146A-C02EACA0BB9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78949" y="582213"/>
                  <a:ext cx="143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AE888FB-C0F8-8EDD-8F21-BFEC8BCA2E38}"/>
                    </a:ext>
                  </a:extLst>
                </p14:cNvPr>
                <p14:cNvContentPartPr/>
                <p14:nvPr/>
              </p14:nvContentPartPr>
              <p14:xfrm>
                <a:off x="4964709" y="572853"/>
                <a:ext cx="156960" cy="200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AE888FB-C0F8-8EDD-8F21-BFEC8BCA2E3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55709" y="564213"/>
                  <a:ext cx="1746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1AD26C2-BC22-B7CE-E0BC-7B8AF9090AF5}"/>
                    </a:ext>
                  </a:extLst>
                </p14:cNvPr>
                <p14:cNvContentPartPr/>
                <p14:nvPr/>
              </p14:nvContentPartPr>
              <p14:xfrm>
                <a:off x="5231829" y="523533"/>
                <a:ext cx="40320" cy="234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1AD26C2-BC22-B7CE-E0BC-7B8AF9090AF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22829" y="514893"/>
                  <a:ext cx="579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11BDB76-F1BB-344D-850D-7A4F40F429C0}"/>
                    </a:ext>
                  </a:extLst>
                </p14:cNvPr>
                <p14:cNvContentPartPr/>
                <p14:nvPr/>
              </p14:nvContentPartPr>
              <p14:xfrm>
                <a:off x="5196549" y="629373"/>
                <a:ext cx="111600" cy="26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11BDB76-F1BB-344D-850D-7A4F40F429C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87549" y="620373"/>
                  <a:ext cx="1292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E5E21868-C1E6-4F78-1CD0-1C63B9F3EF95}"/>
              </a:ext>
            </a:extLst>
          </p:cNvPr>
          <p:cNvGrpSpPr/>
          <p:nvPr/>
        </p:nvGrpSpPr>
        <p:grpSpPr>
          <a:xfrm>
            <a:off x="5075349" y="1570413"/>
            <a:ext cx="870480" cy="245160"/>
            <a:chOff x="3551349" y="1570413"/>
            <a:chExt cx="87048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733F6B4-691E-93CD-CA9B-13427EA2714C}"/>
                    </a:ext>
                  </a:extLst>
                </p14:cNvPr>
                <p14:cNvContentPartPr/>
                <p14:nvPr/>
              </p14:nvContentPartPr>
              <p14:xfrm>
                <a:off x="3551349" y="1583733"/>
                <a:ext cx="171360" cy="201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733F6B4-691E-93CD-CA9B-13427EA2714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42349" y="1575093"/>
                  <a:ext cx="1890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7C6206B-723B-437A-C473-53EE6F4AF437}"/>
                    </a:ext>
                  </a:extLst>
                </p14:cNvPr>
                <p14:cNvContentPartPr/>
                <p14:nvPr/>
              </p14:nvContentPartPr>
              <p14:xfrm>
                <a:off x="3694989" y="1669773"/>
                <a:ext cx="86400" cy="1346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7C6206B-723B-437A-C473-53EE6F4AF43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85989" y="1660773"/>
                  <a:ext cx="1040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0784942-EA0E-4323-3209-1BDC1D03E255}"/>
                    </a:ext>
                  </a:extLst>
                </p14:cNvPr>
                <p14:cNvContentPartPr/>
                <p14:nvPr/>
              </p14:nvContentPartPr>
              <p14:xfrm>
                <a:off x="3824589" y="1692093"/>
                <a:ext cx="104400" cy="110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0784942-EA0E-4323-3209-1BDC1D03E25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15949" y="1683093"/>
                  <a:ext cx="122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DC53ADD-CBC4-A4C5-64BD-8ADE06F33F1B}"/>
                    </a:ext>
                  </a:extLst>
                </p14:cNvPr>
                <p14:cNvContentPartPr/>
                <p14:nvPr/>
              </p14:nvContentPartPr>
              <p14:xfrm>
                <a:off x="3935469" y="1673013"/>
                <a:ext cx="48960" cy="142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DC53ADD-CBC4-A4C5-64BD-8ADE06F33F1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26469" y="1664013"/>
                  <a:ext cx="666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358412A-2FCE-942A-EDE0-A11F13E0803A}"/>
                    </a:ext>
                  </a:extLst>
                </p14:cNvPr>
                <p14:cNvContentPartPr/>
                <p14:nvPr/>
              </p14:nvContentPartPr>
              <p14:xfrm>
                <a:off x="3983709" y="1570413"/>
                <a:ext cx="360" cy="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358412A-2FCE-942A-EDE0-A11F13E0803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74709" y="15614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F47F1D9-2BB5-56A4-B629-F1E25556C6BC}"/>
                    </a:ext>
                  </a:extLst>
                </p14:cNvPr>
                <p14:cNvContentPartPr/>
                <p14:nvPr/>
              </p14:nvContentPartPr>
              <p14:xfrm>
                <a:off x="4042029" y="1645653"/>
                <a:ext cx="93600" cy="126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F47F1D9-2BB5-56A4-B629-F1E25556C6B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033029" y="1637013"/>
                  <a:ext cx="111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A33E48B-4332-0A12-F599-933FED7F2868}"/>
                    </a:ext>
                  </a:extLst>
                </p14:cNvPr>
                <p14:cNvContentPartPr/>
                <p14:nvPr/>
              </p14:nvContentPartPr>
              <p14:xfrm>
                <a:off x="4158309" y="1651773"/>
                <a:ext cx="103680" cy="1159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A33E48B-4332-0A12-F599-933FED7F286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149309" y="1642773"/>
                  <a:ext cx="121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A12D576-929E-BC33-A0D3-79198749A12F}"/>
                    </a:ext>
                  </a:extLst>
                </p14:cNvPr>
                <p14:cNvContentPartPr/>
                <p14:nvPr/>
              </p14:nvContentPartPr>
              <p14:xfrm>
                <a:off x="4353069" y="1594893"/>
                <a:ext cx="13320" cy="1846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A12D576-929E-BC33-A0D3-79198749A12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344429" y="1585893"/>
                  <a:ext cx="30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BC7CDBA-16D7-0282-9E05-43EA66FFCC05}"/>
                    </a:ext>
                  </a:extLst>
                </p14:cNvPr>
                <p14:cNvContentPartPr/>
                <p14:nvPr/>
              </p14:nvContentPartPr>
              <p14:xfrm>
                <a:off x="4265589" y="1700013"/>
                <a:ext cx="156240" cy="248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BC7CDBA-16D7-0282-9E05-43EA66FFCC0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56949" y="1691013"/>
                  <a:ext cx="1738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95155186-23B7-1224-C572-1697C5C164CA}"/>
              </a:ext>
            </a:extLst>
          </p:cNvPr>
          <p:cNvGrpSpPr/>
          <p:nvPr/>
        </p:nvGrpSpPr>
        <p:grpSpPr>
          <a:xfrm>
            <a:off x="8766789" y="842853"/>
            <a:ext cx="1805040" cy="1741680"/>
            <a:chOff x="7242789" y="842853"/>
            <a:chExt cx="1805040" cy="174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752624E-BFB0-58DB-6739-202A80D26929}"/>
                    </a:ext>
                  </a:extLst>
                </p14:cNvPr>
                <p14:cNvContentPartPr/>
                <p14:nvPr/>
              </p14:nvContentPartPr>
              <p14:xfrm>
                <a:off x="7435749" y="1836093"/>
                <a:ext cx="128880" cy="129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752624E-BFB0-58DB-6739-202A80D2692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426749" y="1827093"/>
                  <a:ext cx="146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1528F70-DB72-28A2-1D56-9105BD086CD2}"/>
                    </a:ext>
                  </a:extLst>
                </p14:cNvPr>
                <p14:cNvContentPartPr/>
                <p14:nvPr/>
              </p14:nvContentPartPr>
              <p14:xfrm>
                <a:off x="7577949" y="1860933"/>
                <a:ext cx="98280" cy="986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1528F70-DB72-28A2-1D56-9105BD086CD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69309" y="1851933"/>
                  <a:ext cx="115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D14C95B-DD18-88E8-8C86-DC50FD58D28F}"/>
                    </a:ext>
                  </a:extLst>
                </p14:cNvPr>
                <p14:cNvContentPartPr/>
                <p14:nvPr/>
              </p14:nvContentPartPr>
              <p14:xfrm>
                <a:off x="7731309" y="1843293"/>
                <a:ext cx="69120" cy="115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D14C95B-DD18-88E8-8C86-DC50FD58D28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22669" y="1834293"/>
                  <a:ext cx="86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E65EE26-0FEF-BDE0-FF8A-6C3BFA62A2AC}"/>
                    </a:ext>
                  </a:extLst>
                </p14:cNvPr>
                <p14:cNvContentPartPr/>
                <p14:nvPr/>
              </p14:nvContentPartPr>
              <p14:xfrm>
                <a:off x="7858029" y="1849413"/>
                <a:ext cx="2880" cy="102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E65EE26-0FEF-BDE0-FF8A-6C3BFA62A2A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849029" y="1840773"/>
                  <a:ext cx="20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965CF54-AF79-A1D4-677C-2D5CA5AC3C73}"/>
                    </a:ext>
                  </a:extLst>
                </p14:cNvPr>
                <p14:cNvContentPartPr/>
                <p14:nvPr/>
              </p14:nvContentPartPr>
              <p14:xfrm>
                <a:off x="7824549" y="1873533"/>
                <a:ext cx="108360" cy="19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965CF54-AF79-A1D4-677C-2D5CA5AC3C7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815909" y="1864893"/>
                  <a:ext cx="126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21BE360-541C-4067-DB54-67A7BB3E7ACB}"/>
                    </a:ext>
                  </a:extLst>
                </p14:cNvPr>
                <p14:cNvContentPartPr/>
                <p14:nvPr/>
              </p14:nvContentPartPr>
              <p14:xfrm>
                <a:off x="7947669" y="1846173"/>
                <a:ext cx="55800" cy="118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21BE360-541C-4067-DB54-67A7BB3E7AC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38669" y="1837173"/>
                  <a:ext cx="734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B0B69A9-E9AF-344B-1388-DEF8C932E978}"/>
                    </a:ext>
                  </a:extLst>
                </p14:cNvPr>
                <p14:cNvContentPartPr/>
                <p14:nvPr/>
              </p14:nvContentPartPr>
              <p14:xfrm>
                <a:off x="8020749" y="1840413"/>
                <a:ext cx="83160" cy="105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B0B69A9-E9AF-344B-1388-DEF8C932E97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11749" y="1831413"/>
                  <a:ext cx="100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24096E0-EE42-FB31-5524-AC70693CD29D}"/>
                    </a:ext>
                  </a:extLst>
                </p14:cNvPr>
                <p14:cNvContentPartPr/>
                <p14:nvPr/>
              </p14:nvContentPartPr>
              <p14:xfrm>
                <a:off x="8134509" y="1829613"/>
                <a:ext cx="78120" cy="1130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24096E0-EE42-FB31-5524-AC70693CD29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125869" y="1820973"/>
                  <a:ext cx="95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0C20DF0-6EAA-E233-F638-0852C77BF8FB}"/>
                    </a:ext>
                  </a:extLst>
                </p14:cNvPr>
                <p14:cNvContentPartPr/>
                <p14:nvPr/>
              </p14:nvContentPartPr>
              <p14:xfrm>
                <a:off x="8246469" y="1785333"/>
                <a:ext cx="8280" cy="172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0C20DF0-6EAA-E233-F638-0852C77BF8F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237829" y="1776693"/>
                  <a:ext cx="259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696A849-D75F-8A26-339A-6897BA45B3D9}"/>
                    </a:ext>
                  </a:extLst>
                </p14:cNvPr>
                <p14:cNvContentPartPr/>
                <p14:nvPr/>
              </p14:nvContentPartPr>
              <p14:xfrm>
                <a:off x="8220189" y="1870653"/>
                <a:ext cx="101520" cy="21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696A849-D75F-8A26-339A-6897BA45B3D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11189" y="1861653"/>
                  <a:ext cx="119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9F809FB-E315-6E27-8017-7292923DD7B6}"/>
                    </a:ext>
                  </a:extLst>
                </p14:cNvPr>
                <p14:cNvContentPartPr/>
                <p14:nvPr/>
              </p14:nvContentPartPr>
              <p14:xfrm>
                <a:off x="8326749" y="1840773"/>
                <a:ext cx="74520" cy="98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9F809FB-E315-6E27-8017-7292923DD7B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17749" y="1832133"/>
                  <a:ext cx="921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1181112-1FA8-D3E1-A0FD-1678B5E2B73D}"/>
                    </a:ext>
                  </a:extLst>
                </p14:cNvPr>
                <p14:cNvContentPartPr/>
                <p14:nvPr/>
              </p14:nvContentPartPr>
              <p14:xfrm>
                <a:off x="8470389" y="1781733"/>
                <a:ext cx="139680" cy="169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1181112-1FA8-D3E1-A0FD-1678B5E2B73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61749" y="1773093"/>
                  <a:ext cx="157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EDF062B-347B-643C-4F18-F079940683E8}"/>
                    </a:ext>
                  </a:extLst>
                </p14:cNvPr>
                <p14:cNvContentPartPr/>
                <p14:nvPr/>
              </p14:nvContentPartPr>
              <p14:xfrm>
                <a:off x="7995909" y="2049573"/>
                <a:ext cx="360" cy="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EDF062B-347B-643C-4F18-F079940683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86909" y="20409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5F527F4-4EBC-1BF5-3854-971EC9D115A6}"/>
                    </a:ext>
                  </a:extLst>
                </p14:cNvPr>
                <p14:cNvContentPartPr/>
                <p14:nvPr/>
              </p14:nvContentPartPr>
              <p14:xfrm>
                <a:off x="7572189" y="2403813"/>
                <a:ext cx="89640" cy="177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5F527F4-4EBC-1BF5-3854-971EC9D115A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63549" y="2394813"/>
                  <a:ext cx="107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A0ACBE0-AFA1-A384-4503-39D7B66FE893}"/>
                    </a:ext>
                  </a:extLst>
                </p14:cNvPr>
                <p14:cNvContentPartPr/>
                <p14:nvPr/>
              </p14:nvContentPartPr>
              <p14:xfrm>
                <a:off x="7708269" y="2429013"/>
                <a:ext cx="56160" cy="135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A0ACBE0-AFA1-A384-4503-39D7B66FE8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99269" y="2420013"/>
                  <a:ext cx="738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217BBCE-CE04-B835-3874-39EC03C5D75C}"/>
                    </a:ext>
                  </a:extLst>
                </p14:cNvPr>
                <p14:cNvContentPartPr/>
                <p14:nvPr/>
              </p14:nvContentPartPr>
              <p14:xfrm>
                <a:off x="7834629" y="2368533"/>
                <a:ext cx="82440" cy="2160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217BBCE-CE04-B835-3874-39EC03C5D75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25989" y="2359533"/>
                  <a:ext cx="100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39C668D-B84E-F2D3-C0A0-9075E9FB4C5E}"/>
                    </a:ext>
                  </a:extLst>
                </p14:cNvPr>
                <p14:cNvContentPartPr/>
                <p14:nvPr/>
              </p14:nvContentPartPr>
              <p14:xfrm>
                <a:off x="7959189" y="2454213"/>
                <a:ext cx="93600" cy="113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39C668D-B84E-F2D3-C0A0-9075E9FB4C5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50189" y="2445573"/>
                  <a:ext cx="111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3E4DC52-89C6-7135-499D-AE7036F0CE62}"/>
                    </a:ext>
                  </a:extLst>
                </p14:cNvPr>
                <p14:cNvContentPartPr/>
                <p14:nvPr/>
              </p14:nvContentPartPr>
              <p14:xfrm>
                <a:off x="8035509" y="2479053"/>
                <a:ext cx="99360" cy="853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3E4DC52-89C6-7135-499D-AE7036F0CE6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26509" y="2470053"/>
                  <a:ext cx="117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91D09A2-165F-CE44-DA01-1268F7730A60}"/>
                    </a:ext>
                  </a:extLst>
                </p14:cNvPr>
                <p14:cNvContentPartPr/>
                <p14:nvPr/>
              </p14:nvContentPartPr>
              <p14:xfrm>
                <a:off x="8149629" y="2442333"/>
                <a:ext cx="72000" cy="117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91D09A2-165F-CE44-DA01-1268F7730A6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40989" y="2433333"/>
                  <a:ext cx="89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C544C21-703E-9A06-5B10-33CC93A2DD1C}"/>
                    </a:ext>
                  </a:extLst>
                </p14:cNvPr>
                <p14:cNvContentPartPr/>
                <p14:nvPr/>
              </p14:nvContentPartPr>
              <p14:xfrm>
                <a:off x="8279229" y="2393373"/>
                <a:ext cx="19800" cy="169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C544C21-703E-9A06-5B10-33CC93A2DD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70229" y="2384733"/>
                  <a:ext cx="37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6979D39-E4E7-0CA7-9F5A-318EABB9B9CF}"/>
                    </a:ext>
                  </a:extLst>
                </p14:cNvPr>
                <p14:cNvContentPartPr/>
                <p14:nvPr/>
              </p14:nvContentPartPr>
              <p14:xfrm>
                <a:off x="8246109" y="2466813"/>
                <a:ext cx="69840" cy="11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6979D39-E4E7-0CA7-9F5A-318EABB9B9C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37469" y="2458173"/>
                  <a:ext cx="87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748BDD6-B50C-89A5-5B8B-B3313B8D7D2A}"/>
                    </a:ext>
                  </a:extLst>
                </p14:cNvPr>
                <p14:cNvContentPartPr/>
                <p14:nvPr/>
              </p14:nvContentPartPr>
              <p14:xfrm>
                <a:off x="8351949" y="2412813"/>
                <a:ext cx="102960" cy="143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748BDD6-B50C-89A5-5B8B-B3313B8D7D2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42949" y="2404173"/>
                  <a:ext cx="1206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6FB9263-9FF8-A326-CA83-B336D7915323}"/>
                    </a:ext>
                  </a:extLst>
                </p14:cNvPr>
                <p14:cNvContentPartPr/>
                <p14:nvPr/>
              </p14:nvContentPartPr>
              <p14:xfrm>
                <a:off x="8410629" y="2439813"/>
                <a:ext cx="118080" cy="1076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6FB9263-9FF8-A326-CA83-B336D79153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01629" y="2430813"/>
                  <a:ext cx="1357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C17B6A9-894E-A643-78BB-C8D6A477C506}"/>
                    </a:ext>
                  </a:extLst>
                </p14:cNvPr>
                <p14:cNvContentPartPr/>
                <p14:nvPr/>
              </p14:nvContentPartPr>
              <p14:xfrm>
                <a:off x="8563629" y="2436573"/>
                <a:ext cx="84240" cy="1000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C17B6A9-894E-A643-78BB-C8D6A477C50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54629" y="2427573"/>
                  <a:ext cx="101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928C71F-8FC3-207A-F24E-CDEF58F052FD}"/>
                    </a:ext>
                  </a:extLst>
                </p14:cNvPr>
                <p14:cNvContentPartPr/>
                <p14:nvPr/>
              </p14:nvContentPartPr>
              <p14:xfrm>
                <a:off x="8700429" y="2389773"/>
                <a:ext cx="24840" cy="167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928C71F-8FC3-207A-F24E-CDEF58F052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91789" y="2380773"/>
                  <a:ext cx="424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2C374A4-C99B-1A11-030B-5D58F4A72980}"/>
                    </a:ext>
                  </a:extLst>
                </p14:cNvPr>
                <p14:cNvContentPartPr/>
                <p14:nvPr/>
              </p14:nvContentPartPr>
              <p14:xfrm>
                <a:off x="8654349" y="2465373"/>
                <a:ext cx="106920" cy="36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2C374A4-C99B-1A11-030B-5D58F4A7298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45349" y="2456733"/>
                  <a:ext cx="124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4962AAA-F791-04B7-F0B2-70E9AEE7ADC7}"/>
                    </a:ext>
                  </a:extLst>
                </p14:cNvPr>
                <p14:cNvContentPartPr/>
                <p14:nvPr/>
              </p14:nvContentPartPr>
              <p14:xfrm>
                <a:off x="8771709" y="2415333"/>
                <a:ext cx="91800" cy="108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4962AAA-F791-04B7-F0B2-70E9AEE7ADC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63069" y="2406333"/>
                  <a:ext cx="109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AB430DB-1275-61E3-132D-0B6B4F729EA7}"/>
                    </a:ext>
                  </a:extLst>
                </p14:cNvPr>
                <p14:cNvContentPartPr/>
                <p14:nvPr/>
              </p14:nvContentPartPr>
              <p14:xfrm>
                <a:off x="8929389" y="2372493"/>
                <a:ext cx="118440" cy="161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AB430DB-1275-61E3-132D-0B6B4F729EA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20749" y="2363493"/>
                  <a:ext cx="136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027E872-DBEC-6C96-BA15-02FE27AE271B}"/>
                    </a:ext>
                  </a:extLst>
                </p14:cNvPr>
                <p14:cNvContentPartPr/>
                <p14:nvPr/>
              </p14:nvContentPartPr>
              <p14:xfrm>
                <a:off x="7621869" y="867333"/>
                <a:ext cx="590760" cy="8398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027E872-DBEC-6C96-BA15-02FE27AE271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613229" y="858693"/>
                  <a:ext cx="608400" cy="85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FD7A57E-15DB-5CD0-5F7E-6BA80A1BDCFF}"/>
                    </a:ext>
                  </a:extLst>
                </p14:cNvPr>
                <p14:cNvContentPartPr/>
                <p14:nvPr/>
              </p14:nvContentPartPr>
              <p14:xfrm>
                <a:off x="7242789" y="842853"/>
                <a:ext cx="464760" cy="9734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FD7A57E-15DB-5CD0-5F7E-6BA80A1BDCF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34149" y="834213"/>
                  <a:ext cx="482400" cy="9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5349771-50C7-4183-2076-15D2F232532D}"/>
                    </a:ext>
                  </a:extLst>
                </p14:cNvPr>
                <p14:cNvContentPartPr/>
                <p14:nvPr/>
              </p14:nvContentPartPr>
              <p14:xfrm>
                <a:off x="7778829" y="1998093"/>
                <a:ext cx="214560" cy="3402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5349771-50C7-4183-2076-15D2F232532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69829" y="1989093"/>
                  <a:ext cx="232200" cy="35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A299C7B-D31D-9721-6015-545BA3FD20F3}"/>
              </a:ext>
            </a:extLst>
          </p:cNvPr>
          <p:cNvGrpSpPr/>
          <p:nvPr/>
        </p:nvGrpSpPr>
        <p:grpSpPr>
          <a:xfrm>
            <a:off x="7781469" y="493293"/>
            <a:ext cx="1261800" cy="183960"/>
            <a:chOff x="6257469" y="493293"/>
            <a:chExt cx="126180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3AFA05D-05F7-8170-34CB-9E1187F14481}"/>
                    </a:ext>
                  </a:extLst>
                </p14:cNvPr>
                <p14:cNvContentPartPr/>
                <p14:nvPr/>
              </p14:nvContentPartPr>
              <p14:xfrm>
                <a:off x="6257469" y="497973"/>
                <a:ext cx="125280" cy="1645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3AFA05D-05F7-8170-34CB-9E1187F1448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48829" y="489333"/>
                  <a:ext cx="1429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3E7686B-32C1-E1DE-4B92-0F72BF9A5D80}"/>
                    </a:ext>
                  </a:extLst>
                </p14:cNvPr>
                <p14:cNvContentPartPr/>
                <p14:nvPr/>
              </p14:nvContentPartPr>
              <p14:xfrm>
                <a:off x="6264669" y="597333"/>
                <a:ext cx="103680" cy="9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3E7686B-32C1-E1DE-4B92-0F72BF9A5D8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256029" y="588693"/>
                  <a:ext cx="121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8B97595-9287-0603-797F-BD4DBE2E0E60}"/>
                    </a:ext>
                  </a:extLst>
                </p14:cNvPr>
                <p14:cNvContentPartPr/>
                <p14:nvPr/>
              </p14:nvContentPartPr>
              <p14:xfrm>
                <a:off x="6400389" y="546573"/>
                <a:ext cx="98280" cy="1155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8B97595-9287-0603-797F-BD4DBE2E0E6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91389" y="537573"/>
                  <a:ext cx="115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FE35549-D96F-1E32-710B-8E6C123EEC2F}"/>
                    </a:ext>
                  </a:extLst>
                </p14:cNvPr>
                <p14:cNvContentPartPr/>
                <p14:nvPr/>
              </p14:nvContentPartPr>
              <p14:xfrm>
                <a:off x="6402549" y="563853"/>
                <a:ext cx="92160" cy="799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FE35549-D96F-1E32-710B-8E6C123EEC2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93909" y="554853"/>
                  <a:ext cx="109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40D1183-2482-4816-8F8A-7B19A20CF9D9}"/>
                    </a:ext>
                  </a:extLst>
                </p14:cNvPr>
                <p14:cNvContentPartPr/>
                <p14:nvPr/>
              </p14:nvContentPartPr>
              <p14:xfrm>
                <a:off x="6553029" y="566373"/>
                <a:ext cx="101520" cy="1098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40D1183-2482-4816-8F8A-7B19A20CF9D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44389" y="557733"/>
                  <a:ext cx="119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65C1439-EFF1-6B38-20A4-410E0ED58123}"/>
                    </a:ext>
                  </a:extLst>
                </p14:cNvPr>
                <p14:cNvContentPartPr/>
                <p14:nvPr/>
              </p14:nvContentPartPr>
              <p14:xfrm>
                <a:off x="6690189" y="582573"/>
                <a:ext cx="119520" cy="946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65C1439-EFF1-6B38-20A4-410E0ED5812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81549" y="573573"/>
                  <a:ext cx="1371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D569A83-A7D4-D17C-218E-80927287AE9B}"/>
                    </a:ext>
                  </a:extLst>
                </p14:cNvPr>
                <p14:cNvContentPartPr/>
                <p14:nvPr/>
              </p14:nvContentPartPr>
              <p14:xfrm>
                <a:off x="6828789" y="544773"/>
                <a:ext cx="105120" cy="125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D569A83-A7D4-D17C-218E-80927287AE9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19789" y="535773"/>
                  <a:ext cx="1227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784ED7E-38D9-B23A-23C5-E626643DF170}"/>
                    </a:ext>
                  </a:extLst>
                </p14:cNvPr>
                <p14:cNvContentPartPr/>
                <p14:nvPr/>
              </p14:nvContentPartPr>
              <p14:xfrm>
                <a:off x="6982149" y="513093"/>
                <a:ext cx="34560" cy="1508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784ED7E-38D9-B23A-23C5-E626643DF17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73149" y="504093"/>
                  <a:ext cx="522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80EF9CF-F67C-8CEA-8057-DC8A71316B5E}"/>
                    </a:ext>
                  </a:extLst>
                </p14:cNvPr>
                <p14:cNvContentPartPr/>
                <p14:nvPr/>
              </p14:nvContentPartPr>
              <p14:xfrm>
                <a:off x="6968469" y="592653"/>
                <a:ext cx="96840" cy="201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80EF9CF-F67C-8CEA-8057-DC8A71316B5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959829" y="583653"/>
                  <a:ext cx="1144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59B257C-537F-F6B6-887D-DD43FFBBCBB3}"/>
                    </a:ext>
                  </a:extLst>
                </p14:cNvPr>
                <p14:cNvContentPartPr/>
                <p14:nvPr/>
              </p14:nvContentPartPr>
              <p14:xfrm>
                <a:off x="7099509" y="564573"/>
                <a:ext cx="17640" cy="1011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59B257C-537F-F6B6-887D-DD43FFBBCBB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90509" y="555933"/>
                  <a:ext cx="35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235539D-AF4F-15D1-5FE3-656796F2C34E}"/>
                    </a:ext>
                  </a:extLst>
                </p14:cNvPr>
                <p14:cNvContentPartPr/>
                <p14:nvPr/>
              </p14:nvContentPartPr>
              <p14:xfrm>
                <a:off x="7132989" y="493293"/>
                <a:ext cx="4320" cy="79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235539D-AF4F-15D1-5FE3-656796F2C34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23989" y="484653"/>
                  <a:ext cx="21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5700421-4353-8010-F6B3-DD20251A094C}"/>
                    </a:ext>
                  </a:extLst>
                </p14:cNvPr>
                <p14:cNvContentPartPr/>
                <p14:nvPr/>
              </p14:nvContentPartPr>
              <p14:xfrm>
                <a:off x="7184109" y="541173"/>
                <a:ext cx="99360" cy="1126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5700421-4353-8010-F6B3-DD20251A094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75469" y="532173"/>
                  <a:ext cx="1170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BA34DB2-5061-A22D-E789-6D16160D2C18}"/>
                    </a:ext>
                  </a:extLst>
                </p14:cNvPr>
                <p14:cNvContentPartPr/>
                <p14:nvPr/>
              </p14:nvContentPartPr>
              <p14:xfrm>
                <a:off x="7344309" y="552693"/>
                <a:ext cx="174960" cy="1191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BA34DB2-5061-A22D-E789-6D16160D2C1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35669" y="544053"/>
                  <a:ext cx="192600" cy="13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B85EF990-C184-82AB-344A-26379C3E14A9}"/>
                  </a:ext>
                </a:extLst>
              </p14:cNvPr>
              <p14:cNvContentPartPr/>
              <p14:nvPr/>
            </p14:nvContentPartPr>
            <p14:xfrm>
              <a:off x="4204869" y="1842213"/>
              <a:ext cx="795600" cy="2282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B85EF990-C184-82AB-344A-26379C3E14A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195869" y="1833213"/>
                <a:ext cx="813240" cy="24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0D58DC3F-FB6E-0156-DC51-A3BDA6DEEC6D}"/>
              </a:ext>
            </a:extLst>
          </p:cNvPr>
          <p:cNvGrpSpPr/>
          <p:nvPr/>
        </p:nvGrpSpPr>
        <p:grpSpPr>
          <a:xfrm>
            <a:off x="3593674" y="2307092"/>
            <a:ext cx="287831" cy="173916"/>
            <a:chOff x="2320149" y="2594973"/>
            <a:chExt cx="47664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3022260-E80C-E3FE-79D3-59F817760396}"/>
                    </a:ext>
                  </a:extLst>
                </p14:cNvPr>
                <p14:cNvContentPartPr/>
                <p14:nvPr/>
              </p14:nvContentPartPr>
              <p14:xfrm>
                <a:off x="2320149" y="2606133"/>
                <a:ext cx="104040" cy="2174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3022260-E80C-E3FE-79D3-59F81776039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305286" y="2591240"/>
                  <a:ext cx="133171" cy="2466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761B03E-8085-572E-7D12-8628A4BE8830}"/>
                    </a:ext>
                  </a:extLst>
                </p14:cNvPr>
                <p14:cNvContentPartPr/>
                <p14:nvPr/>
              </p14:nvContentPartPr>
              <p14:xfrm>
                <a:off x="2344629" y="2705493"/>
                <a:ext cx="34200" cy="727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761B03E-8085-572E-7D12-8628A4BE883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29888" y="2690591"/>
                  <a:ext cx="63093" cy="101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D7F6562-D3D5-3E9B-0FC0-A22A0D60B03B}"/>
                    </a:ext>
                  </a:extLst>
                </p14:cNvPr>
                <p14:cNvContentPartPr/>
                <p14:nvPr/>
              </p14:nvContentPartPr>
              <p14:xfrm>
                <a:off x="2411589" y="2699373"/>
                <a:ext cx="105480" cy="1346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D7F6562-D3D5-3E9B-0FC0-A22A0D60B03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96691" y="2684479"/>
                  <a:ext cx="134681" cy="1638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49480C3-EA91-DD16-AF55-CBFB291AACCA}"/>
                    </a:ext>
                  </a:extLst>
                </p14:cNvPr>
                <p14:cNvContentPartPr/>
                <p14:nvPr/>
              </p14:nvContentPartPr>
              <p14:xfrm>
                <a:off x="2567109" y="2594973"/>
                <a:ext cx="6840" cy="2271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49480C3-EA91-DD16-AF55-CBFB291AACC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552859" y="2580664"/>
                  <a:ext cx="34770" cy="2563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A3CB45B-D720-B9E7-BBC8-F64E529862B8}"/>
                    </a:ext>
                  </a:extLst>
                </p14:cNvPr>
                <p14:cNvContentPartPr/>
                <p14:nvPr/>
              </p14:nvContentPartPr>
              <p14:xfrm>
                <a:off x="2603829" y="2704773"/>
                <a:ext cx="98280" cy="896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A3CB45B-D720-B9E7-BBC8-F64E529862B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88938" y="2689932"/>
                  <a:ext cx="127466" cy="118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C195864-845F-1E12-6900-03C016E32B26}"/>
                    </a:ext>
                  </a:extLst>
                </p14:cNvPr>
                <p14:cNvContentPartPr/>
                <p14:nvPr/>
              </p14:nvContentPartPr>
              <p14:xfrm>
                <a:off x="2691309" y="2668053"/>
                <a:ext cx="105480" cy="2149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C195864-845F-1E12-6900-03C016E32B2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676411" y="2653169"/>
                  <a:ext cx="134681" cy="2440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0D5083EF-F19B-8C1A-96F5-516904C747A3}"/>
              </a:ext>
            </a:extLst>
          </p:cNvPr>
          <p:cNvGrpSpPr/>
          <p:nvPr/>
        </p:nvGrpSpPr>
        <p:grpSpPr>
          <a:xfrm>
            <a:off x="3575306" y="2138587"/>
            <a:ext cx="1767005" cy="198710"/>
            <a:chOff x="2108829" y="2821773"/>
            <a:chExt cx="264744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CDE1274-3DA6-0517-5F9C-99EDF50679E1}"/>
                    </a:ext>
                  </a:extLst>
                </p14:cNvPr>
                <p14:cNvContentPartPr/>
                <p14:nvPr/>
              </p14:nvContentPartPr>
              <p14:xfrm>
                <a:off x="2108829" y="2854533"/>
                <a:ext cx="125640" cy="1256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CDE1274-3DA6-0517-5F9C-99EDF50679E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095348" y="2841052"/>
                  <a:ext cx="152062" cy="15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54C2487-07E7-E75E-8CF6-E7959F21561E}"/>
                    </a:ext>
                  </a:extLst>
                </p14:cNvPr>
                <p14:cNvContentPartPr/>
                <p14:nvPr/>
              </p14:nvContentPartPr>
              <p14:xfrm>
                <a:off x="2277669" y="2847693"/>
                <a:ext cx="84240" cy="1292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54C2487-07E7-E75E-8CF6-E7959F21561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264169" y="2834769"/>
                  <a:ext cx="110700" cy="1556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B3CDA46-D44C-F900-B88F-99A6662F9EF3}"/>
                    </a:ext>
                  </a:extLst>
                </p14:cNvPr>
                <p14:cNvContentPartPr/>
                <p14:nvPr/>
              </p14:nvContentPartPr>
              <p14:xfrm>
                <a:off x="2401149" y="2833653"/>
                <a:ext cx="77040" cy="1342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B3CDA46-D44C-F900-B88F-99A6662F9EF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87680" y="2820171"/>
                  <a:ext cx="103438" cy="1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EDD23D8-607E-4F5B-B6F7-3CB24D606A6E}"/>
                    </a:ext>
                  </a:extLst>
                </p14:cNvPr>
                <p14:cNvContentPartPr/>
                <p14:nvPr/>
              </p14:nvContentPartPr>
              <p14:xfrm>
                <a:off x="2523189" y="2821773"/>
                <a:ext cx="51480" cy="146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EDD23D8-607E-4F5B-B6F7-3CB24D606A6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509783" y="2808273"/>
                  <a:ext cx="77756" cy="173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6D06293-7A01-28BF-067D-055515C4FF74}"/>
                    </a:ext>
                  </a:extLst>
                </p14:cNvPr>
                <p14:cNvContentPartPr/>
                <p14:nvPr/>
              </p14:nvContentPartPr>
              <p14:xfrm>
                <a:off x="2581149" y="2848053"/>
                <a:ext cx="74160" cy="1134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6D06293-7A01-28BF-067D-055515C4FF7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567714" y="2834617"/>
                  <a:ext cx="100492" cy="1397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998B38D-FF57-552E-13ED-DFEEDD8B01D5}"/>
                    </a:ext>
                  </a:extLst>
                </p14:cNvPr>
                <p14:cNvContentPartPr/>
                <p14:nvPr/>
              </p14:nvContentPartPr>
              <p14:xfrm>
                <a:off x="2689869" y="2826813"/>
                <a:ext cx="78480" cy="1720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998B38D-FF57-552E-13ED-DFEEDD8B01D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76968" y="2813327"/>
                  <a:ext cx="104819" cy="1985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DB37BC0-9381-C2EF-762A-E94103AD305F}"/>
                    </a:ext>
                  </a:extLst>
                </p14:cNvPr>
                <p14:cNvContentPartPr/>
                <p14:nvPr/>
              </p14:nvContentPartPr>
              <p14:xfrm>
                <a:off x="2828829" y="2831493"/>
                <a:ext cx="16560" cy="1112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DB37BC0-9381-C2EF-762A-E94103AD305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816008" y="2818058"/>
                  <a:ext cx="42735" cy="1375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D6B0993-60DD-FB9A-3A32-1DA6D8EA8F42}"/>
                    </a:ext>
                  </a:extLst>
                </p14:cNvPr>
                <p14:cNvContentPartPr/>
                <p14:nvPr/>
              </p14:nvContentPartPr>
              <p14:xfrm>
                <a:off x="2802909" y="2873613"/>
                <a:ext cx="93960" cy="151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D6B0993-60DD-FB9A-3A32-1DA6D8EA8F4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789409" y="2860113"/>
                  <a:ext cx="120420" cy="415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6EE8500-D052-9E33-6014-84E2EDF54406}"/>
                    </a:ext>
                  </a:extLst>
                </p14:cNvPr>
                <p14:cNvContentPartPr/>
                <p14:nvPr/>
              </p14:nvContentPartPr>
              <p14:xfrm>
                <a:off x="2817309" y="2913933"/>
                <a:ext cx="7200" cy="910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6EE8500-D052-9E33-6014-84E2EDF5440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804452" y="2900460"/>
                  <a:ext cx="32400" cy="1174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B03B885-3776-847C-9BAD-29764DDCDC60}"/>
                    </a:ext>
                  </a:extLst>
                </p14:cNvPr>
                <p14:cNvContentPartPr/>
                <p14:nvPr/>
              </p14:nvContentPartPr>
              <p14:xfrm>
                <a:off x="3028629" y="2847693"/>
                <a:ext cx="7920" cy="1584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B03B885-3776-847C-9BAD-29764DDCDC6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015429" y="2834762"/>
                  <a:ext cx="33792" cy="18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98E39765-0B22-2C4F-451C-8B2E1B301271}"/>
                    </a:ext>
                  </a:extLst>
                </p14:cNvPr>
                <p14:cNvContentPartPr/>
                <p14:nvPr/>
              </p14:nvContentPartPr>
              <p14:xfrm>
                <a:off x="3010629" y="2915013"/>
                <a:ext cx="89640" cy="61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98E39765-0B22-2C4F-451C-8B2E1B30127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97669" y="2901104"/>
                  <a:ext cx="116100" cy="333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87F0FE8-A759-2231-AF4D-114C4035914D}"/>
                    </a:ext>
                  </a:extLst>
                </p14:cNvPr>
                <p14:cNvContentPartPr/>
                <p14:nvPr/>
              </p14:nvContentPartPr>
              <p14:xfrm>
                <a:off x="3129789" y="2872173"/>
                <a:ext cx="53640" cy="1224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87F0FE8-A759-2231-AF4D-114C4035914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16379" y="2858693"/>
                  <a:ext cx="79924" cy="1488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C608EF71-CDD7-6559-8F7C-8B91FF6F4261}"/>
                    </a:ext>
                  </a:extLst>
                </p14:cNvPr>
                <p14:cNvContentPartPr/>
                <p14:nvPr/>
              </p14:nvContentPartPr>
              <p14:xfrm>
                <a:off x="3181269" y="2868573"/>
                <a:ext cx="99360" cy="1249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608EF71-CDD7-6559-8F7C-8B91FF6F426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167842" y="2855112"/>
                  <a:ext cx="125677" cy="1513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6122066-920B-A2E2-8FB9-4785B2A233AC}"/>
                    </a:ext>
                  </a:extLst>
                </p14:cNvPr>
                <p14:cNvContentPartPr/>
                <p14:nvPr/>
              </p14:nvContentPartPr>
              <p14:xfrm>
                <a:off x="3328869" y="2858133"/>
                <a:ext cx="55080" cy="1375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6122066-920B-A2E2-8FB9-4785B2A233A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15500" y="2844703"/>
                  <a:ext cx="81283" cy="1638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597DC6A-2646-2B16-6ABD-A92E0D7ABD06}"/>
                    </a:ext>
                  </a:extLst>
                </p14:cNvPr>
                <p14:cNvContentPartPr/>
                <p14:nvPr/>
              </p14:nvContentPartPr>
              <p14:xfrm>
                <a:off x="3444069" y="2855613"/>
                <a:ext cx="107280" cy="1364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597DC6A-2646-2B16-6ABD-A92E0D7ABD0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30592" y="2842131"/>
                  <a:ext cx="133696" cy="1628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B53FF88-BE94-B13D-43E9-3950E714096D}"/>
                    </a:ext>
                  </a:extLst>
                </p14:cNvPr>
                <p14:cNvContentPartPr/>
                <p14:nvPr/>
              </p14:nvContentPartPr>
              <p14:xfrm>
                <a:off x="3571149" y="2841933"/>
                <a:ext cx="139680" cy="1756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B53FF88-BE94-B13D-43E9-3950E714096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57666" y="2828461"/>
                  <a:ext cx="166106" cy="2020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3A52EC7-CF53-96E5-5365-D8736CC27DBC}"/>
                    </a:ext>
                  </a:extLst>
                </p14:cNvPr>
                <p14:cNvContentPartPr/>
                <p14:nvPr/>
              </p14:nvContentPartPr>
              <p14:xfrm>
                <a:off x="3563589" y="2924013"/>
                <a:ext cx="91080" cy="226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3A52EC7-CF53-96E5-5365-D8736CC27DB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550116" y="2910513"/>
                  <a:ext cx="117488" cy="491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EE8A4EB-37A3-EE40-ACD3-4D700E5BA186}"/>
                    </a:ext>
                  </a:extLst>
                </p14:cNvPr>
                <p14:cNvContentPartPr/>
                <p14:nvPr/>
              </p14:nvContentPartPr>
              <p14:xfrm>
                <a:off x="3642789" y="2876853"/>
                <a:ext cx="94320" cy="1177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EE8A4EB-37A3-EE40-ACD3-4D700E5BA18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29315" y="2863353"/>
                  <a:ext cx="120730" cy="144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4656880E-B534-653E-D062-ECACBB21F716}"/>
                    </a:ext>
                  </a:extLst>
                </p14:cNvPr>
                <p14:cNvContentPartPr/>
                <p14:nvPr/>
              </p14:nvContentPartPr>
              <p14:xfrm>
                <a:off x="3768429" y="2874333"/>
                <a:ext cx="85320" cy="1317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4656880E-B534-653E-D062-ECACBB21F71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754929" y="2861426"/>
                  <a:ext cx="111780" cy="1581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397D92D-DD19-B35E-F47C-AE2A4FEE343C}"/>
                    </a:ext>
                  </a:extLst>
                </p14:cNvPr>
                <p14:cNvContentPartPr/>
                <p14:nvPr/>
              </p14:nvContentPartPr>
              <p14:xfrm>
                <a:off x="3858789" y="2897733"/>
                <a:ext cx="134280" cy="1137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397D92D-DD19-B35E-F47C-AE2A4FEE343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845846" y="2884318"/>
                  <a:ext cx="160705" cy="1400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39FBBA2-26F7-DFCB-43D4-BB8C3D26CF36}"/>
                    </a:ext>
                  </a:extLst>
                </p14:cNvPr>
                <p14:cNvContentPartPr/>
                <p14:nvPr/>
              </p14:nvContentPartPr>
              <p14:xfrm>
                <a:off x="4015389" y="2878293"/>
                <a:ext cx="114840" cy="1497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39FBBA2-26F7-DFCB-43D4-BB8C3D26CF3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001910" y="2864825"/>
                  <a:ext cx="141259" cy="1761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9EDBDB2E-2A48-25DA-55D9-C857C4F7EAD0}"/>
                    </a:ext>
                  </a:extLst>
                </p14:cNvPr>
                <p14:cNvContentPartPr/>
                <p14:nvPr/>
              </p14:nvContentPartPr>
              <p14:xfrm>
                <a:off x="4155789" y="2874333"/>
                <a:ext cx="94320" cy="1407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9EDBDB2E-2A48-25DA-55D9-C857C4F7EAD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142315" y="2860850"/>
                  <a:ext cx="120730" cy="1671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4BDA4BB-EE4E-11C7-DE21-6C24BC6D8D5F}"/>
                    </a:ext>
                  </a:extLst>
                </p14:cNvPr>
                <p14:cNvContentPartPr/>
                <p14:nvPr/>
              </p14:nvContentPartPr>
              <p14:xfrm>
                <a:off x="4375029" y="2898813"/>
                <a:ext cx="132840" cy="1166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4BDA4BB-EE4E-11C7-DE21-6C24BC6D8D5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362121" y="2885913"/>
                  <a:ext cx="159193" cy="1429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D852898-BEF8-9A44-39D4-BF239CC122E1}"/>
                    </a:ext>
                  </a:extLst>
                </p14:cNvPr>
                <p14:cNvContentPartPr/>
                <p14:nvPr/>
              </p14:nvContentPartPr>
              <p14:xfrm>
                <a:off x="4585629" y="2906013"/>
                <a:ext cx="5040" cy="1342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D852898-BEF8-9A44-39D4-BF239CC122E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73533" y="2892531"/>
                  <a:ext cx="29736" cy="1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CB4A8C9-17CD-211E-C998-648434E36512}"/>
                    </a:ext>
                  </a:extLst>
                </p14:cNvPr>
                <p14:cNvContentPartPr/>
                <p14:nvPr/>
              </p14:nvContentPartPr>
              <p14:xfrm>
                <a:off x="4535949" y="2897373"/>
                <a:ext cx="121680" cy="90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CB4A8C9-17CD-211E-C998-648434E3651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22489" y="2884667"/>
                  <a:ext cx="148062" cy="34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6863ADD-0217-C877-34E7-50322D3FDFE8}"/>
                    </a:ext>
                  </a:extLst>
                </p14:cNvPr>
                <p14:cNvContentPartPr/>
                <p14:nvPr/>
              </p14:nvContentPartPr>
              <p14:xfrm>
                <a:off x="4702269" y="2828973"/>
                <a:ext cx="54000" cy="2541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6863ADD-0217-C877-34E7-50322D3FDFE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688903" y="2815483"/>
                  <a:ext cx="80198" cy="2806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0A7012F5-E65D-7CD0-A0A2-D51B7EC6BC37}"/>
                    </a:ext>
                  </a:extLst>
                </p14:cNvPr>
                <p14:cNvContentPartPr/>
                <p14:nvPr/>
              </p14:nvContentPartPr>
              <p14:xfrm>
                <a:off x="4272789" y="2853813"/>
                <a:ext cx="82440" cy="2656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0A7012F5-E65D-7CD0-A0A2-D51B7EC6BC3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59318" y="2840340"/>
                  <a:ext cx="108842" cy="29208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B7BDDF3A-F329-D0AD-C10F-42D838DAC501}"/>
                  </a:ext>
                </a:extLst>
              </p14:cNvPr>
              <p14:cNvContentPartPr/>
              <p14:nvPr/>
            </p14:nvContentPartPr>
            <p14:xfrm>
              <a:off x="6077949" y="783093"/>
              <a:ext cx="1727640" cy="86184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B7BDDF3A-F329-D0AD-C10F-42D838DAC501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6068949" y="774089"/>
                <a:ext cx="1745280" cy="879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F1E69EA1-8F94-3367-8445-20265E3DA60E}"/>
                  </a:ext>
                </a:extLst>
              </p14:cNvPr>
              <p14:cNvContentPartPr/>
              <p14:nvPr/>
            </p14:nvContentPartPr>
            <p14:xfrm>
              <a:off x="5672229" y="849693"/>
              <a:ext cx="329760" cy="68760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F1E69EA1-8F94-3367-8445-20265E3DA60E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663229" y="840693"/>
                <a:ext cx="347400" cy="70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0" name="Group 369">
            <a:extLst>
              <a:ext uri="{FF2B5EF4-FFF2-40B4-BE49-F238E27FC236}">
                <a16:creationId xmlns:a16="http://schemas.microsoft.com/office/drawing/2014/main" id="{1B6362ED-04F5-CA50-DE1D-6636A5A09096}"/>
              </a:ext>
            </a:extLst>
          </p:cNvPr>
          <p:cNvGrpSpPr/>
          <p:nvPr/>
        </p:nvGrpSpPr>
        <p:grpSpPr>
          <a:xfrm>
            <a:off x="3600775" y="2500864"/>
            <a:ext cx="1530718" cy="180039"/>
            <a:chOff x="2544429" y="2881533"/>
            <a:chExt cx="191520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F3798E6-D57F-3A35-983D-81D2AE6CED3F}"/>
                    </a:ext>
                  </a:extLst>
                </p14:cNvPr>
                <p14:cNvContentPartPr/>
                <p14:nvPr/>
              </p14:nvContentPartPr>
              <p14:xfrm>
                <a:off x="2544429" y="2881533"/>
                <a:ext cx="72720" cy="2026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F3798E6-D57F-3A35-983D-81D2AE6CED3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533207" y="2868372"/>
                  <a:ext cx="94716" cy="2284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C66D19A-0933-7F9E-5B8C-A4008B385534}"/>
                    </a:ext>
                  </a:extLst>
                </p14:cNvPr>
                <p14:cNvContentPartPr/>
                <p14:nvPr/>
              </p14:nvContentPartPr>
              <p14:xfrm>
                <a:off x="2684829" y="2925093"/>
                <a:ext cx="83160" cy="1728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C66D19A-0933-7F9E-5B8C-A4008B38553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73591" y="2911962"/>
                  <a:ext cx="105186" cy="1985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0DC7310-F13A-1AB5-F8EF-937AD774A0D7}"/>
                    </a:ext>
                  </a:extLst>
                </p14:cNvPr>
                <p14:cNvContentPartPr/>
                <p14:nvPr/>
              </p14:nvContentPartPr>
              <p14:xfrm>
                <a:off x="2791749" y="2939853"/>
                <a:ext cx="88560" cy="1504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0DC7310-F13A-1AB5-F8EF-937AD774A0D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780960" y="2926699"/>
                  <a:ext cx="110588" cy="1762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3BE86FE1-D009-1F47-45D6-EE1BEDA10030}"/>
                    </a:ext>
                  </a:extLst>
                </p14:cNvPr>
                <p14:cNvContentPartPr/>
                <p14:nvPr/>
              </p14:nvContentPartPr>
              <p14:xfrm>
                <a:off x="2915229" y="2950653"/>
                <a:ext cx="34200" cy="1447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3BE86FE1-D009-1F47-45D6-EE1BEDA1003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903979" y="2937497"/>
                  <a:ext cx="56250" cy="1705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183CA8DE-1483-955E-2133-27AE7BF26973}"/>
                    </a:ext>
                  </a:extLst>
                </p14:cNvPr>
                <p14:cNvContentPartPr/>
                <p14:nvPr/>
              </p14:nvContentPartPr>
              <p14:xfrm>
                <a:off x="2902989" y="2989173"/>
                <a:ext cx="77400" cy="277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183CA8DE-1483-955E-2133-27AE7BF2697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892189" y="2976098"/>
                  <a:ext cx="99450" cy="533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5892C976-DFC1-8283-55DA-B14687E62D45}"/>
                    </a:ext>
                  </a:extLst>
                </p14:cNvPr>
                <p14:cNvContentPartPr/>
                <p14:nvPr/>
              </p14:nvContentPartPr>
              <p14:xfrm>
                <a:off x="2983269" y="2959653"/>
                <a:ext cx="72720" cy="1342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5892C976-DFC1-8283-55DA-B14687E62D4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72496" y="2947015"/>
                  <a:ext cx="94716" cy="1600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0055E3C9-C7A4-EB79-EE11-62C0E944ED7A}"/>
                    </a:ext>
                  </a:extLst>
                </p14:cNvPr>
                <p14:cNvContentPartPr/>
                <p14:nvPr/>
              </p14:nvContentPartPr>
              <p14:xfrm>
                <a:off x="3097029" y="2959293"/>
                <a:ext cx="110880" cy="1083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0055E3C9-C7A4-EB79-EE11-62C0E944ED7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085761" y="2946143"/>
                  <a:ext cx="132966" cy="134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090EF71D-E253-51AB-BE3F-6AA9F8E36CFF}"/>
                    </a:ext>
                  </a:extLst>
                </p14:cNvPr>
                <p14:cNvContentPartPr/>
                <p14:nvPr/>
              </p14:nvContentPartPr>
              <p14:xfrm>
                <a:off x="3369189" y="2966853"/>
                <a:ext cx="2160" cy="1184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090EF71D-E253-51AB-BE3F-6AA9F8E36CF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358389" y="2953751"/>
                  <a:ext cx="23328" cy="1441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1A9F1D5-E3AA-D76C-B16C-980E49AEF161}"/>
                    </a:ext>
                  </a:extLst>
                </p14:cNvPr>
                <p14:cNvContentPartPr/>
                <p14:nvPr/>
              </p14:nvContentPartPr>
              <p14:xfrm>
                <a:off x="3366669" y="2899893"/>
                <a:ext cx="8280" cy="176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1A9F1D5-E3AA-D76C-B16C-980E49AEF16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55169" y="2886922"/>
                  <a:ext cx="30820" cy="43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57CB0A5B-39DF-77E6-4972-86421DBE4E4E}"/>
                    </a:ext>
                  </a:extLst>
                </p14:cNvPr>
                <p14:cNvContentPartPr/>
                <p14:nvPr/>
              </p14:nvContentPartPr>
              <p14:xfrm>
                <a:off x="3427509" y="2966853"/>
                <a:ext cx="87480" cy="1350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57CB0A5B-39DF-77E6-4972-86421DBE4E4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16294" y="2953721"/>
                  <a:ext cx="109462" cy="1607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E635DDD-9060-D42F-A90E-6999BA257698}"/>
                    </a:ext>
                  </a:extLst>
                </p14:cNvPr>
                <p14:cNvContentPartPr/>
                <p14:nvPr/>
              </p14:nvContentPartPr>
              <p14:xfrm>
                <a:off x="3539829" y="2966133"/>
                <a:ext cx="73080" cy="1396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E635DDD-9060-D42F-A90E-6999BA25769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528620" y="2953005"/>
                  <a:ext cx="95049" cy="1654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A58A9FB-1B85-D04C-0557-EACF530B1908}"/>
                    </a:ext>
                  </a:extLst>
                </p14:cNvPr>
                <p14:cNvContentPartPr/>
                <p14:nvPr/>
              </p14:nvContentPartPr>
              <p14:xfrm>
                <a:off x="3553869" y="3012213"/>
                <a:ext cx="49680" cy="248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A58A9FB-1B85-D04C-0557-EACF530B190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542578" y="2999793"/>
                  <a:ext cx="71810" cy="501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01C555F1-FFC1-46F5-A06D-36325D8DFA73}"/>
                    </a:ext>
                  </a:extLst>
                </p14:cNvPr>
                <p14:cNvContentPartPr/>
                <p14:nvPr/>
              </p14:nvContentPartPr>
              <p14:xfrm>
                <a:off x="3640629" y="2984493"/>
                <a:ext cx="90000" cy="1198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01C555F1-FFC1-46F5-A06D-36325D8DFA7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29379" y="2971348"/>
                  <a:ext cx="112050" cy="1456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09C44626-B6E3-8C0A-C7D6-7C5F4254FB6F}"/>
                    </a:ext>
                  </a:extLst>
                </p14:cNvPr>
                <p14:cNvContentPartPr/>
                <p14:nvPr/>
              </p14:nvContentPartPr>
              <p14:xfrm>
                <a:off x="3755109" y="2965413"/>
                <a:ext cx="62280" cy="1443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09C44626-B6E3-8C0A-C7D6-7C5F4254FB6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743908" y="2952289"/>
                  <a:ext cx="84235" cy="1700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443CFC73-CCF4-4238-E8FE-B6CF97483C1B}"/>
                    </a:ext>
                  </a:extLst>
                </p14:cNvPr>
                <p14:cNvContentPartPr/>
                <p14:nvPr/>
              </p14:nvContentPartPr>
              <p14:xfrm>
                <a:off x="3854829" y="2977653"/>
                <a:ext cx="120600" cy="1342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443CFC73-CCF4-4238-E8FE-B6CF97483C1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843579" y="2964540"/>
                  <a:ext cx="142650" cy="1599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8AD9DD7-5EAE-650C-E443-AF92056D5AF6}"/>
                    </a:ext>
                  </a:extLst>
                </p14:cNvPr>
                <p14:cNvContentPartPr/>
                <p14:nvPr/>
              </p14:nvContentPartPr>
              <p14:xfrm>
                <a:off x="3991269" y="2987733"/>
                <a:ext cx="100800" cy="1292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8AD9DD7-5EAE-650C-E443-AF92056D5AF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980019" y="2974599"/>
                  <a:ext cx="122850" cy="1549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48E2B7D-CD18-4413-9A84-D2BF86711874}"/>
                    </a:ext>
                  </a:extLst>
                </p14:cNvPr>
                <p14:cNvContentPartPr/>
                <p14:nvPr/>
              </p14:nvContentPartPr>
              <p14:xfrm>
                <a:off x="4148589" y="2939853"/>
                <a:ext cx="15480" cy="2048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48E2B7D-CD18-4413-9A84-D2BF8671187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137207" y="2926722"/>
                  <a:ext cx="37789" cy="230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1AC407AF-8142-34BE-FD71-5C2EA338CCE9}"/>
                    </a:ext>
                  </a:extLst>
                </p14:cNvPr>
                <p14:cNvContentPartPr/>
                <p14:nvPr/>
              </p14:nvContentPartPr>
              <p14:xfrm>
                <a:off x="4153269" y="3010773"/>
                <a:ext cx="41760" cy="3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1AC407AF-8142-34BE-FD71-5C2EA338CCE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142043" y="3002133"/>
                  <a:ext cx="63763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5BF4E6C-F979-9BED-72CB-ED8A5FC00ECA}"/>
                    </a:ext>
                  </a:extLst>
                </p14:cNvPr>
                <p14:cNvContentPartPr/>
                <p14:nvPr/>
              </p14:nvContentPartPr>
              <p14:xfrm>
                <a:off x="4207629" y="2916453"/>
                <a:ext cx="31680" cy="2091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5BF4E6C-F979-9BED-72CB-ED8A5FC00EC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196315" y="2903315"/>
                  <a:ext cx="53856" cy="234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768CEAC8-B7A6-62E7-BD8C-041278BC5D93}"/>
                    </a:ext>
                  </a:extLst>
                </p14:cNvPr>
                <p14:cNvContentPartPr/>
                <p14:nvPr/>
              </p14:nvContentPartPr>
              <p14:xfrm>
                <a:off x="4258389" y="2997813"/>
                <a:ext cx="114840" cy="1188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768CEAC8-B7A6-62E7-BD8C-041278BC5D9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47130" y="2984671"/>
                  <a:ext cx="136907" cy="1445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2F96908F-BD28-212B-5CDA-E13C55BAFFC7}"/>
                    </a:ext>
                  </a:extLst>
                </p14:cNvPr>
                <p14:cNvContentPartPr/>
                <p14:nvPr/>
              </p14:nvContentPartPr>
              <p14:xfrm>
                <a:off x="4381149" y="2987373"/>
                <a:ext cx="78480" cy="1569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2F96908F-BD28-212B-5CDA-E13C55BAFFC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70324" y="2974249"/>
                  <a:ext cx="100581" cy="18268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D682F7CA-9ACA-61E9-4DEE-ADBA58B209DE}"/>
                  </a:ext>
                </a:extLst>
              </p14:cNvPr>
              <p14:cNvContentPartPr/>
              <p14:nvPr/>
            </p14:nvContentPartPr>
            <p14:xfrm>
              <a:off x="5239869" y="1965693"/>
              <a:ext cx="1337040" cy="72288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D682F7CA-9ACA-61E9-4DEE-ADBA58B209D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230869" y="1956693"/>
                <a:ext cx="1354680" cy="74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1" name="Group 390">
            <a:extLst>
              <a:ext uri="{FF2B5EF4-FFF2-40B4-BE49-F238E27FC236}">
                <a16:creationId xmlns:a16="http://schemas.microsoft.com/office/drawing/2014/main" id="{50DC430A-AF9C-787C-EFEC-19C79AF9EF3A}"/>
              </a:ext>
            </a:extLst>
          </p:cNvPr>
          <p:cNvGrpSpPr/>
          <p:nvPr/>
        </p:nvGrpSpPr>
        <p:grpSpPr>
          <a:xfrm>
            <a:off x="1632309" y="40773"/>
            <a:ext cx="1433160" cy="323280"/>
            <a:chOff x="108309" y="40773"/>
            <a:chExt cx="143316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F9C246D2-51EE-7872-4B34-8266CE828B21}"/>
                    </a:ext>
                  </a:extLst>
                </p14:cNvPr>
                <p14:cNvContentPartPr/>
                <p14:nvPr/>
              </p14:nvContentPartPr>
              <p14:xfrm>
                <a:off x="108309" y="40773"/>
                <a:ext cx="107280" cy="3031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F9C246D2-51EE-7872-4B34-8266CE828B2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9669" y="31773"/>
                  <a:ext cx="1249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3E61120-3C67-6D0A-64BB-AB1DF0B7D9E4}"/>
                    </a:ext>
                  </a:extLst>
                </p14:cNvPr>
                <p14:cNvContentPartPr/>
                <p14:nvPr/>
              </p14:nvContentPartPr>
              <p14:xfrm>
                <a:off x="146829" y="272253"/>
                <a:ext cx="38160" cy="111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3E61120-3C67-6D0A-64BB-AB1DF0B7D9E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37829" y="263613"/>
                  <a:ext cx="55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57D6A859-0108-9272-1765-255D6B74BE7D}"/>
                    </a:ext>
                  </a:extLst>
                </p14:cNvPr>
                <p14:cNvContentPartPr/>
                <p14:nvPr/>
              </p14:nvContentPartPr>
              <p14:xfrm>
                <a:off x="260589" y="92973"/>
                <a:ext cx="86760" cy="2566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57D6A859-0108-9272-1765-255D6B74BE7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51589" y="84333"/>
                  <a:ext cx="1044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136EBD1-A54E-AA10-3FE7-3D212C0DE373}"/>
                    </a:ext>
                  </a:extLst>
                </p14:cNvPr>
                <p14:cNvContentPartPr/>
                <p14:nvPr/>
              </p14:nvContentPartPr>
              <p14:xfrm>
                <a:off x="255549" y="60573"/>
                <a:ext cx="12960" cy="788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136EBD1-A54E-AA10-3FE7-3D212C0DE37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46909" y="51933"/>
                  <a:ext cx="30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85651AD-D7F0-4CD4-5CB2-EA305B344C91}"/>
                    </a:ext>
                  </a:extLst>
                </p14:cNvPr>
                <p14:cNvContentPartPr/>
                <p14:nvPr/>
              </p14:nvContentPartPr>
              <p14:xfrm>
                <a:off x="403869" y="169293"/>
                <a:ext cx="96840" cy="1659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85651AD-D7F0-4CD4-5CB2-EA305B344C9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94869" y="160293"/>
                  <a:ext cx="114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C04F7722-60EA-D3A4-93C3-BBE051B1B306}"/>
                    </a:ext>
                  </a:extLst>
                </p14:cNvPr>
                <p14:cNvContentPartPr/>
                <p14:nvPr/>
              </p14:nvContentPartPr>
              <p14:xfrm>
                <a:off x="558309" y="183693"/>
                <a:ext cx="8280" cy="14832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C04F7722-60EA-D3A4-93C3-BBE051B1B30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49309" y="174693"/>
                  <a:ext cx="25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297D1CED-6E14-BD15-A511-2BA32B3B3343}"/>
                    </a:ext>
                  </a:extLst>
                </p14:cNvPr>
                <p14:cNvContentPartPr/>
                <p14:nvPr/>
              </p14:nvContentPartPr>
              <p14:xfrm>
                <a:off x="526989" y="235893"/>
                <a:ext cx="96480" cy="162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297D1CED-6E14-BD15-A511-2BA32B3B334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17989" y="226893"/>
                  <a:ext cx="1141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75926AAB-03CF-D6EE-12EB-2BF1DE4798E7}"/>
                    </a:ext>
                  </a:extLst>
                </p14:cNvPr>
                <p14:cNvContentPartPr/>
                <p14:nvPr/>
              </p14:nvContentPartPr>
              <p14:xfrm>
                <a:off x="655869" y="205293"/>
                <a:ext cx="94320" cy="1123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75926AAB-03CF-D6EE-12EB-2BF1DE4798E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46869" y="196653"/>
                  <a:ext cx="111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B206B555-5EB4-FBE4-0F95-28BA02233B61}"/>
                    </a:ext>
                  </a:extLst>
                </p14:cNvPr>
                <p14:cNvContentPartPr/>
                <p14:nvPr/>
              </p14:nvContentPartPr>
              <p14:xfrm>
                <a:off x="756669" y="214653"/>
                <a:ext cx="123840" cy="1242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B206B555-5EB4-FBE4-0F95-28BA02233B6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48029" y="205653"/>
                  <a:ext cx="1414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DA94F206-8A70-3AB0-B9B6-0BB176F0959F}"/>
                    </a:ext>
                  </a:extLst>
                </p14:cNvPr>
                <p14:cNvContentPartPr/>
                <p14:nvPr/>
              </p14:nvContentPartPr>
              <p14:xfrm>
                <a:off x="943869" y="233013"/>
                <a:ext cx="94680" cy="993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DA94F206-8A70-3AB0-B9B6-0BB176F0959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34869" y="224373"/>
                  <a:ext cx="1123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AAF2F481-2B8E-1C78-F7F6-4A37E0337F02}"/>
                    </a:ext>
                  </a:extLst>
                </p14:cNvPr>
                <p14:cNvContentPartPr/>
                <p14:nvPr/>
              </p14:nvContentPartPr>
              <p14:xfrm>
                <a:off x="1129629" y="186213"/>
                <a:ext cx="18360" cy="1584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AAF2F481-2B8E-1C78-F7F6-4A37E0337F0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20989" y="177213"/>
                  <a:ext cx="360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3E231E4F-DBE5-8AA6-46A7-05C32BF52843}"/>
                    </a:ext>
                  </a:extLst>
                </p14:cNvPr>
                <p14:cNvContentPartPr/>
                <p14:nvPr/>
              </p14:nvContentPartPr>
              <p14:xfrm>
                <a:off x="1092909" y="255333"/>
                <a:ext cx="90720" cy="165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3E231E4F-DBE5-8AA6-46A7-05C32BF5284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84269" y="246333"/>
                  <a:ext cx="108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60BD5D2D-413F-44C2-1813-01E6C51E3CA3}"/>
                    </a:ext>
                  </a:extLst>
                </p14:cNvPr>
                <p14:cNvContentPartPr/>
                <p14:nvPr/>
              </p14:nvContentPartPr>
              <p14:xfrm>
                <a:off x="1244829" y="226173"/>
                <a:ext cx="7920" cy="964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60BD5D2D-413F-44C2-1813-01E6C51E3CA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235829" y="217173"/>
                  <a:ext cx="25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DD1D81E1-56C0-3428-2520-E6451D1916B9}"/>
                    </a:ext>
                  </a:extLst>
                </p14:cNvPr>
                <p14:cNvContentPartPr/>
                <p14:nvPr/>
              </p14:nvContentPartPr>
              <p14:xfrm>
                <a:off x="1233309" y="188373"/>
                <a:ext cx="360" cy="3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DD1D81E1-56C0-3428-2520-E6451D1916B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224669" y="1797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008851E-1371-DFBF-5F7F-4766BDCA23D5}"/>
                    </a:ext>
                  </a:extLst>
                </p14:cNvPr>
                <p14:cNvContentPartPr/>
                <p14:nvPr/>
              </p14:nvContentPartPr>
              <p14:xfrm>
                <a:off x="1276869" y="209973"/>
                <a:ext cx="113400" cy="1112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008851E-1371-DFBF-5F7F-4766BDCA23D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268229" y="200973"/>
                  <a:ext cx="131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F675D0B-4D72-4705-D2ED-CFBAD4F81638}"/>
                    </a:ext>
                  </a:extLst>
                </p14:cNvPr>
                <p14:cNvContentPartPr/>
                <p14:nvPr/>
              </p14:nvContentPartPr>
              <p14:xfrm>
                <a:off x="1435989" y="211053"/>
                <a:ext cx="105480" cy="13572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F675D0B-4D72-4705-D2ED-CFBAD4F8163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427349" y="202413"/>
                  <a:ext cx="1231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FED5E7B2-9E00-75C6-B598-213CFA3AEDF1}"/>
                    </a:ext>
                  </a:extLst>
                </p14:cNvPr>
                <p14:cNvContentPartPr/>
                <p14:nvPr/>
              </p14:nvContentPartPr>
              <p14:xfrm>
                <a:off x="1229709" y="319773"/>
                <a:ext cx="9360" cy="4428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FED5E7B2-9E00-75C6-B598-213CFA3AEDF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221069" y="310773"/>
                  <a:ext cx="2700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7EFBCC98-A4E5-6A48-A90B-EA4139679FDA}"/>
              </a:ext>
            </a:extLst>
          </p:cNvPr>
          <p:cNvGrpSpPr/>
          <p:nvPr/>
        </p:nvGrpSpPr>
        <p:grpSpPr>
          <a:xfrm>
            <a:off x="3186069" y="200973"/>
            <a:ext cx="42120" cy="127080"/>
            <a:chOff x="1662069" y="200973"/>
            <a:chExt cx="4212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7E3C354C-EEEA-3B30-FEE3-073BE54468B9}"/>
                    </a:ext>
                  </a:extLst>
                </p14:cNvPr>
                <p14:cNvContentPartPr/>
                <p14:nvPr/>
              </p14:nvContentPartPr>
              <p14:xfrm>
                <a:off x="1662069" y="293133"/>
                <a:ext cx="42120" cy="349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7E3C354C-EEEA-3B30-FEE3-073BE54468B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653069" y="284493"/>
                  <a:ext cx="59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116F550E-02D7-E86B-4123-C04BF47FB39C}"/>
                    </a:ext>
                  </a:extLst>
                </p14:cNvPr>
                <p14:cNvContentPartPr/>
                <p14:nvPr/>
              </p14:nvContentPartPr>
              <p14:xfrm>
                <a:off x="1664949" y="200973"/>
                <a:ext cx="27720" cy="345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116F550E-02D7-E86B-4123-C04BF47FB39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655949" y="192333"/>
                  <a:ext cx="45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595C6C6D-1D08-B81C-9405-F0859D4661AD}"/>
                    </a:ext>
                  </a:extLst>
                </p14:cNvPr>
                <p14:cNvContentPartPr/>
                <p14:nvPr/>
              </p14:nvContentPartPr>
              <p14:xfrm>
                <a:off x="1680429" y="325893"/>
                <a:ext cx="360" cy="3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595C6C6D-1D08-B81C-9405-F0859D4661A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671789" y="3172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0393F376-0170-C77E-2F4F-15A8442C38C3}"/>
              </a:ext>
            </a:extLst>
          </p:cNvPr>
          <p:cNvGrpSpPr/>
          <p:nvPr/>
        </p:nvGrpSpPr>
        <p:grpSpPr>
          <a:xfrm>
            <a:off x="3598269" y="2797653"/>
            <a:ext cx="848160" cy="175680"/>
            <a:chOff x="2074269" y="2797653"/>
            <a:chExt cx="848160" cy="17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DF378601-A5BA-3BAF-462C-02400A097CD0}"/>
                    </a:ext>
                  </a:extLst>
                </p14:cNvPr>
                <p14:cNvContentPartPr/>
                <p14:nvPr/>
              </p14:nvContentPartPr>
              <p14:xfrm>
                <a:off x="2074269" y="2797653"/>
                <a:ext cx="86760" cy="1065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DF378601-A5BA-3BAF-462C-02400A097CD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065629" y="2789013"/>
                  <a:ext cx="104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0AECBB64-5D95-288F-2EBE-507D0BF548B8}"/>
                    </a:ext>
                  </a:extLst>
                </p14:cNvPr>
                <p14:cNvContentPartPr/>
                <p14:nvPr/>
              </p14:nvContentPartPr>
              <p14:xfrm>
                <a:off x="2225829" y="2804133"/>
                <a:ext cx="10800" cy="1065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0AECBB64-5D95-288F-2EBE-507D0BF548B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216829" y="2795133"/>
                  <a:ext cx="28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0BC8D7BF-E76D-D877-A821-8A1B90FD85FA}"/>
                    </a:ext>
                  </a:extLst>
                </p14:cNvPr>
                <p14:cNvContentPartPr/>
                <p14:nvPr/>
              </p14:nvContentPartPr>
              <p14:xfrm>
                <a:off x="2178669" y="2810253"/>
                <a:ext cx="87480" cy="104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0BC8D7BF-E76D-D877-A821-8A1B90FD85F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170029" y="2801253"/>
                  <a:ext cx="105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D87BB472-E666-A2D8-AFDE-18395D3B269C}"/>
                    </a:ext>
                  </a:extLst>
                </p14:cNvPr>
                <p14:cNvContentPartPr/>
                <p14:nvPr/>
              </p14:nvContentPartPr>
              <p14:xfrm>
                <a:off x="2406549" y="2808453"/>
                <a:ext cx="81000" cy="11376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D87BB472-E666-A2D8-AFDE-18395D3B269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397549" y="2799453"/>
                  <a:ext cx="986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CB0215F3-3A8C-E9C1-2B96-45E6C44E62B7}"/>
                    </a:ext>
                  </a:extLst>
                </p14:cNvPr>
                <p14:cNvContentPartPr/>
                <p14:nvPr/>
              </p14:nvContentPartPr>
              <p14:xfrm>
                <a:off x="2436789" y="2835453"/>
                <a:ext cx="17280" cy="540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CB0215F3-3A8C-E9C1-2B96-45E6C44E62B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427789" y="2826453"/>
                  <a:ext cx="349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A40D7C73-2B56-F049-8CF0-8EF9787FEB46}"/>
                    </a:ext>
                  </a:extLst>
                </p14:cNvPr>
                <p14:cNvContentPartPr/>
                <p14:nvPr/>
              </p14:nvContentPartPr>
              <p14:xfrm>
                <a:off x="2507349" y="2816733"/>
                <a:ext cx="68400" cy="1026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A40D7C73-2B56-F049-8CF0-8EF9787FEB4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498709" y="2808093"/>
                  <a:ext cx="860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847544A3-F032-6F6C-D343-1E7585F0099F}"/>
                    </a:ext>
                  </a:extLst>
                </p14:cNvPr>
                <p14:cNvContentPartPr/>
                <p14:nvPr/>
              </p14:nvContentPartPr>
              <p14:xfrm>
                <a:off x="2596989" y="2802693"/>
                <a:ext cx="89280" cy="1274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847544A3-F032-6F6C-D343-1E7585F0099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587989" y="2793693"/>
                  <a:ext cx="1069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A0493F4C-55BB-1119-A124-19B9D6769634}"/>
                    </a:ext>
                  </a:extLst>
                </p14:cNvPr>
                <p14:cNvContentPartPr/>
                <p14:nvPr/>
              </p14:nvContentPartPr>
              <p14:xfrm>
                <a:off x="2691309" y="2864973"/>
                <a:ext cx="51840" cy="601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A0493F4C-55BB-1119-A124-19B9D676963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682309" y="2855973"/>
                  <a:ext cx="694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EAC13E4D-FA17-22DC-F93A-A75E80FC159D}"/>
                    </a:ext>
                  </a:extLst>
                </p14:cNvPr>
                <p14:cNvContentPartPr/>
                <p14:nvPr/>
              </p14:nvContentPartPr>
              <p14:xfrm>
                <a:off x="2770869" y="2827173"/>
                <a:ext cx="40680" cy="1278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EAC13E4D-FA17-22DC-F93A-A75E80FC159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761869" y="2818173"/>
                  <a:ext cx="58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DCA75C40-792E-2AB9-1FCB-3EDCAF6F746B}"/>
                    </a:ext>
                  </a:extLst>
                </p14:cNvPr>
                <p14:cNvContentPartPr/>
                <p14:nvPr/>
              </p14:nvContentPartPr>
              <p14:xfrm>
                <a:off x="2852589" y="2809893"/>
                <a:ext cx="24120" cy="1634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DCA75C40-792E-2AB9-1FCB-3EDCAF6F746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843589" y="2800893"/>
                  <a:ext cx="417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E5F988DB-6111-2267-858A-C2B9E4A5C843}"/>
                    </a:ext>
                  </a:extLst>
                </p14:cNvPr>
                <p14:cNvContentPartPr/>
                <p14:nvPr/>
              </p14:nvContentPartPr>
              <p14:xfrm>
                <a:off x="2824149" y="2875773"/>
                <a:ext cx="98280" cy="133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E5F988DB-6111-2267-858A-C2B9E4A5C84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815149" y="2867133"/>
                  <a:ext cx="1159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9" name="Group 428">
            <a:extLst>
              <a:ext uri="{FF2B5EF4-FFF2-40B4-BE49-F238E27FC236}">
                <a16:creationId xmlns:a16="http://schemas.microsoft.com/office/drawing/2014/main" id="{2F1A1DF6-31CC-8B99-CEE5-22097571B6CB}"/>
              </a:ext>
            </a:extLst>
          </p:cNvPr>
          <p:cNvGrpSpPr/>
          <p:nvPr/>
        </p:nvGrpSpPr>
        <p:grpSpPr>
          <a:xfrm>
            <a:off x="3996789" y="1846173"/>
            <a:ext cx="3201840" cy="1069560"/>
            <a:chOff x="2472789" y="1846173"/>
            <a:chExt cx="3201840" cy="10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F4AAE47-1912-BB56-FE1D-4CD17E1C968A}"/>
                    </a:ext>
                  </a:extLst>
                </p14:cNvPr>
                <p14:cNvContentPartPr/>
                <p14:nvPr/>
              </p14:nvContentPartPr>
              <p14:xfrm>
                <a:off x="2472789" y="1941213"/>
                <a:ext cx="1661400" cy="5076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F4AAE47-1912-BB56-FE1D-4CD17E1C968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464149" y="1932213"/>
                  <a:ext cx="167904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2931AF3-D85B-BD32-F700-71D074D9A559}"/>
                    </a:ext>
                  </a:extLst>
                </p14:cNvPr>
                <p14:cNvContentPartPr/>
                <p14:nvPr/>
              </p14:nvContentPartPr>
              <p14:xfrm>
                <a:off x="4116549" y="1960293"/>
                <a:ext cx="63720" cy="936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2931AF3-D85B-BD32-F700-71D074D9A55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107909" y="1951653"/>
                  <a:ext cx="813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E4CF5033-0245-36EC-5F57-DDF24382F4C2}"/>
                    </a:ext>
                  </a:extLst>
                </p14:cNvPr>
                <p14:cNvContentPartPr/>
                <p14:nvPr/>
              </p14:nvContentPartPr>
              <p14:xfrm>
                <a:off x="3045909" y="1846173"/>
                <a:ext cx="2628720" cy="10695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E4CF5033-0245-36EC-5F57-DDF24382F4C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037269" y="1837173"/>
                  <a:ext cx="2646360" cy="10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18051672-2665-C797-0539-5CE10E4FEC7F}"/>
              </a:ext>
            </a:extLst>
          </p:cNvPr>
          <p:cNvGrpSpPr/>
          <p:nvPr/>
        </p:nvGrpSpPr>
        <p:grpSpPr>
          <a:xfrm>
            <a:off x="4437429" y="947613"/>
            <a:ext cx="635760" cy="603720"/>
            <a:chOff x="2913429" y="947613"/>
            <a:chExt cx="635760" cy="60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7580FED1-9107-D494-89A9-3EA1EB4CD74C}"/>
                    </a:ext>
                  </a:extLst>
                </p14:cNvPr>
                <p14:cNvContentPartPr/>
                <p14:nvPr/>
              </p14:nvContentPartPr>
              <p14:xfrm>
                <a:off x="2913429" y="947613"/>
                <a:ext cx="604440" cy="6037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7580FED1-9107-D494-89A9-3EA1EB4CD74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904429" y="938973"/>
                  <a:ext cx="62208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0216522D-DE5F-748C-47ED-42091E0FAF31}"/>
                    </a:ext>
                  </a:extLst>
                </p14:cNvPr>
                <p14:cNvContentPartPr/>
                <p14:nvPr/>
              </p14:nvContentPartPr>
              <p14:xfrm>
                <a:off x="3542709" y="1471773"/>
                <a:ext cx="6480" cy="5544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0216522D-DE5F-748C-47ED-42091E0FAF3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533709" y="1463133"/>
                  <a:ext cx="2412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9C17982A-A245-E792-E4F4-75FC5602BFC2}"/>
              </a:ext>
            </a:extLst>
          </p:cNvPr>
          <p:cNvGrpSpPr/>
          <p:nvPr/>
        </p:nvGrpSpPr>
        <p:grpSpPr>
          <a:xfrm>
            <a:off x="1674789" y="1387533"/>
            <a:ext cx="1412640" cy="434160"/>
            <a:chOff x="150789" y="1387533"/>
            <a:chExt cx="141264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CBE9AB0C-3349-3BE9-0A3B-4709BA6D6B32}"/>
                    </a:ext>
                  </a:extLst>
                </p14:cNvPr>
                <p14:cNvContentPartPr/>
                <p14:nvPr/>
              </p14:nvContentPartPr>
              <p14:xfrm>
                <a:off x="150789" y="1543053"/>
                <a:ext cx="100080" cy="18576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CBE9AB0C-3349-3BE9-0A3B-4709BA6D6B3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41789" y="1534413"/>
                  <a:ext cx="117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B84753B-F22A-D9D8-CDC7-D3DF1056DC54}"/>
                    </a:ext>
                  </a:extLst>
                </p14:cNvPr>
                <p14:cNvContentPartPr/>
                <p14:nvPr/>
              </p14:nvContentPartPr>
              <p14:xfrm>
                <a:off x="277869" y="1580493"/>
                <a:ext cx="119880" cy="1659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B84753B-F22A-D9D8-CDC7-D3DF1056DC5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69229" y="1571853"/>
                  <a:ext cx="137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52FE5BD1-17DD-5CF0-711F-28CF3E368330}"/>
                    </a:ext>
                  </a:extLst>
                </p14:cNvPr>
                <p14:cNvContentPartPr/>
                <p14:nvPr/>
              </p14:nvContentPartPr>
              <p14:xfrm>
                <a:off x="430869" y="1450173"/>
                <a:ext cx="44280" cy="3063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52FE5BD1-17DD-5CF0-711F-28CF3E36833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22229" y="1441173"/>
                  <a:ext cx="619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DEA8C23E-4743-86F0-C179-7B549BBD6F54}"/>
                    </a:ext>
                  </a:extLst>
                </p14:cNvPr>
                <p14:cNvContentPartPr/>
                <p14:nvPr/>
              </p14:nvContentPartPr>
              <p14:xfrm>
                <a:off x="520149" y="1604973"/>
                <a:ext cx="77040" cy="13284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DEA8C23E-4743-86F0-C179-7B549BBD6F5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11509" y="1596333"/>
                  <a:ext cx="946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FAE0146D-98D5-F516-C1DC-82D86E54DA9E}"/>
                    </a:ext>
                  </a:extLst>
                </p14:cNvPr>
                <p14:cNvContentPartPr/>
                <p14:nvPr/>
              </p14:nvContentPartPr>
              <p14:xfrm>
                <a:off x="619509" y="1579413"/>
                <a:ext cx="108360" cy="16452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FAE0146D-98D5-F516-C1DC-82D86E54DA9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10509" y="1570773"/>
                  <a:ext cx="126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E66F2EB-4A73-EDDA-541E-75F461ECD7A7}"/>
                    </a:ext>
                  </a:extLst>
                </p14:cNvPr>
                <p14:cNvContentPartPr/>
                <p14:nvPr/>
              </p14:nvContentPartPr>
              <p14:xfrm>
                <a:off x="783669" y="1387533"/>
                <a:ext cx="17640" cy="39060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E66F2EB-4A73-EDDA-541E-75F461ECD7A7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75029" y="1378533"/>
                  <a:ext cx="3528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1847D255-CABD-ED11-B047-0634AB650BF6}"/>
                    </a:ext>
                  </a:extLst>
                </p14:cNvPr>
                <p14:cNvContentPartPr/>
                <p14:nvPr/>
              </p14:nvContentPartPr>
              <p14:xfrm>
                <a:off x="834069" y="1577253"/>
                <a:ext cx="132840" cy="1594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1847D255-CABD-ED11-B047-0634AB650BF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25069" y="1568253"/>
                  <a:ext cx="1504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DAA527C5-DCF8-8BB8-D99B-B915E0AD0069}"/>
                    </a:ext>
                  </a:extLst>
                </p14:cNvPr>
                <p14:cNvContentPartPr/>
                <p14:nvPr/>
              </p14:nvContentPartPr>
              <p14:xfrm>
                <a:off x="1021629" y="1529733"/>
                <a:ext cx="34200" cy="2080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DAA527C5-DCF8-8BB8-D99B-B915E0AD0069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12989" y="1521093"/>
                  <a:ext cx="51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4E232812-D4A6-4BD7-7A1E-9A4F7E507A4A}"/>
                    </a:ext>
                  </a:extLst>
                </p14:cNvPr>
                <p14:cNvContentPartPr/>
                <p14:nvPr/>
              </p14:nvContentPartPr>
              <p14:xfrm>
                <a:off x="983109" y="1600293"/>
                <a:ext cx="101520" cy="136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4E232812-D4A6-4BD7-7A1E-9A4F7E507A4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74469" y="1591653"/>
                  <a:ext cx="119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C96211FA-EFBE-E683-9419-016CFB9B03C7}"/>
                    </a:ext>
                  </a:extLst>
                </p14:cNvPr>
                <p14:cNvContentPartPr/>
                <p14:nvPr/>
              </p14:nvContentPartPr>
              <p14:xfrm>
                <a:off x="1132149" y="1607493"/>
                <a:ext cx="9000" cy="10728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C96211FA-EFBE-E683-9419-016CFB9B03C7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23149" y="1598493"/>
                  <a:ext cx="26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69E0B60B-5DD8-E791-8C66-47D613E69080}"/>
                    </a:ext>
                  </a:extLst>
                </p14:cNvPr>
                <p14:cNvContentPartPr/>
                <p14:nvPr/>
              </p14:nvContentPartPr>
              <p14:xfrm>
                <a:off x="1122069" y="1537293"/>
                <a:ext cx="5760" cy="129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69E0B60B-5DD8-E791-8C66-47D613E6908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113069" y="1528653"/>
                  <a:ext cx="23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BC1F8A9D-AB6E-73D5-B4D9-4541E89D6F8A}"/>
                    </a:ext>
                  </a:extLst>
                </p14:cNvPr>
                <p14:cNvContentPartPr/>
                <p14:nvPr/>
              </p14:nvContentPartPr>
              <p14:xfrm>
                <a:off x="1167429" y="1577973"/>
                <a:ext cx="89640" cy="1386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BC1F8A9D-AB6E-73D5-B4D9-4541E89D6F8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58429" y="1569333"/>
                  <a:ext cx="107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5C5A5E48-348B-DA24-7217-3A85F17C6474}"/>
                    </a:ext>
                  </a:extLst>
                </p14:cNvPr>
                <p14:cNvContentPartPr/>
                <p14:nvPr/>
              </p14:nvContentPartPr>
              <p14:xfrm>
                <a:off x="1331949" y="1553853"/>
                <a:ext cx="71640" cy="18108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5C5A5E48-348B-DA24-7217-3A85F17C6474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322949" y="1545213"/>
                  <a:ext cx="89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B81416C4-DB7E-355B-F895-3AECF407283C}"/>
                    </a:ext>
                  </a:extLst>
                </p14:cNvPr>
                <p14:cNvContentPartPr/>
                <p14:nvPr/>
              </p14:nvContentPartPr>
              <p14:xfrm>
                <a:off x="1451829" y="1566813"/>
                <a:ext cx="111600" cy="2548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B81416C4-DB7E-355B-F895-3AECF407283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443189" y="1558173"/>
                  <a:ext cx="12924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E8927B4A-E127-6CF8-C4D0-4D1167AF73DD}"/>
              </a:ext>
            </a:extLst>
          </p:cNvPr>
          <p:cNvGrpSpPr/>
          <p:nvPr/>
        </p:nvGrpSpPr>
        <p:grpSpPr>
          <a:xfrm>
            <a:off x="3234309" y="1680573"/>
            <a:ext cx="1625760" cy="92880"/>
            <a:chOff x="1710309" y="1680573"/>
            <a:chExt cx="1625760" cy="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A56543F9-AC59-08DB-9312-5CBBB346B0F6}"/>
                    </a:ext>
                  </a:extLst>
                </p14:cNvPr>
                <p14:cNvContentPartPr/>
                <p14:nvPr/>
              </p14:nvContentPartPr>
              <p14:xfrm>
                <a:off x="1710309" y="1704333"/>
                <a:ext cx="1625760" cy="460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A56543F9-AC59-08DB-9312-5CBBB346B0F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701669" y="1695693"/>
                  <a:ext cx="1643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70C35951-1C80-0389-BCB7-A030B5AA40A4}"/>
                    </a:ext>
                  </a:extLst>
                </p14:cNvPr>
                <p14:cNvContentPartPr/>
                <p14:nvPr/>
              </p14:nvContentPartPr>
              <p14:xfrm>
                <a:off x="3240309" y="1680573"/>
                <a:ext cx="93600" cy="9288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70C35951-1C80-0389-BCB7-A030B5AA40A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231309" y="1671573"/>
                  <a:ext cx="111240" cy="11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7ED9F98F-5A60-DA90-2F15-7EA2134A6D1A}"/>
                  </a:ext>
                </a:extLst>
              </p14:cNvPr>
              <p14:cNvContentPartPr/>
              <p14:nvPr/>
            </p14:nvContentPartPr>
            <p14:xfrm>
              <a:off x="4855389" y="1621893"/>
              <a:ext cx="360" cy="360"/>
            </p14:xfrm>
          </p:contentPart>
        </mc:Choice>
        <mc:Fallback xmlns=""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7ED9F98F-5A60-DA90-2F15-7EA2134A6D1A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4846389" y="161289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4" name="Group 493">
            <a:extLst>
              <a:ext uri="{FF2B5EF4-FFF2-40B4-BE49-F238E27FC236}">
                <a16:creationId xmlns:a16="http://schemas.microsoft.com/office/drawing/2014/main" id="{3345E75B-C784-4E43-FF61-87BFBFCE9423}"/>
              </a:ext>
            </a:extLst>
          </p:cNvPr>
          <p:cNvGrpSpPr/>
          <p:nvPr/>
        </p:nvGrpSpPr>
        <p:grpSpPr>
          <a:xfrm>
            <a:off x="3212709" y="1417773"/>
            <a:ext cx="1627200" cy="239760"/>
            <a:chOff x="1688709" y="1417773"/>
            <a:chExt cx="162720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F33AFA75-20B2-7969-7CAF-E7E97F7F87DC}"/>
                    </a:ext>
                  </a:extLst>
                </p14:cNvPr>
                <p14:cNvContentPartPr/>
                <p14:nvPr/>
              </p14:nvContentPartPr>
              <p14:xfrm>
                <a:off x="1688709" y="1584093"/>
                <a:ext cx="1627200" cy="7344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F33AFA75-20B2-7969-7CAF-E7E97F7F87D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680069" y="1575453"/>
                  <a:ext cx="1644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3269B8D7-09B3-FA38-998F-DB05E87C2474}"/>
                    </a:ext>
                  </a:extLst>
                </p14:cNvPr>
                <p14:cNvContentPartPr/>
                <p14:nvPr/>
              </p14:nvContentPartPr>
              <p14:xfrm>
                <a:off x="1796709" y="1445493"/>
                <a:ext cx="111960" cy="1112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3269B8D7-09B3-FA38-998F-DB05E87C247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788069" y="1436493"/>
                  <a:ext cx="129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E417211A-79B2-0669-2B42-92558211795F}"/>
                    </a:ext>
                  </a:extLst>
                </p14:cNvPr>
                <p14:cNvContentPartPr/>
                <p14:nvPr/>
              </p14:nvContentPartPr>
              <p14:xfrm>
                <a:off x="1946109" y="1475013"/>
                <a:ext cx="66600" cy="817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E417211A-79B2-0669-2B42-92558211795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937469" y="1466013"/>
                  <a:ext cx="84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ADA63D0E-AE3A-F340-8FA0-4F3D206037CF}"/>
                    </a:ext>
                  </a:extLst>
                </p14:cNvPr>
                <p14:cNvContentPartPr/>
                <p14:nvPr/>
              </p14:nvContentPartPr>
              <p14:xfrm>
                <a:off x="2051229" y="1459173"/>
                <a:ext cx="5400" cy="9432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ADA63D0E-AE3A-F340-8FA0-4F3D206037C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042589" y="1450533"/>
                  <a:ext cx="230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8FD6C02-1BB1-200F-C52B-90B04D1634B3}"/>
                    </a:ext>
                  </a:extLst>
                </p14:cNvPr>
                <p14:cNvContentPartPr/>
                <p14:nvPr/>
              </p14:nvContentPartPr>
              <p14:xfrm>
                <a:off x="2031069" y="1490853"/>
                <a:ext cx="65880" cy="360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8FD6C02-1BB1-200F-C52B-90B04D1634B3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022429" y="1481853"/>
                  <a:ext cx="83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9ED0FF32-0B88-3E3E-F3D6-C6C7AD2558F9}"/>
                    </a:ext>
                  </a:extLst>
                </p14:cNvPr>
                <p14:cNvContentPartPr/>
                <p14:nvPr/>
              </p14:nvContentPartPr>
              <p14:xfrm>
                <a:off x="2092989" y="1472853"/>
                <a:ext cx="65160" cy="7128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9ED0FF32-0B88-3E3E-F3D6-C6C7AD2558F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084349" y="1463853"/>
                  <a:ext cx="82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3E91E79A-850E-C372-44A4-E5548B07029A}"/>
                    </a:ext>
                  </a:extLst>
                </p14:cNvPr>
                <p14:cNvContentPartPr/>
                <p14:nvPr/>
              </p14:nvContentPartPr>
              <p14:xfrm>
                <a:off x="2258949" y="1473213"/>
                <a:ext cx="6840" cy="7020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3E91E79A-850E-C372-44A4-E5548B07029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249949" y="1464573"/>
                  <a:ext cx="24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BAB40ADD-8777-BDBF-9050-53BFE37D80E1}"/>
                    </a:ext>
                  </a:extLst>
                </p14:cNvPr>
                <p14:cNvContentPartPr/>
                <p14:nvPr/>
              </p14:nvContentPartPr>
              <p14:xfrm>
                <a:off x="2232309" y="1417773"/>
                <a:ext cx="2880" cy="864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BAB40ADD-8777-BDBF-9050-53BFE37D80E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223309" y="1409133"/>
                  <a:ext cx="20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24EC58C2-0EA7-4057-7B6B-A21EEC502D62}"/>
                    </a:ext>
                  </a:extLst>
                </p14:cNvPr>
                <p14:cNvContentPartPr/>
                <p14:nvPr/>
              </p14:nvContentPartPr>
              <p14:xfrm>
                <a:off x="2300709" y="1473933"/>
                <a:ext cx="52920" cy="7128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24EC58C2-0EA7-4057-7B6B-A21EEC502D6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292069" y="1464933"/>
                  <a:ext cx="7056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B6866CDE-C38E-D83A-9641-6BE376BB95EA}"/>
                  </a:ext>
                </a:extLst>
              </p14:cNvPr>
              <p14:cNvContentPartPr/>
              <p14:nvPr/>
            </p14:nvContentPartPr>
            <p14:xfrm>
              <a:off x="3434109" y="2187093"/>
              <a:ext cx="44280" cy="47880"/>
            </p14:xfrm>
          </p:contentPart>
        </mc:Choice>
        <mc:Fallback xmlns=""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B6866CDE-C38E-D83A-9641-6BE376BB95EA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3425109" y="2178093"/>
                <a:ext cx="619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496" name="Ink 495">
                <a:extLst>
                  <a:ext uri="{FF2B5EF4-FFF2-40B4-BE49-F238E27FC236}">
                    <a16:creationId xmlns:a16="http://schemas.microsoft.com/office/drawing/2014/main" id="{5ADA3F41-022E-7EB9-6A93-293D7C984F2C}"/>
                  </a:ext>
                </a:extLst>
              </p14:cNvPr>
              <p14:cNvContentPartPr/>
              <p14:nvPr/>
            </p14:nvContentPartPr>
            <p14:xfrm>
              <a:off x="3447069" y="2386893"/>
              <a:ext cx="37080" cy="41760"/>
            </p14:xfrm>
          </p:contentPart>
        </mc:Choice>
        <mc:Fallback xmlns="">
          <p:pic>
            <p:nvPicPr>
              <p:cNvPr id="496" name="Ink 495">
                <a:extLst>
                  <a:ext uri="{FF2B5EF4-FFF2-40B4-BE49-F238E27FC236}">
                    <a16:creationId xmlns:a16="http://schemas.microsoft.com/office/drawing/2014/main" id="{5ADA3F41-022E-7EB9-6A93-293D7C984F2C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3437981" y="2377893"/>
                <a:ext cx="54893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2A68F9D9-2E77-EA13-EF94-42D49A171FC6}"/>
                  </a:ext>
                </a:extLst>
              </p14:cNvPr>
              <p14:cNvContentPartPr/>
              <p14:nvPr/>
            </p14:nvContentPartPr>
            <p14:xfrm>
              <a:off x="3448509" y="2574813"/>
              <a:ext cx="47160" cy="39600"/>
            </p14:xfrm>
          </p:contentPart>
        </mc:Choice>
        <mc:Fallback xmlns=""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2A68F9D9-2E77-EA13-EF94-42D49A171FC6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3439577" y="2565730"/>
                <a:ext cx="64666" cy="57402"/>
              </a:xfrm>
              <a:prstGeom prst="rect">
                <a:avLst/>
              </a:prstGeom>
            </p:spPr>
          </p:pic>
        </mc:Fallback>
      </mc:AlternateContent>
      <p:grpSp>
        <p:nvGrpSpPr>
          <p:cNvPr id="539" name="Group 538">
            <a:extLst>
              <a:ext uri="{FF2B5EF4-FFF2-40B4-BE49-F238E27FC236}">
                <a16:creationId xmlns:a16="http://schemas.microsoft.com/office/drawing/2014/main" id="{9E9C1671-F4BA-53CE-908E-7BF15AD2EEB4}"/>
              </a:ext>
            </a:extLst>
          </p:cNvPr>
          <p:cNvGrpSpPr/>
          <p:nvPr/>
        </p:nvGrpSpPr>
        <p:grpSpPr>
          <a:xfrm>
            <a:off x="3309189" y="1783893"/>
            <a:ext cx="765000" cy="118440"/>
            <a:chOff x="1785189" y="1783893"/>
            <a:chExt cx="765000" cy="11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3D57ECD3-3CAD-46C7-FA5A-9FFA589C3EF9}"/>
                    </a:ext>
                  </a:extLst>
                </p14:cNvPr>
                <p14:cNvContentPartPr/>
                <p14:nvPr/>
              </p14:nvContentPartPr>
              <p14:xfrm>
                <a:off x="1785189" y="1785693"/>
                <a:ext cx="93600" cy="9828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3D57ECD3-3CAD-46C7-FA5A-9FFA589C3EF9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776189" y="1776693"/>
                  <a:ext cx="111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705D73D0-690B-949F-F827-B4A561321A49}"/>
                    </a:ext>
                  </a:extLst>
                </p14:cNvPr>
                <p14:cNvContentPartPr/>
                <p14:nvPr/>
              </p14:nvContentPartPr>
              <p14:xfrm>
                <a:off x="1908309" y="1796133"/>
                <a:ext cx="84600" cy="9900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705D73D0-690B-949F-F827-B4A561321A4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899309" y="1787493"/>
                  <a:ext cx="102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47CB8D0F-51D5-22AB-B3BF-0A44FC43F219}"/>
                    </a:ext>
                  </a:extLst>
                </p14:cNvPr>
                <p14:cNvContentPartPr/>
                <p14:nvPr/>
              </p14:nvContentPartPr>
              <p14:xfrm>
                <a:off x="2037909" y="1789293"/>
                <a:ext cx="1440" cy="9108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47CB8D0F-51D5-22AB-B3BF-0A44FC43F21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029269" y="1780293"/>
                  <a:ext cx="190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303FED6D-6136-01C6-BAD7-96B1490EFE9C}"/>
                    </a:ext>
                  </a:extLst>
                </p14:cNvPr>
                <p14:cNvContentPartPr/>
                <p14:nvPr/>
              </p14:nvContentPartPr>
              <p14:xfrm>
                <a:off x="2019189" y="1797933"/>
                <a:ext cx="73080" cy="3168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303FED6D-6136-01C6-BAD7-96B1490EFE9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010189" y="1788933"/>
                  <a:ext cx="90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EB31D5CE-B0A7-7A96-D283-4198647DE533}"/>
                    </a:ext>
                  </a:extLst>
                </p14:cNvPr>
                <p14:cNvContentPartPr/>
                <p14:nvPr/>
              </p14:nvContentPartPr>
              <p14:xfrm>
                <a:off x="2114589" y="1805493"/>
                <a:ext cx="51120" cy="7992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EB31D5CE-B0A7-7A96-D283-4198647DE533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105589" y="1796493"/>
                  <a:ext cx="68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A8432FF4-0E1C-FA76-BA4B-DA0748FCF8CD}"/>
                    </a:ext>
                  </a:extLst>
                </p14:cNvPr>
                <p14:cNvContentPartPr/>
                <p14:nvPr/>
              </p14:nvContentPartPr>
              <p14:xfrm>
                <a:off x="2280909" y="1799013"/>
                <a:ext cx="83160" cy="6480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A8432FF4-0E1C-FA76-BA4B-DA0748FCF8C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272269" y="1790013"/>
                  <a:ext cx="100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1F312F04-329B-A66A-D7E2-E43074E4E83E}"/>
                    </a:ext>
                  </a:extLst>
                </p14:cNvPr>
                <p14:cNvContentPartPr/>
                <p14:nvPr/>
              </p14:nvContentPartPr>
              <p14:xfrm>
                <a:off x="2404749" y="1785333"/>
                <a:ext cx="57600" cy="10368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1F312F04-329B-A66A-D7E2-E43074E4E83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395749" y="1776693"/>
                  <a:ext cx="75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6BD4B7BC-A775-A584-D8DA-AC223A5E12D3}"/>
                    </a:ext>
                  </a:extLst>
                </p14:cNvPr>
                <p14:cNvContentPartPr/>
                <p14:nvPr/>
              </p14:nvContentPartPr>
              <p14:xfrm>
                <a:off x="2529309" y="1783893"/>
                <a:ext cx="5040" cy="11844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6BD4B7BC-A775-A584-D8DA-AC223A5E12D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520669" y="1775253"/>
                  <a:ext cx="22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350C264E-9C17-EA08-D71F-44882956DD4C}"/>
                    </a:ext>
                  </a:extLst>
                </p14:cNvPr>
                <p14:cNvContentPartPr/>
                <p14:nvPr/>
              </p14:nvContentPartPr>
              <p14:xfrm>
                <a:off x="2503029" y="1804053"/>
                <a:ext cx="47160" cy="2304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350C264E-9C17-EA08-D71F-44882956DD4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494029" y="1795413"/>
                  <a:ext cx="6480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3E574513-B7C8-7BB2-97F0-B44E2E4919C3}"/>
              </a:ext>
            </a:extLst>
          </p:cNvPr>
          <p:cNvGrpSpPr/>
          <p:nvPr/>
        </p:nvGrpSpPr>
        <p:grpSpPr>
          <a:xfrm>
            <a:off x="6996309" y="3507933"/>
            <a:ext cx="1443960" cy="231120"/>
            <a:chOff x="5472309" y="3507933"/>
            <a:chExt cx="144396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190F9E0B-473B-D3D6-EA17-DC5167930798}"/>
                    </a:ext>
                  </a:extLst>
                </p14:cNvPr>
                <p14:cNvContentPartPr/>
                <p14:nvPr/>
              </p14:nvContentPartPr>
              <p14:xfrm>
                <a:off x="5472309" y="3507933"/>
                <a:ext cx="148680" cy="22212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190F9E0B-473B-D3D6-EA17-DC516793079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463669" y="3499293"/>
                  <a:ext cx="1663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68069AF1-B3CD-F1A5-5DC1-97A7D93F3C95}"/>
                    </a:ext>
                  </a:extLst>
                </p14:cNvPr>
                <p14:cNvContentPartPr/>
                <p14:nvPr/>
              </p14:nvContentPartPr>
              <p14:xfrm>
                <a:off x="5669229" y="3589653"/>
                <a:ext cx="123120" cy="10728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68069AF1-B3CD-F1A5-5DC1-97A7D93F3C95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660589" y="3580653"/>
                  <a:ext cx="1407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DB23D7AE-DFC2-AAF5-60B3-BAEB9B735F5E}"/>
                    </a:ext>
                  </a:extLst>
                </p14:cNvPr>
                <p14:cNvContentPartPr/>
                <p14:nvPr/>
              </p14:nvContentPartPr>
              <p14:xfrm>
                <a:off x="5865429" y="3579573"/>
                <a:ext cx="105840" cy="12204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DB23D7AE-DFC2-AAF5-60B3-BAEB9B735F5E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856429" y="3570933"/>
                  <a:ext cx="1234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06740789-F43E-D254-C445-B3F3F47A6947}"/>
                    </a:ext>
                  </a:extLst>
                </p14:cNvPr>
                <p14:cNvContentPartPr/>
                <p14:nvPr/>
              </p14:nvContentPartPr>
              <p14:xfrm>
                <a:off x="6059469" y="3563373"/>
                <a:ext cx="111600" cy="16200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06740789-F43E-D254-C445-B3F3F47A694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050469" y="3554733"/>
                  <a:ext cx="1292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97254170-7F16-BBA1-9BFB-1251E2B78AE6}"/>
                    </a:ext>
                  </a:extLst>
                </p14:cNvPr>
                <p14:cNvContentPartPr/>
                <p14:nvPr/>
              </p14:nvContentPartPr>
              <p14:xfrm>
                <a:off x="6218589" y="3583893"/>
                <a:ext cx="197280" cy="12132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97254170-7F16-BBA1-9BFB-1251E2B78AE6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209589" y="3574893"/>
                  <a:ext cx="214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E5D18B09-C4C7-E401-90A1-E212261BF46C}"/>
                    </a:ext>
                  </a:extLst>
                </p14:cNvPr>
                <p14:cNvContentPartPr/>
                <p14:nvPr/>
              </p14:nvContentPartPr>
              <p14:xfrm>
                <a:off x="6497589" y="3559413"/>
                <a:ext cx="79920" cy="16344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E5D18B09-C4C7-E401-90A1-E212261BF46C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488589" y="3550773"/>
                  <a:ext cx="97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8B37FE59-35E3-4662-6F66-BF010D9AEC45}"/>
                    </a:ext>
                  </a:extLst>
                </p14:cNvPr>
                <p14:cNvContentPartPr/>
                <p14:nvPr/>
              </p14:nvContentPartPr>
              <p14:xfrm>
                <a:off x="6634389" y="3554013"/>
                <a:ext cx="101520" cy="18504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8B37FE59-35E3-4662-6F66-BF010D9AEC45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625749" y="3545013"/>
                  <a:ext cx="119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C964A6E1-2346-05FE-7D25-713C6B9776C1}"/>
                    </a:ext>
                  </a:extLst>
                </p14:cNvPr>
                <p14:cNvContentPartPr/>
                <p14:nvPr/>
              </p14:nvContentPartPr>
              <p14:xfrm>
                <a:off x="6823029" y="3541413"/>
                <a:ext cx="18000" cy="19152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C964A6E1-2346-05FE-7D25-713C6B9776C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814029" y="3532413"/>
                  <a:ext cx="35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19282203-8477-95C6-2BDA-BB08D4AC5EC1}"/>
                    </a:ext>
                  </a:extLst>
                </p14:cNvPr>
                <p14:cNvContentPartPr/>
                <p14:nvPr/>
              </p14:nvContentPartPr>
              <p14:xfrm>
                <a:off x="6785229" y="3622413"/>
                <a:ext cx="131040" cy="1764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19282203-8477-95C6-2BDA-BB08D4AC5EC1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776589" y="3613773"/>
                  <a:ext cx="14868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8A2AE720-432D-E3E0-2CED-024253A787F6}"/>
              </a:ext>
            </a:extLst>
          </p:cNvPr>
          <p:cNvGrpSpPr/>
          <p:nvPr/>
        </p:nvGrpSpPr>
        <p:grpSpPr>
          <a:xfrm>
            <a:off x="8607669" y="3520533"/>
            <a:ext cx="1380600" cy="224640"/>
            <a:chOff x="7083669" y="3520533"/>
            <a:chExt cx="138060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7F313450-CD39-39B0-46F5-592B9FF0E141}"/>
                    </a:ext>
                  </a:extLst>
                </p14:cNvPr>
                <p14:cNvContentPartPr/>
                <p14:nvPr/>
              </p14:nvContentPartPr>
              <p14:xfrm>
                <a:off x="7083669" y="3560493"/>
                <a:ext cx="131760" cy="16992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7F313450-CD39-39B0-46F5-592B9FF0E141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074669" y="3551853"/>
                  <a:ext cx="149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C79EE873-8F6B-4AD3-7E0C-7D7B8FCDDD79}"/>
                    </a:ext>
                  </a:extLst>
                </p14:cNvPr>
                <p14:cNvContentPartPr/>
                <p14:nvPr/>
              </p14:nvContentPartPr>
              <p14:xfrm>
                <a:off x="7279509" y="3581373"/>
                <a:ext cx="124560" cy="11520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C79EE873-8F6B-4AD3-7E0C-7D7B8FCDDD79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270869" y="3572733"/>
                  <a:ext cx="142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97FE6353-8CBC-EB0A-80D2-8F16AB824EEE}"/>
                    </a:ext>
                  </a:extLst>
                </p14:cNvPr>
                <p14:cNvContentPartPr/>
                <p14:nvPr/>
              </p14:nvContentPartPr>
              <p14:xfrm>
                <a:off x="7455909" y="3556173"/>
                <a:ext cx="82080" cy="14472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97FE6353-8CBC-EB0A-80D2-8F16AB824EEE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447269" y="3547533"/>
                  <a:ext cx="997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040B3DE3-07A1-C692-1F43-6718B366D380}"/>
                    </a:ext>
                  </a:extLst>
                </p14:cNvPr>
                <p14:cNvContentPartPr/>
                <p14:nvPr/>
              </p14:nvContentPartPr>
              <p14:xfrm>
                <a:off x="7622949" y="3572013"/>
                <a:ext cx="87480" cy="14832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040B3DE3-07A1-C692-1F43-6718B366D38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614309" y="3563373"/>
                  <a:ext cx="105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30A4CABE-C12B-B550-592A-C5AC26D0174C}"/>
                    </a:ext>
                  </a:extLst>
                </p14:cNvPr>
                <p14:cNvContentPartPr/>
                <p14:nvPr/>
              </p14:nvContentPartPr>
              <p14:xfrm>
                <a:off x="7775589" y="3578853"/>
                <a:ext cx="69480" cy="14112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30A4CABE-C12B-B550-592A-C5AC26D0174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766949" y="3570213"/>
                  <a:ext cx="87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EE37B717-08E9-A62B-4494-708F6AEB48D5}"/>
                    </a:ext>
                  </a:extLst>
                </p14:cNvPr>
                <p14:cNvContentPartPr/>
                <p14:nvPr/>
              </p14:nvContentPartPr>
              <p14:xfrm>
                <a:off x="7867749" y="3594693"/>
                <a:ext cx="111960" cy="10836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EE37B717-08E9-A62B-4494-708F6AEB48D5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859109" y="3586053"/>
                  <a:ext cx="129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7F0E81AB-6057-1460-AEFF-8BDA7ABAC704}"/>
                    </a:ext>
                  </a:extLst>
                </p14:cNvPr>
                <p14:cNvContentPartPr/>
                <p14:nvPr/>
              </p14:nvContentPartPr>
              <p14:xfrm>
                <a:off x="8049909" y="3520533"/>
                <a:ext cx="21600" cy="22464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7F0E81AB-6057-1460-AEFF-8BDA7ABAC70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040909" y="3511893"/>
                  <a:ext cx="392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963F5D7D-E418-AD6B-0EE2-D858C651BE6F}"/>
                    </a:ext>
                  </a:extLst>
                </p14:cNvPr>
                <p14:cNvContentPartPr/>
                <p14:nvPr/>
              </p14:nvContentPartPr>
              <p14:xfrm>
                <a:off x="8016429" y="3601533"/>
                <a:ext cx="98640" cy="1908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963F5D7D-E418-AD6B-0EE2-D858C651BE6F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007789" y="3592893"/>
                  <a:ext cx="116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20E8B672-73BF-95F9-F85F-52D82E1545C8}"/>
                    </a:ext>
                  </a:extLst>
                </p14:cNvPr>
                <p14:cNvContentPartPr/>
                <p14:nvPr/>
              </p14:nvContentPartPr>
              <p14:xfrm>
                <a:off x="8149269" y="3592173"/>
                <a:ext cx="93960" cy="8136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20E8B672-73BF-95F9-F85F-52D82E1545C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140629" y="3583533"/>
                  <a:ext cx="111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A061C908-64C7-BA8D-DFEC-49C3FF4DD1E7}"/>
                    </a:ext>
                  </a:extLst>
                </p14:cNvPr>
                <p14:cNvContentPartPr/>
                <p14:nvPr/>
              </p14:nvContentPartPr>
              <p14:xfrm>
                <a:off x="8318829" y="3542493"/>
                <a:ext cx="145440" cy="15156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A061C908-64C7-BA8D-DFEC-49C3FF4DD1E7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309829" y="3533853"/>
                  <a:ext cx="163080" cy="16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7">
            <p14:nvContentPartPr>
              <p14:cNvPr id="575" name="Ink 574">
                <a:extLst>
                  <a:ext uri="{FF2B5EF4-FFF2-40B4-BE49-F238E27FC236}">
                    <a16:creationId xmlns:a16="http://schemas.microsoft.com/office/drawing/2014/main" id="{CCDDD800-A3B0-421E-9D16-0EF65B10B57E}"/>
                  </a:ext>
                </a:extLst>
              </p14:cNvPr>
              <p14:cNvContentPartPr/>
              <p14:nvPr/>
            </p14:nvContentPartPr>
            <p14:xfrm>
              <a:off x="6328869" y="1742133"/>
              <a:ext cx="2208960" cy="1748160"/>
            </p14:xfrm>
          </p:contentPart>
        </mc:Choice>
        <mc:Fallback xmlns="">
          <p:pic>
            <p:nvPicPr>
              <p:cNvPr id="575" name="Ink 574">
                <a:extLst>
                  <a:ext uri="{FF2B5EF4-FFF2-40B4-BE49-F238E27FC236}">
                    <a16:creationId xmlns:a16="http://schemas.microsoft.com/office/drawing/2014/main" id="{CCDDD800-A3B0-421E-9D16-0EF65B10B57E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6319868" y="1733133"/>
                <a:ext cx="2226603" cy="176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3" name="Group 602">
            <a:extLst>
              <a:ext uri="{FF2B5EF4-FFF2-40B4-BE49-F238E27FC236}">
                <a16:creationId xmlns:a16="http://schemas.microsoft.com/office/drawing/2014/main" id="{34F37055-8D4E-9F69-187A-AE30B93A575D}"/>
              </a:ext>
            </a:extLst>
          </p:cNvPr>
          <p:cNvGrpSpPr/>
          <p:nvPr/>
        </p:nvGrpSpPr>
        <p:grpSpPr>
          <a:xfrm>
            <a:off x="6478989" y="1636293"/>
            <a:ext cx="1371600" cy="1011240"/>
            <a:chOff x="4954989" y="1636293"/>
            <a:chExt cx="1371600" cy="10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1B22D778-9397-1574-3F05-FA0D913B9D77}"/>
                    </a:ext>
                  </a:extLst>
                </p14:cNvPr>
                <p14:cNvContentPartPr/>
                <p14:nvPr/>
              </p14:nvContentPartPr>
              <p14:xfrm>
                <a:off x="4954989" y="1636293"/>
                <a:ext cx="147960" cy="16704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1B22D778-9397-1574-3F05-FA0D913B9D7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4945989" y="1627653"/>
                  <a:ext cx="165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3BEA64C5-D22E-458E-97B3-8D543C8D7934}"/>
                    </a:ext>
                  </a:extLst>
                </p14:cNvPr>
                <p14:cNvContentPartPr/>
                <p14:nvPr/>
              </p14:nvContentPartPr>
              <p14:xfrm>
                <a:off x="4978029" y="1756533"/>
                <a:ext cx="73080" cy="2124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3BEA64C5-D22E-458E-97B3-8D543C8D793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4969389" y="1747893"/>
                  <a:ext cx="90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89A45562-CDDE-CCCE-E20E-D389A6D75FD0}"/>
                    </a:ext>
                  </a:extLst>
                </p14:cNvPr>
                <p14:cNvContentPartPr/>
                <p14:nvPr/>
              </p14:nvContentPartPr>
              <p14:xfrm>
                <a:off x="5074869" y="1693893"/>
                <a:ext cx="96480" cy="14076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89A45562-CDDE-CCCE-E20E-D389A6D75FD0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066229" y="1685253"/>
                  <a:ext cx="114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4A52309B-6980-E876-7C03-42D77EC518E8}"/>
                    </a:ext>
                  </a:extLst>
                </p14:cNvPr>
                <p14:cNvContentPartPr/>
                <p14:nvPr/>
              </p14:nvContentPartPr>
              <p14:xfrm>
                <a:off x="5138589" y="1718013"/>
                <a:ext cx="102240" cy="11952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4A52309B-6980-E876-7C03-42D77EC518E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129949" y="1709373"/>
                  <a:ext cx="119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8C6A207D-8D16-CB2E-87F0-03C4E551F5D6}"/>
                    </a:ext>
                  </a:extLst>
                </p14:cNvPr>
                <p14:cNvContentPartPr/>
                <p14:nvPr/>
              </p14:nvContentPartPr>
              <p14:xfrm>
                <a:off x="5259189" y="1877493"/>
                <a:ext cx="84600" cy="8316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8C6A207D-8D16-CB2E-87F0-03C4E551F5D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5250189" y="1868853"/>
                  <a:ext cx="102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7B269930-C9CA-29D9-E387-93309C8859D7}"/>
                    </a:ext>
                  </a:extLst>
                </p14:cNvPr>
                <p14:cNvContentPartPr/>
                <p14:nvPr/>
              </p14:nvContentPartPr>
              <p14:xfrm>
                <a:off x="5339829" y="1910973"/>
                <a:ext cx="191520" cy="11412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7B269930-C9CA-29D9-E387-93309C8859D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5330829" y="1901973"/>
                  <a:ext cx="209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44B438A7-E6C0-04AB-4F5E-45E0B91FAF70}"/>
                    </a:ext>
                  </a:extLst>
                </p14:cNvPr>
                <p14:cNvContentPartPr/>
                <p14:nvPr/>
              </p14:nvContentPartPr>
              <p14:xfrm>
                <a:off x="5392389" y="1971093"/>
                <a:ext cx="74160" cy="1908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44B438A7-E6C0-04AB-4F5E-45E0B91FAF70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5383389" y="1962093"/>
                  <a:ext cx="91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72580557-F5A6-3044-1038-D8620E60315E}"/>
                    </a:ext>
                  </a:extLst>
                </p14:cNvPr>
                <p14:cNvContentPartPr/>
                <p14:nvPr/>
              </p14:nvContentPartPr>
              <p14:xfrm>
                <a:off x="5485989" y="1973253"/>
                <a:ext cx="126000" cy="15660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72580557-F5A6-3044-1038-D8620E60315E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5476989" y="1964253"/>
                  <a:ext cx="143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0D4079E4-B822-AAC4-F718-3B108590F121}"/>
                    </a:ext>
                  </a:extLst>
                </p14:cNvPr>
                <p14:cNvContentPartPr/>
                <p14:nvPr/>
              </p14:nvContentPartPr>
              <p14:xfrm>
                <a:off x="5531349" y="2041293"/>
                <a:ext cx="63000" cy="2160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0D4079E4-B822-AAC4-F718-3B108590F121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5522349" y="2032653"/>
                  <a:ext cx="80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1A2C0746-8031-9126-5216-16FC58CD50AC}"/>
                    </a:ext>
                  </a:extLst>
                </p14:cNvPr>
                <p14:cNvContentPartPr/>
                <p14:nvPr/>
              </p14:nvContentPartPr>
              <p14:xfrm>
                <a:off x="5597949" y="2019693"/>
                <a:ext cx="131040" cy="19440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1A2C0746-8031-9126-5216-16FC58CD50A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589309" y="2010693"/>
                  <a:ext cx="1486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4C7B7999-57C4-32D1-83B6-E16FA62E160C}"/>
                    </a:ext>
                  </a:extLst>
                </p14:cNvPr>
                <p14:cNvContentPartPr/>
                <p14:nvPr/>
              </p14:nvContentPartPr>
              <p14:xfrm>
                <a:off x="5728269" y="2169813"/>
                <a:ext cx="136080" cy="9612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4C7B7999-57C4-32D1-83B6-E16FA62E160C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5719629" y="2161173"/>
                  <a:ext cx="153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9259071A-A90F-99C6-9F4F-ECC2F28155EA}"/>
                    </a:ext>
                  </a:extLst>
                </p14:cNvPr>
                <p14:cNvContentPartPr/>
                <p14:nvPr/>
              </p14:nvContentPartPr>
              <p14:xfrm>
                <a:off x="5913669" y="2256933"/>
                <a:ext cx="159480" cy="15228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9259071A-A90F-99C6-9F4F-ECC2F28155EA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5905029" y="2247933"/>
                  <a:ext cx="1771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52AA032E-95D0-348B-1CFB-8C90A4D9FD23}"/>
                    </a:ext>
                  </a:extLst>
                </p14:cNvPr>
                <p14:cNvContentPartPr/>
                <p14:nvPr/>
              </p14:nvContentPartPr>
              <p14:xfrm>
                <a:off x="6038229" y="2374653"/>
                <a:ext cx="150840" cy="14040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52AA032E-95D0-348B-1CFB-8C90A4D9FD23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6029229" y="2365653"/>
                  <a:ext cx="168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4C733FD5-5898-CD4E-672E-3CFACD48656F}"/>
                    </a:ext>
                  </a:extLst>
                </p14:cNvPr>
                <p14:cNvContentPartPr/>
                <p14:nvPr/>
              </p14:nvContentPartPr>
              <p14:xfrm>
                <a:off x="6054069" y="2458173"/>
                <a:ext cx="93600" cy="4464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4C733FD5-5898-CD4E-672E-3CFACD48656F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6045429" y="2449173"/>
                  <a:ext cx="111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165D5164-4DC4-9941-36B4-675772047ED0}"/>
                    </a:ext>
                  </a:extLst>
                </p14:cNvPr>
                <p14:cNvContentPartPr/>
                <p14:nvPr/>
              </p14:nvContentPartPr>
              <p14:xfrm>
                <a:off x="6164949" y="2436213"/>
                <a:ext cx="99000" cy="12636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165D5164-4DC4-9941-36B4-675772047ED0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6155949" y="2427573"/>
                  <a:ext cx="116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AA46C97D-B5D8-D0A9-705F-C8FE03289CF6}"/>
                    </a:ext>
                  </a:extLst>
                </p14:cNvPr>
                <p14:cNvContentPartPr/>
                <p14:nvPr/>
              </p14:nvContentPartPr>
              <p14:xfrm>
                <a:off x="6266109" y="2525133"/>
                <a:ext cx="360" cy="504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AA46C97D-B5D8-D0A9-705F-C8FE03289CF6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6257469" y="2516133"/>
                  <a:ext cx="18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BF203B99-E193-73B8-9E7E-85B79DB9922E}"/>
                    </a:ext>
                  </a:extLst>
                </p14:cNvPr>
                <p14:cNvContentPartPr/>
                <p14:nvPr/>
              </p14:nvContentPartPr>
              <p14:xfrm>
                <a:off x="6179709" y="2430813"/>
                <a:ext cx="130680" cy="6300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BF203B99-E193-73B8-9E7E-85B79DB9922E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6171069" y="2421813"/>
                  <a:ext cx="148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D9C2910C-37EF-D754-FB83-107E09FDA32A}"/>
                    </a:ext>
                  </a:extLst>
                </p14:cNvPr>
                <p14:cNvContentPartPr/>
                <p14:nvPr/>
              </p14:nvContentPartPr>
              <p14:xfrm>
                <a:off x="6209949" y="2505693"/>
                <a:ext cx="116640" cy="14184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D9C2910C-37EF-D754-FB83-107E09FDA32A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6200949" y="2497053"/>
                  <a:ext cx="134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4A4594A3-EE74-65BE-F6C1-C2280BC6C3FF}"/>
                    </a:ext>
                  </a:extLst>
                </p14:cNvPr>
                <p14:cNvContentPartPr/>
                <p14:nvPr/>
              </p14:nvContentPartPr>
              <p14:xfrm>
                <a:off x="6210669" y="2585253"/>
                <a:ext cx="74520" cy="3312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4A4594A3-EE74-65BE-F6C1-C2280BC6C3FF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6202029" y="2576613"/>
                  <a:ext cx="92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2C2F0B43-0F5F-F629-A190-71F01F5BE277}"/>
                    </a:ext>
                  </a:extLst>
                </p14:cNvPr>
                <p14:cNvContentPartPr/>
                <p14:nvPr/>
              </p14:nvContentPartPr>
              <p14:xfrm>
                <a:off x="5132469" y="1840773"/>
                <a:ext cx="37080" cy="3816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2C2F0B43-0F5F-F629-A190-71F01F5BE277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123469" y="1831773"/>
                  <a:ext cx="54720" cy="55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04" name="TextBox 603">
            <a:extLst>
              <a:ext uri="{FF2B5EF4-FFF2-40B4-BE49-F238E27FC236}">
                <a16:creationId xmlns:a16="http://schemas.microsoft.com/office/drawing/2014/main" id="{74864587-DCAB-179E-2748-B4BFD620796B}"/>
              </a:ext>
            </a:extLst>
          </p:cNvPr>
          <p:cNvSpPr txBox="1"/>
          <p:nvPr/>
        </p:nvSpPr>
        <p:spPr>
          <a:xfrm>
            <a:off x="1884997" y="4176453"/>
            <a:ext cx="74667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second slide, </a:t>
            </a:r>
            <a:r>
              <a:rPr lang="en-US" b="1" dirty="0"/>
              <a:t>according</a:t>
            </a:r>
            <a:r>
              <a:rPr lang="en-US" dirty="0"/>
              <a:t> to the </a:t>
            </a:r>
            <a:r>
              <a:rPr lang="en-US" dirty="0">
                <a:hlinkClick r:id="" action="ppaction://hlinkshowjump?jump=previousslide"/>
              </a:rPr>
              <a:t>&lt;</a:t>
            </a:r>
            <a:r>
              <a:rPr lang="en-US" dirty="0" err="1">
                <a:hlinkClick r:id="" action="ppaction://hlinkshowjump?jump=previousslide"/>
              </a:rPr>
              <a:t>SoftWare</a:t>
            </a:r>
            <a:r>
              <a:rPr lang="en-US" dirty="0">
                <a:hlinkClick r:id="" action="ppaction://hlinkshowjump?jump=previousslide"/>
              </a:rPr>
              <a:t> Process&gt; </a:t>
            </a:r>
            <a:r>
              <a:rPr lang="en-US" dirty="0"/>
              <a:t>slide, we’ll begin to perform an analysis on each of these classes:</a:t>
            </a:r>
            <a:br>
              <a:rPr lang="en-US" dirty="0"/>
            </a:br>
            <a:r>
              <a:rPr lang="en-US" dirty="0"/>
              <a:t>Class:</a:t>
            </a:r>
            <a:br>
              <a:rPr lang="en-US" dirty="0"/>
            </a:br>
            <a:r>
              <a:rPr lang="en-US" dirty="0"/>
              <a:t>	Attributes . . .</a:t>
            </a:r>
          </a:p>
          <a:p>
            <a:r>
              <a:rPr lang="en-US" dirty="0"/>
              <a:t>	Methods . . .</a:t>
            </a:r>
          </a:p>
          <a:p>
            <a:r>
              <a:rPr lang="en-US" dirty="0"/>
              <a:t>	.</a:t>
            </a:r>
          </a:p>
          <a:p>
            <a:r>
              <a:rPr lang="en-US" dirty="0"/>
              <a:t>	.</a:t>
            </a:r>
            <a:br>
              <a:rPr lang="en-US" dirty="0"/>
            </a:br>
            <a:r>
              <a:rPr lang="en-US" dirty="0"/>
              <a:t>But in a diagram form!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608" name="Ink 607">
                <a:extLst>
                  <a:ext uri="{FF2B5EF4-FFF2-40B4-BE49-F238E27FC236}">
                    <a16:creationId xmlns:a16="http://schemas.microsoft.com/office/drawing/2014/main" id="{B4516298-AAD7-294F-4B04-D4C5CC399C83}"/>
                  </a:ext>
                </a:extLst>
              </p14:cNvPr>
              <p14:cNvContentPartPr/>
              <p14:nvPr/>
            </p14:nvContentPartPr>
            <p14:xfrm>
              <a:off x="8381589" y="3794133"/>
              <a:ext cx="470160" cy="326520"/>
            </p14:xfrm>
          </p:contentPart>
        </mc:Choice>
        <mc:Fallback xmlns="">
          <p:pic>
            <p:nvPicPr>
              <p:cNvPr id="608" name="Ink 607">
                <a:extLst>
                  <a:ext uri="{FF2B5EF4-FFF2-40B4-BE49-F238E27FC236}">
                    <a16:creationId xmlns:a16="http://schemas.microsoft.com/office/drawing/2014/main" id="{B4516298-AAD7-294F-4B04-D4C5CC399C83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8372589" y="3785133"/>
                <a:ext cx="48780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609" name="Ink 608">
                <a:extLst>
                  <a:ext uri="{FF2B5EF4-FFF2-40B4-BE49-F238E27FC236}">
                    <a16:creationId xmlns:a16="http://schemas.microsoft.com/office/drawing/2014/main" id="{0E2F5122-D80E-91E8-79BC-2F1AD83755F8}"/>
                  </a:ext>
                </a:extLst>
              </p14:cNvPr>
              <p14:cNvContentPartPr/>
              <p14:nvPr/>
            </p14:nvContentPartPr>
            <p14:xfrm>
              <a:off x="1710069" y="1608213"/>
              <a:ext cx="1213920" cy="41040"/>
            </p14:xfrm>
          </p:contentPart>
        </mc:Choice>
        <mc:Fallback xmlns="">
          <p:pic>
            <p:nvPicPr>
              <p:cNvPr id="609" name="Ink 608">
                <a:extLst>
                  <a:ext uri="{FF2B5EF4-FFF2-40B4-BE49-F238E27FC236}">
                    <a16:creationId xmlns:a16="http://schemas.microsoft.com/office/drawing/2014/main" id="{0E2F5122-D80E-91E8-79BC-2F1AD83755F8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1656069" y="1499257"/>
                <a:ext cx="1321560" cy="2585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610" name="Ink 609">
                <a:extLst>
                  <a:ext uri="{FF2B5EF4-FFF2-40B4-BE49-F238E27FC236}">
                    <a16:creationId xmlns:a16="http://schemas.microsoft.com/office/drawing/2014/main" id="{DDF6765E-7ED2-07E2-E2A3-E68DF21EFBB1}"/>
                  </a:ext>
                </a:extLst>
              </p14:cNvPr>
              <p14:cNvContentPartPr/>
              <p14:nvPr/>
            </p14:nvContentPartPr>
            <p14:xfrm>
              <a:off x="6929709" y="3635733"/>
              <a:ext cx="2835000" cy="29160"/>
            </p14:xfrm>
          </p:contentPart>
        </mc:Choice>
        <mc:Fallback xmlns="">
          <p:pic>
            <p:nvPicPr>
              <p:cNvPr id="610" name="Ink 609">
                <a:extLst>
                  <a:ext uri="{FF2B5EF4-FFF2-40B4-BE49-F238E27FC236}">
                    <a16:creationId xmlns:a16="http://schemas.microsoft.com/office/drawing/2014/main" id="{DDF6765E-7ED2-07E2-E2A3-E68DF21EFBB1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6875709" y="3527733"/>
                <a:ext cx="294264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611" name="Ink 610">
                <a:extLst>
                  <a:ext uri="{FF2B5EF4-FFF2-40B4-BE49-F238E27FC236}">
                    <a16:creationId xmlns:a16="http://schemas.microsoft.com/office/drawing/2014/main" id="{7A677407-DC86-4329-B4A8-23F8FCEFBBF0}"/>
                  </a:ext>
                </a:extLst>
              </p14:cNvPr>
              <p14:cNvContentPartPr/>
              <p14:nvPr/>
            </p14:nvContentPartPr>
            <p14:xfrm>
              <a:off x="2782869" y="1619013"/>
              <a:ext cx="280080" cy="29160"/>
            </p14:xfrm>
          </p:contentPart>
        </mc:Choice>
        <mc:Fallback xmlns="">
          <p:pic>
            <p:nvPicPr>
              <p:cNvPr id="611" name="Ink 610">
                <a:extLst>
                  <a:ext uri="{FF2B5EF4-FFF2-40B4-BE49-F238E27FC236}">
                    <a16:creationId xmlns:a16="http://schemas.microsoft.com/office/drawing/2014/main" id="{7A677407-DC86-4329-B4A8-23F8FCEFBBF0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2728869" y="1511013"/>
                <a:ext cx="387720" cy="24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1931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FCCAB2-190C-CD4B-D4A8-65B75D4A902B}"/>
              </a:ext>
            </a:extLst>
          </p:cNvPr>
          <p:cNvSpPr txBox="1"/>
          <p:nvPr/>
        </p:nvSpPr>
        <p:spPr>
          <a:xfrm>
            <a:off x="5448027" y="211959"/>
            <a:ext cx="96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B2CB2C-5170-A047-CFE5-FA3C31992AAE}"/>
                  </a:ext>
                </a:extLst>
              </p14:cNvPr>
              <p14:cNvContentPartPr/>
              <p14:nvPr/>
            </p14:nvContentPartPr>
            <p14:xfrm>
              <a:off x="2500269" y="346329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B2CB2C-5170-A047-CFE5-FA3C31992A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91269" y="345429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CCA622E6-94E8-0BCE-2F50-F3388B016965}"/>
              </a:ext>
            </a:extLst>
          </p:cNvPr>
          <p:cNvGrpSpPr/>
          <p:nvPr/>
        </p:nvGrpSpPr>
        <p:grpSpPr>
          <a:xfrm>
            <a:off x="2300109" y="1194573"/>
            <a:ext cx="562320" cy="234000"/>
            <a:chOff x="776109" y="1194573"/>
            <a:chExt cx="562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927FAC3-6802-96C8-F4CB-DF8047ECFC72}"/>
                    </a:ext>
                  </a:extLst>
                </p14:cNvPr>
                <p14:cNvContentPartPr/>
                <p14:nvPr/>
              </p14:nvContentPartPr>
              <p14:xfrm>
                <a:off x="776109" y="1232733"/>
                <a:ext cx="155520" cy="1702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927FAC3-6802-96C8-F4CB-DF8047ECFC7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7109" y="1224093"/>
                  <a:ext cx="173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52AAC37-CDCE-EBDF-B342-BA4ACC727F21}"/>
                    </a:ext>
                  </a:extLst>
                </p14:cNvPr>
                <p14:cNvContentPartPr/>
                <p14:nvPr/>
              </p14:nvContentPartPr>
              <p14:xfrm>
                <a:off x="951789" y="1283133"/>
                <a:ext cx="61560" cy="126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52AAC37-CDCE-EBDF-B342-BA4ACC727F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2789" y="1274493"/>
                  <a:ext cx="79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0F189F6-EAFB-982C-A98F-D9EA300E730C}"/>
                    </a:ext>
                  </a:extLst>
                </p14:cNvPr>
                <p14:cNvContentPartPr/>
                <p14:nvPr/>
              </p14:nvContentPartPr>
              <p14:xfrm>
                <a:off x="1055469" y="1303653"/>
                <a:ext cx="89280" cy="842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0F189F6-EAFB-982C-A98F-D9EA300E73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6829" y="1294653"/>
                  <a:ext cx="106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F38E09C-5023-382E-243B-EB9A4C1E06E0}"/>
                    </a:ext>
                  </a:extLst>
                </p14:cNvPr>
                <p14:cNvContentPartPr/>
                <p14:nvPr/>
              </p14:nvContentPartPr>
              <p14:xfrm>
                <a:off x="1153749" y="1264413"/>
                <a:ext cx="56880" cy="1641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F38E09C-5023-382E-243B-EB9A4C1E06E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5109" y="1255413"/>
                  <a:ext cx="74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65B6879-549E-13C2-E7FE-D32DAE1E7385}"/>
                    </a:ext>
                  </a:extLst>
                </p14:cNvPr>
                <p14:cNvContentPartPr/>
                <p14:nvPr/>
              </p14:nvContentPartPr>
              <p14:xfrm>
                <a:off x="1203429" y="1194573"/>
                <a:ext cx="360" cy="259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65B6879-549E-13C2-E7FE-D32DAE1E73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94789" y="1185573"/>
                  <a:ext cx="18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B9FAB44-EDF9-9B09-2C66-459B08328101}"/>
                    </a:ext>
                  </a:extLst>
                </p14:cNvPr>
                <p14:cNvContentPartPr/>
                <p14:nvPr/>
              </p14:nvContentPartPr>
              <p14:xfrm>
                <a:off x="1250949" y="1266573"/>
                <a:ext cx="87480" cy="1137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B9FAB44-EDF9-9B09-2C66-459B0832810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42309" y="1257573"/>
                  <a:ext cx="10512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E69C9244-C210-2230-A98E-5F532440AED5}"/>
              </a:ext>
            </a:extLst>
          </p:cNvPr>
          <p:cNvGrpSpPr/>
          <p:nvPr/>
        </p:nvGrpSpPr>
        <p:grpSpPr>
          <a:xfrm>
            <a:off x="2899149" y="1223013"/>
            <a:ext cx="230040" cy="164880"/>
            <a:chOff x="1375149" y="1223013"/>
            <a:chExt cx="230040" cy="1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40260936-512F-44A5-DB08-D9A2A40B6316}"/>
                    </a:ext>
                  </a:extLst>
                </p14:cNvPr>
                <p14:cNvContentPartPr/>
                <p14:nvPr/>
              </p14:nvContentPartPr>
              <p14:xfrm>
                <a:off x="1375149" y="1296093"/>
                <a:ext cx="73440" cy="918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40260936-512F-44A5-DB08-D9A2A40B63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66509" y="1287453"/>
                  <a:ext cx="910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789A9AB-F166-124B-035B-1D3DD1602784}"/>
                    </a:ext>
                  </a:extLst>
                </p14:cNvPr>
                <p14:cNvContentPartPr/>
                <p14:nvPr/>
              </p14:nvContentPartPr>
              <p14:xfrm>
                <a:off x="1558389" y="1223013"/>
                <a:ext cx="9000" cy="1569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789A9AB-F166-124B-035B-1D3DD160278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49749" y="1214013"/>
                  <a:ext cx="26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F8138A5-86E1-BD9B-B4FA-895F9969617F}"/>
                    </a:ext>
                  </a:extLst>
                </p14:cNvPr>
                <p14:cNvContentPartPr/>
                <p14:nvPr/>
              </p14:nvContentPartPr>
              <p14:xfrm>
                <a:off x="1503669" y="1273413"/>
                <a:ext cx="101520" cy="241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F8138A5-86E1-BD9B-B4FA-895F996961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94669" y="1264413"/>
                  <a:ext cx="11916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A5F57AE1-75F1-70B6-ED69-92E2D4FC32F1}"/>
                  </a:ext>
                </a:extLst>
              </p14:cNvPr>
              <p14:cNvContentPartPr/>
              <p14:nvPr/>
            </p14:nvContentPartPr>
            <p14:xfrm>
              <a:off x="3290829" y="1226613"/>
              <a:ext cx="3560760" cy="16380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A5F57AE1-75F1-70B6-ED69-92E2D4FC32F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81829" y="1217613"/>
                <a:ext cx="357840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77710003-2741-233E-10BF-F656C12BB164}"/>
                  </a:ext>
                </a:extLst>
              </p14:cNvPr>
              <p14:cNvContentPartPr/>
              <p14:nvPr/>
            </p14:nvContentPartPr>
            <p14:xfrm>
              <a:off x="8809269" y="1540173"/>
              <a:ext cx="720" cy="1404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77710003-2741-233E-10BF-F656C12BB16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800269" y="1530936"/>
                <a:ext cx="18360" cy="32144"/>
              </a:xfrm>
              <a:prstGeom prst="rect">
                <a:avLst/>
              </a:prstGeom>
            </p:spPr>
          </p:pic>
        </mc:Fallback>
      </mc:AlternateContent>
      <p:grpSp>
        <p:nvGrpSpPr>
          <p:cNvPr id="389" name="Group 388">
            <a:extLst>
              <a:ext uri="{FF2B5EF4-FFF2-40B4-BE49-F238E27FC236}">
                <a16:creationId xmlns:a16="http://schemas.microsoft.com/office/drawing/2014/main" id="{B7CA0F96-B743-9675-5BE7-A93507584D02}"/>
              </a:ext>
            </a:extLst>
          </p:cNvPr>
          <p:cNvGrpSpPr/>
          <p:nvPr/>
        </p:nvGrpSpPr>
        <p:grpSpPr>
          <a:xfrm>
            <a:off x="7037349" y="1520013"/>
            <a:ext cx="833400" cy="302040"/>
            <a:chOff x="5513349" y="1520013"/>
            <a:chExt cx="83340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47FFAC4-6916-54F2-D770-150837A1BC45}"/>
                    </a:ext>
                  </a:extLst>
                </p14:cNvPr>
                <p14:cNvContentPartPr/>
                <p14:nvPr/>
              </p14:nvContentPartPr>
              <p14:xfrm>
                <a:off x="5513349" y="1649253"/>
                <a:ext cx="152280" cy="14220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47FFAC4-6916-54F2-D770-150837A1BC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04349" y="1640613"/>
                  <a:ext cx="1699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B5EE6FD-D91D-9638-F54E-F2EDC7D0E0C9}"/>
                    </a:ext>
                  </a:extLst>
                </p14:cNvPr>
                <p14:cNvContentPartPr/>
                <p14:nvPr/>
              </p14:nvContentPartPr>
              <p14:xfrm>
                <a:off x="5722869" y="1520013"/>
                <a:ext cx="14040" cy="2883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B5EE6FD-D91D-9638-F54E-F2EDC7D0E0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14229" y="1511373"/>
                  <a:ext cx="316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46580D7-2E9D-3DEF-5FFA-1A453802CE9D}"/>
                    </a:ext>
                  </a:extLst>
                </p14:cNvPr>
                <p14:cNvContentPartPr/>
                <p14:nvPr/>
              </p14:nvContentPartPr>
              <p14:xfrm>
                <a:off x="5811789" y="1643493"/>
                <a:ext cx="14760" cy="1425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46580D7-2E9D-3DEF-5FFA-1A453802CE9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03149" y="1634493"/>
                  <a:ext cx="32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F03A8710-8099-3C2D-3FC1-0955F1C3D012}"/>
                    </a:ext>
                  </a:extLst>
                </p14:cNvPr>
                <p14:cNvContentPartPr/>
                <p14:nvPr/>
              </p14:nvContentPartPr>
              <p14:xfrm>
                <a:off x="5797029" y="1583733"/>
                <a:ext cx="1800" cy="129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F03A8710-8099-3C2D-3FC1-0955F1C3D0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88029" y="1574733"/>
                  <a:ext cx="194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BFBBF8D-2B20-CDEA-6ADC-5C693D03636F}"/>
                    </a:ext>
                  </a:extLst>
                </p14:cNvPr>
                <p14:cNvContentPartPr/>
                <p14:nvPr/>
              </p14:nvContentPartPr>
              <p14:xfrm>
                <a:off x="5895669" y="1641333"/>
                <a:ext cx="87480" cy="1494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BFBBF8D-2B20-CDEA-6ADC-5C693D03636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87029" y="1632333"/>
                  <a:ext cx="1051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B700E09E-0D88-4414-7A56-2366C12A546A}"/>
                    </a:ext>
                  </a:extLst>
                </p14:cNvPr>
                <p14:cNvContentPartPr/>
                <p14:nvPr/>
              </p14:nvContentPartPr>
              <p14:xfrm>
                <a:off x="6021669" y="1637373"/>
                <a:ext cx="118080" cy="1846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B700E09E-0D88-4414-7A56-2366C12A54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13029" y="1628733"/>
                  <a:ext cx="135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653AE7E5-A4F0-1BD4-19B9-E516AB3D85C7}"/>
                    </a:ext>
                  </a:extLst>
                </p14:cNvPr>
                <p14:cNvContentPartPr/>
                <p14:nvPr/>
              </p14:nvContentPartPr>
              <p14:xfrm>
                <a:off x="6276549" y="1571133"/>
                <a:ext cx="14040" cy="2314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653AE7E5-A4F0-1BD4-19B9-E516AB3D85C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7549" y="1562493"/>
                  <a:ext cx="31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E3BF4EA-0B60-D63A-CBFF-BEA374A425EC}"/>
                    </a:ext>
                  </a:extLst>
                </p14:cNvPr>
                <p14:cNvContentPartPr/>
                <p14:nvPr/>
              </p14:nvContentPartPr>
              <p14:xfrm>
                <a:off x="6242349" y="1642413"/>
                <a:ext cx="104400" cy="111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E3BF4EA-0B60-D63A-CBFF-BEA374A425E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33349" y="1633413"/>
                  <a:ext cx="12204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B211E744-4399-042F-C502-5BD748817931}"/>
              </a:ext>
            </a:extLst>
          </p:cNvPr>
          <p:cNvGrpSpPr/>
          <p:nvPr/>
        </p:nvGrpSpPr>
        <p:grpSpPr>
          <a:xfrm>
            <a:off x="7061469" y="1999533"/>
            <a:ext cx="1294200" cy="276480"/>
            <a:chOff x="5537469" y="1999533"/>
            <a:chExt cx="129420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72DEB7D4-2AF0-569D-ED53-31DC505DFF96}"/>
                    </a:ext>
                  </a:extLst>
                </p14:cNvPr>
                <p14:cNvContentPartPr/>
                <p14:nvPr/>
              </p14:nvContentPartPr>
              <p14:xfrm>
                <a:off x="5537469" y="2111493"/>
                <a:ext cx="107280" cy="1465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72DEB7D4-2AF0-569D-ED53-31DC505DFF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28829" y="2102853"/>
                  <a:ext cx="124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96D7830-AF37-8B4F-6D00-E9724D25A732}"/>
                    </a:ext>
                  </a:extLst>
                </p14:cNvPr>
                <p14:cNvContentPartPr/>
                <p14:nvPr/>
              </p14:nvContentPartPr>
              <p14:xfrm>
                <a:off x="5694789" y="2143893"/>
                <a:ext cx="96120" cy="10764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96D7830-AF37-8B4F-6D00-E9724D25A7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86149" y="2135253"/>
                  <a:ext cx="1137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EA54ED6A-82C8-1D20-760E-28D06096BE44}"/>
                    </a:ext>
                  </a:extLst>
                </p14:cNvPr>
                <p14:cNvContentPartPr/>
                <p14:nvPr/>
              </p14:nvContentPartPr>
              <p14:xfrm>
                <a:off x="5838789" y="2127693"/>
                <a:ext cx="90000" cy="1116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EA54ED6A-82C8-1D20-760E-28D06096BE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30149" y="2119053"/>
                  <a:ext cx="107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25067225-79C3-727A-5CDB-9FF3B11A7993}"/>
                    </a:ext>
                  </a:extLst>
                </p14:cNvPr>
                <p14:cNvContentPartPr/>
                <p14:nvPr/>
              </p14:nvContentPartPr>
              <p14:xfrm>
                <a:off x="5975229" y="2111853"/>
                <a:ext cx="58320" cy="1540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25067225-79C3-727A-5CDB-9FF3B11A799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66589" y="2102853"/>
                  <a:ext cx="75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E76B5B5B-1EA9-931A-ED0A-B73F56B1CBB5}"/>
                    </a:ext>
                  </a:extLst>
                </p14:cNvPr>
                <p14:cNvContentPartPr/>
                <p14:nvPr/>
              </p14:nvContentPartPr>
              <p14:xfrm>
                <a:off x="6126069" y="2106453"/>
                <a:ext cx="62640" cy="1620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E76B5B5B-1EA9-931A-ED0A-B73F56B1CBB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17069" y="2097813"/>
                  <a:ext cx="80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FF96E023-CB37-4279-B6AB-97571CB93611}"/>
                    </a:ext>
                  </a:extLst>
                </p14:cNvPr>
                <p14:cNvContentPartPr/>
                <p14:nvPr/>
              </p14:nvContentPartPr>
              <p14:xfrm>
                <a:off x="6268629" y="1999533"/>
                <a:ext cx="11160" cy="2419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FF96E023-CB37-4279-B6AB-97571CB936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59989" y="1990533"/>
                  <a:ext cx="28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9E1B1CA1-B4B2-643C-160F-3C45A096E068}"/>
                    </a:ext>
                  </a:extLst>
                </p14:cNvPr>
                <p14:cNvContentPartPr/>
                <p14:nvPr/>
              </p14:nvContentPartPr>
              <p14:xfrm>
                <a:off x="6359709" y="2054973"/>
                <a:ext cx="6840" cy="1702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9E1B1CA1-B4B2-643C-160F-3C45A096E06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50709" y="2045973"/>
                  <a:ext cx="24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83077BFB-8A8C-6DCD-989A-A021C4CB5194}"/>
                    </a:ext>
                  </a:extLst>
                </p14:cNvPr>
                <p14:cNvContentPartPr/>
                <p14:nvPr/>
              </p14:nvContentPartPr>
              <p14:xfrm>
                <a:off x="6339909" y="2117613"/>
                <a:ext cx="88200" cy="198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83077BFB-8A8C-6DCD-989A-A021C4CB519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31269" y="2108613"/>
                  <a:ext cx="105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216607CE-DBB2-C61A-3BF7-46997D2D8B45}"/>
                    </a:ext>
                  </a:extLst>
                </p14:cNvPr>
                <p14:cNvContentPartPr/>
                <p14:nvPr/>
              </p14:nvContentPartPr>
              <p14:xfrm>
                <a:off x="6425229" y="2130933"/>
                <a:ext cx="98640" cy="1033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216607CE-DBB2-C61A-3BF7-46997D2D8B4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16229" y="2121933"/>
                  <a:ext cx="116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100F1B64-6846-0C84-DE07-7905C5A0362A}"/>
                    </a:ext>
                  </a:extLst>
                </p14:cNvPr>
                <p14:cNvContentPartPr/>
                <p14:nvPr/>
              </p14:nvContentPartPr>
              <p14:xfrm>
                <a:off x="6585789" y="2088813"/>
                <a:ext cx="76680" cy="1508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100F1B64-6846-0C84-DE07-7905C5A0362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77149" y="2079813"/>
                  <a:ext cx="94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E3A5A7B7-C400-C1F9-8567-D7F3A9C90B83}"/>
                    </a:ext>
                  </a:extLst>
                </p14:cNvPr>
                <p14:cNvContentPartPr/>
                <p14:nvPr/>
              </p14:nvContentPartPr>
              <p14:xfrm>
                <a:off x="6785229" y="2009973"/>
                <a:ext cx="16920" cy="2660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E3A5A7B7-C400-C1F9-8567-D7F3A9C90B8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76589" y="2001333"/>
                  <a:ext cx="345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11EEC2C8-D4C4-CD22-918F-0E2119C20310}"/>
                    </a:ext>
                  </a:extLst>
                </p14:cNvPr>
                <p14:cNvContentPartPr/>
                <p14:nvPr/>
              </p14:nvContentPartPr>
              <p14:xfrm>
                <a:off x="6737349" y="2099613"/>
                <a:ext cx="94320" cy="147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11EEC2C8-D4C4-CD22-918F-0E2119C2031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28709" y="2090973"/>
                  <a:ext cx="1119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0046EFB6-37C9-1020-1FFF-9EA702FEA483}"/>
              </a:ext>
            </a:extLst>
          </p:cNvPr>
          <p:cNvGrpSpPr/>
          <p:nvPr/>
        </p:nvGrpSpPr>
        <p:grpSpPr>
          <a:xfrm>
            <a:off x="7053909" y="2532333"/>
            <a:ext cx="1323720" cy="182520"/>
            <a:chOff x="5529909" y="2532333"/>
            <a:chExt cx="132372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3760BF11-EF21-BE6C-4C41-555AEA2533C2}"/>
                    </a:ext>
                  </a:extLst>
                </p14:cNvPr>
                <p14:cNvContentPartPr/>
                <p14:nvPr/>
              </p14:nvContentPartPr>
              <p14:xfrm>
                <a:off x="5529909" y="2613333"/>
                <a:ext cx="104400" cy="910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3760BF11-EF21-BE6C-4C41-555AEA2533C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20909" y="2604333"/>
                  <a:ext cx="122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1FDE0424-C7BB-6376-0F1E-A4510DE419CC}"/>
                    </a:ext>
                  </a:extLst>
                </p14:cNvPr>
                <p14:cNvContentPartPr/>
                <p14:nvPr/>
              </p14:nvContentPartPr>
              <p14:xfrm>
                <a:off x="5692989" y="2598933"/>
                <a:ext cx="83520" cy="925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1FDE0424-C7BB-6376-0F1E-A4510DE419C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83989" y="2590293"/>
                  <a:ext cx="101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6683427E-C7D9-2792-E4F6-D37122258A9C}"/>
                    </a:ext>
                  </a:extLst>
                </p14:cNvPr>
                <p14:cNvContentPartPr/>
                <p14:nvPr/>
              </p14:nvContentPartPr>
              <p14:xfrm>
                <a:off x="5807469" y="2583813"/>
                <a:ext cx="89280" cy="1162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6683427E-C7D9-2792-E4F6-D37122258A9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98829" y="2575173"/>
                  <a:ext cx="106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453E7E24-B96D-9A76-8F91-F7BE05600684}"/>
                    </a:ext>
                  </a:extLst>
                </p14:cNvPr>
                <p14:cNvContentPartPr/>
                <p14:nvPr/>
              </p14:nvContentPartPr>
              <p14:xfrm>
                <a:off x="5977389" y="2556093"/>
                <a:ext cx="16920" cy="1461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453E7E24-B96D-9A76-8F91-F7BE0560068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68749" y="2547093"/>
                  <a:ext cx="34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BF7F0200-1507-4258-2C87-C1E69F8E1BF6}"/>
                    </a:ext>
                  </a:extLst>
                </p14:cNvPr>
                <p14:cNvContentPartPr/>
                <p14:nvPr/>
              </p14:nvContentPartPr>
              <p14:xfrm>
                <a:off x="5948949" y="2604333"/>
                <a:ext cx="112320" cy="129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BF7F0200-1507-4258-2C87-C1E69F8E1B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39949" y="2595333"/>
                  <a:ext cx="1299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8B85F498-E0B2-A849-E20C-C33BAEE100EA}"/>
                    </a:ext>
                  </a:extLst>
                </p14:cNvPr>
                <p14:cNvContentPartPr/>
                <p14:nvPr/>
              </p14:nvContentPartPr>
              <p14:xfrm>
                <a:off x="6076749" y="2579853"/>
                <a:ext cx="78120" cy="1191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8B85F498-E0B2-A849-E20C-C33BAEE100E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67749" y="2571213"/>
                  <a:ext cx="957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ED7C18E4-3453-FC64-2FF3-F9B9C8751C19}"/>
                    </a:ext>
                  </a:extLst>
                </p14:cNvPr>
                <p14:cNvContentPartPr/>
                <p14:nvPr/>
              </p14:nvContentPartPr>
              <p14:xfrm>
                <a:off x="6156309" y="2585253"/>
                <a:ext cx="137880" cy="1112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ED7C18E4-3453-FC64-2FF3-F9B9C8751C1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47669" y="2576613"/>
                  <a:ext cx="155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B0E05B57-CDF1-9F26-EC6D-B1AB725ADEC5}"/>
                    </a:ext>
                  </a:extLst>
                </p14:cNvPr>
                <p14:cNvContentPartPr/>
                <p14:nvPr/>
              </p14:nvContentPartPr>
              <p14:xfrm>
                <a:off x="6313989" y="2578413"/>
                <a:ext cx="116640" cy="1177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B0E05B57-CDF1-9F26-EC6D-B1AB725ADEC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05349" y="2569413"/>
                  <a:ext cx="134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2B460AFD-3B5C-92D7-229A-5F7040DD7CDD}"/>
                    </a:ext>
                  </a:extLst>
                </p14:cNvPr>
                <p14:cNvContentPartPr/>
                <p14:nvPr/>
              </p14:nvContentPartPr>
              <p14:xfrm>
                <a:off x="6495429" y="2532333"/>
                <a:ext cx="23400" cy="1825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2B460AFD-3B5C-92D7-229A-5F7040DD7CD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486429" y="2523693"/>
                  <a:ext cx="41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313DBAE6-AC3C-3036-11B9-1D1D6F4A8614}"/>
                    </a:ext>
                  </a:extLst>
                </p14:cNvPr>
                <p14:cNvContentPartPr/>
                <p14:nvPr/>
              </p14:nvContentPartPr>
              <p14:xfrm>
                <a:off x="6440709" y="2606493"/>
                <a:ext cx="134280" cy="118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313DBAE6-AC3C-3036-11B9-1D1D6F4A86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32069" y="2597853"/>
                  <a:ext cx="1519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7E1BB942-CC01-B4C4-BB6B-72E13C1F5590}"/>
                    </a:ext>
                  </a:extLst>
                </p14:cNvPr>
                <p14:cNvContentPartPr/>
                <p14:nvPr/>
              </p14:nvContentPartPr>
              <p14:xfrm>
                <a:off x="6593709" y="2577693"/>
                <a:ext cx="122760" cy="1173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7E1BB942-CC01-B4C4-BB6B-72E13C1F559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85069" y="2569053"/>
                  <a:ext cx="1404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7F5F7064-0C70-D057-DEF2-6AE510C3F6DA}"/>
                    </a:ext>
                  </a:extLst>
                </p14:cNvPr>
                <p14:cNvContentPartPr/>
                <p14:nvPr/>
              </p14:nvContentPartPr>
              <p14:xfrm>
                <a:off x="6766869" y="2552493"/>
                <a:ext cx="86760" cy="1310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7F5F7064-0C70-D057-DEF2-6AE510C3F6D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58229" y="2543853"/>
                  <a:ext cx="10440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DA23956E-3D56-0228-246B-64408AA9FF8E}"/>
              </a:ext>
            </a:extLst>
          </p:cNvPr>
          <p:cNvGrpSpPr/>
          <p:nvPr/>
        </p:nvGrpSpPr>
        <p:grpSpPr>
          <a:xfrm>
            <a:off x="7948149" y="1598493"/>
            <a:ext cx="632520" cy="216360"/>
            <a:chOff x="6424149" y="1598493"/>
            <a:chExt cx="632520" cy="21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291EB13E-33B6-780C-CE8C-8B3FA1700A29}"/>
                    </a:ext>
                  </a:extLst>
                </p14:cNvPr>
                <p14:cNvContentPartPr/>
                <p14:nvPr/>
              </p14:nvContentPartPr>
              <p14:xfrm>
                <a:off x="6424149" y="1598493"/>
                <a:ext cx="75960" cy="2041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291EB13E-33B6-780C-CE8C-8B3FA1700A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15149" y="1589493"/>
                  <a:ext cx="936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1D1F7844-85C2-0A01-A8AB-CC8121A7E686}"/>
                    </a:ext>
                  </a:extLst>
                </p14:cNvPr>
                <p14:cNvContentPartPr/>
                <p14:nvPr/>
              </p14:nvContentPartPr>
              <p14:xfrm>
                <a:off x="6616389" y="1630533"/>
                <a:ext cx="17640" cy="1530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1D1F7844-85C2-0A01-A8AB-CC8121A7E68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607749" y="1621893"/>
                  <a:ext cx="352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0C3B4972-01B3-1749-ED75-1257F9076518}"/>
                    </a:ext>
                  </a:extLst>
                </p14:cNvPr>
                <p14:cNvContentPartPr/>
                <p14:nvPr/>
              </p14:nvContentPartPr>
              <p14:xfrm>
                <a:off x="6589389" y="1697853"/>
                <a:ext cx="92160" cy="1404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0C3B4972-01B3-1749-ED75-1257F90765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80749" y="1688853"/>
                  <a:ext cx="109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8BAA5AA8-90D8-17D8-A313-87B9A2C6F742}"/>
                    </a:ext>
                  </a:extLst>
                </p14:cNvPr>
                <p14:cNvContentPartPr/>
                <p14:nvPr/>
              </p14:nvContentPartPr>
              <p14:xfrm>
                <a:off x="6687309" y="1644573"/>
                <a:ext cx="79920" cy="1702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8BAA5AA8-90D8-17D8-A313-87B9A2C6F74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78669" y="1635573"/>
                  <a:ext cx="97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748ED9AC-75C2-2E14-96C1-0E935FCEE4E4}"/>
                    </a:ext>
                  </a:extLst>
                </p14:cNvPr>
                <p14:cNvContentPartPr/>
                <p14:nvPr/>
              </p14:nvContentPartPr>
              <p14:xfrm>
                <a:off x="6788109" y="1701453"/>
                <a:ext cx="100800" cy="1134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748ED9AC-75C2-2E14-96C1-0E935FCEE4E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79469" y="1692453"/>
                  <a:ext cx="1184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716E9C22-BE22-C993-4A22-2CFF5E089041}"/>
                    </a:ext>
                  </a:extLst>
                </p14:cNvPr>
                <p14:cNvContentPartPr/>
                <p14:nvPr/>
              </p14:nvContentPartPr>
              <p14:xfrm>
                <a:off x="6948669" y="1693533"/>
                <a:ext cx="14760" cy="1108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716E9C22-BE22-C993-4A22-2CFF5E08904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40029" y="1684893"/>
                  <a:ext cx="324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5C71B26D-938E-B132-20A7-5B0445FB87BF}"/>
                    </a:ext>
                  </a:extLst>
                </p14:cNvPr>
                <p14:cNvContentPartPr/>
                <p14:nvPr/>
              </p14:nvContentPartPr>
              <p14:xfrm>
                <a:off x="6959469" y="1630533"/>
                <a:ext cx="7200" cy="2196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5C71B26D-938E-B132-20A7-5B0445FB87B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50469" y="1621533"/>
                  <a:ext cx="24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8FBEB08A-C670-197D-8C85-41939A886426}"/>
                    </a:ext>
                  </a:extLst>
                </p14:cNvPr>
                <p14:cNvContentPartPr/>
                <p14:nvPr/>
              </p14:nvContentPartPr>
              <p14:xfrm>
                <a:off x="6990789" y="1655373"/>
                <a:ext cx="65880" cy="1450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8FBEB08A-C670-197D-8C85-41939A88642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81789" y="1646733"/>
                  <a:ext cx="835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9" name="Group 428">
            <a:extLst>
              <a:ext uri="{FF2B5EF4-FFF2-40B4-BE49-F238E27FC236}">
                <a16:creationId xmlns:a16="http://schemas.microsoft.com/office/drawing/2014/main" id="{DDE799E7-2582-868E-C12E-B43DB00A33DF}"/>
              </a:ext>
            </a:extLst>
          </p:cNvPr>
          <p:cNvGrpSpPr/>
          <p:nvPr/>
        </p:nvGrpSpPr>
        <p:grpSpPr>
          <a:xfrm>
            <a:off x="8835189" y="1562853"/>
            <a:ext cx="513000" cy="234720"/>
            <a:chOff x="7311189" y="1562853"/>
            <a:chExt cx="51300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5E75293C-FDA6-513F-0A79-6B785E2BB4BC}"/>
                    </a:ext>
                  </a:extLst>
                </p14:cNvPr>
                <p14:cNvContentPartPr/>
                <p14:nvPr/>
              </p14:nvContentPartPr>
              <p14:xfrm>
                <a:off x="7311189" y="1698573"/>
                <a:ext cx="81360" cy="9324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5E75293C-FDA6-513F-0A79-6B785E2BB4B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02189" y="1689573"/>
                  <a:ext cx="99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76554DBF-EF55-618D-A863-D81B477FFAC3}"/>
                    </a:ext>
                  </a:extLst>
                </p14:cNvPr>
                <p14:cNvContentPartPr/>
                <p14:nvPr/>
              </p14:nvContentPartPr>
              <p14:xfrm>
                <a:off x="7427469" y="1679493"/>
                <a:ext cx="139320" cy="10368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76554DBF-EF55-618D-A863-D81B477FFAC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18469" y="1670853"/>
                  <a:ext cx="156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C7D2C8A1-0A1B-3137-9BD7-68F6B05AA362}"/>
                    </a:ext>
                  </a:extLst>
                </p14:cNvPr>
                <p14:cNvContentPartPr/>
                <p14:nvPr/>
              </p14:nvContentPartPr>
              <p14:xfrm>
                <a:off x="7602789" y="1664013"/>
                <a:ext cx="86760" cy="13356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C7D2C8A1-0A1B-3137-9BD7-68F6B05AA36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94149" y="1655013"/>
                  <a:ext cx="104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BD3B3E2-022D-6862-A360-90FDAD35DCBD}"/>
                    </a:ext>
                  </a:extLst>
                </p14:cNvPr>
                <p14:cNvContentPartPr/>
                <p14:nvPr/>
              </p14:nvContentPartPr>
              <p14:xfrm>
                <a:off x="7783509" y="1562853"/>
                <a:ext cx="40680" cy="2178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BD3B3E2-022D-6862-A360-90FDAD35DCB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74869" y="1554213"/>
                  <a:ext cx="583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C7EF1A1A-1ED9-F411-8FBB-59739571256B}"/>
              </a:ext>
            </a:extLst>
          </p:cNvPr>
          <p:cNvGrpSpPr/>
          <p:nvPr/>
        </p:nvGrpSpPr>
        <p:grpSpPr>
          <a:xfrm>
            <a:off x="8494989" y="2070453"/>
            <a:ext cx="577080" cy="200160"/>
            <a:chOff x="6970989" y="2070453"/>
            <a:chExt cx="57708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29E9CC21-5023-879D-185B-935443CC3E68}"/>
                    </a:ext>
                  </a:extLst>
                </p14:cNvPr>
                <p14:cNvContentPartPr/>
                <p14:nvPr/>
              </p14:nvContentPartPr>
              <p14:xfrm>
                <a:off x="6970989" y="2070453"/>
                <a:ext cx="61560" cy="20016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29E9CC21-5023-879D-185B-935443CC3E6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962349" y="2061453"/>
                  <a:ext cx="792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82008B7-2350-2C16-88BB-DAA80E8F3CDD}"/>
                    </a:ext>
                  </a:extLst>
                </p14:cNvPr>
                <p14:cNvContentPartPr/>
                <p14:nvPr/>
              </p14:nvContentPartPr>
              <p14:xfrm>
                <a:off x="7146309" y="2103213"/>
                <a:ext cx="5040" cy="12564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82008B7-2350-2C16-88BB-DAA80E8F3CD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37669" y="2094213"/>
                  <a:ext cx="22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274FB09F-F22E-8742-9AF5-48831A60CCB9}"/>
                    </a:ext>
                  </a:extLst>
                </p14:cNvPr>
                <p14:cNvContentPartPr/>
                <p14:nvPr/>
              </p14:nvContentPartPr>
              <p14:xfrm>
                <a:off x="7106349" y="2138133"/>
                <a:ext cx="89280" cy="828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274FB09F-F22E-8742-9AF5-48831A60CCB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97709" y="2129493"/>
                  <a:ext cx="106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A8A82688-457F-C5F6-24B2-3A13C944C4D7}"/>
                    </a:ext>
                  </a:extLst>
                </p14:cNvPr>
                <p14:cNvContentPartPr/>
                <p14:nvPr/>
              </p14:nvContentPartPr>
              <p14:xfrm>
                <a:off x="7205709" y="2094933"/>
                <a:ext cx="70200" cy="13428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A8A82688-457F-C5F6-24B2-3A13C944C4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97069" y="2085933"/>
                  <a:ext cx="878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E8D64F97-93F8-9A76-7176-80B65B6B3577}"/>
                    </a:ext>
                  </a:extLst>
                </p14:cNvPr>
                <p14:cNvContentPartPr/>
                <p14:nvPr/>
              </p14:nvContentPartPr>
              <p14:xfrm>
                <a:off x="7287429" y="2139573"/>
                <a:ext cx="81360" cy="925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E8D64F97-93F8-9A76-7176-80B65B6B357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78789" y="2130573"/>
                  <a:ext cx="99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4C274B5E-8380-F159-1368-0D28DEB29EC1}"/>
                    </a:ext>
                  </a:extLst>
                </p14:cNvPr>
                <p14:cNvContentPartPr/>
                <p14:nvPr/>
              </p14:nvContentPartPr>
              <p14:xfrm>
                <a:off x="7418829" y="2123013"/>
                <a:ext cx="8640" cy="885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4C274B5E-8380-F159-1368-0D28DEB29EC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10189" y="2114013"/>
                  <a:ext cx="26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E4B277ED-AD47-B561-189D-D406DE878118}"/>
                    </a:ext>
                  </a:extLst>
                </p14:cNvPr>
                <p14:cNvContentPartPr/>
                <p14:nvPr/>
              </p14:nvContentPartPr>
              <p14:xfrm>
                <a:off x="7432509" y="2084133"/>
                <a:ext cx="360" cy="1152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E4B277ED-AD47-B561-189D-D406DE87811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23509" y="2075493"/>
                  <a:ext cx="18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3776EB26-AB54-34DA-0330-598FB3C94A70}"/>
                    </a:ext>
                  </a:extLst>
                </p14:cNvPr>
                <p14:cNvContentPartPr/>
                <p14:nvPr/>
              </p14:nvContentPartPr>
              <p14:xfrm>
                <a:off x="7456269" y="2107893"/>
                <a:ext cx="91800" cy="11016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3776EB26-AB54-34DA-0330-598FB3C94A7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47629" y="2099253"/>
                  <a:ext cx="1094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6C0CD0C4-4C04-A89A-6921-4736B1543BA0}"/>
              </a:ext>
            </a:extLst>
          </p:cNvPr>
          <p:cNvGrpSpPr/>
          <p:nvPr/>
        </p:nvGrpSpPr>
        <p:grpSpPr>
          <a:xfrm>
            <a:off x="9225789" y="2034453"/>
            <a:ext cx="437760" cy="200160"/>
            <a:chOff x="7701789" y="2034453"/>
            <a:chExt cx="43776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E2E0CB3B-64EA-71C5-9DB4-B74BB7A1CC7C}"/>
                    </a:ext>
                  </a:extLst>
                </p14:cNvPr>
                <p14:cNvContentPartPr/>
                <p14:nvPr/>
              </p14:nvContentPartPr>
              <p14:xfrm>
                <a:off x="7701789" y="2138853"/>
                <a:ext cx="64800" cy="957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E2E0CB3B-64EA-71C5-9DB4-B74BB7A1CC7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92789" y="2129853"/>
                  <a:ext cx="82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444F1AA9-CC6B-ED7C-AF3C-0DDD3A86A97F}"/>
                    </a:ext>
                  </a:extLst>
                </p14:cNvPr>
                <p14:cNvContentPartPr/>
                <p14:nvPr/>
              </p14:nvContentPartPr>
              <p14:xfrm>
                <a:off x="7827789" y="2129133"/>
                <a:ext cx="120240" cy="788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444F1AA9-CC6B-ED7C-AF3C-0DDD3A86A97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18789" y="2120493"/>
                  <a:ext cx="1378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D59448A0-0BAC-441E-A871-E0E4F1E97940}"/>
                    </a:ext>
                  </a:extLst>
                </p14:cNvPr>
                <p14:cNvContentPartPr/>
                <p14:nvPr/>
              </p14:nvContentPartPr>
              <p14:xfrm>
                <a:off x="7981149" y="2092053"/>
                <a:ext cx="70920" cy="9900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D59448A0-0BAC-441E-A871-E0E4F1E9794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972509" y="2083413"/>
                  <a:ext cx="88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AB6DED50-260A-F8F1-E978-E324FE470933}"/>
                    </a:ext>
                  </a:extLst>
                </p14:cNvPr>
                <p14:cNvContentPartPr/>
                <p14:nvPr/>
              </p14:nvContentPartPr>
              <p14:xfrm>
                <a:off x="8121189" y="2034453"/>
                <a:ext cx="18360" cy="16452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AB6DED50-260A-F8F1-E978-E324FE47093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12549" y="2025813"/>
                  <a:ext cx="3600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03FB3CE9-7BFC-CAF3-9DF4-62479AA59328}"/>
              </a:ext>
            </a:extLst>
          </p:cNvPr>
          <p:cNvGrpSpPr/>
          <p:nvPr/>
        </p:nvGrpSpPr>
        <p:grpSpPr>
          <a:xfrm>
            <a:off x="8504349" y="2539533"/>
            <a:ext cx="579240" cy="221040"/>
            <a:chOff x="6980349" y="2539533"/>
            <a:chExt cx="57924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76AFFBF5-8B44-20D1-9F31-8F1B8735D937}"/>
                    </a:ext>
                  </a:extLst>
                </p14:cNvPr>
                <p14:cNvContentPartPr/>
                <p14:nvPr/>
              </p14:nvContentPartPr>
              <p14:xfrm>
                <a:off x="6980349" y="2539533"/>
                <a:ext cx="54000" cy="2210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76AFFBF5-8B44-20D1-9F31-8F1B8735D93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71349" y="2530533"/>
                  <a:ext cx="71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61A6B74E-50EA-1106-4ED2-0945EAF370DF}"/>
                    </a:ext>
                  </a:extLst>
                </p14:cNvPr>
                <p14:cNvContentPartPr/>
                <p14:nvPr/>
              </p14:nvContentPartPr>
              <p14:xfrm>
                <a:off x="7144149" y="2553573"/>
                <a:ext cx="10440" cy="1306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61A6B74E-50EA-1106-4ED2-0945EAF370D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35149" y="2544933"/>
                  <a:ext cx="28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9E070372-58C8-72A6-3F88-1DCACBA8562D}"/>
                    </a:ext>
                  </a:extLst>
                </p14:cNvPr>
                <p14:cNvContentPartPr/>
                <p14:nvPr/>
              </p14:nvContentPartPr>
              <p14:xfrm>
                <a:off x="7111749" y="2592813"/>
                <a:ext cx="87480" cy="169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9E070372-58C8-72A6-3F88-1DCACBA8562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03109" y="2583813"/>
                  <a:ext cx="105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52E480E4-1716-80E2-78A2-77960F3D6A24}"/>
                    </a:ext>
                  </a:extLst>
                </p14:cNvPr>
                <p14:cNvContentPartPr/>
                <p14:nvPr/>
              </p14:nvContentPartPr>
              <p14:xfrm>
                <a:off x="7198149" y="2550333"/>
                <a:ext cx="69120" cy="1526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52E480E4-1716-80E2-78A2-77960F3D6A2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89149" y="2541333"/>
                  <a:ext cx="86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AC95F721-3A44-B6BF-D7AA-6EDEC0DFC514}"/>
                    </a:ext>
                  </a:extLst>
                </p14:cNvPr>
                <p14:cNvContentPartPr/>
                <p14:nvPr/>
              </p14:nvContentPartPr>
              <p14:xfrm>
                <a:off x="7299669" y="2606133"/>
                <a:ext cx="66960" cy="986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AC95F721-3A44-B6BF-D7AA-6EDEC0DFC51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291029" y="2597493"/>
                  <a:ext cx="84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1984CF5B-F5D2-1FE4-8017-D68252E2905D}"/>
                    </a:ext>
                  </a:extLst>
                </p14:cNvPr>
                <p14:cNvContentPartPr/>
                <p14:nvPr/>
              </p14:nvContentPartPr>
              <p14:xfrm>
                <a:off x="7399029" y="2592813"/>
                <a:ext cx="7200" cy="9864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1984CF5B-F5D2-1FE4-8017-D68252E2905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90029" y="2583813"/>
                  <a:ext cx="24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0A31C78D-670B-925E-E0C5-EEC9D496B806}"/>
                    </a:ext>
                  </a:extLst>
                </p14:cNvPr>
                <p14:cNvContentPartPr/>
                <p14:nvPr/>
              </p14:nvContentPartPr>
              <p14:xfrm>
                <a:off x="7417029" y="2540253"/>
                <a:ext cx="360" cy="1008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0A31C78D-670B-925E-E0C5-EEC9D496B80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408389" y="2531253"/>
                  <a:ext cx="18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34F0EC9B-2613-FB0B-2348-53C141EE753C}"/>
                    </a:ext>
                  </a:extLst>
                </p14:cNvPr>
                <p14:cNvContentPartPr/>
                <p14:nvPr/>
              </p14:nvContentPartPr>
              <p14:xfrm>
                <a:off x="7472469" y="2577693"/>
                <a:ext cx="87120" cy="10980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34F0EC9B-2613-FB0B-2348-53C141EE753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63829" y="2569053"/>
                  <a:ext cx="10476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7CDC9EC8-3CD0-7017-EA0C-085EF99F80BB}"/>
              </a:ext>
            </a:extLst>
          </p:cNvPr>
          <p:cNvGrpSpPr/>
          <p:nvPr/>
        </p:nvGrpSpPr>
        <p:grpSpPr>
          <a:xfrm>
            <a:off x="9221469" y="2484093"/>
            <a:ext cx="480240" cy="230760"/>
            <a:chOff x="7697469" y="2484093"/>
            <a:chExt cx="480240" cy="23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2EB82248-0429-8608-FC05-0CD5EDDC292E}"/>
                    </a:ext>
                  </a:extLst>
                </p14:cNvPr>
                <p14:cNvContentPartPr/>
                <p14:nvPr/>
              </p14:nvContentPartPr>
              <p14:xfrm>
                <a:off x="7697469" y="2588493"/>
                <a:ext cx="74880" cy="8280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2EB82248-0429-8608-FC05-0CD5EDDC292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88829" y="2579493"/>
                  <a:ext cx="925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58CA9B68-3F12-1FC7-4932-7D4B4A9816B9}"/>
                    </a:ext>
                  </a:extLst>
                </p14:cNvPr>
                <p14:cNvContentPartPr/>
                <p14:nvPr/>
              </p14:nvContentPartPr>
              <p14:xfrm>
                <a:off x="7820229" y="2571573"/>
                <a:ext cx="135360" cy="993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58CA9B68-3F12-1FC7-4932-7D4B4A9816B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11589" y="2562573"/>
                  <a:ext cx="153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8D733355-DABD-3C81-85BC-D8B7C5144813}"/>
                    </a:ext>
                  </a:extLst>
                </p14:cNvPr>
                <p14:cNvContentPartPr/>
                <p14:nvPr/>
              </p14:nvContentPartPr>
              <p14:xfrm>
                <a:off x="7983309" y="2562573"/>
                <a:ext cx="75600" cy="11304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8D733355-DABD-3C81-85BC-D8B7C514481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74309" y="2553933"/>
                  <a:ext cx="93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5122DAA7-FFE7-133E-34CE-D73640397107}"/>
                    </a:ext>
                  </a:extLst>
                </p14:cNvPr>
                <p14:cNvContentPartPr/>
                <p14:nvPr/>
              </p14:nvContentPartPr>
              <p14:xfrm>
                <a:off x="8133789" y="2484093"/>
                <a:ext cx="43920" cy="2307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5122DAA7-FFE7-133E-34CE-D7364039710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24789" y="2475453"/>
                  <a:ext cx="6156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C7A12139-342A-44BE-E604-830CBDE7300B}"/>
              </a:ext>
            </a:extLst>
          </p:cNvPr>
          <p:cNvGrpSpPr/>
          <p:nvPr/>
        </p:nvGrpSpPr>
        <p:grpSpPr>
          <a:xfrm>
            <a:off x="7090629" y="2967933"/>
            <a:ext cx="1095840" cy="185760"/>
            <a:chOff x="5566629" y="2967933"/>
            <a:chExt cx="1095840" cy="18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5919A2BF-3B01-514E-834C-649717345085}"/>
                    </a:ext>
                  </a:extLst>
                </p14:cNvPr>
                <p14:cNvContentPartPr/>
                <p14:nvPr/>
              </p14:nvContentPartPr>
              <p14:xfrm>
                <a:off x="5566629" y="2971533"/>
                <a:ext cx="145800" cy="1821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5919A2BF-3B01-514E-834C-64971734508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557629" y="2962533"/>
                  <a:ext cx="163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9CF77BCC-CBC1-596C-C2FB-E5EBA1356A43}"/>
                    </a:ext>
                  </a:extLst>
                </p14:cNvPr>
                <p14:cNvContentPartPr/>
                <p14:nvPr/>
              </p14:nvContentPartPr>
              <p14:xfrm>
                <a:off x="5836989" y="3056493"/>
                <a:ext cx="13680" cy="543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9CF77BCC-CBC1-596C-C2FB-E5EBA1356A4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828349" y="3047853"/>
                  <a:ext cx="31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896A521B-7419-1A35-B8B4-07EFFAE54A0B}"/>
                    </a:ext>
                  </a:extLst>
                </p14:cNvPr>
                <p14:cNvContentPartPr/>
                <p14:nvPr/>
              </p14:nvContentPartPr>
              <p14:xfrm>
                <a:off x="5774349" y="3010773"/>
                <a:ext cx="114840" cy="1144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896A521B-7419-1A35-B8B4-07EFFAE54A0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65709" y="3002133"/>
                  <a:ext cx="132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421F3E3C-DB0C-3F48-774C-03F6A47DE92E}"/>
                    </a:ext>
                  </a:extLst>
                </p14:cNvPr>
                <p14:cNvContentPartPr/>
                <p14:nvPr/>
              </p14:nvContentPartPr>
              <p14:xfrm>
                <a:off x="5920509" y="3004653"/>
                <a:ext cx="56160" cy="1173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421F3E3C-DB0C-3F48-774C-03F6A47DE92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11509" y="2995653"/>
                  <a:ext cx="73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424F6DB2-ADE9-ECC7-5874-CC220E58CC46}"/>
                    </a:ext>
                  </a:extLst>
                </p14:cNvPr>
                <p14:cNvContentPartPr/>
                <p14:nvPr/>
              </p14:nvContentPartPr>
              <p14:xfrm>
                <a:off x="6036789" y="2990973"/>
                <a:ext cx="82800" cy="1270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424F6DB2-ADE9-ECC7-5874-CC220E58CC4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27789" y="2982333"/>
                  <a:ext cx="100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DA5AF265-2149-CF31-DE27-C08778EFB7BE}"/>
                    </a:ext>
                  </a:extLst>
                </p14:cNvPr>
                <p14:cNvContentPartPr/>
                <p14:nvPr/>
              </p14:nvContentPartPr>
              <p14:xfrm>
                <a:off x="6169269" y="2985573"/>
                <a:ext cx="132120" cy="13248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DA5AF265-2149-CF31-DE27-C08778EFB7B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160629" y="2976933"/>
                  <a:ext cx="1497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A35C1B06-53DF-1752-6C55-68230D227538}"/>
                    </a:ext>
                  </a:extLst>
                </p14:cNvPr>
                <p14:cNvContentPartPr/>
                <p14:nvPr/>
              </p14:nvContentPartPr>
              <p14:xfrm>
                <a:off x="6356109" y="2999973"/>
                <a:ext cx="49680" cy="1180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A35C1B06-53DF-1752-6C55-68230D22753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347109" y="2991333"/>
                  <a:ext cx="673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66066DBF-CAC7-1145-4014-2D231F544D8B}"/>
                    </a:ext>
                  </a:extLst>
                </p14:cNvPr>
                <p14:cNvContentPartPr/>
                <p14:nvPr/>
              </p14:nvContentPartPr>
              <p14:xfrm>
                <a:off x="6441789" y="2967933"/>
                <a:ext cx="94320" cy="16992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66066DBF-CAC7-1145-4014-2D231F544D8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33149" y="2958933"/>
                  <a:ext cx="111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3C58ACDF-152D-8CAA-0710-EE4171F4468F}"/>
                    </a:ext>
                  </a:extLst>
                </p14:cNvPr>
                <p14:cNvContentPartPr/>
                <p14:nvPr/>
              </p14:nvContentPartPr>
              <p14:xfrm>
                <a:off x="6589749" y="2984133"/>
                <a:ext cx="16920" cy="14508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3C58ACDF-152D-8CAA-0710-EE4171F4468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81109" y="2975493"/>
                  <a:ext cx="34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1B8D1264-BB74-9765-B278-6659A01E292D}"/>
                    </a:ext>
                  </a:extLst>
                </p14:cNvPr>
                <p14:cNvContentPartPr/>
                <p14:nvPr/>
              </p14:nvContentPartPr>
              <p14:xfrm>
                <a:off x="6585069" y="3032373"/>
                <a:ext cx="77400" cy="90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1B8D1264-BB74-9765-B278-6659A01E292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76429" y="3023733"/>
                  <a:ext cx="950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3" name="Group 482">
            <a:extLst>
              <a:ext uri="{FF2B5EF4-FFF2-40B4-BE49-F238E27FC236}">
                <a16:creationId xmlns:a16="http://schemas.microsoft.com/office/drawing/2014/main" id="{5F913ABC-AA7A-85C7-3CC3-5D8B02DF7664}"/>
              </a:ext>
            </a:extLst>
          </p:cNvPr>
          <p:cNvGrpSpPr/>
          <p:nvPr/>
        </p:nvGrpSpPr>
        <p:grpSpPr>
          <a:xfrm>
            <a:off x="8322189" y="2961453"/>
            <a:ext cx="470520" cy="191880"/>
            <a:chOff x="6798189" y="2961453"/>
            <a:chExt cx="47052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93FABEEC-00B7-A9CD-2368-E3445F4ADF01}"/>
                    </a:ext>
                  </a:extLst>
                </p14:cNvPr>
                <p14:cNvContentPartPr/>
                <p14:nvPr/>
              </p14:nvContentPartPr>
              <p14:xfrm>
                <a:off x="6823389" y="2961453"/>
                <a:ext cx="10080" cy="1760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93FABEEC-00B7-A9CD-2368-E3445F4ADF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814389" y="2952813"/>
                  <a:ext cx="27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5A2B34E4-6716-30FA-B08C-820B978237FB}"/>
                    </a:ext>
                  </a:extLst>
                </p14:cNvPr>
                <p14:cNvContentPartPr/>
                <p14:nvPr/>
              </p14:nvContentPartPr>
              <p14:xfrm>
                <a:off x="6798189" y="3028773"/>
                <a:ext cx="108720" cy="154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5A2B34E4-6716-30FA-B08C-820B978237F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789549" y="3019773"/>
                  <a:ext cx="126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BA215FE2-7F83-A235-50C8-B2A269608942}"/>
                    </a:ext>
                  </a:extLst>
                </p14:cNvPr>
                <p14:cNvContentPartPr/>
                <p14:nvPr/>
              </p14:nvContentPartPr>
              <p14:xfrm>
                <a:off x="6949029" y="3021933"/>
                <a:ext cx="14760" cy="10008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BA215FE2-7F83-A235-50C8-B2A26960894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940029" y="3012933"/>
                  <a:ext cx="32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701595D3-B3D1-7783-963D-E83F1146DB2A}"/>
                    </a:ext>
                  </a:extLst>
                </p14:cNvPr>
                <p14:cNvContentPartPr/>
                <p14:nvPr/>
              </p14:nvContentPartPr>
              <p14:xfrm>
                <a:off x="6969549" y="2962173"/>
                <a:ext cx="3240" cy="900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701595D3-B3D1-7783-963D-E83F1146DB2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960549" y="2953173"/>
                  <a:ext cx="20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CDEA3062-9189-FBFB-53DF-ABEED8361FC3}"/>
                    </a:ext>
                  </a:extLst>
                </p14:cNvPr>
                <p14:cNvContentPartPr/>
                <p14:nvPr/>
              </p14:nvContentPartPr>
              <p14:xfrm>
                <a:off x="7035789" y="2962173"/>
                <a:ext cx="5760" cy="16524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CDEA3062-9189-FBFB-53DF-ABEED8361FC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027149" y="2953173"/>
                  <a:ext cx="234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1A378862-53DA-6948-4DE2-C04034E4E088}"/>
                    </a:ext>
                  </a:extLst>
                </p14:cNvPr>
                <p14:cNvContentPartPr/>
                <p14:nvPr/>
              </p14:nvContentPartPr>
              <p14:xfrm>
                <a:off x="7005189" y="3015453"/>
                <a:ext cx="92880" cy="187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1A378862-53DA-6948-4DE2-C04034E4E08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996189" y="3006813"/>
                  <a:ext cx="110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87395C2E-F217-011C-CED3-628B593E51A7}"/>
                    </a:ext>
                  </a:extLst>
                </p14:cNvPr>
                <p14:cNvContentPartPr/>
                <p14:nvPr/>
              </p14:nvContentPartPr>
              <p14:xfrm>
                <a:off x="7111029" y="2961453"/>
                <a:ext cx="14760" cy="1918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87395C2E-F217-011C-CED3-628B593E51A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102389" y="2952813"/>
                  <a:ext cx="32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77D9CEFA-8C7A-E0CE-C09E-D209D407B80C}"/>
                    </a:ext>
                  </a:extLst>
                </p14:cNvPr>
                <p14:cNvContentPartPr/>
                <p14:nvPr/>
              </p14:nvContentPartPr>
              <p14:xfrm>
                <a:off x="7170069" y="2997813"/>
                <a:ext cx="98640" cy="13932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77D9CEFA-8C7A-E0CE-C09E-D209D407B80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161429" y="2989173"/>
                  <a:ext cx="1162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A0FE97E0-CB0B-346E-90AB-E6995328D0F3}"/>
              </a:ext>
            </a:extLst>
          </p:cNvPr>
          <p:cNvGrpSpPr/>
          <p:nvPr/>
        </p:nvGrpSpPr>
        <p:grpSpPr>
          <a:xfrm>
            <a:off x="7111509" y="3446373"/>
            <a:ext cx="279000" cy="204840"/>
            <a:chOff x="5587509" y="3446373"/>
            <a:chExt cx="27900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CF687655-92B4-44DF-4FC0-4018D4D88870}"/>
                    </a:ext>
                  </a:extLst>
                </p14:cNvPr>
                <p14:cNvContentPartPr/>
                <p14:nvPr/>
              </p14:nvContentPartPr>
              <p14:xfrm>
                <a:off x="5587509" y="3446373"/>
                <a:ext cx="146520" cy="2048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CF687655-92B4-44DF-4FC0-4018D4D8887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578869" y="3437733"/>
                  <a:ext cx="164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3A7032C4-C5DA-619D-21F4-4FC8014E69C4}"/>
                    </a:ext>
                  </a:extLst>
                </p14:cNvPr>
                <p14:cNvContentPartPr/>
                <p14:nvPr/>
              </p14:nvContentPartPr>
              <p14:xfrm>
                <a:off x="5624229" y="3538533"/>
                <a:ext cx="36360" cy="658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3A7032C4-C5DA-619D-21F4-4FC8014E69C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615589" y="3529533"/>
                  <a:ext cx="54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DB2A83BD-4AB0-DF27-CF69-461061B789A4}"/>
                    </a:ext>
                  </a:extLst>
                </p14:cNvPr>
                <p14:cNvContentPartPr/>
                <p14:nvPr/>
              </p14:nvContentPartPr>
              <p14:xfrm>
                <a:off x="5766429" y="3520533"/>
                <a:ext cx="100080" cy="12672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DB2A83BD-4AB0-DF27-CF69-461061B789A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757789" y="3511893"/>
                  <a:ext cx="11772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6CC8B07C-64BD-8C18-559E-CBC05FA7D833}"/>
              </a:ext>
            </a:extLst>
          </p:cNvPr>
          <p:cNvGrpSpPr/>
          <p:nvPr/>
        </p:nvGrpSpPr>
        <p:grpSpPr>
          <a:xfrm>
            <a:off x="7476909" y="3438093"/>
            <a:ext cx="676080" cy="186480"/>
            <a:chOff x="5952909" y="3438093"/>
            <a:chExt cx="67608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577682E7-862D-1607-99A5-F5D204BF0910}"/>
                    </a:ext>
                  </a:extLst>
                </p14:cNvPr>
                <p14:cNvContentPartPr/>
                <p14:nvPr/>
              </p14:nvContentPartPr>
              <p14:xfrm>
                <a:off x="5952909" y="3466893"/>
                <a:ext cx="104040" cy="1512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577682E7-862D-1607-99A5-F5D204BF091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943909" y="3458253"/>
                  <a:ext cx="121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F5D891E1-5F99-A5F3-9423-96C70D772293}"/>
                    </a:ext>
                  </a:extLst>
                </p14:cNvPr>
                <p14:cNvContentPartPr/>
                <p14:nvPr/>
              </p14:nvContentPartPr>
              <p14:xfrm>
                <a:off x="6098349" y="3513333"/>
                <a:ext cx="13320" cy="10404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F5D891E1-5F99-A5F3-9423-96C70D77229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089709" y="3504693"/>
                  <a:ext cx="30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7E60BCED-34DB-EC63-F91B-648FF3753628}"/>
                    </a:ext>
                  </a:extLst>
                </p14:cNvPr>
                <p14:cNvContentPartPr/>
                <p14:nvPr/>
              </p14:nvContentPartPr>
              <p14:xfrm>
                <a:off x="6100509" y="3453933"/>
                <a:ext cx="360" cy="36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7E60BCED-34DB-EC63-F91B-648FF375362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091509" y="34452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99C52BE7-8B23-D580-A145-4A62BEFC7B8D}"/>
                    </a:ext>
                  </a:extLst>
                </p14:cNvPr>
                <p14:cNvContentPartPr/>
                <p14:nvPr/>
              </p14:nvContentPartPr>
              <p14:xfrm>
                <a:off x="6177909" y="3479493"/>
                <a:ext cx="88920" cy="14508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99C52BE7-8B23-D580-A145-4A62BEFC7B8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68909" y="3470853"/>
                  <a:ext cx="106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1F9BACED-9FDD-0612-CC26-76C5FE619A78}"/>
                    </a:ext>
                  </a:extLst>
                </p14:cNvPr>
                <p14:cNvContentPartPr/>
                <p14:nvPr/>
              </p14:nvContentPartPr>
              <p14:xfrm>
                <a:off x="6311109" y="3525933"/>
                <a:ext cx="21600" cy="8964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1F9BACED-9FDD-0612-CC26-76C5FE619A7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02469" y="3516933"/>
                  <a:ext cx="39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D2476430-6E16-F23E-E1FE-BC65392A8CEA}"/>
                    </a:ext>
                  </a:extLst>
                </p14:cNvPr>
                <p14:cNvContentPartPr/>
                <p14:nvPr/>
              </p14:nvContentPartPr>
              <p14:xfrm>
                <a:off x="6337749" y="3438093"/>
                <a:ext cx="7560" cy="1224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D2476430-6E16-F23E-E1FE-BC65392A8CE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328749" y="3429453"/>
                  <a:ext cx="25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3738EA41-B085-FD15-C35D-2E753948440D}"/>
                    </a:ext>
                  </a:extLst>
                </p14:cNvPr>
                <p14:cNvContentPartPr/>
                <p14:nvPr/>
              </p14:nvContentPartPr>
              <p14:xfrm>
                <a:off x="6362229" y="3501453"/>
                <a:ext cx="98640" cy="9684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3738EA41-B085-FD15-C35D-2E753948440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353229" y="3492813"/>
                  <a:ext cx="116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9653DD78-7485-352B-BBA4-8113E803E366}"/>
                    </a:ext>
                  </a:extLst>
                </p14:cNvPr>
                <p14:cNvContentPartPr/>
                <p14:nvPr/>
              </p14:nvContentPartPr>
              <p14:xfrm>
                <a:off x="6546549" y="3463293"/>
                <a:ext cx="82440" cy="14040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9653DD78-7485-352B-BBA4-8113E803E36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537909" y="3454653"/>
                  <a:ext cx="10008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536" name="Ink 535">
                <a:extLst>
                  <a:ext uri="{FF2B5EF4-FFF2-40B4-BE49-F238E27FC236}">
                    <a16:creationId xmlns:a16="http://schemas.microsoft.com/office/drawing/2014/main" id="{7CFE33F4-6EA5-6D4F-E819-922239E9665C}"/>
                  </a:ext>
                </a:extLst>
              </p14:cNvPr>
              <p14:cNvContentPartPr/>
              <p14:nvPr/>
            </p14:nvContentPartPr>
            <p14:xfrm>
              <a:off x="9227949" y="3856053"/>
              <a:ext cx="73440" cy="100800"/>
            </p14:xfrm>
          </p:contentPart>
        </mc:Choice>
        <mc:Fallback xmlns="">
          <p:pic>
            <p:nvPicPr>
              <p:cNvPr id="536" name="Ink 535">
                <a:extLst>
                  <a:ext uri="{FF2B5EF4-FFF2-40B4-BE49-F238E27FC236}">
                    <a16:creationId xmlns:a16="http://schemas.microsoft.com/office/drawing/2014/main" id="{7CFE33F4-6EA5-6D4F-E819-922239E9665C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218949" y="3847053"/>
                <a:ext cx="91080" cy="11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8" name="Group 537">
            <a:extLst>
              <a:ext uri="{FF2B5EF4-FFF2-40B4-BE49-F238E27FC236}">
                <a16:creationId xmlns:a16="http://schemas.microsoft.com/office/drawing/2014/main" id="{511CFC12-6FD5-4346-F09E-022BBB488DF7}"/>
              </a:ext>
            </a:extLst>
          </p:cNvPr>
          <p:cNvGrpSpPr/>
          <p:nvPr/>
        </p:nvGrpSpPr>
        <p:grpSpPr>
          <a:xfrm>
            <a:off x="7124469" y="3802773"/>
            <a:ext cx="1968840" cy="264240"/>
            <a:chOff x="5600469" y="3802773"/>
            <a:chExt cx="196884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9FAAB393-99B6-245A-6D05-D1FCF12B8ABD}"/>
                    </a:ext>
                  </a:extLst>
                </p14:cNvPr>
                <p14:cNvContentPartPr/>
                <p14:nvPr/>
              </p14:nvContentPartPr>
              <p14:xfrm>
                <a:off x="5600469" y="3862533"/>
                <a:ext cx="163800" cy="20448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9FAAB393-99B6-245A-6D05-D1FCF12B8AB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591829" y="3853893"/>
                  <a:ext cx="181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6A42DCBB-177F-E7E0-B3EE-7DAAC1CABC8C}"/>
                    </a:ext>
                  </a:extLst>
                </p14:cNvPr>
                <p14:cNvContentPartPr/>
                <p14:nvPr/>
              </p14:nvContentPartPr>
              <p14:xfrm>
                <a:off x="5804229" y="3916893"/>
                <a:ext cx="119160" cy="12204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6A42DCBB-177F-E7E0-B3EE-7DAAC1CABC8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795229" y="3907893"/>
                  <a:ext cx="1368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5B9323B2-DDD1-2565-BB3A-BFDA919F98A4}"/>
                    </a:ext>
                  </a:extLst>
                </p14:cNvPr>
                <p14:cNvContentPartPr/>
                <p14:nvPr/>
              </p14:nvContentPartPr>
              <p14:xfrm>
                <a:off x="5960469" y="3920493"/>
                <a:ext cx="100440" cy="14004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5B9323B2-DDD1-2565-BB3A-BFDA919F98A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51829" y="3911493"/>
                  <a:ext cx="118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8451FD2A-BC97-C4A4-8656-5E7845A9A129}"/>
                    </a:ext>
                  </a:extLst>
                </p14:cNvPr>
                <p14:cNvContentPartPr/>
                <p14:nvPr/>
              </p14:nvContentPartPr>
              <p14:xfrm>
                <a:off x="6131829" y="3891693"/>
                <a:ext cx="83880" cy="14616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8451FD2A-BC97-C4A4-8656-5E7845A9A12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122829" y="3882693"/>
                  <a:ext cx="101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F2A2F74D-9277-23D3-FE89-ED693E32EF61}"/>
                    </a:ext>
                  </a:extLst>
                </p14:cNvPr>
                <p14:cNvContentPartPr/>
                <p14:nvPr/>
              </p14:nvContentPartPr>
              <p14:xfrm>
                <a:off x="6266109" y="3900333"/>
                <a:ext cx="129600" cy="10260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F2A2F74D-9277-23D3-FE89-ED693E32EF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57469" y="3891333"/>
                  <a:ext cx="147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B0807A2D-8106-110B-2DF4-AEAF7FAFA224}"/>
                    </a:ext>
                  </a:extLst>
                </p14:cNvPr>
                <p14:cNvContentPartPr/>
                <p14:nvPr/>
              </p14:nvContentPartPr>
              <p14:xfrm>
                <a:off x="6451869" y="3863253"/>
                <a:ext cx="92160" cy="17280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B0807A2D-8106-110B-2DF4-AEAF7FAFA22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443229" y="3854253"/>
                  <a:ext cx="109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3AA7E881-2EE7-D90A-2537-741FACB4B7A8}"/>
                    </a:ext>
                  </a:extLst>
                </p14:cNvPr>
                <p14:cNvContentPartPr/>
                <p14:nvPr/>
              </p14:nvContentPartPr>
              <p14:xfrm>
                <a:off x="6554829" y="3875493"/>
                <a:ext cx="81720" cy="11412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3AA7E881-2EE7-D90A-2537-741FACB4B7A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545829" y="3866853"/>
                  <a:ext cx="99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6BC2A96B-AFE5-9C1C-47F5-995E6220DE8E}"/>
                    </a:ext>
                  </a:extLst>
                </p14:cNvPr>
                <p14:cNvContentPartPr/>
                <p14:nvPr/>
              </p14:nvContentPartPr>
              <p14:xfrm>
                <a:off x="6751389" y="3802773"/>
                <a:ext cx="17640" cy="20196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6BC2A96B-AFE5-9C1C-47F5-995E6220DE8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42749" y="3793773"/>
                  <a:ext cx="352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14601FD8-48E4-AD54-AE9F-C864F59643EB}"/>
                    </a:ext>
                  </a:extLst>
                </p14:cNvPr>
                <p14:cNvContentPartPr/>
                <p14:nvPr/>
              </p14:nvContentPartPr>
              <p14:xfrm>
                <a:off x="6741309" y="3873693"/>
                <a:ext cx="98280" cy="1908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14601FD8-48E4-AD54-AE9F-C864F59643E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732669" y="3864693"/>
                  <a:ext cx="115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A7FDEC24-795B-2FAD-DB61-59CAD4358E4C}"/>
                    </a:ext>
                  </a:extLst>
                </p14:cNvPr>
                <p14:cNvContentPartPr/>
                <p14:nvPr/>
              </p14:nvContentPartPr>
              <p14:xfrm>
                <a:off x="6908349" y="3811053"/>
                <a:ext cx="115560" cy="19440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A7FDEC24-795B-2FAD-DB61-59CAD4358E4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899349" y="3802053"/>
                  <a:ext cx="1332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A8C87FCB-57D3-4C32-2AC2-C6E051ED81E8}"/>
                    </a:ext>
                  </a:extLst>
                </p14:cNvPr>
                <p14:cNvContentPartPr/>
                <p14:nvPr/>
              </p14:nvContentPartPr>
              <p14:xfrm>
                <a:off x="7118229" y="3820053"/>
                <a:ext cx="54720" cy="14292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A8C87FCB-57D3-4C32-2AC2-C6E051ED81E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09589" y="3811413"/>
                  <a:ext cx="72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6CED6C32-5837-CF23-77EE-184758208BFD}"/>
                    </a:ext>
                  </a:extLst>
                </p14:cNvPr>
                <p14:cNvContentPartPr/>
                <p14:nvPr/>
              </p14:nvContentPartPr>
              <p14:xfrm>
                <a:off x="7221909" y="3838413"/>
                <a:ext cx="149400" cy="14256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6CED6C32-5837-CF23-77EE-184758208BF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212909" y="3829773"/>
                  <a:ext cx="167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D99B70E8-BF85-7AE5-32E9-7F9CC55167CC}"/>
                    </a:ext>
                  </a:extLst>
                </p14:cNvPr>
                <p14:cNvContentPartPr/>
                <p14:nvPr/>
              </p14:nvContentPartPr>
              <p14:xfrm>
                <a:off x="7515309" y="3929133"/>
                <a:ext cx="54000" cy="36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D99B70E8-BF85-7AE5-32E9-7F9CC55167C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506669" y="3920133"/>
                  <a:ext cx="71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472402F7-9AD5-A8AD-0DDF-6E62C20FA29C}"/>
                    </a:ext>
                  </a:extLst>
                </p14:cNvPr>
                <p14:cNvContentPartPr/>
                <p14:nvPr/>
              </p14:nvContentPartPr>
              <p14:xfrm>
                <a:off x="7457709" y="3850653"/>
                <a:ext cx="111600" cy="432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472402F7-9AD5-A8AD-0DDF-6E62C20FA29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448709" y="3842013"/>
                  <a:ext cx="129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076A8608-D2F4-C197-F069-5B2A946A0699}"/>
                    </a:ext>
                  </a:extLst>
                </p14:cNvPr>
                <p14:cNvContentPartPr/>
                <p14:nvPr/>
              </p14:nvContentPartPr>
              <p14:xfrm>
                <a:off x="7457709" y="3914013"/>
                <a:ext cx="55440" cy="1044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076A8608-D2F4-C197-F069-5B2A946A069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448709" y="3905373"/>
                  <a:ext cx="730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5" name="Group 554">
            <a:extLst>
              <a:ext uri="{FF2B5EF4-FFF2-40B4-BE49-F238E27FC236}">
                <a16:creationId xmlns:a16="http://schemas.microsoft.com/office/drawing/2014/main" id="{2D245064-BD61-62B7-F18C-E1E1ABAF8973}"/>
              </a:ext>
            </a:extLst>
          </p:cNvPr>
          <p:cNvGrpSpPr/>
          <p:nvPr/>
        </p:nvGrpSpPr>
        <p:grpSpPr>
          <a:xfrm>
            <a:off x="4882029" y="1037253"/>
            <a:ext cx="883440" cy="198000"/>
            <a:chOff x="3358029" y="1037253"/>
            <a:chExt cx="88344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2E6AE4B8-05F5-3C4D-6D18-DE1D2FC12235}"/>
                    </a:ext>
                  </a:extLst>
                </p14:cNvPr>
                <p14:cNvContentPartPr/>
                <p14:nvPr/>
              </p14:nvContentPartPr>
              <p14:xfrm>
                <a:off x="3358029" y="1081533"/>
                <a:ext cx="86760" cy="13788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2E6AE4B8-05F5-3C4D-6D18-DE1D2FC1223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349029" y="1072893"/>
                  <a:ext cx="104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64800CC2-896B-C98A-2B9F-FB3EFA664306}"/>
                    </a:ext>
                  </a:extLst>
                </p14:cNvPr>
                <p14:cNvContentPartPr/>
                <p14:nvPr/>
              </p14:nvContentPartPr>
              <p14:xfrm>
                <a:off x="3398349" y="1178013"/>
                <a:ext cx="60120" cy="864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64800CC2-896B-C98A-2B9F-FB3EFA66430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389709" y="1169013"/>
                  <a:ext cx="777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2D375111-629A-5FDB-5700-CC9C6BE40CD8}"/>
                    </a:ext>
                  </a:extLst>
                </p14:cNvPr>
                <p14:cNvContentPartPr/>
                <p14:nvPr/>
              </p14:nvContentPartPr>
              <p14:xfrm>
                <a:off x="3528669" y="1088733"/>
                <a:ext cx="12960" cy="14652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2D375111-629A-5FDB-5700-CC9C6BE40CD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519669" y="1080093"/>
                  <a:ext cx="306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95996579-4576-23C8-31D2-E89881E32B62}"/>
                    </a:ext>
                  </a:extLst>
                </p14:cNvPr>
                <p14:cNvContentPartPr/>
                <p14:nvPr/>
              </p14:nvContentPartPr>
              <p14:xfrm>
                <a:off x="3519669" y="1162893"/>
                <a:ext cx="51840" cy="61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95996579-4576-23C8-31D2-E89881E32B6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510669" y="1153893"/>
                  <a:ext cx="69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8F54417D-F62B-2EBB-B56C-8112C4557E63}"/>
                    </a:ext>
                  </a:extLst>
                </p14:cNvPr>
                <p14:cNvContentPartPr/>
                <p14:nvPr/>
              </p14:nvContentPartPr>
              <p14:xfrm>
                <a:off x="3596349" y="1094133"/>
                <a:ext cx="3600" cy="13716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8F54417D-F62B-2EBB-B56C-8112C4557E6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587349" y="1085493"/>
                  <a:ext cx="212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75018675-B4C0-FE83-1325-4F3CE1A0BD34}"/>
                    </a:ext>
                  </a:extLst>
                </p14:cNvPr>
                <p14:cNvContentPartPr/>
                <p14:nvPr/>
              </p14:nvContentPartPr>
              <p14:xfrm>
                <a:off x="3576549" y="1157133"/>
                <a:ext cx="66960" cy="1152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75018675-B4C0-FE83-1325-4F3CE1A0BD3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567549" y="1148493"/>
                  <a:ext cx="84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2D2DD779-2124-568D-185D-1B03737F5C8C}"/>
                    </a:ext>
                  </a:extLst>
                </p14:cNvPr>
                <p14:cNvContentPartPr/>
                <p14:nvPr/>
              </p14:nvContentPartPr>
              <p14:xfrm>
                <a:off x="3641709" y="1129413"/>
                <a:ext cx="45000" cy="1033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2D2DD779-2124-568D-185D-1B03737F5C8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633069" y="1120413"/>
                  <a:ext cx="62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1F8C80E3-7D84-896C-8CF3-A5ED1C220891}"/>
                    </a:ext>
                  </a:extLst>
                </p14:cNvPr>
                <p14:cNvContentPartPr/>
                <p14:nvPr/>
              </p14:nvContentPartPr>
              <p14:xfrm>
                <a:off x="3751869" y="1134813"/>
                <a:ext cx="3600" cy="9180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1F8C80E3-7D84-896C-8CF3-A5ED1C22089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43229" y="1126173"/>
                  <a:ext cx="21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72F98719-B56D-8BE8-344A-CCA58DB7D88B}"/>
                    </a:ext>
                  </a:extLst>
                </p14:cNvPr>
                <p14:cNvContentPartPr/>
                <p14:nvPr/>
              </p14:nvContentPartPr>
              <p14:xfrm>
                <a:off x="3739629" y="1076853"/>
                <a:ext cx="360" cy="36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72F98719-B56D-8BE8-344A-CCA58DB7D88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730629" y="10678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3E8C077B-DE81-0C6B-DCCE-95368205A651}"/>
                    </a:ext>
                  </a:extLst>
                </p14:cNvPr>
                <p14:cNvContentPartPr/>
                <p14:nvPr/>
              </p14:nvContentPartPr>
              <p14:xfrm>
                <a:off x="3789669" y="1037253"/>
                <a:ext cx="82080" cy="18072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3E8C077B-DE81-0C6B-DCCE-95368205A65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780669" y="1028253"/>
                  <a:ext cx="99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3486C3E5-EF44-503C-362C-EED1E72521CE}"/>
                    </a:ext>
                  </a:extLst>
                </p14:cNvPr>
                <p14:cNvContentPartPr/>
                <p14:nvPr/>
              </p14:nvContentPartPr>
              <p14:xfrm>
                <a:off x="3882189" y="1094853"/>
                <a:ext cx="66960" cy="11448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3486C3E5-EF44-503C-362C-EED1E72521C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873549" y="1085853"/>
                  <a:ext cx="846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D9F9AEAF-834D-2712-8893-F656A5AAD1FB}"/>
                    </a:ext>
                  </a:extLst>
                </p14:cNvPr>
                <p14:cNvContentPartPr/>
                <p14:nvPr/>
              </p14:nvContentPartPr>
              <p14:xfrm>
                <a:off x="3974709" y="1041933"/>
                <a:ext cx="21600" cy="15408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D9F9AEAF-834D-2712-8893-F656A5AAD1F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966069" y="1033293"/>
                  <a:ext cx="39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17D312B7-9A38-D335-0BA1-1D257D61EE92}"/>
                    </a:ext>
                  </a:extLst>
                </p14:cNvPr>
                <p14:cNvContentPartPr/>
                <p14:nvPr/>
              </p14:nvContentPartPr>
              <p14:xfrm>
                <a:off x="3975429" y="1127973"/>
                <a:ext cx="62640" cy="1260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17D312B7-9A38-D335-0BA1-1D257D61EE9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966429" y="1119333"/>
                  <a:ext cx="80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824BDDAD-955C-C9ED-50EB-77700591B11E}"/>
                    </a:ext>
                  </a:extLst>
                </p14:cNvPr>
                <p14:cNvContentPartPr/>
                <p14:nvPr/>
              </p14:nvContentPartPr>
              <p14:xfrm>
                <a:off x="4043469" y="1093053"/>
                <a:ext cx="94320" cy="11196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824BDDAD-955C-C9ED-50EB-77700591B11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034829" y="1084053"/>
                  <a:ext cx="111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BB14A780-CA2E-0B6C-7DD2-F29503D2EE31}"/>
                    </a:ext>
                  </a:extLst>
                </p14:cNvPr>
                <p14:cNvContentPartPr/>
                <p14:nvPr/>
              </p14:nvContentPartPr>
              <p14:xfrm>
                <a:off x="4171989" y="1070373"/>
                <a:ext cx="69480" cy="15084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BB14A780-CA2E-0B6C-7DD2-F29503D2EE3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163349" y="1061733"/>
                  <a:ext cx="8712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AF10E7E9-85BA-BBAE-C6C9-61FB7B74EC97}"/>
              </a:ext>
            </a:extLst>
          </p:cNvPr>
          <p:cNvGrpSpPr/>
          <p:nvPr/>
        </p:nvGrpSpPr>
        <p:grpSpPr>
          <a:xfrm>
            <a:off x="2909589" y="1550973"/>
            <a:ext cx="1791000" cy="771120"/>
            <a:chOff x="1385589" y="1550973"/>
            <a:chExt cx="1791000" cy="77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8D677978-DD55-1F1B-8E62-D0DDA44AB2C5}"/>
                    </a:ext>
                  </a:extLst>
                </p14:cNvPr>
                <p14:cNvContentPartPr/>
                <p14:nvPr/>
              </p14:nvContentPartPr>
              <p14:xfrm>
                <a:off x="1385589" y="1550973"/>
                <a:ext cx="1791000" cy="77112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8D677978-DD55-1F1B-8E62-D0DDA44AB2C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376589" y="1541973"/>
                  <a:ext cx="180864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29376F9D-4825-D848-D938-BE0F40673654}"/>
                    </a:ext>
                  </a:extLst>
                </p14:cNvPr>
                <p14:cNvContentPartPr/>
                <p14:nvPr/>
              </p14:nvContentPartPr>
              <p14:xfrm>
                <a:off x="1756749" y="1708653"/>
                <a:ext cx="172080" cy="13068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29376F9D-4825-D848-D938-BE0F4067365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747749" y="1700013"/>
                  <a:ext cx="189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E5123661-535B-76DF-FF74-948C687B1A85}"/>
                    </a:ext>
                  </a:extLst>
                </p14:cNvPr>
                <p14:cNvContentPartPr/>
                <p14:nvPr/>
              </p14:nvContentPartPr>
              <p14:xfrm>
                <a:off x="1960149" y="1751493"/>
                <a:ext cx="62280" cy="12708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E5123661-535B-76DF-FF74-948C687B1A8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951149" y="1742853"/>
                  <a:ext cx="79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6BE28AB7-9E43-4FE7-FC58-18C950F204DA}"/>
                    </a:ext>
                  </a:extLst>
                </p14:cNvPr>
                <p14:cNvContentPartPr/>
                <p14:nvPr/>
              </p14:nvContentPartPr>
              <p14:xfrm>
                <a:off x="2115309" y="1680933"/>
                <a:ext cx="14040" cy="19044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6BE28AB7-9E43-4FE7-FC58-18C950F204D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106669" y="1672293"/>
                  <a:ext cx="31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9CDA2B1E-87BF-0DD9-5B1A-D2C7D18FF00E}"/>
                    </a:ext>
                  </a:extLst>
                </p14:cNvPr>
                <p14:cNvContentPartPr/>
                <p14:nvPr/>
              </p14:nvContentPartPr>
              <p14:xfrm>
                <a:off x="2070309" y="1764453"/>
                <a:ext cx="96840" cy="1620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9CDA2B1E-87BF-0DD9-5B1A-D2C7D18FF00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061309" y="1755813"/>
                  <a:ext cx="114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81084514-C375-39D1-FAF8-B40A20B9D1DE}"/>
                    </a:ext>
                  </a:extLst>
                </p14:cNvPr>
                <p14:cNvContentPartPr/>
                <p14:nvPr/>
              </p14:nvContentPartPr>
              <p14:xfrm>
                <a:off x="2185869" y="1667973"/>
                <a:ext cx="82440" cy="22284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81084514-C375-39D1-FAF8-B40A20B9D1D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177229" y="1659333"/>
                  <a:ext cx="100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F046187C-50D2-F435-21B8-BC81DCE9944E}"/>
                    </a:ext>
                  </a:extLst>
                </p14:cNvPr>
                <p14:cNvContentPartPr/>
                <p14:nvPr/>
              </p14:nvContentPartPr>
              <p14:xfrm>
                <a:off x="2281989" y="1777773"/>
                <a:ext cx="70920" cy="10260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F046187C-50D2-F435-21B8-BC81DCE9944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272989" y="1768773"/>
                  <a:ext cx="88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3863F130-46D2-C2D6-2B14-CD37BF721C1C}"/>
                    </a:ext>
                  </a:extLst>
                </p14:cNvPr>
                <p14:cNvContentPartPr/>
                <p14:nvPr/>
              </p14:nvContentPartPr>
              <p14:xfrm>
                <a:off x="2359749" y="1616853"/>
                <a:ext cx="86040" cy="28332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3863F130-46D2-C2D6-2B14-CD37BF721C1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350749" y="1608213"/>
                  <a:ext cx="1036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3AEFBE60-29A5-31A6-EF67-81B6118487CE}"/>
                    </a:ext>
                  </a:extLst>
                </p14:cNvPr>
                <p14:cNvContentPartPr/>
                <p14:nvPr/>
              </p14:nvContentPartPr>
              <p14:xfrm>
                <a:off x="2455149" y="1728813"/>
                <a:ext cx="109800" cy="18540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3AEFBE60-29A5-31A6-EF67-81B6118487C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446149" y="1720173"/>
                  <a:ext cx="12744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38028745-F7D2-855E-3C1B-498F47ECB0C2}"/>
              </a:ext>
            </a:extLst>
          </p:cNvPr>
          <p:cNvGrpSpPr/>
          <p:nvPr/>
        </p:nvGrpSpPr>
        <p:grpSpPr>
          <a:xfrm>
            <a:off x="4173909" y="2462853"/>
            <a:ext cx="1504440" cy="336960"/>
            <a:chOff x="2649909" y="2462853"/>
            <a:chExt cx="15044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97076337-B156-1434-563D-5FD70057910F}"/>
                    </a:ext>
                  </a:extLst>
                </p14:cNvPr>
                <p14:cNvContentPartPr/>
                <p14:nvPr/>
              </p14:nvContentPartPr>
              <p14:xfrm>
                <a:off x="2649909" y="2618373"/>
                <a:ext cx="124560" cy="9972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97076337-B156-1434-563D-5FD70057910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641269" y="2609373"/>
                  <a:ext cx="142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D1B5FA24-815F-0822-8849-17BC314A8BBA}"/>
                    </a:ext>
                  </a:extLst>
                </p14:cNvPr>
                <p14:cNvContentPartPr/>
                <p14:nvPr/>
              </p14:nvContentPartPr>
              <p14:xfrm>
                <a:off x="2794989" y="2581653"/>
                <a:ext cx="114120" cy="11592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D1B5FA24-815F-0822-8849-17BC314A8BB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786349" y="2572653"/>
                  <a:ext cx="131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1B65CE49-01B9-84D8-B3E8-D1DDC1E17789}"/>
                    </a:ext>
                  </a:extLst>
                </p14:cNvPr>
                <p14:cNvContentPartPr/>
                <p14:nvPr/>
              </p14:nvContentPartPr>
              <p14:xfrm>
                <a:off x="2918829" y="2593533"/>
                <a:ext cx="95760" cy="16416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1B65CE49-01B9-84D8-B3E8-D1DDC1E1778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09829" y="2584533"/>
                  <a:ext cx="1134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F7620143-4C76-AD40-4B0D-8DCCC27C42B6}"/>
                    </a:ext>
                  </a:extLst>
                </p14:cNvPr>
                <p14:cNvContentPartPr/>
                <p14:nvPr/>
              </p14:nvContentPartPr>
              <p14:xfrm>
                <a:off x="3027189" y="2539533"/>
                <a:ext cx="120600" cy="26028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F7620143-4C76-AD40-4B0D-8DCCC27C42B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018189" y="2530533"/>
                  <a:ext cx="138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2045F935-2120-5928-D502-D0E195A4A39A}"/>
                    </a:ext>
                  </a:extLst>
                </p14:cNvPr>
                <p14:cNvContentPartPr/>
                <p14:nvPr/>
              </p14:nvContentPartPr>
              <p14:xfrm>
                <a:off x="3183069" y="2583453"/>
                <a:ext cx="85320" cy="18144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2045F935-2120-5928-D502-D0E195A4A39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174069" y="2574453"/>
                  <a:ext cx="102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BB06965B-F833-B64E-264A-070C29D951DB}"/>
                    </a:ext>
                  </a:extLst>
                </p14:cNvPr>
                <p14:cNvContentPartPr/>
                <p14:nvPr/>
              </p14:nvContentPartPr>
              <p14:xfrm>
                <a:off x="3269829" y="2615493"/>
                <a:ext cx="109080" cy="12636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BB06965B-F833-B64E-264A-070C29D951D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260829" y="2606493"/>
                  <a:ext cx="126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D7D8BBC0-3ADE-E364-197B-5A5C750E1C90}"/>
                    </a:ext>
                  </a:extLst>
                </p14:cNvPr>
                <p14:cNvContentPartPr/>
                <p14:nvPr/>
              </p14:nvContentPartPr>
              <p14:xfrm>
                <a:off x="3402309" y="2568693"/>
                <a:ext cx="117720" cy="16380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D7D8BBC0-3ADE-E364-197B-5A5C750E1C9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393669" y="2559693"/>
                  <a:ext cx="135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DFF48656-2757-AEE9-5D1C-3E9372A52DCD}"/>
                    </a:ext>
                  </a:extLst>
                </p14:cNvPr>
                <p14:cNvContentPartPr/>
                <p14:nvPr/>
              </p14:nvContentPartPr>
              <p14:xfrm>
                <a:off x="3477909" y="2600733"/>
                <a:ext cx="93960" cy="15156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DFF48656-2757-AEE9-5D1C-3E9372A52DC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468909" y="2592093"/>
                  <a:ext cx="111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295AF5D3-EF48-B1D3-073F-006EE600A93C}"/>
                    </a:ext>
                  </a:extLst>
                </p14:cNvPr>
                <p14:cNvContentPartPr/>
                <p14:nvPr/>
              </p14:nvContentPartPr>
              <p14:xfrm>
                <a:off x="3600669" y="2606133"/>
                <a:ext cx="142920" cy="12456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295AF5D3-EF48-B1D3-073F-006EE600A93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592029" y="2597133"/>
                  <a:ext cx="1605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232DD9A3-4071-FB7E-7B31-70D6277C947D}"/>
                    </a:ext>
                  </a:extLst>
                </p14:cNvPr>
                <p14:cNvContentPartPr/>
                <p14:nvPr/>
              </p14:nvContentPartPr>
              <p14:xfrm>
                <a:off x="3760149" y="2564733"/>
                <a:ext cx="114840" cy="19872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232DD9A3-4071-FB7E-7B31-70D6277C947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751149" y="2555733"/>
                  <a:ext cx="132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712E5E68-929A-3027-9F39-D55905EDDBFB}"/>
                    </a:ext>
                  </a:extLst>
                </p14:cNvPr>
                <p14:cNvContentPartPr/>
                <p14:nvPr/>
              </p14:nvContentPartPr>
              <p14:xfrm>
                <a:off x="3932949" y="2474013"/>
                <a:ext cx="78840" cy="29016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712E5E68-929A-3027-9F39-D55905EDDBF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24309" y="2465013"/>
                  <a:ext cx="964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A8B2CACF-AEE2-66D4-E8E8-B1BEC572BEFF}"/>
                    </a:ext>
                  </a:extLst>
                </p14:cNvPr>
                <p14:cNvContentPartPr/>
                <p14:nvPr/>
              </p14:nvContentPartPr>
              <p14:xfrm>
                <a:off x="4121949" y="2462853"/>
                <a:ext cx="32400" cy="30996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A8B2CACF-AEE2-66D4-E8E8-B1BEC572BEF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113309" y="2454213"/>
                  <a:ext cx="5004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A451F609-A860-8AE2-4ABA-5F01A20188D6}"/>
              </a:ext>
            </a:extLst>
          </p:cNvPr>
          <p:cNvGrpSpPr/>
          <p:nvPr/>
        </p:nvGrpSpPr>
        <p:grpSpPr>
          <a:xfrm>
            <a:off x="4088229" y="2938053"/>
            <a:ext cx="671040" cy="215280"/>
            <a:chOff x="2564229" y="2938053"/>
            <a:chExt cx="671040" cy="2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BE999AC6-818F-7408-28CA-86C001954E84}"/>
                    </a:ext>
                  </a:extLst>
                </p14:cNvPr>
                <p14:cNvContentPartPr/>
                <p14:nvPr/>
              </p14:nvContentPartPr>
              <p14:xfrm>
                <a:off x="2564229" y="2955693"/>
                <a:ext cx="135000" cy="18612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BE999AC6-818F-7408-28CA-86C001954E8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555229" y="2946693"/>
                  <a:ext cx="152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D47CDB9D-0BDB-F347-DE9C-BBB451500C18}"/>
                    </a:ext>
                  </a:extLst>
                </p14:cNvPr>
                <p14:cNvContentPartPr/>
                <p14:nvPr/>
              </p14:nvContentPartPr>
              <p14:xfrm>
                <a:off x="2737749" y="3005733"/>
                <a:ext cx="65520" cy="12672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D47CDB9D-0BDB-F347-DE9C-BBB451500C1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728749" y="2996733"/>
                  <a:ext cx="83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8E3D3381-8FA0-36EC-560D-D729000D37AF}"/>
                    </a:ext>
                  </a:extLst>
                </p14:cNvPr>
                <p14:cNvContentPartPr/>
                <p14:nvPr/>
              </p14:nvContentPartPr>
              <p14:xfrm>
                <a:off x="2856909" y="2945253"/>
                <a:ext cx="10800" cy="18396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8E3D3381-8FA0-36EC-560D-D729000D37A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848269" y="2936253"/>
                  <a:ext cx="284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9B5546A4-91D3-F2E8-E0F4-CCF71C189F91}"/>
                    </a:ext>
                  </a:extLst>
                </p14:cNvPr>
                <p14:cNvContentPartPr/>
                <p14:nvPr/>
              </p14:nvContentPartPr>
              <p14:xfrm>
                <a:off x="2904429" y="3000333"/>
                <a:ext cx="73800" cy="13284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9B5546A4-91D3-F2E8-E0F4-CCF71C189F9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895789" y="2991693"/>
                  <a:ext cx="914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79A5E2B3-D763-4FF1-2FE0-9AAADDD1F8AC}"/>
                    </a:ext>
                  </a:extLst>
                </p14:cNvPr>
                <p14:cNvContentPartPr/>
                <p14:nvPr/>
              </p14:nvContentPartPr>
              <p14:xfrm>
                <a:off x="3049149" y="2938053"/>
                <a:ext cx="22320" cy="20376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79A5E2B3-D763-4FF1-2FE0-9AAADDD1F8A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040149" y="2929053"/>
                  <a:ext cx="399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E7C5D6E8-6D98-2E1A-00DC-07C134F5D65F}"/>
                    </a:ext>
                  </a:extLst>
                </p14:cNvPr>
                <p14:cNvContentPartPr/>
                <p14:nvPr/>
              </p14:nvContentPartPr>
              <p14:xfrm>
                <a:off x="3004509" y="3002853"/>
                <a:ext cx="101520" cy="1944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E7C5D6E8-6D98-2E1A-00DC-07C134F5D65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995509" y="2993853"/>
                  <a:ext cx="119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7513D384-85F4-FCDD-D5E1-0DE1EB176BBD}"/>
                    </a:ext>
                  </a:extLst>
                </p14:cNvPr>
                <p14:cNvContentPartPr/>
                <p14:nvPr/>
              </p14:nvContentPartPr>
              <p14:xfrm>
                <a:off x="3149949" y="2974413"/>
                <a:ext cx="85320" cy="17892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7513D384-85F4-FCDD-D5E1-0DE1EB176BB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141309" y="2965773"/>
                  <a:ext cx="102960" cy="19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594" name="Ink 593">
                <a:extLst>
                  <a:ext uri="{FF2B5EF4-FFF2-40B4-BE49-F238E27FC236}">
                    <a16:creationId xmlns:a16="http://schemas.microsoft.com/office/drawing/2014/main" id="{1DDB661D-7A51-CC6B-F0CE-B33FF5203C14}"/>
                  </a:ext>
                </a:extLst>
              </p14:cNvPr>
              <p14:cNvContentPartPr/>
              <p14:nvPr/>
            </p14:nvContentPartPr>
            <p14:xfrm>
              <a:off x="3998229" y="2504253"/>
              <a:ext cx="96480" cy="240120"/>
            </p14:xfrm>
          </p:contentPart>
        </mc:Choice>
        <mc:Fallback xmlns="">
          <p:pic>
            <p:nvPicPr>
              <p:cNvPr id="594" name="Ink 593">
                <a:extLst>
                  <a:ext uri="{FF2B5EF4-FFF2-40B4-BE49-F238E27FC236}">
                    <a16:creationId xmlns:a16="http://schemas.microsoft.com/office/drawing/2014/main" id="{1DDB661D-7A51-CC6B-F0CE-B33FF5203C14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3989229" y="2495253"/>
                <a:ext cx="11412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7" name="Group 596">
            <a:extLst>
              <a:ext uri="{FF2B5EF4-FFF2-40B4-BE49-F238E27FC236}">
                <a16:creationId xmlns:a16="http://schemas.microsoft.com/office/drawing/2014/main" id="{70363462-0720-0802-CABD-E2F4B6F21647}"/>
              </a:ext>
            </a:extLst>
          </p:cNvPr>
          <p:cNvGrpSpPr/>
          <p:nvPr/>
        </p:nvGrpSpPr>
        <p:grpSpPr>
          <a:xfrm>
            <a:off x="4839549" y="2934093"/>
            <a:ext cx="217440" cy="248400"/>
            <a:chOff x="3315549" y="2934093"/>
            <a:chExt cx="21744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934FFBA5-CD04-5690-FA9C-A66796CCC153}"/>
                    </a:ext>
                  </a:extLst>
                </p14:cNvPr>
                <p14:cNvContentPartPr/>
                <p14:nvPr/>
              </p14:nvContentPartPr>
              <p14:xfrm>
                <a:off x="3315549" y="2938773"/>
                <a:ext cx="47880" cy="21348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934FFBA5-CD04-5690-FA9C-A66796CCC15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306909" y="2930133"/>
                  <a:ext cx="655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BD7824B2-7450-49D3-5DB2-C93A396C8FA5}"/>
                    </a:ext>
                  </a:extLst>
                </p14:cNvPr>
                <p14:cNvContentPartPr/>
                <p14:nvPr/>
              </p14:nvContentPartPr>
              <p14:xfrm>
                <a:off x="3473589" y="2934093"/>
                <a:ext cx="59400" cy="24840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BD7824B2-7450-49D3-5DB2-C93A396C8FA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464949" y="2925453"/>
                  <a:ext cx="7704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3AC5910-798B-FEE7-7982-83D78A01729D}"/>
              </a:ext>
            </a:extLst>
          </p:cNvPr>
          <p:cNvGrpSpPr/>
          <p:nvPr/>
        </p:nvGrpSpPr>
        <p:grpSpPr>
          <a:xfrm>
            <a:off x="4066269" y="3249093"/>
            <a:ext cx="2160000" cy="294480"/>
            <a:chOff x="2542269" y="3249093"/>
            <a:chExt cx="216000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2A65FFC9-AF80-A757-CC38-B2DBB165F86C}"/>
                    </a:ext>
                  </a:extLst>
                </p14:cNvPr>
                <p14:cNvContentPartPr/>
                <p14:nvPr/>
              </p14:nvContentPartPr>
              <p14:xfrm>
                <a:off x="2542269" y="3362853"/>
                <a:ext cx="135000" cy="16956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2A65FFC9-AF80-A757-CC38-B2DBB165F86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33269" y="3354213"/>
                  <a:ext cx="152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DAA2375F-595D-F8DC-9E89-25DC4F575A22}"/>
                    </a:ext>
                  </a:extLst>
                </p14:cNvPr>
                <p14:cNvContentPartPr/>
                <p14:nvPr/>
              </p14:nvContentPartPr>
              <p14:xfrm>
                <a:off x="2575749" y="3363933"/>
                <a:ext cx="35640" cy="2556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DAA2375F-595D-F8DC-9E89-25DC4F575A2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566749" y="3354933"/>
                  <a:ext cx="53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CB692308-290E-139F-112F-5881DA6722FF}"/>
                    </a:ext>
                  </a:extLst>
                </p14:cNvPr>
                <p14:cNvContentPartPr/>
                <p14:nvPr/>
              </p14:nvContentPartPr>
              <p14:xfrm>
                <a:off x="2733429" y="3401013"/>
                <a:ext cx="69840" cy="1400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CB692308-290E-139F-112F-5881DA6722F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724429" y="3392373"/>
                  <a:ext cx="87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3F0E4647-14AD-8F5D-C2BC-B76E3417FFBF}"/>
                    </a:ext>
                  </a:extLst>
                </p14:cNvPr>
                <p14:cNvContentPartPr/>
                <p14:nvPr/>
              </p14:nvContentPartPr>
              <p14:xfrm>
                <a:off x="2856909" y="3389853"/>
                <a:ext cx="87120" cy="13644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3F0E4647-14AD-8F5D-C2BC-B76E3417FFB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847909" y="3381213"/>
                  <a:ext cx="1047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BD13E1E0-1D72-BCD0-7B84-F140157AA40A}"/>
                    </a:ext>
                  </a:extLst>
                </p14:cNvPr>
                <p14:cNvContentPartPr/>
                <p14:nvPr/>
              </p14:nvContentPartPr>
              <p14:xfrm>
                <a:off x="2970669" y="3388053"/>
                <a:ext cx="79560" cy="14112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BD13E1E0-1D72-BCD0-7B84-F140157AA40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962029" y="3379053"/>
                  <a:ext cx="972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D6743F8B-03FA-0707-1588-EA4F23A37A7A}"/>
                    </a:ext>
                  </a:extLst>
                </p14:cNvPr>
                <p14:cNvContentPartPr/>
                <p14:nvPr/>
              </p14:nvContentPartPr>
              <p14:xfrm>
                <a:off x="3092349" y="3382293"/>
                <a:ext cx="70200" cy="14472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D6743F8B-03FA-0707-1588-EA4F23A37A7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083349" y="3373293"/>
                  <a:ext cx="878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027ECAD9-5641-5420-2EC4-AF4918B193DE}"/>
                    </a:ext>
                  </a:extLst>
                </p14:cNvPr>
                <p14:cNvContentPartPr/>
                <p14:nvPr/>
              </p14:nvContentPartPr>
              <p14:xfrm>
                <a:off x="3177309" y="3388773"/>
                <a:ext cx="82800" cy="13248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027ECAD9-5641-5420-2EC4-AF4918B193D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168669" y="3380133"/>
                  <a:ext cx="1004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37734E67-F735-FB72-F1C6-A867DFE4A9BA}"/>
                    </a:ext>
                  </a:extLst>
                </p14:cNvPr>
                <p14:cNvContentPartPr/>
                <p14:nvPr/>
              </p14:nvContentPartPr>
              <p14:xfrm>
                <a:off x="3358029" y="3359613"/>
                <a:ext cx="9720" cy="18396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37734E67-F735-FB72-F1C6-A867DFE4A9B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349029" y="3350613"/>
                  <a:ext cx="27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F24B239D-74D6-9A85-C04D-FE2665DC3CBD}"/>
                    </a:ext>
                  </a:extLst>
                </p14:cNvPr>
                <p14:cNvContentPartPr/>
                <p14:nvPr/>
              </p14:nvContentPartPr>
              <p14:xfrm>
                <a:off x="3343989" y="3403173"/>
                <a:ext cx="77400" cy="1188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F24B239D-74D6-9A85-C04D-FE2665DC3CB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335349" y="3394533"/>
                  <a:ext cx="95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E49CB674-A259-6282-A31F-A6B2D932BECD}"/>
                    </a:ext>
                  </a:extLst>
                </p14:cNvPr>
                <p14:cNvContentPartPr/>
                <p14:nvPr/>
              </p14:nvContentPartPr>
              <p14:xfrm>
                <a:off x="3418509" y="3366813"/>
                <a:ext cx="101880" cy="16848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E49CB674-A259-6282-A31F-A6B2D932BEC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09869" y="3357813"/>
                  <a:ext cx="119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C7237979-2620-B807-6481-378E1D211D4E}"/>
                    </a:ext>
                  </a:extLst>
                </p14:cNvPr>
                <p14:cNvContentPartPr/>
                <p14:nvPr/>
              </p14:nvContentPartPr>
              <p14:xfrm>
                <a:off x="3552429" y="3518733"/>
                <a:ext cx="99360" cy="792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C7237979-2620-B807-6481-378E1D211D4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543429" y="3509733"/>
                  <a:ext cx="117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E874C4F0-C7FF-1FE1-3E14-ECF7EC1494FA}"/>
                    </a:ext>
                  </a:extLst>
                </p14:cNvPr>
                <p14:cNvContentPartPr/>
                <p14:nvPr/>
              </p14:nvContentPartPr>
              <p14:xfrm>
                <a:off x="3710469" y="3416133"/>
                <a:ext cx="95760" cy="11592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E874C4F0-C7FF-1FE1-3E14-ECF7EC1494F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701469" y="3407133"/>
                  <a:ext cx="113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2B3CF724-2B23-3B0B-4D08-0275C379B340}"/>
                    </a:ext>
                  </a:extLst>
                </p14:cNvPr>
                <p14:cNvContentPartPr/>
                <p14:nvPr/>
              </p14:nvContentPartPr>
              <p14:xfrm>
                <a:off x="3864909" y="3362493"/>
                <a:ext cx="88920" cy="13248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2B3CF724-2B23-3B0B-4D08-0275C379B34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856269" y="3353493"/>
                  <a:ext cx="106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BFB78F22-EA9D-9435-D447-4B19DD028C5A}"/>
                    </a:ext>
                  </a:extLst>
                </p14:cNvPr>
                <p14:cNvContentPartPr/>
                <p14:nvPr/>
              </p14:nvContentPartPr>
              <p14:xfrm>
                <a:off x="3999909" y="3343053"/>
                <a:ext cx="15480" cy="17208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BFB78F22-EA9D-9435-D447-4B19DD028C5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991269" y="3334413"/>
                  <a:ext cx="33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61C0A41A-D1F4-D2E5-84F3-BEBB5692B778}"/>
                    </a:ext>
                  </a:extLst>
                </p14:cNvPr>
                <p14:cNvContentPartPr/>
                <p14:nvPr/>
              </p14:nvContentPartPr>
              <p14:xfrm>
                <a:off x="4004229" y="3389853"/>
                <a:ext cx="73800" cy="1440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61C0A41A-D1F4-D2E5-84F3-BEBB5692B77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995589" y="3381213"/>
                  <a:ext cx="91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ADEFBBA8-167D-3487-04F7-330BBC000972}"/>
                    </a:ext>
                  </a:extLst>
                </p14:cNvPr>
                <p14:cNvContentPartPr/>
                <p14:nvPr/>
              </p14:nvContentPartPr>
              <p14:xfrm>
                <a:off x="4149309" y="3325413"/>
                <a:ext cx="117720" cy="20484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ADEFBBA8-167D-3487-04F7-330BBC00097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140669" y="3316413"/>
                  <a:ext cx="135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62342E58-F4E9-F179-8EAC-0CEF447A28F1}"/>
                    </a:ext>
                  </a:extLst>
                </p14:cNvPr>
                <p14:cNvContentPartPr/>
                <p14:nvPr/>
              </p14:nvContentPartPr>
              <p14:xfrm>
                <a:off x="4267749" y="3347373"/>
                <a:ext cx="78840" cy="16776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62342E58-F4E9-F179-8EAC-0CEF447A28F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259109" y="3338733"/>
                  <a:ext cx="964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D8033B3A-9A92-3E1E-06E9-247265BD0418}"/>
                    </a:ext>
                  </a:extLst>
                </p14:cNvPr>
                <p14:cNvContentPartPr/>
                <p14:nvPr/>
              </p14:nvContentPartPr>
              <p14:xfrm>
                <a:off x="4413909" y="3295533"/>
                <a:ext cx="7200" cy="20196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D8033B3A-9A92-3E1E-06E9-247265BD0418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404909" y="3286533"/>
                  <a:ext cx="24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A24467C5-0B03-371A-ADF1-CE9FCAAA6D74}"/>
                    </a:ext>
                  </a:extLst>
                </p14:cNvPr>
                <p14:cNvContentPartPr/>
                <p14:nvPr/>
              </p14:nvContentPartPr>
              <p14:xfrm>
                <a:off x="4388709" y="3345933"/>
                <a:ext cx="92520" cy="828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A24467C5-0B03-371A-ADF1-CE9FCAAA6D7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379709" y="3337293"/>
                  <a:ext cx="1101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FB006631-76BB-F1F8-91F1-44D5276D4A5F}"/>
                    </a:ext>
                  </a:extLst>
                </p14:cNvPr>
                <p14:cNvContentPartPr/>
                <p14:nvPr/>
              </p14:nvContentPartPr>
              <p14:xfrm>
                <a:off x="4503189" y="3249093"/>
                <a:ext cx="43200" cy="24048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FB006631-76BB-F1F8-91F1-44D5276D4A5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494189" y="3240093"/>
                  <a:ext cx="608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9CA630A6-2EC7-9D2C-3B27-BF6EAC809A9C}"/>
                    </a:ext>
                  </a:extLst>
                </p14:cNvPr>
                <p14:cNvContentPartPr/>
                <p14:nvPr/>
              </p14:nvContentPartPr>
              <p14:xfrm>
                <a:off x="4665189" y="3276453"/>
                <a:ext cx="37080" cy="21096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9CA630A6-2EC7-9D2C-3B27-BF6EAC809A9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656189" y="3267813"/>
                  <a:ext cx="54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BF0EF10C-F4D8-A1B8-EED5-5935203E9E5D}"/>
                    </a:ext>
                  </a:extLst>
                </p14:cNvPr>
                <p14:cNvContentPartPr/>
                <p14:nvPr/>
              </p14:nvContentPartPr>
              <p14:xfrm>
                <a:off x="2563149" y="3349893"/>
                <a:ext cx="59040" cy="5040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BF0EF10C-F4D8-A1B8-EED5-5935203E9E5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554149" y="3340893"/>
                  <a:ext cx="76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DC02EE7F-5DF1-07E9-2526-8862C6575D67}"/>
                    </a:ext>
                  </a:extLst>
                </p14:cNvPr>
                <p14:cNvContentPartPr/>
                <p14:nvPr/>
              </p14:nvContentPartPr>
              <p14:xfrm>
                <a:off x="2595909" y="3357093"/>
                <a:ext cx="46800" cy="1836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DC02EE7F-5DF1-07E9-2526-8862C6575D6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587269" y="3348093"/>
                  <a:ext cx="6444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665" name="Ink 664">
                <a:extLst>
                  <a:ext uri="{FF2B5EF4-FFF2-40B4-BE49-F238E27FC236}">
                    <a16:creationId xmlns:a16="http://schemas.microsoft.com/office/drawing/2014/main" id="{08DFA6A6-2718-8CA3-DF70-8A3F39D5CE6B}"/>
                  </a:ext>
                </a:extLst>
              </p14:cNvPr>
              <p14:cNvContentPartPr/>
              <p14:nvPr/>
            </p14:nvContentPartPr>
            <p14:xfrm>
              <a:off x="4052949" y="4094013"/>
              <a:ext cx="50400" cy="61200"/>
            </p14:xfrm>
          </p:contentPart>
        </mc:Choice>
        <mc:Fallback xmlns="">
          <p:pic>
            <p:nvPicPr>
              <p:cNvPr id="665" name="Ink 664">
                <a:extLst>
                  <a:ext uri="{FF2B5EF4-FFF2-40B4-BE49-F238E27FC236}">
                    <a16:creationId xmlns:a16="http://schemas.microsoft.com/office/drawing/2014/main" id="{08DFA6A6-2718-8CA3-DF70-8A3F39D5CE6B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4044013" y="4084960"/>
                <a:ext cx="67915" cy="789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671" name="Ink 670">
                <a:extLst>
                  <a:ext uri="{FF2B5EF4-FFF2-40B4-BE49-F238E27FC236}">
                    <a16:creationId xmlns:a16="http://schemas.microsoft.com/office/drawing/2014/main" id="{2D15BC57-F3C3-F64B-340D-13427224C5F3}"/>
                  </a:ext>
                </a:extLst>
              </p14:cNvPr>
              <p14:cNvContentPartPr/>
              <p14:nvPr/>
            </p14:nvContentPartPr>
            <p14:xfrm>
              <a:off x="5840349" y="3790533"/>
              <a:ext cx="42480" cy="14040"/>
            </p14:xfrm>
          </p:contentPart>
        </mc:Choice>
        <mc:Fallback xmlns="">
          <p:pic>
            <p:nvPicPr>
              <p:cNvPr id="671" name="Ink 670">
                <a:extLst>
                  <a:ext uri="{FF2B5EF4-FFF2-40B4-BE49-F238E27FC236}">
                    <a16:creationId xmlns:a16="http://schemas.microsoft.com/office/drawing/2014/main" id="{2D15BC57-F3C3-F64B-340D-13427224C5F3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5831349" y="3781533"/>
                <a:ext cx="6012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693" name="Ink 692">
                <a:extLst>
                  <a:ext uri="{FF2B5EF4-FFF2-40B4-BE49-F238E27FC236}">
                    <a16:creationId xmlns:a16="http://schemas.microsoft.com/office/drawing/2014/main" id="{7795418E-D6B6-41C7-544F-691D704B0E06}"/>
                  </a:ext>
                </a:extLst>
              </p14:cNvPr>
              <p14:cNvContentPartPr/>
              <p14:nvPr/>
            </p14:nvContentPartPr>
            <p14:xfrm>
              <a:off x="6047709" y="6155373"/>
              <a:ext cx="5040" cy="4680"/>
            </p14:xfrm>
          </p:contentPart>
        </mc:Choice>
        <mc:Fallback xmlns="">
          <p:pic>
            <p:nvPicPr>
              <p:cNvPr id="693" name="Ink 692">
                <a:extLst>
                  <a:ext uri="{FF2B5EF4-FFF2-40B4-BE49-F238E27FC236}">
                    <a16:creationId xmlns:a16="http://schemas.microsoft.com/office/drawing/2014/main" id="{7795418E-D6B6-41C7-544F-691D704B0E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38709" y="6146373"/>
                <a:ext cx="2268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1" name="Group 720">
            <a:extLst>
              <a:ext uri="{FF2B5EF4-FFF2-40B4-BE49-F238E27FC236}">
                <a16:creationId xmlns:a16="http://schemas.microsoft.com/office/drawing/2014/main" id="{EA351D0A-6780-F921-8260-A9FFC761E6F1}"/>
              </a:ext>
            </a:extLst>
          </p:cNvPr>
          <p:cNvGrpSpPr/>
          <p:nvPr/>
        </p:nvGrpSpPr>
        <p:grpSpPr>
          <a:xfrm>
            <a:off x="4039269" y="3653373"/>
            <a:ext cx="2201400" cy="605880"/>
            <a:chOff x="2515269" y="3653373"/>
            <a:chExt cx="2201400" cy="60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2E2C7CE0-5D49-35ED-E5AC-09594B4508F7}"/>
                    </a:ext>
                  </a:extLst>
                </p14:cNvPr>
                <p14:cNvContentPartPr/>
                <p14:nvPr/>
              </p14:nvContentPartPr>
              <p14:xfrm>
                <a:off x="2515269" y="3731493"/>
                <a:ext cx="119520" cy="14472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2E2C7CE0-5D49-35ED-E5AC-09594B4508F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506629" y="3722493"/>
                  <a:ext cx="137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E7653B95-DA0A-ED95-863B-251DD31FC6B0}"/>
                    </a:ext>
                  </a:extLst>
                </p14:cNvPr>
                <p14:cNvContentPartPr/>
                <p14:nvPr/>
              </p14:nvContentPartPr>
              <p14:xfrm>
                <a:off x="2697789" y="3759933"/>
                <a:ext cx="52920" cy="10620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E7653B95-DA0A-ED95-863B-251DD31FC6B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688789" y="3750933"/>
                  <a:ext cx="70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8C626F49-D1C3-79D1-7A5A-4E1735CEAEB3}"/>
                    </a:ext>
                  </a:extLst>
                </p14:cNvPr>
                <p14:cNvContentPartPr/>
                <p14:nvPr/>
              </p14:nvContentPartPr>
              <p14:xfrm>
                <a:off x="2824869" y="3706293"/>
                <a:ext cx="14400" cy="17388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8C626F49-D1C3-79D1-7A5A-4E1735CEAEB3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816229" y="3697293"/>
                  <a:ext cx="32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E36AD25B-620B-D24D-EB0C-C2EE1625013F}"/>
                    </a:ext>
                  </a:extLst>
                </p14:cNvPr>
                <p14:cNvContentPartPr/>
                <p14:nvPr/>
              </p14:nvContentPartPr>
              <p14:xfrm>
                <a:off x="2788869" y="3757413"/>
                <a:ext cx="110880" cy="3348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E36AD25B-620B-D24D-EB0C-C2EE1625013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779869" y="3748413"/>
                  <a:ext cx="128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2E74DE55-033A-5CF8-6717-03777A6B669F}"/>
                    </a:ext>
                  </a:extLst>
                </p14:cNvPr>
                <p14:cNvContentPartPr/>
                <p14:nvPr/>
              </p14:nvContentPartPr>
              <p14:xfrm>
                <a:off x="2925669" y="3854973"/>
                <a:ext cx="64080" cy="2016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2E74DE55-033A-5CF8-6717-03777A6B669F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917029" y="3845973"/>
                  <a:ext cx="81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20207F82-C746-FF3A-77D7-C9174E25B807}"/>
                    </a:ext>
                  </a:extLst>
                </p14:cNvPr>
                <p14:cNvContentPartPr/>
                <p14:nvPr/>
              </p14:nvContentPartPr>
              <p14:xfrm>
                <a:off x="3042309" y="3743733"/>
                <a:ext cx="118440" cy="12492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20207F82-C746-FF3A-77D7-C9174E25B807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033309" y="3735093"/>
                  <a:ext cx="136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1AE7AFF3-C303-5F9A-484C-5CEEF918266D}"/>
                    </a:ext>
                  </a:extLst>
                </p14:cNvPr>
                <p14:cNvContentPartPr/>
                <p14:nvPr/>
              </p14:nvContentPartPr>
              <p14:xfrm>
                <a:off x="3214749" y="3708813"/>
                <a:ext cx="11880" cy="16452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1AE7AFF3-C303-5F9A-484C-5CEEF918266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205749" y="3699813"/>
                  <a:ext cx="295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E70A212D-9675-4E0B-0DD5-98FC0B2B4D68}"/>
                    </a:ext>
                  </a:extLst>
                </p14:cNvPr>
                <p14:cNvContentPartPr/>
                <p14:nvPr/>
              </p14:nvContentPartPr>
              <p14:xfrm>
                <a:off x="3159669" y="3709533"/>
                <a:ext cx="119880" cy="1296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E70A212D-9675-4E0B-0DD5-98FC0B2B4D6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151029" y="3700893"/>
                  <a:ext cx="137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E07BC006-0B7A-DD66-1ACD-0D1CD2E2199C}"/>
                    </a:ext>
                  </a:extLst>
                </p14:cNvPr>
                <p14:cNvContentPartPr/>
                <p14:nvPr/>
              </p14:nvContentPartPr>
              <p14:xfrm>
                <a:off x="3324189" y="3828333"/>
                <a:ext cx="60480" cy="1440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E07BC006-0B7A-DD66-1ACD-0D1CD2E2199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315549" y="3819333"/>
                  <a:ext cx="78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729A4CD6-9959-48DB-9CBA-0C5EA5405FE3}"/>
                    </a:ext>
                  </a:extLst>
                </p14:cNvPr>
                <p14:cNvContentPartPr/>
                <p14:nvPr/>
              </p14:nvContentPartPr>
              <p14:xfrm>
                <a:off x="3297549" y="3830853"/>
                <a:ext cx="78120" cy="1044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729A4CD6-9959-48DB-9CBA-0C5EA5405FE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288909" y="3821853"/>
                  <a:ext cx="95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39C42804-5C2C-92C9-6127-F950FE401355}"/>
                    </a:ext>
                  </a:extLst>
                </p14:cNvPr>
                <p14:cNvContentPartPr/>
                <p14:nvPr/>
              </p14:nvContentPartPr>
              <p14:xfrm>
                <a:off x="3454869" y="3689733"/>
                <a:ext cx="122760" cy="15624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39C42804-5C2C-92C9-6127-F950FE40135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3446229" y="3681093"/>
                  <a:ext cx="1404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F085A88B-77DF-21CF-4B9C-F5C342965C4F}"/>
                    </a:ext>
                  </a:extLst>
                </p14:cNvPr>
                <p14:cNvContentPartPr/>
                <p14:nvPr/>
              </p14:nvContentPartPr>
              <p14:xfrm>
                <a:off x="2523189" y="4108053"/>
                <a:ext cx="109440" cy="12816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F085A88B-77DF-21CF-4B9C-F5C342965C4F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514189" y="4099053"/>
                  <a:ext cx="127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5067A473-2268-4CF4-80EE-4DE8D0751890}"/>
                    </a:ext>
                  </a:extLst>
                </p14:cNvPr>
                <p14:cNvContentPartPr/>
                <p14:nvPr/>
              </p14:nvContentPartPr>
              <p14:xfrm>
                <a:off x="2696709" y="4130373"/>
                <a:ext cx="54000" cy="8028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5067A473-2268-4CF4-80EE-4DE8D0751890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688069" y="4121733"/>
                  <a:ext cx="71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D8956656-FF68-C110-2F8E-96E394A1DDC8}"/>
                    </a:ext>
                  </a:extLst>
                </p14:cNvPr>
                <p14:cNvContentPartPr/>
                <p14:nvPr/>
              </p14:nvContentPartPr>
              <p14:xfrm>
                <a:off x="2827029" y="4062333"/>
                <a:ext cx="5040" cy="162720"/>
              </p14:xfrm>
            </p:contentPart>
          </mc:Choice>
          <mc:Fallback xmlns=""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D8956656-FF68-C110-2F8E-96E394A1DDC8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818389" y="4053333"/>
                  <a:ext cx="226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C6537334-5883-DC74-A495-4AF3314A5831}"/>
                    </a:ext>
                  </a:extLst>
                </p14:cNvPr>
                <p14:cNvContentPartPr/>
                <p14:nvPr/>
              </p14:nvContentPartPr>
              <p14:xfrm>
                <a:off x="2824149" y="4127853"/>
                <a:ext cx="41760" cy="1044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C6537334-5883-DC74-A495-4AF3314A583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815149" y="4118853"/>
                  <a:ext cx="59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D2FA1BDD-3C4B-27DC-D190-B34503A797A9}"/>
                    </a:ext>
                  </a:extLst>
                </p14:cNvPr>
                <p14:cNvContentPartPr/>
                <p14:nvPr/>
              </p14:nvContentPartPr>
              <p14:xfrm>
                <a:off x="2889309" y="4194093"/>
                <a:ext cx="97560" cy="1044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D2FA1BDD-3C4B-27DC-D190-B34503A797A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880309" y="4185453"/>
                  <a:ext cx="115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7651FDAC-499B-6A69-657B-D70BFA3A57E4}"/>
                    </a:ext>
                  </a:extLst>
                </p14:cNvPr>
                <p14:cNvContentPartPr/>
                <p14:nvPr/>
              </p14:nvContentPartPr>
              <p14:xfrm>
                <a:off x="3039789" y="4058013"/>
                <a:ext cx="162000" cy="14688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7651FDAC-499B-6A69-657B-D70BFA3A57E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030789" y="4049013"/>
                  <a:ext cx="179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6A05ACAC-500D-2D43-DE82-579D187A01E1}"/>
                    </a:ext>
                  </a:extLst>
                </p14:cNvPr>
                <p14:cNvContentPartPr/>
                <p14:nvPr/>
              </p14:nvContentPartPr>
              <p14:xfrm>
                <a:off x="3097029" y="4104093"/>
                <a:ext cx="35640" cy="8316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6A05ACAC-500D-2D43-DE82-579D187A01E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088389" y="4095453"/>
                  <a:ext cx="53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8A5DD413-1DC7-3743-E4C3-924760BCF2F6}"/>
                    </a:ext>
                  </a:extLst>
                </p14:cNvPr>
                <p14:cNvContentPartPr/>
                <p14:nvPr/>
              </p14:nvContentPartPr>
              <p14:xfrm>
                <a:off x="3212229" y="4088973"/>
                <a:ext cx="64800" cy="11340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8A5DD413-1DC7-3743-E4C3-924760BCF2F6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203589" y="4080333"/>
                  <a:ext cx="824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9852F10C-A126-15B5-7857-6976DB2C6D7E}"/>
                    </a:ext>
                  </a:extLst>
                </p14:cNvPr>
                <p14:cNvContentPartPr/>
                <p14:nvPr/>
              </p14:nvContentPartPr>
              <p14:xfrm>
                <a:off x="3337509" y="4031013"/>
                <a:ext cx="5040" cy="17208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9852F10C-A126-15B5-7857-6976DB2C6D7E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3328869" y="4022013"/>
                  <a:ext cx="226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674B6A18-5E00-AE24-3A2C-2A8B1E1888BF}"/>
                    </a:ext>
                  </a:extLst>
                </p14:cNvPr>
                <p14:cNvContentPartPr/>
                <p14:nvPr/>
              </p14:nvContentPartPr>
              <p14:xfrm>
                <a:off x="3382509" y="4092573"/>
                <a:ext cx="90000" cy="11844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674B6A18-5E00-AE24-3A2C-2A8B1E1888B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3373509" y="4083933"/>
                  <a:ext cx="1076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93F30744-602F-D415-0F69-DD9C21BEE9BE}"/>
                    </a:ext>
                  </a:extLst>
                </p14:cNvPr>
                <p14:cNvContentPartPr/>
                <p14:nvPr/>
              </p14:nvContentPartPr>
              <p14:xfrm>
                <a:off x="3479349" y="4071693"/>
                <a:ext cx="108360" cy="18756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93F30744-602F-D415-0F69-DD9C21BEE9B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470709" y="4062693"/>
                  <a:ext cx="126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9C16AE6A-E7A6-EA46-DAC3-08509E49CD07}"/>
                    </a:ext>
                  </a:extLst>
                </p14:cNvPr>
                <p14:cNvContentPartPr/>
                <p14:nvPr/>
              </p14:nvContentPartPr>
              <p14:xfrm>
                <a:off x="3595269" y="4200933"/>
                <a:ext cx="71640" cy="576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9C16AE6A-E7A6-EA46-DAC3-08509E49CD0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586629" y="4192293"/>
                  <a:ext cx="89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ECD7C485-8AD0-B728-F3A8-FF4D1E84BB98}"/>
                    </a:ext>
                  </a:extLst>
                </p14:cNvPr>
                <p14:cNvContentPartPr/>
                <p14:nvPr/>
              </p14:nvContentPartPr>
              <p14:xfrm>
                <a:off x="3740349" y="4044333"/>
                <a:ext cx="101160" cy="13464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ECD7C485-8AD0-B728-F3A8-FF4D1E84BB98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731709" y="4035333"/>
                  <a:ext cx="118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CEB816ED-43E6-90FD-9C33-4769E9028B8B}"/>
                    </a:ext>
                  </a:extLst>
                </p14:cNvPr>
                <p14:cNvContentPartPr/>
                <p14:nvPr/>
              </p14:nvContentPartPr>
              <p14:xfrm>
                <a:off x="3870309" y="4070253"/>
                <a:ext cx="113400" cy="10728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CEB816ED-43E6-90FD-9C33-4769E9028B8B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861669" y="4061253"/>
                  <a:ext cx="131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4BE860D0-1A63-C3C4-DB34-0685F6FC97E5}"/>
                    </a:ext>
                  </a:extLst>
                </p14:cNvPr>
                <p14:cNvContentPartPr/>
                <p14:nvPr/>
              </p14:nvContentPartPr>
              <p14:xfrm>
                <a:off x="4027629" y="4005813"/>
                <a:ext cx="6480" cy="16524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4BE860D0-1A63-C3C4-DB34-0685F6FC97E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4018629" y="3996813"/>
                  <a:ext cx="241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21DD2C79-7EA2-52EC-D5EC-96350DC20D6A}"/>
                    </a:ext>
                  </a:extLst>
                </p14:cNvPr>
                <p14:cNvContentPartPr/>
                <p14:nvPr/>
              </p14:nvContentPartPr>
              <p14:xfrm>
                <a:off x="4002789" y="4085013"/>
                <a:ext cx="70200" cy="1440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21DD2C79-7EA2-52EC-D5EC-96350DC20D6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3994149" y="4076013"/>
                  <a:ext cx="87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48CE9EA4-E462-691E-F172-48B5DA440644}"/>
                    </a:ext>
                  </a:extLst>
                </p14:cNvPr>
                <p14:cNvContentPartPr/>
                <p14:nvPr/>
              </p14:nvContentPartPr>
              <p14:xfrm>
                <a:off x="4099629" y="4041453"/>
                <a:ext cx="111600" cy="12132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48CE9EA4-E462-691E-F172-48B5DA440644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4090989" y="4032813"/>
                  <a:ext cx="1292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8F7F06D5-66E0-C268-6357-537FB1D19161}"/>
                    </a:ext>
                  </a:extLst>
                </p14:cNvPr>
                <p14:cNvContentPartPr/>
                <p14:nvPr/>
              </p14:nvContentPartPr>
              <p14:xfrm>
                <a:off x="4225629" y="3947133"/>
                <a:ext cx="69480" cy="24912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8F7F06D5-66E0-C268-6357-537FB1D19161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4216629" y="3938493"/>
                  <a:ext cx="871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E2AD7979-1D7C-2F73-4663-3D3BA804E58B}"/>
                    </a:ext>
                  </a:extLst>
                </p14:cNvPr>
                <p14:cNvContentPartPr/>
                <p14:nvPr/>
              </p14:nvContentPartPr>
              <p14:xfrm>
                <a:off x="3623349" y="3733653"/>
                <a:ext cx="91080" cy="9432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E2AD7979-1D7C-2F73-4663-3D3BA804E58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3614349" y="3725013"/>
                  <a:ext cx="108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1572315E-656B-7EE2-A895-2EC60C9F5090}"/>
                    </a:ext>
                  </a:extLst>
                </p14:cNvPr>
                <p14:cNvContentPartPr/>
                <p14:nvPr/>
              </p14:nvContentPartPr>
              <p14:xfrm>
                <a:off x="3767349" y="3697653"/>
                <a:ext cx="6120" cy="14112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1572315E-656B-7EE2-A895-2EC60C9F5090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3758709" y="3688653"/>
                  <a:ext cx="23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8F0CEE22-9166-87DE-D0FC-F20391439F66}"/>
                    </a:ext>
                  </a:extLst>
                </p14:cNvPr>
                <p14:cNvContentPartPr/>
                <p14:nvPr/>
              </p14:nvContentPartPr>
              <p14:xfrm>
                <a:off x="3726309" y="3740493"/>
                <a:ext cx="91080" cy="1404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8F0CEE22-9166-87DE-D0FC-F20391439F6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3717669" y="3731493"/>
                  <a:ext cx="108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129F6924-F454-9D75-EE8E-2E878F01732F}"/>
                    </a:ext>
                  </a:extLst>
                </p14:cNvPr>
                <p14:cNvContentPartPr/>
                <p14:nvPr/>
              </p14:nvContentPartPr>
              <p14:xfrm>
                <a:off x="3842229" y="3726453"/>
                <a:ext cx="113040" cy="10296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129F6924-F454-9D75-EE8E-2E878F01732F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3833589" y="3717813"/>
                  <a:ext cx="130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9FD3B5B4-58B1-DAB9-7E0D-7559CDC58A13}"/>
                    </a:ext>
                  </a:extLst>
                </p14:cNvPr>
                <p14:cNvContentPartPr/>
                <p14:nvPr/>
              </p14:nvContentPartPr>
              <p14:xfrm>
                <a:off x="3965709" y="3664893"/>
                <a:ext cx="49680" cy="20268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9FD3B5B4-58B1-DAB9-7E0D-7559CDC58A1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3956709" y="3656253"/>
                  <a:ext cx="67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CB22F679-1022-ABE4-41E0-144EC7369084}"/>
                    </a:ext>
                  </a:extLst>
                </p14:cNvPr>
                <p14:cNvContentPartPr/>
                <p14:nvPr/>
              </p14:nvContentPartPr>
              <p14:xfrm>
                <a:off x="4107909" y="3718173"/>
                <a:ext cx="68040" cy="10764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CB22F679-1022-ABE4-41E0-144EC7369084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4099269" y="3709173"/>
                  <a:ext cx="85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14676097-C91E-668E-0878-2E37EC8EE183}"/>
                    </a:ext>
                  </a:extLst>
                </p14:cNvPr>
                <p14:cNvContentPartPr/>
                <p14:nvPr/>
              </p14:nvContentPartPr>
              <p14:xfrm>
                <a:off x="4103229" y="3713493"/>
                <a:ext cx="55080" cy="720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14676097-C91E-668E-0878-2E37EC8EE18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4094589" y="3704853"/>
                  <a:ext cx="72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EF208367-A95C-311F-5A5F-CDAC692EEC6D}"/>
                    </a:ext>
                  </a:extLst>
                </p14:cNvPr>
                <p14:cNvContentPartPr/>
                <p14:nvPr/>
              </p14:nvContentPartPr>
              <p14:xfrm>
                <a:off x="4213749" y="3694413"/>
                <a:ext cx="141480" cy="10620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EF208367-A95C-311F-5A5F-CDAC692EEC6D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4204749" y="3685773"/>
                  <a:ext cx="159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A0505BDA-9F8E-9B82-0DA6-D576D7B34354}"/>
                    </a:ext>
                  </a:extLst>
                </p14:cNvPr>
                <p14:cNvContentPartPr/>
                <p14:nvPr/>
              </p14:nvContentPartPr>
              <p14:xfrm>
                <a:off x="4407429" y="3653373"/>
                <a:ext cx="50760" cy="21060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A0505BDA-9F8E-9B82-0DA6-D576D7B34354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398789" y="3644373"/>
                  <a:ext cx="684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C10BF196-7D27-C907-DBC4-C4B00C1BEBFB}"/>
                    </a:ext>
                  </a:extLst>
                </p14:cNvPr>
                <p14:cNvContentPartPr/>
                <p14:nvPr/>
              </p14:nvContentPartPr>
              <p14:xfrm>
                <a:off x="4395549" y="4011213"/>
                <a:ext cx="17280" cy="12096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C10BF196-7D27-C907-DBC4-C4B00C1BEBFB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386549" y="4002213"/>
                  <a:ext cx="34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34D9ADFF-E9C3-3970-7D37-70B30914AB7F}"/>
                    </a:ext>
                  </a:extLst>
                </p14:cNvPr>
                <p14:cNvContentPartPr/>
                <p14:nvPr/>
              </p14:nvContentPartPr>
              <p14:xfrm>
                <a:off x="4373589" y="4153413"/>
                <a:ext cx="55440" cy="792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4D9ADFF-E9C3-3970-7D37-70B30914AB7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364949" y="4144413"/>
                  <a:ext cx="73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650595C3-C578-F001-7A40-3483BA08962D}"/>
                    </a:ext>
                  </a:extLst>
                </p14:cNvPr>
                <p14:cNvContentPartPr/>
                <p14:nvPr/>
              </p14:nvContentPartPr>
              <p14:xfrm>
                <a:off x="4376469" y="3991773"/>
                <a:ext cx="65160" cy="1188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650595C3-C578-F001-7A40-3483BA08962D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367829" y="3983133"/>
                  <a:ext cx="828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932F2950-F5B0-4434-6383-7091BF23C98D}"/>
                    </a:ext>
                  </a:extLst>
                </p14:cNvPr>
                <p14:cNvContentPartPr/>
                <p14:nvPr/>
              </p14:nvContentPartPr>
              <p14:xfrm>
                <a:off x="4449549" y="3960813"/>
                <a:ext cx="164520" cy="16812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932F2950-F5B0-4434-6383-7091BF23C98D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440549" y="3951813"/>
                  <a:ext cx="182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9EFF68FF-D8C8-2230-804E-4A31C9F7B6E7}"/>
                    </a:ext>
                  </a:extLst>
                </p14:cNvPr>
                <p14:cNvContentPartPr/>
                <p14:nvPr/>
              </p14:nvContentPartPr>
              <p14:xfrm>
                <a:off x="4656189" y="3933093"/>
                <a:ext cx="60480" cy="21924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9EFF68FF-D8C8-2230-804E-4A31C9F7B6E7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647549" y="3924093"/>
                  <a:ext cx="7812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5" name="Group 774">
            <a:extLst>
              <a:ext uri="{FF2B5EF4-FFF2-40B4-BE49-F238E27FC236}">
                <a16:creationId xmlns:a16="http://schemas.microsoft.com/office/drawing/2014/main" id="{BA418EAB-E1E9-CBCF-B43B-AF325924E522}"/>
              </a:ext>
            </a:extLst>
          </p:cNvPr>
          <p:cNvGrpSpPr/>
          <p:nvPr/>
        </p:nvGrpSpPr>
        <p:grpSpPr>
          <a:xfrm>
            <a:off x="4034229" y="4358253"/>
            <a:ext cx="2410200" cy="632880"/>
            <a:chOff x="2510229" y="4358253"/>
            <a:chExt cx="2410200" cy="63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75A1BB1E-4EB2-35DB-4FA9-E98A29F94150}"/>
                    </a:ext>
                  </a:extLst>
                </p14:cNvPr>
                <p14:cNvContentPartPr/>
                <p14:nvPr/>
              </p14:nvContentPartPr>
              <p14:xfrm>
                <a:off x="2567829" y="4544373"/>
                <a:ext cx="360" cy="36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75A1BB1E-4EB2-35DB-4FA9-E98A29F9415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559189" y="45357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AE16A03F-902C-4CAD-C50D-362E65FD5989}"/>
                    </a:ext>
                  </a:extLst>
                </p14:cNvPr>
                <p14:cNvContentPartPr/>
                <p14:nvPr/>
              </p14:nvContentPartPr>
              <p14:xfrm>
                <a:off x="2511669" y="4488573"/>
                <a:ext cx="83160" cy="12384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AE16A03F-902C-4CAD-C50D-362E65FD5989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502669" y="4479933"/>
                  <a:ext cx="100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7482CC72-22F0-0A3F-F828-77117D19CC27}"/>
                    </a:ext>
                  </a:extLst>
                </p14:cNvPr>
                <p14:cNvContentPartPr/>
                <p14:nvPr/>
              </p14:nvContentPartPr>
              <p14:xfrm>
                <a:off x="2638749" y="4466973"/>
                <a:ext cx="20160" cy="11520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7482CC72-22F0-0A3F-F828-77117D19CC2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630109" y="4457973"/>
                  <a:ext cx="378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19090DC2-BAAA-B38A-A6B7-728ED9B10438}"/>
                    </a:ext>
                  </a:extLst>
                </p14:cNvPr>
                <p14:cNvContentPartPr/>
                <p14:nvPr/>
              </p14:nvContentPartPr>
              <p14:xfrm>
                <a:off x="2586909" y="4455453"/>
                <a:ext cx="84600" cy="72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19090DC2-BAAA-B38A-A6B7-728ED9B1043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577909" y="4446453"/>
                  <a:ext cx="10224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3D7FCA89-4BB2-C912-9C31-E38CBC2B3497}"/>
                    </a:ext>
                  </a:extLst>
                </p14:cNvPr>
                <p14:cNvContentPartPr/>
                <p14:nvPr/>
              </p14:nvContentPartPr>
              <p14:xfrm>
                <a:off x="2689869" y="4594773"/>
                <a:ext cx="51480" cy="648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3D7FCA89-4BB2-C912-9C31-E38CBC2B349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681229" y="4585773"/>
                  <a:ext cx="69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3D7B66E5-913F-FFA6-EEEF-84FFEF49D6D3}"/>
                    </a:ext>
                  </a:extLst>
                </p14:cNvPr>
                <p14:cNvContentPartPr/>
                <p14:nvPr/>
              </p14:nvContentPartPr>
              <p14:xfrm>
                <a:off x="2817669" y="4463733"/>
                <a:ext cx="95760" cy="13572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3D7B66E5-913F-FFA6-EEEF-84FFEF49D6D3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808669" y="4454733"/>
                  <a:ext cx="1134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7621F09B-62D0-64F8-235A-FCA8D9B18ED5}"/>
                    </a:ext>
                  </a:extLst>
                </p14:cNvPr>
                <p14:cNvContentPartPr/>
                <p14:nvPr/>
              </p14:nvContentPartPr>
              <p14:xfrm>
                <a:off x="2941869" y="4474533"/>
                <a:ext cx="47160" cy="11844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7621F09B-62D0-64F8-235A-FCA8D9B18ED5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932869" y="4465893"/>
                  <a:ext cx="64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94F9E75D-350E-4D7C-F648-F58FEC99E76B}"/>
                    </a:ext>
                  </a:extLst>
                </p14:cNvPr>
                <p14:cNvContentPartPr/>
                <p14:nvPr/>
              </p14:nvContentPartPr>
              <p14:xfrm>
                <a:off x="3038349" y="4426653"/>
                <a:ext cx="162000" cy="13896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94F9E75D-350E-4D7C-F648-F58FEC99E76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029349" y="4418013"/>
                  <a:ext cx="179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AA9480DF-95CD-C00A-4B31-43D0F813EC77}"/>
                    </a:ext>
                  </a:extLst>
                </p14:cNvPr>
                <p14:cNvContentPartPr/>
                <p14:nvPr/>
              </p14:nvContentPartPr>
              <p14:xfrm>
                <a:off x="3152469" y="4550853"/>
                <a:ext cx="89280" cy="13320"/>
              </p14:xfrm>
            </p:contentPart>
          </mc:Choice>
          <mc:Fallback xmlns=""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AA9480DF-95CD-C00A-4B31-43D0F813EC7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143829" y="4541853"/>
                  <a:ext cx="106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EF1A5A9B-87FB-2C60-E5AF-22AEF93CF48A}"/>
                    </a:ext>
                  </a:extLst>
                </p14:cNvPr>
                <p14:cNvContentPartPr/>
                <p14:nvPr/>
              </p14:nvContentPartPr>
              <p14:xfrm>
                <a:off x="3313749" y="4436373"/>
                <a:ext cx="63720" cy="15768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EF1A5A9B-87FB-2C60-E5AF-22AEF93CF48A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305109" y="4427733"/>
                  <a:ext cx="813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034C0C98-8A1A-2376-DEA5-52FF341FDB51}"/>
                    </a:ext>
                  </a:extLst>
                </p14:cNvPr>
                <p14:cNvContentPartPr/>
                <p14:nvPr/>
              </p14:nvContentPartPr>
              <p14:xfrm>
                <a:off x="3333549" y="4536453"/>
                <a:ext cx="56880" cy="900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034C0C98-8A1A-2376-DEA5-52FF341FDB5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3324549" y="4527453"/>
                  <a:ext cx="74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9279B6B8-31DB-B9EE-9D7D-17FA7131BCAC}"/>
                    </a:ext>
                  </a:extLst>
                </p14:cNvPr>
                <p14:cNvContentPartPr/>
                <p14:nvPr/>
              </p14:nvContentPartPr>
              <p14:xfrm>
                <a:off x="3408789" y="4383813"/>
                <a:ext cx="77400" cy="19296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9279B6B8-31DB-B9EE-9D7D-17FA7131BCA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3399789" y="4375173"/>
                  <a:ext cx="95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7198A414-F538-E588-EDA1-671ADD6636CE}"/>
                    </a:ext>
                  </a:extLst>
                </p14:cNvPr>
                <p14:cNvContentPartPr/>
                <p14:nvPr/>
              </p14:nvContentPartPr>
              <p14:xfrm>
                <a:off x="3517149" y="4384893"/>
                <a:ext cx="40680" cy="21456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7198A414-F538-E588-EDA1-671ADD6636CE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3508509" y="4375893"/>
                  <a:ext cx="58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41A7BEAC-0A6A-A515-1DD9-1FA148C7651D}"/>
                    </a:ext>
                  </a:extLst>
                </p14:cNvPr>
                <p14:cNvContentPartPr/>
                <p14:nvPr/>
              </p14:nvContentPartPr>
              <p14:xfrm>
                <a:off x="3627669" y="4358973"/>
                <a:ext cx="109800" cy="262080"/>
              </p14:xfrm>
            </p:contentPart>
          </mc:Choice>
          <mc:Fallback xmlns=""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41A7BEAC-0A6A-A515-1DD9-1FA148C7651D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619029" y="4349973"/>
                  <a:ext cx="1274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744" name="Ink 743">
                  <a:extLst>
                    <a:ext uri="{FF2B5EF4-FFF2-40B4-BE49-F238E27FC236}">
                      <a16:creationId xmlns:a16="http://schemas.microsoft.com/office/drawing/2014/main" id="{4ED64190-F83F-6E2B-95AF-D87C83B58F73}"/>
                    </a:ext>
                  </a:extLst>
                </p14:cNvPr>
                <p14:cNvContentPartPr/>
                <p14:nvPr/>
              </p14:nvContentPartPr>
              <p14:xfrm>
                <a:off x="3765189" y="4388133"/>
                <a:ext cx="138600" cy="159120"/>
              </p14:xfrm>
            </p:contentPart>
          </mc:Choice>
          <mc:Fallback xmlns="">
            <p:pic>
              <p:nvPicPr>
                <p:cNvPr id="744" name="Ink 743">
                  <a:extLst>
                    <a:ext uri="{FF2B5EF4-FFF2-40B4-BE49-F238E27FC236}">
                      <a16:creationId xmlns:a16="http://schemas.microsoft.com/office/drawing/2014/main" id="{4ED64190-F83F-6E2B-95AF-D87C83B58F7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756549" y="4379133"/>
                  <a:ext cx="156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2ADB63FA-1D06-9A2D-9215-A8422D361530}"/>
                    </a:ext>
                  </a:extLst>
                </p14:cNvPr>
                <p14:cNvContentPartPr/>
                <p14:nvPr/>
              </p14:nvContentPartPr>
              <p14:xfrm>
                <a:off x="3873549" y="4442133"/>
                <a:ext cx="144720" cy="113400"/>
              </p14:xfrm>
            </p:contentPart>
          </mc:Choice>
          <mc:Fallback xmlns=""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2ADB63FA-1D06-9A2D-9215-A8422D361530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3864549" y="4433133"/>
                  <a:ext cx="1623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4DDF40FE-B4EA-7742-FD47-B39C309804FF}"/>
                    </a:ext>
                  </a:extLst>
                </p14:cNvPr>
                <p14:cNvContentPartPr/>
                <p14:nvPr/>
              </p14:nvContentPartPr>
              <p14:xfrm>
                <a:off x="4080549" y="4369413"/>
                <a:ext cx="10800" cy="177480"/>
              </p14:xfrm>
            </p:contentPart>
          </mc:Choice>
          <mc:Fallback xmlns=""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4DDF40FE-B4EA-7742-FD47-B39C309804F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071549" y="4360773"/>
                  <a:ext cx="284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1BA513E2-0760-8895-E590-E844FD8DA0DE}"/>
                    </a:ext>
                  </a:extLst>
                </p14:cNvPr>
                <p14:cNvContentPartPr/>
                <p14:nvPr/>
              </p14:nvContentPartPr>
              <p14:xfrm>
                <a:off x="4040589" y="4469133"/>
                <a:ext cx="40320" cy="78480"/>
              </p14:xfrm>
            </p:contentPart>
          </mc:Choice>
          <mc:Fallback xmlns=""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1BA513E2-0760-8895-E590-E844FD8DA0DE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4031589" y="4460493"/>
                  <a:ext cx="57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64ECE358-DD0A-ABBE-7FC5-0368D1270B5A}"/>
                    </a:ext>
                  </a:extLst>
                </p14:cNvPr>
                <p14:cNvContentPartPr/>
                <p14:nvPr/>
              </p14:nvContentPartPr>
              <p14:xfrm>
                <a:off x="4130949" y="4410453"/>
                <a:ext cx="100800" cy="119880"/>
              </p14:xfrm>
            </p:contentPart>
          </mc:Choice>
          <mc:Fallback xmlns=""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64ECE358-DD0A-ABBE-7FC5-0368D1270B5A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121949" y="4401453"/>
                  <a:ext cx="118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89ED4273-450E-CE65-A968-74E400E441E4}"/>
                    </a:ext>
                  </a:extLst>
                </p14:cNvPr>
                <p14:cNvContentPartPr/>
                <p14:nvPr/>
              </p14:nvContentPartPr>
              <p14:xfrm>
                <a:off x="4308429" y="4358253"/>
                <a:ext cx="37080" cy="24480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89ED4273-450E-CE65-A968-74E400E441E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299789" y="4349613"/>
                  <a:ext cx="54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F6F884BE-6E1C-7805-BEA3-98CA312B6F1F}"/>
                    </a:ext>
                  </a:extLst>
                </p14:cNvPr>
                <p14:cNvContentPartPr/>
                <p14:nvPr/>
              </p14:nvContentPartPr>
              <p14:xfrm>
                <a:off x="2510229" y="4788813"/>
                <a:ext cx="138600" cy="15156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F6F884BE-6E1C-7805-BEA3-98CA312B6F1F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501229" y="4780173"/>
                  <a:ext cx="1562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4208B39C-BF19-D98F-34A1-A6D2305E1087}"/>
                    </a:ext>
                  </a:extLst>
                </p14:cNvPr>
                <p14:cNvContentPartPr/>
                <p14:nvPr/>
              </p14:nvContentPartPr>
              <p14:xfrm>
                <a:off x="2558469" y="4841013"/>
                <a:ext cx="34200" cy="89640"/>
              </p14:xfrm>
            </p:contentPart>
          </mc:Choice>
          <mc:Fallback xmlns=""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4208B39C-BF19-D98F-34A1-A6D2305E108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549469" y="4832373"/>
                  <a:ext cx="51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2DA4027C-5A1E-412F-185C-C60B909F659A}"/>
                    </a:ext>
                  </a:extLst>
                </p14:cNvPr>
                <p14:cNvContentPartPr/>
                <p14:nvPr/>
              </p14:nvContentPartPr>
              <p14:xfrm>
                <a:off x="2654589" y="4824453"/>
                <a:ext cx="88200" cy="13356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2DA4027C-5A1E-412F-185C-C60B909F659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645589" y="4815813"/>
                  <a:ext cx="105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47FB57CA-47BC-5F6E-FD05-5CC2A6A1F8E9}"/>
                    </a:ext>
                  </a:extLst>
                </p14:cNvPr>
                <p14:cNvContentPartPr/>
                <p14:nvPr/>
              </p14:nvContentPartPr>
              <p14:xfrm>
                <a:off x="2761509" y="4782693"/>
                <a:ext cx="7920" cy="17604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47FB57CA-47BC-5F6E-FD05-5CC2A6A1F8E9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752509" y="4774053"/>
                  <a:ext cx="25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71D0110F-BD85-DFC2-BDED-3665C1002E23}"/>
                    </a:ext>
                  </a:extLst>
                </p14:cNvPr>
                <p14:cNvContentPartPr/>
                <p14:nvPr/>
              </p14:nvContentPartPr>
              <p14:xfrm>
                <a:off x="2806149" y="4851813"/>
                <a:ext cx="73440" cy="9072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71D0110F-BD85-DFC2-BDED-3665C1002E23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797149" y="4842813"/>
                  <a:ext cx="91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C368275A-0EB4-1F39-F8FB-16B2141E0337}"/>
                    </a:ext>
                  </a:extLst>
                </p14:cNvPr>
                <p14:cNvContentPartPr/>
                <p14:nvPr/>
              </p14:nvContentPartPr>
              <p14:xfrm>
                <a:off x="2900469" y="4810413"/>
                <a:ext cx="85680" cy="18072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C368275A-0EB4-1F39-F8FB-16B2141E0337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891469" y="4801413"/>
                  <a:ext cx="1033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97D6E126-B783-E3AE-07B0-8FB737D161ED}"/>
                    </a:ext>
                  </a:extLst>
                </p14:cNvPr>
                <p14:cNvContentPartPr/>
                <p14:nvPr/>
              </p14:nvContentPartPr>
              <p14:xfrm>
                <a:off x="3005589" y="4909053"/>
                <a:ext cx="84600" cy="1008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97D6E126-B783-E3AE-07B0-8FB737D161ED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996589" y="4900053"/>
                  <a:ext cx="102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760" name="Ink 759">
                  <a:extLst>
                    <a:ext uri="{FF2B5EF4-FFF2-40B4-BE49-F238E27FC236}">
                      <a16:creationId xmlns:a16="http://schemas.microsoft.com/office/drawing/2014/main" id="{D378E6D4-64DA-FB31-6D9C-1F975B5D3CEC}"/>
                    </a:ext>
                  </a:extLst>
                </p14:cNvPr>
                <p14:cNvContentPartPr/>
                <p14:nvPr/>
              </p14:nvContentPartPr>
              <p14:xfrm>
                <a:off x="3138429" y="4781613"/>
                <a:ext cx="95040" cy="156240"/>
              </p14:xfrm>
            </p:contentPart>
          </mc:Choice>
          <mc:Fallback xmlns="">
            <p:pic>
              <p:nvPicPr>
                <p:cNvPr id="760" name="Ink 759">
                  <a:extLst>
                    <a:ext uri="{FF2B5EF4-FFF2-40B4-BE49-F238E27FC236}">
                      <a16:creationId xmlns:a16="http://schemas.microsoft.com/office/drawing/2014/main" id="{D378E6D4-64DA-FB31-6D9C-1F975B5D3CEC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3129789" y="4772973"/>
                  <a:ext cx="112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F4961B06-4BE1-5BF0-7DA6-B3A3C7904DAA}"/>
                    </a:ext>
                  </a:extLst>
                </p14:cNvPr>
                <p14:cNvContentPartPr/>
                <p14:nvPr/>
              </p14:nvContentPartPr>
              <p14:xfrm>
                <a:off x="3249309" y="4869813"/>
                <a:ext cx="58680" cy="7272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F4961B06-4BE1-5BF0-7DA6-B3A3C7904DAA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240669" y="4860813"/>
                  <a:ext cx="76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41E67C5C-4EF1-C655-4158-1A33D4DBF954}"/>
                    </a:ext>
                  </a:extLst>
                </p14:cNvPr>
                <p14:cNvContentPartPr/>
                <p14:nvPr/>
              </p14:nvContentPartPr>
              <p14:xfrm>
                <a:off x="3224829" y="4878813"/>
                <a:ext cx="112320" cy="10872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41E67C5C-4EF1-C655-4158-1A33D4DBF95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215829" y="4869813"/>
                  <a:ext cx="1299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542CE360-7844-D943-0DAE-F2D9BB11E115}"/>
                    </a:ext>
                  </a:extLst>
                </p14:cNvPr>
                <p14:cNvContentPartPr/>
                <p14:nvPr/>
              </p14:nvContentPartPr>
              <p14:xfrm>
                <a:off x="3343989" y="4823373"/>
                <a:ext cx="168840" cy="9432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542CE360-7844-D943-0DAE-F2D9BB11E11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335349" y="4814733"/>
                  <a:ext cx="186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8E9074E5-A483-5044-FFAA-889945B5DF0A}"/>
                    </a:ext>
                  </a:extLst>
                </p14:cNvPr>
                <p14:cNvContentPartPr/>
                <p14:nvPr/>
              </p14:nvContentPartPr>
              <p14:xfrm>
                <a:off x="3523989" y="4908693"/>
                <a:ext cx="65160" cy="360"/>
              </p14:xfrm>
            </p:contentPart>
          </mc:Choice>
          <mc:Fallback xmlns=""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8E9074E5-A483-5044-FFAA-889945B5DF0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514989" y="4899693"/>
                  <a:ext cx="82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27B86E7D-87AB-6DBC-577A-E28167AA292D}"/>
                    </a:ext>
                  </a:extLst>
                </p14:cNvPr>
                <p14:cNvContentPartPr/>
                <p14:nvPr/>
              </p14:nvContentPartPr>
              <p14:xfrm>
                <a:off x="3652509" y="4803213"/>
                <a:ext cx="86760" cy="9468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27B86E7D-87AB-6DBC-577A-E28167AA292D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643869" y="4794213"/>
                  <a:ext cx="104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66F1FDC4-834F-215E-A209-F5E555B80298}"/>
                    </a:ext>
                  </a:extLst>
                </p14:cNvPr>
                <p14:cNvContentPartPr/>
                <p14:nvPr/>
              </p14:nvContentPartPr>
              <p14:xfrm>
                <a:off x="3778869" y="4729053"/>
                <a:ext cx="63720" cy="19620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66F1FDC4-834F-215E-A209-F5E555B80298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769869" y="4720053"/>
                  <a:ext cx="813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CBECC338-BBFA-3D36-7A9E-B473417FF0C7}"/>
                    </a:ext>
                  </a:extLst>
                </p14:cNvPr>
                <p14:cNvContentPartPr/>
                <p14:nvPr/>
              </p14:nvContentPartPr>
              <p14:xfrm>
                <a:off x="3865989" y="4716093"/>
                <a:ext cx="87120" cy="21996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CBECC338-BBFA-3D36-7A9E-B473417FF0C7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856989" y="4707453"/>
                  <a:ext cx="1047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B32A98BD-B333-C55E-4386-C085869EEEB5}"/>
                    </a:ext>
                  </a:extLst>
                </p14:cNvPr>
                <p14:cNvContentPartPr/>
                <p14:nvPr/>
              </p14:nvContentPartPr>
              <p14:xfrm>
                <a:off x="3994149" y="4727253"/>
                <a:ext cx="66960" cy="19728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B32A98BD-B333-C55E-4386-C085869EEEB5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3985149" y="4718613"/>
                  <a:ext cx="84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6948011F-D660-C9BD-2F76-28599056FA64}"/>
                    </a:ext>
                  </a:extLst>
                </p14:cNvPr>
                <p14:cNvContentPartPr/>
                <p14:nvPr/>
              </p14:nvContentPartPr>
              <p14:xfrm>
                <a:off x="4111149" y="4715733"/>
                <a:ext cx="127800" cy="188640"/>
              </p14:xfrm>
            </p:contentPart>
          </mc:Choice>
          <mc:Fallback xmlns=""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6948011F-D660-C9BD-2F76-28599056FA64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102149" y="4706733"/>
                  <a:ext cx="1454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200BF283-22B2-A954-F070-A4F2D284EA3D}"/>
                    </a:ext>
                  </a:extLst>
                </p14:cNvPr>
                <p14:cNvContentPartPr/>
                <p14:nvPr/>
              </p14:nvContentPartPr>
              <p14:xfrm>
                <a:off x="4286109" y="4739853"/>
                <a:ext cx="121680" cy="123840"/>
              </p14:xfrm>
            </p:contentPart>
          </mc:Choice>
          <mc:Fallback xmlns=""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200BF283-22B2-A954-F070-A4F2D284EA3D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277469" y="4731213"/>
                  <a:ext cx="1393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5F62BE81-81B2-E2C5-BCF8-914B63A69B1D}"/>
                    </a:ext>
                  </a:extLst>
                </p14:cNvPr>
                <p14:cNvContentPartPr/>
                <p14:nvPr/>
              </p14:nvContentPartPr>
              <p14:xfrm>
                <a:off x="4482669" y="4708533"/>
                <a:ext cx="6480" cy="17784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5F62BE81-81B2-E2C5-BCF8-914B63A69B1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474029" y="4699533"/>
                  <a:ext cx="24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4D66C95E-E1B4-F43A-6B6E-776C88444C81}"/>
                    </a:ext>
                  </a:extLst>
                </p14:cNvPr>
                <p14:cNvContentPartPr/>
                <p14:nvPr/>
              </p14:nvContentPartPr>
              <p14:xfrm>
                <a:off x="4438029" y="4776933"/>
                <a:ext cx="112320" cy="2880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4D66C95E-E1B4-F43A-6B6E-776C88444C81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429029" y="4768293"/>
                  <a:ext cx="129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E7D66610-C40C-A3C3-156D-F98F80A5C4F9}"/>
                    </a:ext>
                  </a:extLst>
                </p14:cNvPr>
                <p14:cNvContentPartPr/>
                <p14:nvPr/>
              </p14:nvContentPartPr>
              <p14:xfrm>
                <a:off x="4580949" y="4750653"/>
                <a:ext cx="187200" cy="11196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E7D66610-C40C-A3C3-156D-F98F80A5C4F9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571949" y="4742013"/>
                  <a:ext cx="2048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68AA7076-2DDA-FC9D-1316-F6FFD2B18077}"/>
                    </a:ext>
                  </a:extLst>
                </p14:cNvPr>
                <p14:cNvContentPartPr/>
                <p14:nvPr/>
              </p14:nvContentPartPr>
              <p14:xfrm>
                <a:off x="4875789" y="4625373"/>
                <a:ext cx="44640" cy="25308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68AA7076-2DDA-FC9D-1316-F6FFD2B18077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4867149" y="4616733"/>
                  <a:ext cx="6228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2773EBE5-51BA-A6B1-1027-A6347781862E}"/>
              </a:ext>
            </a:extLst>
          </p:cNvPr>
          <p:cNvGrpSpPr/>
          <p:nvPr/>
        </p:nvGrpSpPr>
        <p:grpSpPr>
          <a:xfrm>
            <a:off x="4046469" y="5082573"/>
            <a:ext cx="2295720" cy="320400"/>
            <a:chOff x="2522469" y="5082573"/>
            <a:chExt cx="229572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33327926-4B15-664D-43B1-48530295BB9A}"/>
                    </a:ext>
                  </a:extLst>
                </p14:cNvPr>
                <p14:cNvContentPartPr/>
                <p14:nvPr/>
              </p14:nvContentPartPr>
              <p14:xfrm>
                <a:off x="2635509" y="5246733"/>
                <a:ext cx="25560" cy="1224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33327926-4B15-664D-43B1-48530295BB9A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626509" y="5237733"/>
                  <a:ext cx="43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20B6BF10-8928-0DD2-62E7-90F13C65EC90}"/>
                    </a:ext>
                  </a:extLst>
                </p14:cNvPr>
                <p14:cNvContentPartPr/>
                <p14:nvPr/>
              </p14:nvContentPartPr>
              <p14:xfrm>
                <a:off x="2522469" y="5205333"/>
                <a:ext cx="139680" cy="19764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20B6BF10-8928-0DD2-62E7-90F13C65EC90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513829" y="5196693"/>
                  <a:ext cx="157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5A00F9A9-A160-2192-B6EC-FB928209B2F0}"/>
                    </a:ext>
                  </a:extLst>
                </p14:cNvPr>
                <p14:cNvContentPartPr/>
                <p14:nvPr/>
              </p14:nvContentPartPr>
              <p14:xfrm>
                <a:off x="2722629" y="5254653"/>
                <a:ext cx="87120" cy="12852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5A00F9A9-A160-2192-B6EC-FB928209B2F0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713629" y="5246013"/>
                  <a:ext cx="104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E43BEF57-2011-10F5-B03C-F5FAEC90EAD5}"/>
                    </a:ext>
                  </a:extLst>
                </p14:cNvPr>
                <p14:cNvContentPartPr/>
                <p14:nvPr/>
              </p14:nvContentPartPr>
              <p14:xfrm>
                <a:off x="2875629" y="5199573"/>
                <a:ext cx="8640" cy="19224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E43BEF57-2011-10F5-B03C-F5FAEC90EAD5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866989" y="5190573"/>
                  <a:ext cx="26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410240E8-68D7-1A75-3231-70009169539E}"/>
                    </a:ext>
                  </a:extLst>
                </p14:cNvPr>
                <p14:cNvContentPartPr/>
                <p14:nvPr/>
              </p14:nvContentPartPr>
              <p14:xfrm>
                <a:off x="2817309" y="5269413"/>
                <a:ext cx="127080" cy="2268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410240E8-68D7-1A75-3231-70009169539E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808669" y="5260413"/>
                  <a:ext cx="144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FFCBBFE7-2E11-D236-A52D-19C6945E9688}"/>
                    </a:ext>
                  </a:extLst>
                </p14:cNvPr>
                <p14:cNvContentPartPr/>
                <p14:nvPr/>
              </p14:nvContentPartPr>
              <p14:xfrm>
                <a:off x="2954469" y="5344653"/>
                <a:ext cx="70200" cy="1548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FFCBBFE7-2E11-D236-A52D-19C6945E9688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945469" y="5335653"/>
                  <a:ext cx="87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D0FB195D-4611-E247-E51A-56911669191E}"/>
                    </a:ext>
                  </a:extLst>
                </p14:cNvPr>
                <p14:cNvContentPartPr/>
                <p14:nvPr/>
              </p14:nvContentPartPr>
              <p14:xfrm>
                <a:off x="3074709" y="5216493"/>
                <a:ext cx="105840" cy="16344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D0FB195D-4611-E247-E51A-56911669191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065709" y="5207853"/>
                  <a:ext cx="1234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076518F1-0818-8569-47A1-6BC91BECB023}"/>
                    </a:ext>
                  </a:extLst>
                </p14:cNvPr>
                <p14:cNvContentPartPr/>
                <p14:nvPr/>
              </p14:nvContentPartPr>
              <p14:xfrm>
                <a:off x="3190269" y="5221533"/>
                <a:ext cx="104760" cy="15264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076518F1-0818-8569-47A1-6BC91BECB023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181269" y="5212533"/>
                  <a:ext cx="1224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A6CD9AD4-6C8D-4D8F-BE29-A20E00220F78}"/>
                    </a:ext>
                  </a:extLst>
                </p14:cNvPr>
                <p14:cNvContentPartPr/>
                <p14:nvPr/>
              </p14:nvContentPartPr>
              <p14:xfrm>
                <a:off x="3313029" y="5232333"/>
                <a:ext cx="101880" cy="153720"/>
              </p14:xfrm>
            </p:contentPart>
          </mc:Choice>
          <mc:Fallback xmlns=""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A6CD9AD4-6C8D-4D8F-BE29-A20E00220F78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304029" y="5223333"/>
                  <a:ext cx="119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1E09F584-CDA8-6E99-92C9-A7E9B48E6B44}"/>
                    </a:ext>
                  </a:extLst>
                </p14:cNvPr>
                <p14:cNvContentPartPr/>
                <p14:nvPr/>
              </p14:nvContentPartPr>
              <p14:xfrm>
                <a:off x="3489789" y="5193093"/>
                <a:ext cx="4680" cy="161280"/>
              </p14:xfrm>
            </p:contentPart>
          </mc:Choice>
          <mc:Fallback xmlns=""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1E09F584-CDA8-6E99-92C9-A7E9B48E6B44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80789" y="5184453"/>
                  <a:ext cx="22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676A80D9-1B8F-973F-801C-B0D4726EC21B}"/>
                    </a:ext>
                  </a:extLst>
                </p14:cNvPr>
                <p14:cNvContentPartPr/>
                <p14:nvPr/>
              </p14:nvContentPartPr>
              <p14:xfrm>
                <a:off x="3436149" y="5268693"/>
                <a:ext cx="112680" cy="7200"/>
              </p14:xfrm>
            </p:contentPart>
          </mc:Choice>
          <mc:Fallback xmlns=""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676A80D9-1B8F-973F-801C-B0D4726EC21B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427149" y="5259693"/>
                  <a:ext cx="130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72DFC4D0-D459-B116-28FF-9B9396D7F312}"/>
                    </a:ext>
                  </a:extLst>
                </p14:cNvPr>
                <p14:cNvContentPartPr/>
                <p14:nvPr/>
              </p14:nvContentPartPr>
              <p14:xfrm>
                <a:off x="3571869" y="5217933"/>
                <a:ext cx="76680" cy="147240"/>
              </p14:xfrm>
            </p:contentPart>
          </mc:Choice>
          <mc:Fallback xmlns=""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72DFC4D0-D459-B116-28FF-9B9396D7F312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562869" y="5208933"/>
                  <a:ext cx="943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A9D1F0D0-8C35-7A23-87F4-4CAB8A85AEE8}"/>
                    </a:ext>
                  </a:extLst>
                </p14:cNvPr>
                <p14:cNvContentPartPr/>
                <p14:nvPr/>
              </p14:nvContentPartPr>
              <p14:xfrm>
                <a:off x="3681669" y="5228373"/>
                <a:ext cx="141120" cy="10152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A9D1F0D0-8C35-7A23-87F4-4CAB8A85AEE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3672669" y="5219733"/>
                  <a:ext cx="158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71B7E7B6-F376-0FE5-D17B-62C35546C151}"/>
                    </a:ext>
                  </a:extLst>
                </p14:cNvPr>
                <p14:cNvContentPartPr/>
                <p14:nvPr/>
              </p14:nvContentPartPr>
              <p14:xfrm>
                <a:off x="3874989" y="5335293"/>
                <a:ext cx="79560" cy="2520"/>
              </p14:xfrm>
            </p:contentPart>
          </mc:Choice>
          <mc:Fallback xmlns=""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71B7E7B6-F376-0FE5-D17B-62C35546C151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866349" y="5326653"/>
                  <a:ext cx="97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D93D5CCD-7965-95BF-9A65-31E86325CB94}"/>
                    </a:ext>
                  </a:extLst>
                </p14:cNvPr>
                <p14:cNvContentPartPr/>
                <p14:nvPr/>
              </p14:nvContentPartPr>
              <p14:xfrm>
                <a:off x="4046709" y="5183373"/>
                <a:ext cx="32760" cy="15516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D93D5CCD-7965-95BF-9A65-31E86325CB9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4038069" y="5174733"/>
                  <a:ext cx="504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A49505A7-F058-2A12-7601-06BBC3E9AD99}"/>
                    </a:ext>
                  </a:extLst>
                </p14:cNvPr>
                <p14:cNvContentPartPr/>
                <p14:nvPr/>
              </p14:nvContentPartPr>
              <p14:xfrm>
                <a:off x="4016469" y="5314773"/>
                <a:ext cx="104400" cy="19080"/>
              </p14:xfrm>
            </p:contentPart>
          </mc:Choice>
          <mc:Fallback xmlns=""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A49505A7-F058-2A12-7601-06BBC3E9AD99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007469" y="5305773"/>
                  <a:ext cx="122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793" name="Ink 792">
                  <a:extLst>
                    <a:ext uri="{FF2B5EF4-FFF2-40B4-BE49-F238E27FC236}">
                      <a16:creationId xmlns:a16="http://schemas.microsoft.com/office/drawing/2014/main" id="{911CE38E-D65A-3EBF-1C3B-27B26D1286C0}"/>
                    </a:ext>
                  </a:extLst>
                </p14:cNvPr>
                <p14:cNvContentPartPr/>
                <p14:nvPr/>
              </p14:nvContentPartPr>
              <p14:xfrm>
                <a:off x="4016829" y="5145933"/>
                <a:ext cx="70200" cy="14760"/>
              </p14:xfrm>
            </p:contentPart>
          </mc:Choice>
          <mc:Fallback xmlns="">
            <p:pic>
              <p:nvPicPr>
                <p:cNvPr id="793" name="Ink 792">
                  <a:extLst>
                    <a:ext uri="{FF2B5EF4-FFF2-40B4-BE49-F238E27FC236}">
                      <a16:creationId xmlns:a16="http://schemas.microsoft.com/office/drawing/2014/main" id="{911CE38E-D65A-3EBF-1C3B-27B26D1286C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007829" y="5137293"/>
                  <a:ext cx="87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794" name="Ink 793">
                  <a:extLst>
                    <a:ext uri="{FF2B5EF4-FFF2-40B4-BE49-F238E27FC236}">
                      <a16:creationId xmlns:a16="http://schemas.microsoft.com/office/drawing/2014/main" id="{B413D603-94E7-AF6B-1BDE-CDC234B8EF0A}"/>
                    </a:ext>
                  </a:extLst>
                </p14:cNvPr>
                <p14:cNvContentPartPr/>
                <p14:nvPr/>
              </p14:nvContentPartPr>
              <p14:xfrm>
                <a:off x="4152549" y="5180853"/>
                <a:ext cx="102960" cy="120240"/>
              </p14:xfrm>
            </p:contentPart>
          </mc:Choice>
          <mc:Fallback xmlns="">
            <p:pic>
              <p:nvPicPr>
                <p:cNvPr id="794" name="Ink 793">
                  <a:extLst>
                    <a:ext uri="{FF2B5EF4-FFF2-40B4-BE49-F238E27FC236}">
                      <a16:creationId xmlns:a16="http://schemas.microsoft.com/office/drawing/2014/main" id="{B413D603-94E7-AF6B-1BDE-CDC234B8EF0A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143549" y="5172213"/>
                  <a:ext cx="1206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5D659F21-59E4-0AA7-D641-28B7ADE2336B}"/>
                    </a:ext>
                  </a:extLst>
                </p14:cNvPr>
                <p14:cNvContentPartPr/>
                <p14:nvPr/>
              </p14:nvContentPartPr>
              <p14:xfrm>
                <a:off x="4278549" y="5134053"/>
                <a:ext cx="156960" cy="195480"/>
              </p14:xfrm>
            </p:contentPart>
          </mc:Choice>
          <mc:Fallback xmlns=""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5D659F21-59E4-0AA7-D641-28B7ADE2336B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4269909" y="5125413"/>
                  <a:ext cx="1746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E8CF66C0-869A-C58C-260E-2CEFE6180D47}"/>
                    </a:ext>
                  </a:extLst>
                </p14:cNvPr>
                <p14:cNvContentPartPr/>
                <p14:nvPr/>
              </p14:nvContentPartPr>
              <p14:xfrm>
                <a:off x="4290789" y="5215413"/>
                <a:ext cx="71280" cy="9000"/>
              </p14:xfrm>
            </p:contentPart>
          </mc:Choice>
          <mc:Fallback xmlns=""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E8CF66C0-869A-C58C-260E-2CEFE6180D4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4281789" y="5206413"/>
                  <a:ext cx="88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797" name="Ink 796">
                  <a:extLst>
                    <a:ext uri="{FF2B5EF4-FFF2-40B4-BE49-F238E27FC236}">
                      <a16:creationId xmlns:a16="http://schemas.microsoft.com/office/drawing/2014/main" id="{2C0B5641-95C3-3280-5FDC-D577DF1079F7}"/>
                    </a:ext>
                  </a:extLst>
                </p14:cNvPr>
                <p14:cNvContentPartPr/>
                <p14:nvPr/>
              </p14:nvContentPartPr>
              <p14:xfrm>
                <a:off x="4411389" y="5211453"/>
                <a:ext cx="118440" cy="87480"/>
              </p14:xfrm>
            </p:contentPart>
          </mc:Choice>
          <mc:Fallback xmlns="">
            <p:pic>
              <p:nvPicPr>
                <p:cNvPr id="797" name="Ink 796">
                  <a:extLst>
                    <a:ext uri="{FF2B5EF4-FFF2-40B4-BE49-F238E27FC236}">
                      <a16:creationId xmlns:a16="http://schemas.microsoft.com/office/drawing/2014/main" id="{2C0B5641-95C3-3280-5FDC-D577DF1079F7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4402389" y="5202453"/>
                  <a:ext cx="136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CEE4D7D9-C674-D435-C649-CE52EE1080C5}"/>
                    </a:ext>
                  </a:extLst>
                </p14:cNvPr>
                <p14:cNvContentPartPr/>
                <p14:nvPr/>
              </p14:nvContentPartPr>
              <p14:xfrm>
                <a:off x="4597509" y="5096253"/>
                <a:ext cx="43920" cy="241560"/>
              </p14:xfrm>
            </p:contentPart>
          </mc:Choice>
          <mc:Fallback xmlns=""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CEE4D7D9-C674-D435-C649-CE52EE1080C5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4588509" y="5087613"/>
                  <a:ext cx="61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800" name="Ink 799">
                  <a:extLst>
                    <a:ext uri="{FF2B5EF4-FFF2-40B4-BE49-F238E27FC236}">
                      <a16:creationId xmlns:a16="http://schemas.microsoft.com/office/drawing/2014/main" id="{D789EBDB-FD93-2A47-17AD-A6AAF732B39D}"/>
                    </a:ext>
                  </a:extLst>
                </p14:cNvPr>
                <p14:cNvContentPartPr/>
                <p14:nvPr/>
              </p14:nvContentPartPr>
              <p14:xfrm>
                <a:off x="4727829" y="5082573"/>
                <a:ext cx="90360" cy="300240"/>
              </p14:xfrm>
            </p:contentPart>
          </mc:Choice>
          <mc:Fallback xmlns="">
            <p:pic>
              <p:nvPicPr>
                <p:cNvPr id="800" name="Ink 799">
                  <a:extLst>
                    <a:ext uri="{FF2B5EF4-FFF2-40B4-BE49-F238E27FC236}">
                      <a16:creationId xmlns:a16="http://schemas.microsoft.com/office/drawing/2014/main" id="{D789EBDB-FD93-2A47-17AD-A6AAF732B39D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4718829" y="5073933"/>
                  <a:ext cx="108000" cy="31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3" name="Group 822">
            <a:extLst>
              <a:ext uri="{FF2B5EF4-FFF2-40B4-BE49-F238E27FC236}">
                <a16:creationId xmlns:a16="http://schemas.microsoft.com/office/drawing/2014/main" id="{EDDEA1F0-2AEE-E684-22AA-16501DB043E9}"/>
              </a:ext>
            </a:extLst>
          </p:cNvPr>
          <p:cNvGrpSpPr/>
          <p:nvPr/>
        </p:nvGrpSpPr>
        <p:grpSpPr>
          <a:xfrm>
            <a:off x="7174149" y="4298853"/>
            <a:ext cx="1088280" cy="201960"/>
            <a:chOff x="5650149" y="4298853"/>
            <a:chExt cx="1088280" cy="2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802" name="Ink 801">
                  <a:extLst>
                    <a:ext uri="{FF2B5EF4-FFF2-40B4-BE49-F238E27FC236}">
                      <a16:creationId xmlns:a16="http://schemas.microsoft.com/office/drawing/2014/main" id="{19B1C250-D4A6-4BFF-81F2-28747238A34B}"/>
                    </a:ext>
                  </a:extLst>
                </p14:cNvPr>
                <p14:cNvContentPartPr/>
                <p14:nvPr/>
              </p14:nvContentPartPr>
              <p14:xfrm>
                <a:off x="5650149" y="4338093"/>
                <a:ext cx="147240" cy="153360"/>
              </p14:xfrm>
            </p:contentPart>
          </mc:Choice>
          <mc:Fallback xmlns="">
            <p:pic>
              <p:nvPicPr>
                <p:cNvPr id="802" name="Ink 801">
                  <a:extLst>
                    <a:ext uri="{FF2B5EF4-FFF2-40B4-BE49-F238E27FC236}">
                      <a16:creationId xmlns:a16="http://schemas.microsoft.com/office/drawing/2014/main" id="{19B1C250-D4A6-4BFF-81F2-28747238A34B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5641149" y="4329093"/>
                  <a:ext cx="164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803" name="Ink 802">
                  <a:extLst>
                    <a:ext uri="{FF2B5EF4-FFF2-40B4-BE49-F238E27FC236}">
                      <a16:creationId xmlns:a16="http://schemas.microsoft.com/office/drawing/2014/main" id="{F25A96CE-36EB-B450-490D-2E4CAC778AC4}"/>
                    </a:ext>
                  </a:extLst>
                </p14:cNvPr>
                <p14:cNvContentPartPr/>
                <p14:nvPr/>
              </p14:nvContentPartPr>
              <p14:xfrm>
                <a:off x="5703069" y="4396413"/>
                <a:ext cx="59040" cy="92520"/>
              </p14:xfrm>
            </p:contentPart>
          </mc:Choice>
          <mc:Fallback xmlns="">
            <p:pic>
              <p:nvPicPr>
                <p:cNvPr id="803" name="Ink 802">
                  <a:extLst>
                    <a:ext uri="{FF2B5EF4-FFF2-40B4-BE49-F238E27FC236}">
                      <a16:creationId xmlns:a16="http://schemas.microsoft.com/office/drawing/2014/main" id="{F25A96CE-36EB-B450-490D-2E4CAC778AC4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5694069" y="4387773"/>
                  <a:ext cx="76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804" name="Ink 803">
                  <a:extLst>
                    <a:ext uri="{FF2B5EF4-FFF2-40B4-BE49-F238E27FC236}">
                      <a16:creationId xmlns:a16="http://schemas.microsoft.com/office/drawing/2014/main" id="{48E93997-57C3-50FC-296F-E59F5A0D93A3}"/>
                    </a:ext>
                  </a:extLst>
                </p14:cNvPr>
                <p14:cNvContentPartPr/>
                <p14:nvPr/>
              </p14:nvContentPartPr>
              <p14:xfrm>
                <a:off x="5842389" y="4369413"/>
                <a:ext cx="70920" cy="129960"/>
              </p14:xfrm>
            </p:contentPart>
          </mc:Choice>
          <mc:Fallback xmlns="">
            <p:pic>
              <p:nvPicPr>
                <p:cNvPr id="804" name="Ink 803">
                  <a:extLst>
                    <a:ext uri="{FF2B5EF4-FFF2-40B4-BE49-F238E27FC236}">
                      <a16:creationId xmlns:a16="http://schemas.microsoft.com/office/drawing/2014/main" id="{48E93997-57C3-50FC-296F-E59F5A0D93A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5833389" y="4360773"/>
                  <a:ext cx="88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805" name="Ink 804">
                  <a:extLst>
                    <a:ext uri="{FF2B5EF4-FFF2-40B4-BE49-F238E27FC236}">
                      <a16:creationId xmlns:a16="http://schemas.microsoft.com/office/drawing/2014/main" id="{F09B8E99-A0F1-9E48-FBD9-2ADFE95A58CE}"/>
                    </a:ext>
                  </a:extLst>
                </p14:cNvPr>
                <p14:cNvContentPartPr/>
                <p14:nvPr/>
              </p14:nvContentPartPr>
              <p14:xfrm>
                <a:off x="5962989" y="4365093"/>
                <a:ext cx="92880" cy="135000"/>
              </p14:xfrm>
            </p:contentPart>
          </mc:Choice>
          <mc:Fallback xmlns="">
            <p:pic>
              <p:nvPicPr>
                <p:cNvPr id="805" name="Ink 804">
                  <a:extLst>
                    <a:ext uri="{FF2B5EF4-FFF2-40B4-BE49-F238E27FC236}">
                      <a16:creationId xmlns:a16="http://schemas.microsoft.com/office/drawing/2014/main" id="{F09B8E99-A0F1-9E48-FBD9-2ADFE95A58CE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5954349" y="4356093"/>
                  <a:ext cx="110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806" name="Ink 805">
                  <a:extLst>
                    <a:ext uri="{FF2B5EF4-FFF2-40B4-BE49-F238E27FC236}">
                      <a16:creationId xmlns:a16="http://schemas.microsoft.com/office/drawing/2014/main" id="{589A949C-F96A-B228-FB29-30E3573F47C2}"/>
                    </a:ext>
                  </a:extLst>
                </p14:cNvPr>
                <p14:cNvContentPartPr/>
                <p14:nvPr/>
              </p14:nvContentPartPr>
              <p14:xfrm>
                <a:off x="6108429" y="4397493"/>
                <a:ext cx="15120" cy="87480"/>
              </p14:xfrm>
            </p:contentPart>
          </mc:Choice>
          <mc:Fallback xmlns="">
            <p:pic>
              <p:nvPicPr>
                <p:cNvPr id="806" name="Ink 805">
                  <a:extLst>
                    <a:ext uri="{FF2B5EF4-FFF2-40B4-BE49-F238E27FC236}">
                      <a16:creationId xmlns:a16="http://schemas.microsoft.com/office/drawing/2014/main" id="{589A949C-F96A-B228-FB29-30E3573F47C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099789" y="4388493"/>
                  <a:ext cx="32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807" name="Ink 806">
                  <a:extLst>
                    <a:ext uri="{FF2B5EF4-FFF2-40B4-BE49-F238E27FC236}">
                      <a16:creationId xmlns:a16="http://schemas.microsoft.com/office/drawing/2014/main" id="{9DDB2839-182B-47D7-6813-A238FAFC9BB3}"/>
                    </a:ext>
                  </a:extLst>
                </p14:cNvPr>
                <p14:cNvContentPartPr/>
                <p14:nvPr/>
              </p14:nvContentPartPr>
              <p14:xfrm>
                <a:off x="6105549" y="4307133"/>
                <a:ext cx="360" cy="360"/>
              </p14:xfrm>
            </p:contentPart>
          </mc:Choice>
          <mc:Fallback xmlns="">
            <p:pic>
              <p:nvPicPr>
                <p:cNvPr id="807" name="Ink 806">
                  <a:extLst>
                    <a:ext uri="{FF2B5EF4-FFF2-40B4-BE49-F238E27FC236}">
                      <a16:creationId xmlns:a16="http://schemas.microsoft.com/office/drawing/2014/main" id="{9DDB2839-182B-47D7-6813-A238FAFC9BB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096909" y="42984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808" name="Ink 807">
                  <a:extLst>
                    <a:ext uri="{FF2B5EF4-FFF2-40B4-BE49-F238E27FC236}">
                      <a16:creationId xmlns:a16="http://schemas.microsoft.com/office/drawing/2014/main" id="{F4683048-8DC3-E8C9-9B5D-9A796A1E8D60}"/>
                    </a:ext>
                  </a:extLst>
                </p14:cNvPr>
                <p14:cNvContentPartPr/>
                <p14:nvPr/>
              </p14:nvContentPartPr>
              <p14:xfrm>
                <a:off x="6168549" y="4348533"/>
                <a:ext cx="97200" cy="152280"/>
              </p14:xfrm>
            </p:contentPart>
          </mc:Choice>
          <mc:Fallback xmlns="">
            <p:pic>
              <p:nvPicPr>
                <p:cNvPr id="808" name="Ink 807">
                  <a:extLst>
                    <a:ext uri="{FF2B5EF4-FFF2-40B4-BE49-F238E27FC236}">
                      <a16:creationId xmlns:a16="http://schemas.microsoft.com/office/drawing/2014/main" id="{F4683048-8DC3-E8C9-9B5D-9A796A1E8D60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6159549" y="4339893"/>
                  <a:ext cx="1148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809" name="Ink 808">
                  <a:extLst>
                    <a:ext uri="{FF2B5EF4-FFF2-40B4-BE49-F238E27FC236}">
                      <a16:creationId xmlns:a16="http://schemas.microsoft.com/office/drawing/2014/main" id="{328B48C1-432E-C1D4-0D22-6AA8028924AD}"/>
                    </a:ext>
                  </a:extLst>
                </p14:cNvPr>
                <p14:cNvContentPartPr/>
                <p14:nvPr/>
              </p14:nvContentPartPr>
              <p14:xfrm>
                <a:off x="6301029" y="4298853"/>
                <a:ext cx="24840" cy="199440"/>
              </p14:xfrm>
            </p:contentPart>
          </mc:Choice>
          <mc:Fallback xmlns="">
            <p:pic>
              <p:nvPicPr>
                <p:cNvPr id="809" name="Ink 808">
                  <a:extLst>
                    <a:ext uri="{FF2B5EF4-FFF2-40B4-BE49-F238E27FC236}">
                      <a16:creationId xmlns:a16="http://schemas.microsoft.com/office/drawing/2014/main" id="{328B48C1-432E-C1D4-0D22-6AA8028924A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6292029" y="4290213"/>
                  <a:ext cx="424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D7DFECFD-9C38-B39D-8716-910219876C97}"/>
                    </a:ext>
                  </a:extLst>
                </p14:cNvPr>
                <p14:cNvContentPartPr/>
                <p14:nvPr/>
              </p14:nvContentPartPr>
              <p14:xfrm>
                <a:off x="6363309" y="4352493"/>
                <a:ext cx="74880" cy="113400"/>
              </p14:xfrm>
            </p:contentPart>
          </mc:Choice>
          <mc:Fallback xmlns=""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D7DFECFD-9C38-B39D-8716-910219876C97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6354669" y="4343853"/>
                  <a:ext cx="92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AA1AA271-4124-B2CE-F95F-E4A471471429}"/>
                    </a:ext>
                  </a:extLst>
                </p14:cNvPr>
                <p14:cNvContentPartPr/>
                <p14:nvPr/>
              </p14:nvContentPartPr>
              <p14:xfrm>
                <a:off x="6508029" y="4325853"/>
                <a:ext cx="79200" cy="125640"/>
              </p14:xfrm>
            </p:contentPart>
          </mc:Choice>
          <mc:Fallback xmlns=""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AA1AA271-4124-B2CE-F95F-E4A471471429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6499389" y="4317213"/>
                  <a:ext cx="96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E5E77610-18D6-439B-2284-9B3442A9B330}"/>
                    </a:ext>
                  </a:extLst>
                </p14:cNvPr>
                <p14:cNvContentPartPr/>
                <p14:nvPr/>
              </p14:nvContentPartPr>
              <p14:xfrm>
                <a:off x="6576789" y="4372293"/>
                <a:ext cx="5760" cy="4320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E5E77610-18D6-439B-2284-9B3442A9B330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6568149" y="4363653"/>
                  <a:ext cx="23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41136FF4-626D-52AD-1E6D-476C72CDB1B9}"/>
                    </a:ext>
                  </a:extLst>
                </p14:cNvPr>
                <p14:cNvContentPartPr/>
                <p14:nvPr/>
              </p14:nvContentPartPr>
              <p14:xfrm>
                <a:off x="6668949" y="4416573"/>
                <a:ext cx="69480" cy="19080"/>
              </p14:xfrm>
            </p:contentPart>
          </mc:Choice>
          <mc:Fallback xmlns=""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41136FF4-626D-52AD-1E6D-476C72CDB1B9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6660309" y="4407933"/>
                  <a:ext cx="87120" cy="3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3">
            <p14:nvContentPartPr>
              <p14:cNvPr id="824" name="Ink 823">
                <a:extLst>
                  <a:ext uri="{FF2B5EF4-FFF2-40B4-BE49-F238E27FC236}">
                    <a16:creationId xmlns:a16="http://schemas.microsoft.com/office/drawing/2014/main" id="{F4134BC7-E0E0-0C45-B49F-112E31F469D9}"/>
                  </a:ext>
                </a:extLst>
              </p14:cNvPr>
              <p14:cNvContentPartPr/>
              <p14:nvPr/>
            </p14:nvContentPartPr>
            <p14:xfrm>
              <a:off x="8311749" y="4307133"/>
              <a:ext cx="10440" cy="163800"/>
            </p14:xfrm>
          </p:contentPart>
        </mc:Choice>
        <mc:Fallback xmlns="">
          <p:pic>
            <p:nvPicPr>
              <p:cNvPr id="824" name="Ink 823">
                <a:extLst>
                  <a:ext uri="{FF2B5EF4-FFF2-40B4-BE49-F238E27FC236}">
                    <a16:creationId xmlns:a16="http://schemas.microsoft.com/office/drawing/2014/main" id="{F4134BC7-E0E0-0C45-B49F-112E31F469D9}"/>
                  </a:ext>
                </a:extLst>
              </p:cNvPr>
              <p:cNvPicPr/>
              <p:nvPr/>
            </p:nvPicPr>
            <p:blipFill>
              <a:blip r:embed="rId634"/>
              <a:stretch>
                <a:fillRect/>
              </a:stretch>
            </p:blipFill>
            <p:spPr>
              <a:xfrm>
                <a:off x="8302749" y="4298133"/>
                <a:ext cx="2808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5">
            <p14:nvContentPartPr>
              <p14:cNvPr id="825" name="Ink 824">
                <a:extLst>
                  <a:ext uri="{FF2B5EF4-FFF2-40B4-BE49-F238E27FC236}">
                    <a16:creationId xmlns:a16="http://schemas.microsoft.com/office/drawing/2014/main" id="{B20A46CB-0D5E-B04C-0ACD-1D82FCCD8E84}"/>
                  </a:ext>
                </a:extLst>
              </p14:cNvPr>
              <p14:cNvContentPartPr/>
              <p14:nvPr/>
            </p14:nvContentPartPr>
            <p14:xfrm>
              <a:off x="8389149" y="4276173"/>
              <a:ext cx="17280" cy="181800"/>
            </p14:xfrm>
          </p:contentPart>
        </mc:Choice>
        <mc:Fallback xmlns="">
          <p:pic>
            <p:nvPicPr>
              <p:cNvPr id="825" name="Ink 824">
                <a:extLst>
                  <a:ext uri="{FF2B5EF4-FFF2-40B4-BE49-F238E27FC236}">
                    <a16:creationId xmlns:a16="http://schemas.microsoft.com/office/drawing/2014/main" id="{B20A46CB-0D5E-B04C-0ACD-1D82FCCD8E84}"/>
                  </a:ext>
                </a:extLst>
              </p:cNvPr>
              <p:cNvPicPr/>
              <p:nvPr/>
            </p:nvPicPr>
            <p:blipFill>
              <a:blip r:embed="rId636"/>
              <a:stretch>
                <a:fillRect/>
              </a:stretch>
            </p:blipFill>
            <p:spPr>
              <a:xfrm>
                <a:off x="8380149" y="4267173"/>
                <a:ext cx="3492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7">
            <p14:nvContentPartPr>
              <p14:cNvPr id="826" name="Ink 825">
                <a:extLst>
                  <a:ext uri="{FF2B5EF4-FFF2-40B4-BE49-F238E27FC236}">
                    <a16:creationId xmlns:a16="http://schemas.microsoft.com/office/drawing/2014/main" id="{8E48D962-DC2D-021E-54B2-F06F2104BB0E}"/>
                  </a:ext>
                </a:extLst>
              </p14:cNvPr>
              <p14:cNvContentPartPr/>
              <p14:nvPr/>
            </p14:nvContentPartPr>
            <p14:xfrm>
              <a:off x="8347389" y="4383453"/>
              <a:ext cx="85320" cy="15840"/>
            </p14:xfrm>
          </p:contentPart>
        </mc:Choice>
        <mc:Fallback xmlns="">
          <p:pic>
            <p:nvPicPr>
              <p:cNvPr id="826" name="Ink 825">
                <a:extLst>
                  <a:ext uri="{FF2B5EF4-FFF2-40B4-BE49-F238E27FC236}">
                    <a16:creationId xmlns:a16="http://schemas.microsoft.com/office/drawing/2014/main" id="{8E48D962-DC2D-021E-54B2-F06F2104BB0E}"/>
                  </a:ext>
                </a:extLst>
              </p:cNvPr>
              <p:cNvPicPr/>
              <p:nvPr/>
            </p:nvPicPr>
            <p:blipFill>
              <a:blip r:embed="rId638"/>
              <a:stretch>
                <a:fillRect/>
              </a:stretch>
            </p:blipFill>
            <p:spPr>
              <a:xfrm>
                <a:off x="8338389" y="4374244"/>
                <a:ext cx="102960" cy="33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9">
            <p14:nvContentPartPr>
              <p14:cNvPr id="827" name="Ink 826">
                <a:extLst>
                  <a:ext uri="{FF2B5EF4-FFF2-40B4-BE49-F238E27FC236}">
                    <a16:creationId xmlns:a16="http://schemas.microsoft.com/office/drawing/2014/main" id="{B943C073-C91F-DB10-188F-EF0A3D425965}"/>
                  </a:ext>
                </a:extLst>
              </p14:cNvPr>
              <p14:cNvContentPartPr/>
              <p14:nvPr/>
            </p14:nvContentPartPr>
            <p14:xfrm>
              <a:off x="8489589" y="4355013"/>
              <a:ext cx="18360" cy="94320"/>
            </p14:xfrm>
          </p:contentPart>
        </mc:Choice>
        <mc:Fallback xmlns="">
          <p:pic>
            <p:nvPicPr>
              <p:cNvPr id="827" name="Ink 826">
                <a:extLst>
                  <a:ext uri="{FF2B5EF4-FFF2-40B4-BE49-F238E27FC236}">
                    <a16:creationId xmlns:a16="http://schemas.microsoft.com/office/drawing/2014/main" id="{B943C073-C91F-DB10-188F-EF0A3D425965}"/>
                  </a:ext>
                </a:extLst>
              </p:cNvPr>
              <p:cNvPicPr/>
              <p:nvPr/>
            </p:nvPicPr>
            <p:blipFill>
              <a:blip r:embed="rId640"/>
              <a:stretch>
                <a:fillRect/>
              </a:stretch>
            </p:blipFill>
            <p:spPr>
              <a:xfrm>
                <a:off x="8480409" y="4346047"/>
                <a:ext cx="36353" cy="111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1">
            <p14:nvContentPartPr>
              <p14:cNvPr id="828" name="Ink 827">
                <a:extLst>
                  <a:ext uri="{FF2B5EF4-FFF2-40B4-BE49-F238E27FC236}">
                    <a16:creationId xmlns:a16="http://schemas.microsoft.com/office/drawing/2014/main" id="{052570E6-8D4E-AABB-C323-85F2558D5C8C}"/>
                  </a:ext>
                </a:extLst>
              </p14:cNvPr>
              <p14:cNvContentPartPr/>
              <p14:nvPr/>
            </p14:nvContentPartPr>
            <p14:xfrm>
              <a:off x="8509749" y="4293093"/>
              <a:ext cx="360" cy="360"/>
            </p14:xfrm>
          </p:contentPart>
        </mc:Choice>
        <mc:Fallback xmlns="">
          <p:pic>
            <p:nvPicPr>
              <p:cNvPr id="828" name="Ink 827">
                <a:extLst>
                  <a:ext uri="{FF2B5EF4-FFF2-40B4-BE49-F238E27FC236}">
                    <a16:creationId xmlns:a16="http://schemas.microsoft.com/office/drawing/2014/main" id="{052570E6-8D4E-AABB-C323-85F2558D5C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00749" y="42840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2">
            <p14:nvContentPartPr>
              <p14:cNvPr id="829" name="Ink 828">
                <a:extLst>
                  <a:ext uri="{FF2B5EF4-FFF2-40B4-BE49-F238E27FC236}">
                    <a16:creationId xmlns:a16="http://schemas.microsoft.com/office/drawing/2014/main" id="{A02C66A1-A156-BA8F-E89F-7405268A1137}"/>
                  </a:ext>
                </a:extLst>
              </p14:cNvPr>
              <p14:cNvContentPartPr/>
              <p14:nvPr/>
            </p14:nvContentPartPr>
            <p14:xfrm>
              <a:off x="8548629" y="4313613"/>
              <a:ext cx="105840" cy="149040"/>
            </p14:xfrm>
          </p:contentPart>
        </mc:Choice>
        <mc:Fallback xmlns="">
          <p:pic>
            <p:nvPicPr>
              <p:cNvPr id="829" name="Ink 828">
                <a:extLst>
                  <a:ext uri="{FF2B5EF4-FFF2-40B4-BE49-F238E27FC236}">
                    <a16:creationId xmlns:a16="http://schemas.microsoft.com/office/drawing/2014/main" id="{A02C66A1-A156-BA8F-E89F-7405268A1137}"/>
                  </a:ext>
                </a:extLst>
              </p:cNvPr>
              <p:cNvPicPr/>
              <p:nvPr/>
            </p:nvPicPr>
            <p:blipFill>
              <a:blip r:embed="rId643"/>
              <a:stretch>
                <a:fillRect/>
              </a:stretch>
            </p:blipFill>
            <p:spPr>
              <a:xfrm>
                <a:off x="8539629" y="4304613"/>
                <a:ext cx="1234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4">
            <p14:nvContentPartPr>
              <p14:cNvPr id="830" name="Ink 829">
                <a:extLst>
                  <a:ext uri="{FF2B5EF4-FFF2-40B4-BE49-F238E27FC236}">
                    <a16:creationId xmlns:a16="http://schemas.microsoft.com/office/drawing/2014/main" id="{4AB0B438-129B-F5CB-DD3E-F54F5B6CAFE7}"/>
                  </a:ext>
                </a:extLst>
              </p14:cNvPr>
              <p14:cNvContentPartPr/>
              <p14:nvPr/>
            </p14:nvContentPartPr>
            <p14:xfrm>
              <a:off x="8648349" y="4274013"/>
              <a:ext cx="102600" cy="167760"/>
            </p14:xfrm>
          </p:contentPart>
        </mc:Choice>
        <mc:Fallback xmlns="">
          <p:pic>
            <p:nvPicPr>
              <p:cNvPr id="830" name="Ink 829">
                <a:extLst>
                  <a:ext uri="{FF2B5EF4-FFF2-40B4-BE49-F238E27FC236}">
                    <a16:creationId xmlns:a16="http://schemas.microsoft.com/office/drawing/2014/main" id="{4AB0B438-129B-F5CB-DD3E-F54F5B6CAFE7}"/>
                  </a:ext>
                </a:extLst>
              </p:cNvPr>
              <p:cNvPicPr/>
              <p:nvPr/>
            </p:nvPicPr>
            <p:blipFill>
              <a:blip r:embed="rId645"/>
              <a:stretch>
                <a:fillRect/>
              </a:stretch>
            </p:blipFill>
            <p:spPr>
              <a:xfrm>
                <a:off x="8639349" y="4265013"/>
                <a:ext cx="1202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6">
            <p14:nvContentPartPr>
              <p14:cNvPr id="831" name="Ink 830">
                <a:extLst>
                  <a:ext uri="{FF2B5EF4-FFF2-40B4-BE49-F238E27FC236}">
                    <a16:creationId xmlns:a16="http://schemas.microsoft.com/office/drawing/2014/main" id="{D2AD37B8-3B92-25FA-D392-6DA7A437F65C}"/>
                  </a:ext>
                </a:extLst>
              </p14:cNvPr>
              <p14:cNvContentPartPr/>
              <p14:nvPr/>
            </p14:nvContentPartPr>
            <p14:xfrm>
              <a:off x="8758149" y="4327653"/>
              <a:ext cx="121320" cy="99360"/>
            </p14:xfrm>
          </p:contentPart>
        </mc:Choice>
        <mc:Fallback xmlns="">
          <p:pic>
            <p:nvPicPr>
              <p:cNvPr id="831" name="Ink 830">
                <a:extLst>
                  <a:ext uri="{FF2B5EF4-FFF2-40B4-BE49-F238E27FC236}">
                    <a16:creationId xmlns:a16="http://schemas.microsoft.com/office/drawing/2014/main" id="{D2AD37B8-3B92-25FA-D392-6DA7A437F65C}"/>
                  </a:ext>
                </a:extLst>
              </p:cNvPr>
              <p:cNvPicPr/>
              <p:nvPr/>
            </p:nvPicPr>
            <p:blipFill>
              <a:blip r:embed="rId647"/>
              <a:stretch>
                <a:fillRect/>
              </a:stretch>
            </p:blipFill>
            <p:spPr>
              <a:xfrm>
                <a:off x="8749149" y="4318653"/>
                <a:ext cx="1389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8">
            <p14:nvContentPartPr>
              <p14:cNvPr id="832" name="Ink 831">
                <a:extLst>
                  <a:ext uri="{FF2B5EF4-FFF2-40B4-BE49-F238E27FC236}">
                    <a16:creationId xmlns:a16="http://schemas.microsoft.com/office/drawing/2014/main" id="{079388A0-3613-6E4B-F445-2AB9DD983BF4}"/>
                  </a:ext>
                </a:extLst>
              </p14:cNvPr>
              <p14:cNvContentPartPr/>
              <p14:nvPr/>
            </p14:nvContentPartPr>
            <p14:xfrm>
              <a:off x="8921229" y="4290573"/>
              <a:ext cx="128520" cy="151200"/>
            </p14:xfrm>
          </p:contentPart>
        </mc:Choice>
        <mc:Fallback xmlns="">
          <p:pic>
            <p:nvPicPr>
              <p:cNvPr id="832" name="Ink 831">
                <a:extLst>
                  <a:ext uri="{FF2B5EF4-FFF2-40B4-BE49-F238E27FC236}">
                    <a16:creationId xmlns:a16="http://schemas.microsoft.com/office/drawing/2014/main" id="{079388A0-3613-6E4B-F445-2AB9DD983BF4}"/>
                  </a:ext>
                </a:extLst>
              </p:cNvPr>
              <p:cNvPicPr/>
              <p:nvPr/>
            </p:nvPicPr>
            <p:blipFill>
              <a:blip r:embed="rId649"/>
              <a:stretch>
                <a:fillRect/>
              </a:stretch>
            </p:blipFill>
            <p:spPr>
              <a:xfrm>
                <a:off x="8912229" y="4281573"/>
                <a:ext cx="1461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0">
            <p14:nvContentPartPr>
              <p14:cNvPr id="833" name="Ink 832">
                <a:extLst>
                  <a:ext uri="{FF2B5EF4-FFF2-40B4-BE49-F238E27FC236}">
                    <a16:creationId xmlns:a16="http://schemas.microsoft.com/office/drawing/2014/main" id="{E046DFC1-FC75-2B16-AB94-5B810BDDA950}"/>
                  </a:ext>
                </a:extLst>
              </p14:cNvPr>
              <p14:cNvContentPartPr/>
              <p14:nvPr/>
            </p14:nvContentPartPr>
            <p14:xfrm>
              <a:off x="9011229" y="4276173"/>
              <a:ext cx="85680" cy="174240"/>
            </p14:xfrm>
          </p:contentPart>
        </mc:Choice>
        <mc:Fallback xmlns="">
          <p:pic>
            <p:nvPicPr>
              <p:cNvPr id="833" name="Ink 832">
                <a:extLst>
                  <a:ext uri="{FF2B5EF4-FFF2-40B4-BE49-F238E27FC236}">
                    <a16:creationId xmlns:a16="http://schemas.microsoft.com/office/drawing/2014/main" id="{E046DFC1-FC75-2B16-AB94-5B810BDDA950}"/>
                  </a:ext>
                </a:extLst>
              </p:cNvPr>
              <p:cNvPicPr/>
              <p:nvPr/>
            </p:nvPicPr>
            <p:blipFill>
              <a:blip r:embed="rId651"/>
              <a:stretch>
                <a:fillRect/>
              </a:stretch>
            </p:blipFill>
            <p:spPr>
              <a:xfrm>
                <a:off x="9002229" y="4267173"/>
                <a:ext cx="103320" cy="19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40" name="Group 839">
            <a:extLst>
              <a:ext uri="{FF2B5EF4-FFF2-40B4-BE49-F238E27FC236}">
                <a16:creationId xmlns:a16="http://schemas.microsoft.com/office/drawing/2014/main" id="{7B4C74E8-84F4-9BB0-06BD-CB63BE2122CD}"/>
              </a:ext>
            </a:extLst>
          </p:cNvPr>
          <p:cNvGrpSpPr/>
          <p:nvPr/>
        </p:nvGrpSpPr>
        <p:grpSpPr>
          <a:xfrm>
            <a:off x="9218229" y="4148013"/>
            <a:ext cx="483480" cy="340920"/>
            <a:chOff x="7694229" y="4148013"/>
            <a:chExt cx="48348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835" name="Ink 834">
                  <a:extLst>
                    <a:ext uri="{FF2B5EF4-FFF2-40B4-BE49-F238E27FC236}">
                      <a16:creationId xmlns:a16="http://schemas.microsoft.com/office/drawing/2014/main" id="{A7F13F2B-1026-8FC2-6DFC-E6DDF5122DE5}"/>
                    </a:ext>
                  </a:extLst>
                </p14:cNvPr>
                <p14:cNvContentPartPr/>
                <p14:nvPr/>
              </p14:nvContentPartPr>
              <p14:xfrm>
                <a:off x="7697109" y="4389573"/>
                <a:ext cx="84240" cy="14400"/>
              </p14:xfrm>
            </p:contentPart>
          </mc:Choice>
          <mc:Fallback xmlns="">
            <p:pic>
              <p:nvPicPr>
                <p:cNvPr id="835" name="Ink 834">
                  <a:extLst>
                    <a:ext uri="{FF2B5EF4-FFF2-40B4-BE49-F238E27FC236}">
                      <a16:creationId xmlns:a16="http://schemas.microsoft.com/office/drawing/2014/main" id="{A7F13F2B-1026-8FC2-6DFC-E6DDF5122DE5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7688469" y="4380933"/>
                  <a:ext cx="101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836" name="Ink 835">
                  <a:extLst>
                    <a:ext uri="{FF2B5EF4-FFF2-40B4-BE49-F238E27FC236}">
                      <a16:creationId xmlns:a16="http://schemas.microsoft.com/office/drawing/2014/main" id="{B5FA0BD3-89FE-7235-13B0-C4D37629AB9B}"/>
                    </a:ext>
                  </a:extLst>
                </p14:cNvPr>
                <p14:cNvContentPartPr/>
                <p14:nvPr/>
              </p14:nvContentPartPr>
              <p14:xfrm>
                <a:off x="7694229" y="4337013"/>
                <a:ext cx="81000" cy="24480"/>
              </p14:xfrm>
            </p:contentPart>
          </mc:Choice>
          <mc:Fallback xmlns="">
            <p:pic>
              <p:nvPicPr>
                <p:cNvPr id="836" name="Ink 835">
                  <a:extLst>
                    <a:ext uri="{FF2B5EF4-FFF2-40B4-BE49-F238E27FC236}">
                      <a16:creationId xmlns:a16="http://schemas.microsoft.com/office/drawing/2014/main" id="{B5FA0BD3-89FE-7235-13B0-C4D37629AB9B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7685589" y="4328373"/>
                  <a:ext cx="98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50C3CA19-3E9C-9E1A-A2DF-928B75EF7D44}"/>
                    </a:ext>
                  </a:extLst>
                </p14:cNvPr>
                <p14:cNvContentPartPr/>
                <p14:nvPr/>
              </p14:nvContentPartPr>
              <p14:xfrm>
                <a:off x="7869549" y="4170693"/>
                <a:ext cx="142920" cy="31824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50C3CA19-3E9C-9E1A-A2DF-928B75EF7D44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7860909" y="4162053"/>
                  <a:ext cx="1605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00BE9972-52F6-473A-3D53-74A5BB9FCA65}"/>
                    </a:ext>
                  </a:extLst>
                </p14:cNvPr>
                <p14:cNvContentPartPr/>
                <p14:nvPr/>
              </p14:nvContentPartPr>
              <p14:xfrm>
                <a:off x="8089509" y="4148013"/>
                <a:ext cx="88200" cy="32148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00BE9972-52F6-473A-3D53-74A5BB9FCA65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8080509" y="4139373"/>
                  <a:ext cx="105840" cy="33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2063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FCCAB2-190C-CD4B-D4A8-65B75D4A902B}"/>
              </a:ext>
            </a:extLst>
          </p:cNvPr>
          <p:cNvSpPr txBox="1"/>
          <p:nvPr/>
        </p:nvSpPr>
        <p:spPr>
          <a:xfrm>
            <a:off x="4607909" y="234624"/>
            <a:ext cx="330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Consultant/Client/Contractor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51A6F59-F094-E839-9B9B-FAD52EEB7CCD}"/>
              </a:ext>
            </a:extLst>
          </p:cNvPr>
          <p:cNvGrpSpPr/>
          <p:nvPr/>
        </p:nvGrpSpPr>
        <p:grpSpPr>
          <a:xfrm>
            <a:off x="3217029" y="986493"/>
            <a:ext cx="1283400" cy="331200"/>
            <a:chOff x="1693029" y="986493"/>
            <a:chExt cx="1283400" cy="33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704C46-3BA7-D4A1-E1E3-5C4C048F3B8E}"/>
                    </a:ext>
                  </a:extLst>
                </p14:cNvPr>
                <p14:cNvContentPartPr/>
                <p14:nvPr/>
              </p14:nvContentPartPr>
              <p14:xfrm>
                <a:off x="1693029" y="1046613"/>
                <a:ext cx="158040" cy="27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704C46-3BA7-D4A1-E1E3-5C4C048F3B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84029" y="1037613"/>
                  <a:ext cx="1756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7BD7285-5BB0-427E-4C21-E00CB7BD095A}"/>
                    </a:ext>
                  </a:extLst>
                </p14:cNvPr>
                <p14:cNvContentPartPr/>
                <p14:nvPr/>
              </p14:nvContentPartPr>
              <p14:xfrm>
                <a:off x="1929549" y="1098813"/>
                <a:ext cx="87120" cy="146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7BD7285-5BB0-427E-4C21-E00CB7BD09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20549" y="1090173"/>
                  <a:ext cx="1047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822B6D1-14FC-AF73-0B68-16EB480C531B}"/>
                    </a:ext>
                  </a:extLst>
                </p14:cNvPr>
                <p14:cNvContentPartPr/>
                <p14:nvPr/>
              </p14:nvContentPartPr>
              <p14:xfrm>
                <a:off x="1914789" y="1153173"/>
                <a:ext cx="72720" cy="86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822B6D1-14FC-AF73-0B68-16EB480C53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06149" y="1144173"/>
                  <a:ext cx="90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59F8511-2D5C-A1E2-7FDD-DA2C9C0B9238}"/>
                    </a:ext>
                  </a:extLst>
                </p14:cNvPr>
                <p14:cNvContentPartPr/>
                <p14:nvPr/>
              </p14:nvContentPartPr>
              <p14:xfrm>
                <a:off x="1738029" y="1152453"/>
                <a:ext cx="78480" cy="22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59F8511-2D5C-A1E2-7FDD-DA2C9C0B923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29029" y="1143453"/>
                  <a:ext cx="96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30F047E-8032-FA2B-C3A9-4B741E9EBE55}"/>
                    </a:ext>
                  </a:extLst>
                </p14:cNvPr>
                <p14:cNvContentPartPr/>
                <p14:nvPr/>
              </p14:nvContentPartPr>
              <p14:xfrm>
                <a:off x="2042229" y="1122933"/>
                <a:ext cx="138600" cy="160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30F047E-8032-FA2B-C3A9-4B741E9EBE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33589" y="1114293"/>
                  <a:ext cx="156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8DDB67F-3BA7-6E20-2708-E0D33BACBAFC}"/>
                    </a:ext>
                  </a:extLst>
                </p14:cNvPr>
                <p14:cNvContentPartPr/>
                <p14:nvPr/>
              </p14:nvContentPartPr>
              <p14:xfrm>
                <a:off x="2209989" y="1150293"/>
                <a:ext cx="123120" cy="115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8DDB67F-3BA7-6E20-2708-E0D33BACBA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01349" y="1141293"/>
                  <a:ext cx="140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74566BB-A014-6A35-0C96-4FE989544763}"/>
                    </a:ext>
                  </a:extLst>
                </p14:cNvPr>
                <p14:cNvContentPartPr/>
                <p14:nvPr/>
              </p14:nvContentPartPr>
              <p14:xfrm>
                <a:off x="2374149" y="1121853"/>
                <a:ext cx="71640" cy="138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74566BB-A014-6A35-0C96-4FE9895447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65149" y="1113213"/>
                  <a:ext cx="89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2D570B-9AAD-DC62-B4D5-9A3C1F254417}"/>
                    </a:ext>
                  </a:extLst>
                </p14:cNvPr>
                <p14:cNvContentPartPr/>
                <p14:nvPr/>
              </p14:nvContentPartPr>
              <p14:xfrm>
                <a:off x="2511669" y="1041933"/>
                <a:ext cx="46800" cy="191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2D570B-9AAD-DC62-B4D5-9A3C1F2544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02669" y="1033293"/>
                  <a:ext cx="64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82FF63-348A-BDC1-AD39-22EA4AF9401C}"/>
                    </a:ext>
                  </a:extLst>
                </p14:cNvPr>
                <p14:cNvContentPartPr/>
                <p14:nvPr/>
              </p14:nvContentPartPr>
              <p14:xfrm>
                <a:off x="2505189" y="1112853"/>
                <a:ext cx="72360" cy="36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82FF63-348A-BDC1-AD39-22EA4AF940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96549" y="1104213"/>
                  <a:ext cx="90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2EF412E-228F-F2C7-6D35-F245CAED9C95}"/>
                    </a:ext>
                  </a:extLst>
                </p14:cNvPr>
                <p14:cNvContentPartPr/>
                <p14:nvPr/>
              </p14:nvContentPartPr>
              <p14:xfrm>
                <a:off x="2632269" y="986493"/>
                <a:ext cx="23760" cy="212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2EF412E-228F-F2C7-6D35-F245CAED9C9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23269" y="977853"/>
                  <a:ext cx="414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6CD61A-61DD-8B80-82B5-0FD77B83745B}"/>
                    </a:ext>
                  </a:extLst>
                </p14:cNvPr>
                <p14:cNvContentPartPr/>
                <p14:nvPr/>
              </p14:nvContentPartPr>
              <p14:xfrm>
                <a:off x="2656389" y="1018533"/>
                <a:ext cx="120240" cy="187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6CD61A-61DD-8B80-82B5-0FD77B83745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47389" y="1009533"/>
                  <a:ext cx="137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7800E11-9036-02B1-F4FC-E92E2E8F2FC2}"/>
                    </a:ext>
                  </a:extLst>
                </p14:cNvPr>
                <p14:cNvContentPartPr/>
                <p14:nvPr/>
              </p14:nvContentPartPr>
              <p14:xfrm>
                <a:off x="2831709" y="1019973"/>
                <a:ext cx="144720" cy="221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7800E11-9036-02B1-F4FC-E92E2E8F2F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23069" y="1011333"/>
                  <a:ext cx="16236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8706B0F-703B-790D-104B-FEDF8D24B0F7}"/>
              </a:ext>
            </a:extLst>
          </p:cNvPr>
          <p:cNvGrpSpPr/>
          <p:nvPr/>
        </p:nvGrpSpPr>
        <p:grpSpPr>
          <a:xfrm>
            <a:off x="2364549" y="2602533"/>
            <a:ext cx="1477440" cy="506520"/>
            <a:chOff x="840549" y="2602533"/>
            <a:chExt cx="1477440" cy="50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2B37284-2532-3AB1-AF22-24A0C353FD21}"/>
                    </a:ext>
                  </a:extLst>
                </p14:cNvPr>
                <p14:cNvContentPartPr/>
                <p14:nvPr/>
              </p14:nvContentPartPr>
              <p14:xfrm>
                <a:off x="840549" y="2935173"/>
                <a:ext cx="146520" cy="173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2B37284-2532-3AB1-AF22-24A0C353FD2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31909" y="2926533"/>
                  <a:ext cx="164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71E063B-0231-8DBD-9D00-B2C42E95AD4D}"/>
                    </a:ext>
                  </a:extLst>
                </p14:cNvPr>
                <p14:cNvContentPartPr/>
                <p14:nvPr/>
              </p14:nvContentPartPr>
              <p14:xfrm>
                <a:off x="1030989" y="2953533"/>
                <a:ext cx="123120" cy="111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71E063B-0231-8DBD-9D00-B2C42E95AD4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22349" y="2944893"/>
                  <a:ext cx="140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9133033-F48B-658E-3E28-EAAE304A5574}"/>
                    </a:ext>
                  </a:extLst>
                </p14:cNvPr>
                <p14:cNvContentPartPr/>
                <p14:nvPr/>
              </p14:nvContentPartPr>
              <p14:xfrm>
                <a:off x="1189389" y="2906013"/>
                <a:ext cx="90000" cy="158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9133033-F48B-658E-3E28-EAAE304A55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80749" y="2897373"/>
                  <a:ext cx="107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1B2045F-7FEC-0AC8-542D-1AE0965F0485}"/>
                    </a:ext>
                  </a:extLst>
                </p14:cNvPr>
                <p14:cNvContentPartPr/>
                <p14:nvPr/>
              </p14:nvContentPartPr>
              <p14:xfrm>
                <a:off x="1363269" y="2850933"/>
                <a:ext cx="52560" cy="171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1B2045F-7FEC-0AC8-542D-1AE0965F04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54269" y="2841933"/>
                  <a:ext cx="702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76A92DF-E2E9-F4A2-51F7-1B6A5937DAD9}"/>
                    </a:ext>
                  </a:extLst>
                </p14:cNvPr>
                <p14:cNvContentPartPr/>
                <p14:nvPr/>
              </p14:nvContentPartPr>
              <p14:xfrm>
                <a:off x="1548309" y="2803053"/>
                <a:ext cx="48240" cy="181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76A92DF-E2E9-F4A2-51F7-1B6A5937DAD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39309" y="2794413"/>
                  <a:ext cx="65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5843C72-37A0-95DD-3A3C-AFA989BA6302}"/>
                    </a:ext>
                  </a:extLst>
                </p14:cNvPr>
                <p14:cNvContentPartPr/>
                <p14:nvPr/>
              </p14:nvContentPartPr>
              <p14:xfrm>
                <a:off x="1608789" y="2698653"/>
                <a:ext cx="65520" cy="321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5843C72-37A0-95DD-3A3C-AFA989BA63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99789" y="2690013"/>
                  <a:ext cx="831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348C23A-6392-3EA0-1870-1804E9083DA4}"/>
                    </a:ext>
                  </a:extLst>
                </p14:cNvPr>
                <p14:cNvContentPartPr/>
                <p14:nvPr/>
              </p14:nvContentPartPr>
              <p14:xfrm>
                <a:off x="1729029" y="2717373"/>
                <a:ext cx="47880" cy="269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348C23A-6392-3EA0-1870-1804E9083DA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20029" y="2708733"/>
                  <a:ext cx="655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5B93344-0B65-851B-875F-85B8969E4D33}"/>
                    </a:ext>
                  </a:extLst>
                </p14:cNvPr>
                <p14:cNvContentPartPr/>
                <p14:nvPr/>
              </p14:nvContentPartPr>
              <p14:xfrm>
                <a:off x="1735149" y="2821773"/>
                <a:ext cx="106920" cy="42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5B93344-0B65-851B-875F-85B8969E4D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26149" y="2813133"/>
                  <a:ext cx="124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299B1F0-AE8C-6F67-EAF0-7369544884CD}"/>
                    </a:ext>
                  </a:extLst>
                </p14:cNvPr>
                <p14:cNvContentPartPr/>
                <p14:nvPr/>
              </p14:nvContentPartPr>
              <p14:xfrm>
                <a:off x="1860069" y="2773173"/>
                <a:ext cx="131400" cy="196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299B1F0-AE8C-6F67-EAF0-7369544884C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51069" y="2764173"/>
                  <a:ext cx="1490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E441D4A-7B2D-469C-E363-94B5860201E1}"/>
                    </a:ext>
                  </a:extLst>
                </p14:cNvPr>
                <p14:cNvContentPartPr/>
                <p14:nvPr/>
              </p14:nvContentPartPr>
              <p14:xfrm>
                <a:off x="2025309" y="2719173"/>
                <a:ext cx="140760" cy="216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E441D4A-7B2D-469C-E363-94B5860201E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16669" y="2710173"/>
                  <a:ext cx="1584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11F632F-6BEE-ED23-5722-74D28C89CDB5}"/>
                    </a:ext>
                  </a:extLst>
                </p14:cNvPr>
                <p14:cNvContentPartPr/>
                <p14:nvPr/>
              </p14:nvContentPartPr>
              <p14:xfrm>
                <a:off x="2198109" y="2602533"/>
                <a:ext cx="64440" cy="346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11F632F-6BEE-ED23-5722-74D28C89CDB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89109" y="2593533"/>
                  <a:ext cx="820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CD39277-5613-3008-308E-CC66F29FB99F}"/>
                    </a:ext>
                  </a:extLst>
                </p14:cNvPr>
                <p14:cNvContentPartPr/>
                <p14:nvPr/>
              </p14:nvContentPartPr>
              <p14:xfrm>
                <a:off x="2217189" y="2739693"/>
                <a:ext cx="100800" cy="18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CD39277-5613-3008-308E-CC66F29FB99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08549" y="2731053"/>
                  <a:ext cx="1184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8718979A-781A-66CD-46A3-CB8FF7F676A8}"/>
              </a:ext>
            </a:extLst>
          </p:cNvPr>
          <p:cNvGrpSpPr/>
          <p:nvPr/>
        </p:nvGrpSpPr>
        <p:grpSpPr>
          <a:xfrm>
            <a:off x="4833069" y="2516133"/>
            <a:ext cx="859320" cy="400680"/>
            <a:chOff x="3309069" y="2516133"/>
            <a:chExt cx="85932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0AD5B41-68F2-9753-E1ED-ED544A0E6406}"/>
                    </a:ext>
                  </a:extLst>
                </p14:cNvPr>
                <p14:cNvContentPartPr/>
                <p14:nvPr/>
              </p14:nvContentPartPr>
              <p14:xfrm>
                <a:off x="3309069" y="2761653"/>
                <a:ext cx="128160" cy="155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0AD5B41-68F2-9753-E1ED-ED544A0E640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00429" y="2753013"/>
                  <a:ext cx="145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8755EDE-D950-1D63-6599-2EA22A16A6E4}"/>
                    </a:ext>
                  </a:extLst>
                </p14:cNvPr>
                <p14:cNvContentPartPr/>
                <p14:nvPr/>
              </p14:nvContentPartPr>
              <p14:xfrm>
                <a:off x="3532629" y="2553933"/>
                <a:ext cx="24840" cy="344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8755EDE-D950-1D63-6599-2EA22A16A6E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23629" y="2545293"/>
                  <a:ext cx="424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D83BFD5-D6A5-706C-DC78-A036BAC13740}"/>
                    </a:ext>
                  </a:extLst>
                </p14:cNvPr>
                <p14:cNvContentPartPr/>
                <p14:nvPr/>
              </p14:nvContentPartPr>
              <p14:xfrm>
                <a:off x="3621909" y="2724933"/>
                <a:ext cx="12240" cy="101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D83BFD5-D6A5-706C-DC78-A036BAC1374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12909" y="2715933"/>
                  <a:ext cx="29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938636D-90E8-017B-542B-8E61BFCAAF03}"/>
                    </a:ext>
                  </a:extLst>
                </p14:cNvPr>
                <p14:cNvContentPartPr/>
                <p14:nvPr/>
              </p14:nvContentPartPr>
              <p14:xfrm>
                <a:off x="3585189" y="2610453"/>
                <a:ext cx="7560" cy="18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938636D-90E8-017B-542B-8E61BFCAAF0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76189" y="2601813"/>
                  <a:ext cx="25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FCA4FE5-B544-1CFC-307D-0136C56E6A17}"/>
                    </a:ext>
                  </a:extLst>
                </p14:cNvPr>
                <p14:cNvContentPartPr/>
                <p14:nvPr/>
              </p14:nvContentPartPr>
              <p14:xfrm>
                <a:off x="3747189" y="2641773"/>
                <a:ext cx="77760" cy="196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FCA4FE5-B544-1CFC-307D-0136C56E6A1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38549" y="2632773"/>
                  <a:ext cx="95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4BB4B574-5DF8-8E86-8E89-D14D545D5480}"/>
                    </a:ext>
                  </a:extLst>
                </p14:cNvPr>
                <p14:cNvContentPartPr/>
                <p14:nvPr/>
              </p14:nvContentPartPr>
              <p14:xfrm>
                <a:off x="3896229" y="2623053"/>
                <a:ext cx="126720" cy="15732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4BB4B574-5DF8-8E86-8E89-D14D545D54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87589" y="2614053"/>
                  <a:ext cx="144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056FC604-4703-D65A-5192-75CAC2CA6BC3}"/>
                    </a:ext>
                  </a:extLst>
                </p14:cNvPr>
                <p14:cNvContentPartPr/>
                <p14:nvPr/>
              </p14:nvContentPartPr>
              <p14:xfrm>
                <a:off x="4094589" y="2516133"/>
                <a:ext cx="42840" cy="2959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056FC604-4703-D65A-5192-75CAC2CA6B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85589" y="2507133"/>
                  <a:ext cx="604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85EDBDCF-DF22-193B-4F11-A9228FF5483C}"/>
                    </a:ext>
                  </a:extLst>
                </p14:cNvPr>
                <p14:cNvContentPartPr/>
                <p14:nvPr/>
              </p14:nvContentPartPr>
              <p14:xfrm>
                <a:off x="4095309" y="2618373"/>
                <a:ext cx="73080" cy="3708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85EDBDCF-DF22-193B-4F11-A9228FF548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86669" y="2609373"/>
                  <a:ext cx="90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2E653253-2726-0B0F-B72A-E79BA887CF58}"/>
                    </a:ext>
                  </a:extLst>
                </p14:cNvPr>
                <p14:cNvContentPartPr/>
                <p14:nvPr/>
              </p14:nvContentPartPr>
              <p14:xfrm>
                <a:off x="3608949" y="2711613"/>
                <a:ext cx="82440" cy="18468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2E653253-2726-0B0F-B72A-E79BA887CF5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99949" y="2702613"/>
                  <a:ext cx="100080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5128EFA4-4E1D-CA9F-FD36-CF68C58F6873}"/>
                  </a:ext>
                </a:extLst>
              </p14:cNvPr>
              <p14:cNvContentPartPr/>
              <p14:nvPr/>
            </p14:nvContentPartPr>
            <p14:xfrm>
              <a:off x="4478469" y="1407693"/>
              <a:ext cx="618480" cy="944280"/>
            </p14:xfrm>
          </p:contentPart>
        </mc:Choice>
        <mc:Fallback xmlns=""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5128EFA4-4E1D-CA9F-FD36-CF68C58F687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469469" y="1398693"/>
                <a:ext cx="636120" cy="9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FDD9ED71-A4FD-3531-EAFF-E6DB6D4B4AC2}"/>
                  </a:ext>
                </a:extLst>
              </p14:cNvPr>
              <p14:cNvContentPartPr/>
              <p14:nvPr/>
            </p14:nvContentPartPr>
            <p14:xfrm>
              <a:off x="3145749" y="1481853"/>
              <a:ext cx="374400" cy="1097640"/>
            </p14:xfrm>
          </p:contentPart>
        </mc:Choice>
        <mc:Fallback xmlns=""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FDD9ED71-A4FD-3531-EAFF-E6DB6D4B4AC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137109" y="1473213"/>
                <a:ext cx="392040" cy="11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7" name="Ink 506">
                <a:extLst>
                  <a:ext uri="{FF2B5EF4-FFF2-40B4-BE49-F238E27FC236}">
                    <a16:creationId xmlns:a16="http://schemas.microsoft.com/office/drawing/2014/main" id="{645F0D80-3897-AD08-9AAF-1098C126EA5A}"/>
                  </a:ext>
                </a:extLst>
              </p14:cNvPr>
              <p14:cNvContentPartPr/>
              <p14:nvPr/>
            </p14:nvContentPartPr>
            <p14:xfrm>
              <a:off x="5160669" y="1158213"/>
              <a:ext cx="1932840" cy="1062360"/>
            </p14:xfrm>
          </p:contentPart>
        </mc:Choice>
        <mc:Fallback xmlns="">
          <p:pic>
            <p:nvPicPr>
              <p:cNvPr id="507" name="Ink 506">
                <a:extLst>
                  <a:ext uri="{FF2B5EF4-FFF2-40B4-BE49-F238E27FC236}">
                    <a16:creationId xmlns:a16="http://schemas.microsoft.com/office/drawing/2014/main" id="{645F0D80-3897-AD08-9AAF-1098C126EA5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152029" y="1149573"/>
                <a:ext cx="1950480" cy="10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20" name="Group 519">
            <a:extLst>
              <a:ext uri="{FF2B5EF4-FFF2-40B4-BE49-F238E27FC236}">
                <a16:creationId xmlns:a16="http://schemas.microsoft.com/office/drawing/2014/main" id="{025BFD02-D5FC-65AD-91F2-5402A36D1984}"/>
              </a:ext>
            </a:extLst>
          </p:cNvPr>
          <p:cNvGrpSpPr/>
          <p:nvPr/>
        </p:nvGrpSpPr>
        <p:grpSpPr>
          <a:xfrm>
            <a:off x="6737829" y="2370693"/>
            <a:ext cx="1542600" cy="307440"/>
            <a:chOff x="5213829" y="2370693"/>
            <a:chExt cx="154260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DFDE73C9-A008-4610-F39E-81A5F27D5B3B}"/>
                    </a:ext>
                  </a:extLst>
                </p14:cNvPr>
                <p14:cNvContentPartPr/>
                <p14:nvPr/>
              </p14:nvContentPartPr>
              <p14:xfrm>
                <a:off x="5213829" y="2526213"/>
                <a:ext cx="178560" cy="15192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DFDE73C9-A008-4610-F39E-81A5F27D5B3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04829" y="2517213"/>
                  <a:ext cx="196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6FBD80D9-137C-3818-4F13-E4DAB2D25539}"/>
                    </a:ext>
                  </a:extLst>
                </p14:cNvPr>
                <p14:cNvContentPartPr/>
                <p14:nvPr/>
              </p14:nvContentPartPr>
              <p14:xfrm>
                <a:off x="5418669" y="2529093"/>
                <a:ext cx="144360" cy="11340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6FBD80D9-137C-3818-4F13-E4DAB2D2553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10029" y="2520093"/>
                  <a:ext cx="162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7EE6B68F-0ABA-74B2-5E28-E53DD56AF84A}"/>
                    </a:ext>
                  </a:extLst>
                </p14:cNvPr>
                <p14:cNvContentPartPr/>
                <p14:nvPr/>
              </p14:nvContentPartPr>
              <p14:xfrm>
                <a:off x="5575629" y="2504253"/>
                <a:ext cx="116640" cy="12780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7EE6B68F-0ABA-74B2-5E28-E53DD56AF8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66629" y="2495253"/>
                  <a:ext cx="1342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13FB02C-2791-63D4-922A-29044A01AAF4}"/>
                    </a:ext>
                  </a:extLst>
                </p14:cNvPr>
                <p14:cNvContentPartPr/>
                <p14:nvPr/>
              </p14:nvContentPartPr>
              <p14:xfrm>
                <a:off x="5761749" y="2422533"/>
                <a:ext cx="18360" cy="17748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13FB02C-2791-63D4-922A-29044A01AAF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53109" y="2413533"/>
                  <a:ext cx="360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530D49F0-A876-5CB2-41B0-EAF2D760A6DC}"/>
                    </a:ext>
                  </a:extLst>
                </p14:cNvPr>
                <p14:cNvContentPartPr/>
                <p14:nvPr/>
              </p14:nvContentPartPr>
              <p14:xfrm>
                <a:off x="5774349" y="2504973"/>
                <a:ext cx="38160" cy="2412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530D49F0-A876-5CB2-41B0-EAF2D760A6D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65349" y="2495973"/>
                  <a:ext cx="55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3F28B7AC-3B0A-343F-E13F-B12CC6C28140}"/>
                    </a:ext>
                  </a:extLst>
                </p14:cNvPr>
                <p14:cNvContentPartPr/>
                <p14:nvPr/>
              </p14:nvContentPartPr>
              <p14:xfrm>
                <a:off x="5914029" y="2436573"/>
                <a:ext cx="89280" cy="1789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3F28B7AC-3B0A-343F-E13F-B12CC6C2814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05389" y="2427933"/>
                  <a:ext cx="106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D7D575CB-4AED-B56D-27AF-8D71780D8B13}"/>
                    </a:ext>
                  </a:extLst>
                </p14:cNvPr>
                <p14:cNvContentPartPr/>
                <p14:nvPr/>
              </p14:nvContentPartPr>
              <p14:xfrm>
                <a:off x="6002949" y="2442693"/>
                <a:ext cx="168120" cy="15948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D7D575CB-4AED-B56D-27AF-8D71780D8B1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93949" y="2433693"/>
                  <a:ext cx="185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1AC3B917-A343-3D8E-815B-C1C363EDDD31}"/>
                    </a:ext>
                  </a:extLst>
                </p14:cNvPr>
                <p14:cNvContentPartPr/>
                <p14:nvPr/>
              </p14:nvContentPartPr>
              <p14:xfrm>
                <a:off x="6163509" y="2464293"/>
                <a:ext cx="84240" cy="13428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1AC3B917-A343-3D8E-815B-C1C363EDDD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54869" y="2455653"/>
                  <a:ext cx="101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4A66FD1E-6B7F-F434-3605-310326770BD9}"/>
                    </a:ext>
                  </a:extLst>
                </p14:cNvPr>
                <p14:cNvContentPartPr/>
                <p14:nvPr/>
              </p14:nvContentPartPr>
              <p14:xfrm>
                <a:off x="6346389" y="2370693"/>
                <a:ext cx="18000" cy="21852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4A66FD1E-6B7F-F434-3605-310326770BD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37749" y="2362053"/>
                  <a:ext cx="356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5B4EE94E-3CD9-7A99-0F2D-955C371A790F}"/>
                    </a:ext>
                  </a:extLst>
                </p14:cNvPr>
                <p14:cNvContentPartPr/>
                <p14:nvPr/>
              </p14:nvContentPartPr>
              <p14:xfrm>
                <a:off x="6346389" y="2480493"/>
                <a:ext cx="44640" cy="576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5B4EE94E-3CD9-7A99-0F2D-955C371A790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37389" y="2471853"/>
                  <a:ext cx="62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BD8EBD59-7708-7AC7-07E4-11E599EC4D1A}"/>
                    </a:ext>
                  </a:extLst>
                </p14:cNvPr>
                <p14:cNvContentPartPr/>
                <p14:nvPr/>
              </p14:nvContentPartPr>
              <p14:xfrm>
                <a:off x="6469869" y="2449893"/>
                <a:ext cx="108720" cy="10764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BD8EBD59-7708-7AC7-07E4-11E599EC4D1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60869" y="2440893"/>
                  <a:ext cx="126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5FC88864-3D3A-94C6-8934-43C9B66690E4}"/>
                    </a:ext>
                  </a:extLst>
                </p14:cNvPr>
                <p14:cNvContentPartPr/>
                <p14:nvPr/>
              </p14:nvContentPartPr>
              <p14:xfrm>
                <a:off x="6646269" y="2398773"/>
                <a:ext cx="110160" cy="19584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5FC88864-3D3A-94C6-8934-43C9B66690E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37629" y="2389773"/>
                  <a:ext cx="127800" cy="21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21" name="Ink 520">
                <a:extLst>
                  <a:ext uri="{FF2B5EF4-FFF2-40B4-BE49-F238E27FC236}">
                    <a16:creationId xmlns:a16="http://schemas.microsoft.com/office/drawing/2014/main" id="{ECFA4F29-C073-CA0D-A06B-4B5CA2F8F2FC}"/>
                  </a:ext>
                </a:extLst>
              </p14:cNvPr>
              <p14:cNvContentPartPr/>
              <p14:nvPr/>
            </p14:nvContentPartPr>
            <p14:xfrm>
              <a:off x="4675389" y="773013"/>
              <a:ext cx="4174560" cy="2522880"/>
            </p14:xfrm>
          </p:contentPart>
        </mc:Choice>
        <mc:Fallback xmlns="">
          <p:pic>
            <p:nvPicPr>
              <p:cNvPr id="521" name="Ink 520">
                <a:extLst>
                  <a:ext uri="{FF2B5EF4-FFF2-40B4-BE49-F238E27FC236}">
                    <a16:creationId xmlns:a16="http://schemas.microsoft.com/office/drawing/2014/main" id="{ECFA4F29-C073-CA0D-A06B-4B5CA2F8F2F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666749" y="764013"/>
                <a:ext cx="4192200" cy="254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941C21BD-32BC-E81C-6AE9-38B5BD87E0D0}"/>
              </a:ext>
            </a:extLst>
          </p:cNvPr>
          <p:cNvGrpSpPr/>
          <p:nvPr/>
        </p:nvGrpSpPr>
        <p:grpSpPr>
          <a:xfrm>
            <a:off x="8617029" y="3542493"/>
            <a:ext cx="628920" cy="235440"/>
            <a:chOff x="7093029" y="3542493"/>
            <a:chExt cx="62892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43BB98B7-B24E-7B7E-C66E-D158D7BE7F77}"/>
                    </a:ext>
                  </a:extLst>
                </p14:cNvPr>
                <p14:cNvContentPartPr/>
                <p14:nvPr/>
              </p14:nvContentPartPr>
              <p14:xfrm>
                <a:off x="7093029" y="3578853"/>
                <a:ext cx="106560" cy="19908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43BB98B7-B24E-7B7E-C66E-D158D7BE7F7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84029" y="3570213"/>
                  <a:ext cx="124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EA811FD5-E256-2E4C-4555-6198428C706B}"/>
                    </a:ext>
                  </a:extLst>
                </p14:cNvPr>
                <p14:cNvContentPartPr/>
                <p14:nvPr/>
              </p14:nvContentPartPr>
              <p14:xfrm>
                <a:off x="7276629" y="3542493"/>
                <a:ext cx="87480" cy="21276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EA811FD5-E256-2E4C-4555-6198428C706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67629" y="3533853"/>
                  <a:ext cx="1051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6AF58232-12FD-3B44-84FD-C3EFBBD9FB23}"/>
                    </a:ext>
                  </a:extLst>
                </p14:cNvPr>
                <p14:cNvContentPartPr/>
                <p14:nvPr/>
              </p14:nvContentPartPr>
              <p14:xfrm>
                <a:off x="7315869" y="3681093"/>
                <a:ext cx="55800" cy="1296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6AF58232-12FD-3B44-84FD-C3EFBBD9FB2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06869" y="3672453"/>
                  <a:ext cx="734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DA500B0F-F575-EB68-839B-AEBE252D8B06}"/>
                    </a:ext>
                  </a:extLst>
                </p14:cNvPr>
                <p14:cNvContentPartPr/>
                <p14:nvPr/>
              </p14:nvContentPartPr>
              <p14:xfrm>
                <a:off x="7405149" y="3550053"/>
                <a:ext cx="124200" cy="19800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DA500B0F-F575-EB68-839B-AEBE252D8B0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96149" y="3541053"/>
                  <a:ext cx="1418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A133AD86-AF23-3FAC-8BCF-1399EDB216D8}"/>
                    </a:ext>
                  </a:extLst>
                </p14:cNvPr>
                <p14:cNvContentPartPr/>
                <p14:nvPr/>
              </p14:nvContentPartPr>
              <p14:xfrm>
                <a:off x="7530069" y="3559773"/>
                <a:ext cx="38520" cy="13428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A133AD86-AF23-3FAC-8BCF-1399EDB216D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21069" y="3550773"/>
                  <a:ext cx="56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6D4D873D-A8F8-32C5-5F58-BCC2B452DE2C}"/>
                    </a:ext>
                  </a:extLst>
                </p14:cNvPr>
                <p14:cNvContentPartPr/>
                <p14:nvPr/>
              </p14:nvContentPartPr>
              <p14:xfrm>
                <a:off x="7621869" y="3570213"/>
                <a:ext cx="100080" cy="18612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6D4D873D-A8F8-32C5-5F58-BCC2B452DE2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12869" y="3561573"/>
                  <a:ext cx="11772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81A02798-E604-0BBE-E260-34C05D9DD31C}"/>
              </a:ext>
            </a:extLst>
          </p:cNvPr>
          <p:cNvGrpSpPr/>
          <p:nvPr/>
        </p:nvGrpSpPr>
        <p:grpSpPr>
          <a:xfrm>
            <a:off x="8694429" y="3888813"/>
            <a:ext cx="612000" cy="280080"/>
            <a:chOff x="7170429" y="3888813"/>
            <a:chExt cx="61200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E7820523-AE3E-5811-CB74-B8AF0D0EE5B7}"/>
                    </a:ext>
                  </a:extLst>
                </p14:cNvPr>
                <p14:cNvContentPartPr/>
                <p14:nvPr/>
              </p14:nvContentPartPr>
              <p14:xfrm>
                <a:off x="7170429" y="3903573"/>
                <a:ext cx="99360" cy="16740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E7820523-AE3E-5811-CB74-B8AF0D0EE5B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61789" y="3894573"/>
                  <a:ext cx="1170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B2206DF6-C284-6D5F-C6B8-7BBF5411CC83}"/>
                    </a:ext>
                  </a:extLst>
                </p14:cNvPr>
                <p14:cNvContentPartPr/>
                <p14:nvPr/>
              </p14:nvContentPartPr>
              <p14:xfrm>
                <a:off x="7319469" y="3949293"/>
                <a:ext cx="80640" cy="7992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B2206DF6-C284-6D5F-C6B8-7BBF5411CC8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10829" y="3940653"/>
                  <a:ext cx="98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26E9C687-B003-CE53-1371-76061B8AA9C0}"/>
                    </a:ext>
                  </a:extLst>
                </p14:cNvPr>
                <p14:cNvContentPartPr/>
                <p14:nvPr/>
              </p14:nvContentPartPr>
              <p14:xfrm>
                <a:off x="7462749" y="3888813"/>
                <a:ext cx="120600" cy="28008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26E9C687-B003-CE53-1371-76061B8AA9C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54109" y="3880173"/>
                  <a:ext cx="1382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5E486B42-5F0B-8983-2C27-F599BD1432EF}"/>
                    </a:ext>
                  </a:extLst>
                </p14:cNvPr>
                <p14:cNvContentPartPr/>
                <p14:nvPr/>
              </p14:nvContentPartPr>
              <p14:xfrm>
                <a:off x="7673349" y="3915453"/>
                <a:ext cx="109080" cy="87840"/>
              </p14:xfrm>
            </p:contentPart>
          </mc:Choice>
          <mc:Fallback xmlns=""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5E486B42-5F0B-8983-2C27-F599BD1432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64709" y="3906813"/>
                  <a:ext cx="12672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8E1EC95F-EAA1-8760-5EA2-CC98E2453E76}"/>
              </a:ext>
            </a:extLst>
          </p:cNvPr>
          <p:cNvGrpSpPr/>
          <p:nvPr/>
        </p:nvGrpSpPr>
        <p:grpSpPr>
          <a:xfrm>
            <a:off x="6936549" y="571413"/>
            <a:ext cx="1008360" cy="196920"/>
            <a:chOff x="5412549" y="571413"/>
            <a:chExt cx="100836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4B76E95-B231-7F72-D35C-CF2133803039}"/>
                    </a:ext>
                  </a:extLst>
                </p14:cNvPr>
                <p14:cNvContentPartPr/>
                <p14:nvPr/>
              </p14:nvContentPartPr>
              <p14:xfrm>
                <a:off x="5412549" y="647013"/>
                <a:ext cx="134280" cy="121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4B76E95-B231-7F72-D35C-CF213380303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03909" y="638373"/>
                  <a:ext cx="151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0C65442-BDD4-CB52-27E8-96882BC2A589}"/>
                    </a:ext>
                  </a:extLst>
                </p14:cNvPr>
                <p14:cNvContentPartPr/>
                <p14:nvPr/>
              </p14:nvContentPartPr>
              <p14:xfrm>
                <a:off x="5457549" y="729093"/>
                <a:ext cx="73080" cy="140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0C65442-BDD4-CB52-27E8-96882BC2A58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48549" y="720093"/>
                  <a:ext cx="90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904D7CD-5DF6-5F1F-E117-277FE87B307F}"/>
                    </a:ext>
                  </a:extLst>
                </p14:cNvPr>
                <p14:cNvContentPartPr/>
                <p14:nvPr/>
              </p14:nvContentPartPr>
              <p14:xfrm>
                <a:off x="5600109" y="620373"/>
                <a:ext cx="10080" cy="115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904D7CD-5DF6-5F1F-E117-277FE87B30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91469" y="611733"/>
                  <a:ext cx="27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F904BD8-00C8-4B1C-4E81-FAB85991AA2C}"/>
                    </a:ext>
                  </a:extLst>
                </p14:cNvPr>
                <p14:cNvContentPartPr/>
                <p14:nvPr/>
              </p14:nvContentPartPr>
              <p14:xfrm>
                <a:off x="5588949" y="670773"/>
                <a:ext cx="45360" cy="104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F904BD8-00C8-4B1C-4E81-FAB85991AA2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80309" y="661773"/>
                  <a:ext cx="63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3B79423-20AF-C1A3-526A-4318F70F2FD5}"/>
                    </a:ext>
                  </a:extLst>
                </p14:cNvPr>
                <p14:cNvContentPartPr/>
                <p14:nvPr/>
              </p14:nvContentPartPr>
              <p14:xfrm>
                <a:off x="5653389" y="617493"/>
                <a:ext cx="50040" cy="119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3B79423-20AF-C1A3-526A-4318F70F2FD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44389" y="608853"/>
                  <a:ext cx="67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6377306-5792-331D-B411-8249FEEDDF6A}"/>
                    </a:ext>
                  </a:extLst>
                </p14:cNvPr>
                <p14:cNvContentPartPr/>
                <p14:nvPr/>
              </p14:nvContentPartPr>
              <p14:xfrm>
                <a:off x="5650509" y="656733"/>
                <a:ext cx="96840" cy="27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6377306-5792-331D-B411-8249FEEDDF6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641509" y="647733"/>
                  <a:ext cx="114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CC998D2-CBED-B825-8F19-A662188942A4}"/>
                    </a:ext>
                  </a:extLst>
                </p14:cNvPr>
                <p14:cNvContentPartPr/>
                <p14:nvPr/>
              </p14:nvContentPartPr>
              <p14:xfrm>
                <a:off x="5774349" y="653493"/>
                <a:ext cx="41760" cy="82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CC998D2-CBED-B825-8F19-A662188942A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765349" y="644493"/>
                  <a:ext cx="59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58F39EB-64F3-C72B-EE0E-628F889B8E27}"/>
                    </a:ext>
                  </a:extLst>
                </p14:cNvPr>
                <p14:cNvContentPartPr/>
                <p14:nvPr/>
              </p14:nvContentPartPr>
              <p14:xfrm>
                <a:off x="5862189" y="682293"/>
                <a:ext cx="9360" cy="658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58F39EB-64F3-C72B-EE0E-628F889B8E2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853189" y="673293"/>
                  <a:ext cx="27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77040A0-20A4-2760-1138-AB03D63A0EA5}"/>
                    </a:ext>
                  </a:extLst>
                </p14:cNvPr>
                <p14:cNvContentPartPr/>
                <p14:nvPr/>
              </p14:nvContentPartPr>
              <p14:xfrm>
                <a:off x="5857869" y="600213"/>
                <a:ext cx="14040" cy="7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77040A0-20A4-2760-1138-AB03D63A0EA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848869" y="591573"/>
                  <a:ext cx="31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D115BE4-FAB1-CF31-C8E6-64A2E0306B40}"/>
                    </a:ext>
                  </a:extLst>
                </p14:cNvPr>
                <p14:cNvContentPartPr/>
                <p14:nvPr/>
              </p14:nvContentPartPr>
              <p14:xfrm>
                <a:off x="5919069" y="571413"/>
                <a:ext cx="76320" cy="182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D115BE4-FAB1-CF31-C8E6-64A2E0306B4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910069" y="562413"/>
                  <a:ext cx="939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1CCFB0E-AE30-13C2-BC18-610E3E5FFB9D}"/>
                    </a:ext>
                  </a:extLst>
                </p14:cNvPr>
                <p14:cNvContentPartPr/>
                <p14:nvPr/>
              </p14:nvContentPartPr>
              <p14:xfrm>
                <a:off x="6031389" y="596973"/>
                <a:ext cx="88560" cy="1342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1CCFB0E-AE30-13C2-BC18-610E3E5FFB9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22749" y="587973"/>
                  <a:ext cx="106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356618B-CB58-5651-8A1D-4197D7F123B0}"/>
                    </a:ext>
                  </a:extLst>
                </p14:cNvPr>
                <p14:cNvContentPartPr/>
                <p14:nvPr/>
              </p14:nvContentPartPr>
              <p14:xfrm>
                <a:off x="6175749" y="597693"/>
                <a:ext cx="14400" cy="140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356618B-CB58-5651-8A1D-4197D7F123B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166749" y="589053"/>
                  <a:ext cx="32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1A9C668-78BB-AECB-A869-BD6BD8336C20}"/>
                    </a:ext>
                  </a:extLst>
                </p14:cNvPr>
                <p14:cNvContentPartPr/>
                <p14:nvPr/>
              </p14:nvContentPartPr>
              <p14:xfrm>
                <a:off x="6194469" y="612813"/>
                <a:ext cx="60480" cy="234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1A9C668-78BB-AECB-A869-BD6BD8336C2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85469" y="604173"/>
                  <a:ext cx="78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D96534D-B4FA-BCA5-7D98-3177B1AD122A}"/>
                    </a:ext>
                  </a:extLst>
                </p14:cNvPr>
                <p14:cNvContentPartPr/>
                <p14:nvPr/>
              </p14:nvContentPartPr>
              <p14:xfrm>
                <a:off x="6259629" y="599853"/>
                <a:ext cx="161280" cy="164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D96534D-B4FA-BCA5-7D98-3177B1AD122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50989" y="591213"/>
                  <a:ext cx="178920" cy="182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3854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FCCAB2-190C-CD4B-D4A8-65B75D4A902B}"/>
              </a:ext>
            </a:extLst>
          </p:cNvPr>
          <p:cNvSpPr txBox="1"/>
          <p:nvPr/>
        </p:nvSpPr>
        <p:spPr>
          <a:xfrm>
            <a:off x="4082792" y="47137"/>
            <a:ext cx="3631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The CT 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B2CB2C-5170-A047-CFE5-FA3C31992AAE}"/>
                  </a:ext>
                </a:extLst>
              </p14:cNvPr>
              <p14:cNvContentPartPr/>
              <p14:nvPr/>
            </p14:nvContentPartPr>
            <p14:xfrm>
              <a:off x="2454909" y="283039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B2CB2C-5170-A047-CFE5-FA3C31992A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45909" y="282139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D49CEA4F-8E9C-31AA-CD55-ED1E4A0FB6D9}"/>
              </a:ext>
            </a:extLst>
          </p:cNvPr>
          <p:cNvGrpSpPr/>
          <p:nvPr/>
        </p:nvGrpSpPr>
        <p:grpSpPr>
          <a:xfrm>
            <a:off x="1580109" y="315071"/>
            <a:ext cx="1652040" cy="707760"/>
            <a:chOff x="56109" y="315071"/>
            <a:chExt cx="1652040" cy="70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A0C80C0-7A98-7879-8A39-F8A0F9C7AC6E}"/>
                    </a:ext>
                  </a:extLst>
                </p14:cNvPr>
                <p14:cNvContentPartPr/>
                <p14:nvPr/>
              </p14:nvContentPartPr>
              <p14:xfrm>
                <a:off x="56109" y="565271"/>
                <a:ext cx="101880" cy="157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A0C80C0-7A98-7879-8A39-F8A0F9C7AC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109" y="556271"/>
                  <a:ext cx="119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8EA654E-8B55-84FF-9171-E85C55763CBE}"/>
                    </a:ext>
                  </a:extLst>
                </p14:cNvPr>
                <p14:cNvContentPartPr/>
                <p14:nvPr/>
              </p14:nvContentPartPr>
              <p14:xfrm>
                <a:off x="229629" y="528191"/>
                <a:ext cx="112680" cy="208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8EA654E-8B55-84FF-9171-E85C55763C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0629" y="519191"/>
                  <a:ext cx="1303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B8926D8-D2DB-0E71-FCC0-12576A676060}"/>
                    </a:ext>
                  </a:extLst>
                </p14:cNvPr>
                <p14:cNvContentPartPr/>
                <p14:nvPr/>
              </p14:nvContentPartPr>
              <p14:xfrm>
                <a:off x="405309" y="501911"/>
                <a:ext cx="92520" cy="205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B8926D8-D2DB-0E71-FCC0-12576A6760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6274" y="492911"/>
                  <a:ext cx="110229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87FC31B-D099-EF8A-5E38-D2FDB012AD5A}"/>
                    </a:ext>
                  </a:extLst>
                </p14:cNvPr>
                <p14:cNvContentPartPr/>
                <p14:nvPr/>
              </p14:nvContentPartPr>
              <p14:xfrm>
                <a:off x="514749" y="479951"/>
                <a:ext cx="87120" cy="203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87FC31B-D099-EF8A-5E38-D2FDB012AD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5749" y="470951"/>
                  <a:ext cx="1047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79B4FF7-9BC3-A497-45D6-C40E103E7F2A}"/>
                    </a:ext>
                  </a:extLst>
                </p14:cNvPr>
                <p14:cNvContentPartPr/>
                <p14:nvPr/>
              </p14:nvContentPartPr>
              <p14:xfrm>
                <a:off x="633549" y="480311"/>
                <a:ext cx="86760" cy="198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79B4FF7-9BC3-A497-45D6-C40E103E7F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4511" y="471295"/>
                  <a:ext cx="104474" cy="2163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46F443C-C328-251A-08AE-6D3FB296BE99}"/>
                    </a:ext>
                  </a:extLst>
                </p14:cNvPr>
                <p14:cNvContentPartPr/>
                <p14:nvPr/>
              </p14:nvContentPartPr>
              <p14:xfrm>
                <a:off x="755229" y="472391"/>
                <a:ext cx="136080" cy="189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46F443C-C328-251A-08AE-6D3FB296BE9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6229" y="463391"/>
                  <a:ext cx="153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50A6730-BABC-A774-222D-73CC4590879E}"/>
                    </a:ext>
                  </a:extLst>
                </p14:cNvPr>
                <p14:cNvContentPartPr/>
                <p14:nvPr/>
              </p14:nvContentPartPr>
              <p14:xfrm>
                <a:off x="949269" y="405791"/>
                <a:ext cx="20160" cy="246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50A6730-BABC-A774-222D-73CC4590879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0269" y="396791"/>
                  <a:ext cx="3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69CAF7C-E5A9-703A-0C6C-3048B0EEA1F7}"/>
                    </a:ext>
                  </a:extLst>
                </p14:cNvPr>
                <p14:cNvContentPartPr/>
                <p14:nvPr/>
              </p14:nvContentPartPr>
              <p14:xfrm>
                <a:off x="936309" y="473831"/>
                <a:ext cx="76680" cy="38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69CAF7C-E5A9-703A-0C6C-3048B0EEA1F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7309" y="464831"/>
                  <a:ext cx="94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E973ED-1F9B-10D1-ADDE-665060C72D81}"/>
                    </a:ext>
                  </a:extLst>
                </p14:cNvPr>
                <p14:cNvContentPartPr/>
                <p14:nvPr/>
              </p14:nvContentPartPr>
              <p14:xfrm>
                <a:off x="117309" y="829151"/>
                <a:ext cx="23760" cy="193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E973ED-1F9B-10D1-ADDE-665060C72D8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8309" y="820151"/>
                  <a:ext cx="41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64DAA2-F9B6-BE90-9354-64F57C3AB974}"/>
                    </a:ext>
                  </a:extLst>
                </p14:cNvPr>
                <p14:cNvContentPartPr/>
                <p14:nvPr/>
              </p14:nvContentPartPr>
              <p14:xfrm>
                <a:off x="98589" y="878471"/>
                <a:ext cx="109800" cy="27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64DAA2-F9B6-BE90-9354-64F57C3AB9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589" y="869586"/>
                  <a:ext cx="127440" cy="45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15DABEA-E2FF-3DEB-74BD-C551C210B015}"/>
                    </a:ext>
                  </a:extLst>
                </p14:cNvPr>
                <p14:cNvContentPartPr/>
                <p14:nvPr/>
              </p14:nvContentPartPr>
              <p14:xfrm>
                <a:off x="246909" y="851831"/>
                <a:ext cx="75240" cy="148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15DABEA-E2FF-3DEB-74BD-C551C210B01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7909" y="842809"/>
                  <a:ext cx="92880" cy="1663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D9DD22-B9BF-FD6C-2136-F75C89A96089}"/>
                    </a:ext>
                  </a:extLst>
                </p14:cNvPr>
                <p14:cNvContentPartPr/>
                <p14:nvPr/>
              </p14:nvContentPartPr>
              <p14:xfrm>
                <a:off x="334029" y="843911"/>
                <a:ext cx="113400" cy="149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D9DD22-B9BF-FD6C-2136-F75C89A9608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5029" y="834911"/>
                  <a:ext cx="1310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DCC14BD-A22A-2500-BA36-2E026D69D2EB}"/>
                    </a:ext>
                  </a:extLst>
                </p14:cNvPr>
                <p14:cNvContentPartPr/>
                <p14:nvPr/>
              </p14:nvContentPartPr>
              <p14:xfrm>
                <a:off x="485949" y="836711"/>
                <a:ext cx="79200" cy="144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DCC14BD-A22A-2500-BA36-2E026D69D2E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6949" y="827711"/>
                  <a:ext cx="96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4C05AC3-1765-654F-776B-098B6E423FD3}"/>
                    </a:ext>
                  </a:extLst>
                </p14:cNvPr>
                <p14:cNvContentPartPr/>
                <p14:nvPr/>
              </p14:nvContentPartPr>
              <p14:xfrm>
                <a:off x="609789" y="816551"/>
                <a:ext cx="85320" cy="157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4C05AC3-1765-654F-776B-098B6E423FD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0751" y="807551"/>
                  <a:ext cx="103035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AE6AE4C-8800-8A17-2B01-9075BD942039}"/>
                    </a:ext>
                  </a:extLst>
                </p14:cNvPr>
                <p14:cNvContentPartPr/>
                <p14:nvPr/>
              </p14:nvContentPartPr>
              <p14:xfrm>
                <a:off x="719229" y="775871"/>
                <a:ext cx="84960" cy="177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AE6AE4C-8800-8A17-2B01-9075BD94203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0229" y="766871"/>
                  <a:ext cx="102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7900CD-14A7-6E69-9D48-0F2D228727FC}"/>
                    </a:ext>
                  </a:extLst>
                </p14:cNvPr>
                <p14:cNvContentPartPr/>
                <p14:nvPr/>
              </p14:nvContentPartPr>
              <p14:xfrm>
                <a:off x="751269" y="838871"/>
                <a:ext cx="68760" cy="34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7900CD-14A7-6E69-9D48-0F2D228727F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2269" y="829871"/>
                  <a:ext cx="86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E415AE6-705A-45A8-1362-7383B9758252}"/>
                    </a:ext>
                  </a:extLst>
                </p14:cNvPr>
                <p14:cNvContentPartPr/>
                <p14:nvPr/>
              </p14:nvContentPartPr>
              <p14:xfrm>
                <a:off x="856389" y="813671"/>
                <a:ext cx="100080" cy="112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E415AE6-705A-45A8-1362-7383B97582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7389" y="804642"/>
                  <a:ext cx="117720" cy="130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1EACE8-F511-49CD-BA4C-8A4EC68727D8}"/>
                    </a:ext>
                  </a:extLst>
                </p14:cNvPr>
                <p14:cNvContentPartPr/>
                <p14:nvPr/>
              </p14:nvContentPartPr>
              <p14:xfrm>
                <a:off x="944949" y="770831"/>
                <a:ext cx="82440" cy="167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1EACE8-F511-49CD-BA4C-8A4EC68727D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5910" y="761812"/>
                  <a:ext cx="100157" cy="1847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7EE515E-8C9E-D419-7C81-BC51F76F5294}"/>
                    </a:ext>
                  </a:extLst>
                </p14:cNvPr>
                <p14:cNvContentPartPr/>
                <p14:nvPr/>
              </p14:nvContentPartPr>
              <p14:xfrm>
                <a:off x="1054389" y="767951"/>
                <a:ext cx="143280" cy="125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7EE515E-8C9E-D419-7C81-BC51F76F529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5366" y="758951"/>
                  <a:ext cx="160964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3891A1-F74E-3F31-A6C0-BE016BA6B975}"/>
                    </a:ext>
                  </a:extLst>
                </p14:cNvPr>
                <p14:cNvContentPartPr/>
                <p14:nvPr/>
              </p14:nvContentPartPr>
              <p14:xfrm>
                <a:off x="1261029" y="690191"/>
                <a:ext cx="75240" cy="163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3891A1-F74E-3F31-A6C0-BE016BA6B9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52029" y="681191"/>
                  <a:ext cx="928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B2B8496-ACCA-2A60-AAED-78674FF73753}"/>
                    </a:ext>
                  </a:extLst>
                </p14:cNvPr>
                <p14:cNvContentPartPr/>
                <p14:nvPr/>
              </p14:nvContentPartPr>
              <p14:xfrm>
                <a:off x="1355709" y="655991"/>
                <a:ext cx="83520" cy="213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B2B8496-ACCA-2A60-AAED-78674FF7375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46670" y="646991"/>
                  <a:ext cx="101236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2176BD-D6D1-3AE8-D409-95F739E887DB}"/>
                    </a:ext>
                  </a:extLst>
                </p14:cNvPr>
                <p14:cNvContentPartPr/>
                <p14:nvPr/>
              </p14:nvContentPartPr>
              <p14:xfrm>
                <a:off x="1290189" y="357551"/>
                <a:ext cx="75240" cy="208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2176BD-D6D1-3AE8-D409-95F739E887D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81189" y="348535"/>
                  <a:ext cx="92880" cy="226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71D4C06-EA63-F771-3418-39A60D7458D5}"/>
                    </a:ext>
                  </a:extLst>
                </p14:cNvPr>
                <p14:cNvContentPartPr/>
                <p14:nvPr/>
              </p14:nvContentPartPr>
              <p14:xfrm>
                <a:off x="1372269" y="408311"/>
                <a:ext cx="95760" cy="121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71D4C06-EA63-F771-3418-39A60D7458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63269" y="399338"/>
                  <a:ext cx="113400" cy="1389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2C79E81-711C-C78E-9629-559C0CE046A4}"/>
                    </a:ext>
                  </a:extLst>
                </p14:cNvPr>
                <p14:cNvContentPartPr/>
                <p14:nvPr/>
              </p14:nvContentPartPr>
              <p14:xfrm>
                <a:off x="1539669" y="382031"/>
                <a:ext cx="14400" cy="16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2C79E81-711C-C78E-9629-559C0CE046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30669" y="373031"/>
                  <a:ext cx="320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883F305-ABED-9531-02F8-3D263600380E}"/>
                    </a:ext>
                  </a:extLst>
                </p14:cNvPr>
                <p14:cNvContentPartPr/>
                <p14:nvPr/>
              </p14:nvContentPartPr>
              <p14:xfrm>
                <a:off x="1483149" y="388511"/>
                <a:ext cx="83160" cy="6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883F305-ABED-9531-02F8-3D26360038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74149" y="379511"/>
                  <a:ext cx="100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E9DBEE-38C0-4DE8-3FD6-344A650FB30F}"/>
                    </a:ext>
                  </a:extLst>
                </p14:cNvPr>
                <p14:cNvContentPartPr/>
                <p14:nvPr/>
              </p14:nvContentPartPr>
              <p14:xfrm>
                <a:off x="1655949" y="315071"/>
                <a:ext cx="52200" cy="279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E9DBEE-38C0-4DE8-3FD6-344A650FB30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47011" y="306059"/>
                  <a:ext cx="69719" cy="297383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ABEE85AE-7946-3871-5C06-31791586A574}"/>
              </a:ext>
            </a:extLst>
          </p:cNvPr>
          <p:cNvSpPr txBox="1"/>
          <p:nvPr/>
        </p:nvSpPr>
        <p:spPr>
          <a:xfrm>
            <a:off x="923770" y="1729066"/>
            <a:ext cx="10257128" cy="4832092"/>
          </a:xfrm>
          <a:prstGeom prst="rect">
            <a:avLst/>
          </a:prstGeom>
          <a:pattFill prst="pct5">
            <a:fgClr>
              <a:schemeClr val="bg2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ct_id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CharField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max_length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primary_current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FloatField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secondary_current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FloatField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resistance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FloatField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burden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FloatField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Vk_required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FloatField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Vk_calculated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FloatField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system_info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ForeignKey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SystemInformation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on_delete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CASCADE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acceptRelay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relay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Check if the relay is a fit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relay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.burden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burden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calculateVk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Logic to calculate </a:t>
            </a:r>
            <a:r>
              <a:rPr lang="en-US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Vk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based on CT properties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validateVk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Validation of calculated </a:t>
            </a:r>
            <a:r>
              <a:rPr lang="en-US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Vk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against required </a:t>
            </a:r>
            <a:r>
              <a:rPr lang="en-US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Vk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Vk_calculated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Vk_required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6227283-E0E8-08DB-D277-39ACEBC22E0C}"/>
                  </a:ext>
                </a:extLst>
              </p14:cNvPr>
              <p14:cNvContentPartPr/>
              <p14:nvPr/>
            </p14:nvContentPartPr>
            <p14:xfrm>
              <a:off x="1206010" y="2275260"/>
              <a:ext cx="115920" cy="1215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6227283-E0E8-08DB-D277-39ACEBC22E0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97370" y="2266620"/>
                <a:ext cx="133560" cy="123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101B3E68-50B5-8FB0-0ABB-6191B73AB52D}"/>
              </a:ext>
            </a:extLst>
          </p:cNvPr>
          <p:cNvGrpSpPr/>
          <p:nvPr/>
        </p:nvGrpSpPr>
        <p:grpSpPr>
          <a:xfrm>
            <a:off x="618490" y="1094820"/>
            <a:ext cx="1087560" cy="1631160"/>
            <a:chOff x="618490" y="1094820"/>
            <a:chExt cx="1087560" cy="163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CE615B4-EEB5-9973-E1C9-5B519EC4183A}"/>
                    </a:ext>
                  </a:extLst>
                </p14:cNvPr>
                <p14:cNvContentPartPr/>
                <p14:nvPr/>
              </p14:nvContentPartPr>
              <p14:xfrm>
                <a:off x="618490" y="1352220"/>
                <a:ext cx="59400" cy="158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CE615B4-EEB5-9973-E1C9-5B519EC4183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9850" y="1343220"/>
                  <a:ext cx="77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E13C07A-7919-ECA6-5B60-65778F68971C}"/>
                    </a:ext>
                  </a:extLst>
                </p14:cNvPr>
                <p14:cNvContentPartPr/>
                <p14:nvPr/>
              </p14:nvContentPartPr>
              <p14:xfrm>
                <a:off x="652330" y="1437900"/>
                <a:ext cx="17640" cy="10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E13C07A-7919-ECA6-5B60-65778F68971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3690" y="1429260"/>
                  <a:ext cx="35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86315E1-5465-06EE-7108-8BEA4F121C29}"/>
                    </a:ext>
                  </a:extLst>
                </p14:cNvPr>
                <p14:cNvContentPartPr/>
                <p14:nvPr/>
              </p14:nvContentPartPr>
              <p14:xfrm>
                <a:off x="710290" y="1338180"/>
                <a:ext cx="34200" cy="130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86315E1-5465-06EE-7108-8BEA4F121C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1650" y="1329540"/>
                  <a:ext cx="518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E211F16-6733-6F07-D9DB-C5D2CB54415A}"/>
                    </a:ext>
                  </a:extLst>
                </p14:cNvPr>
                <p14:cNvContentPartPr/>
                <p14:nvPr/>
              </p14:nvContentPartPr>
              <p14:xfrm>
                <a:off x="707410" y="1366260"/>
                <a:ext cx="53280" cy="15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E211F16-6733-6F07-D9DB-C5D2CB54415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8770" y="1357260"/>
                  <a:ext cx="70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AD9F11F-A2FA-EBE3-BFF1-D532FD7FEBE3}"/>
                    </a:ext>
                  </a:extLst>
                </p14:cNvPr>
                <p14:cNvContentPartPr/>
                <p14:nvPr/>
              </p14:nvContentPartPr>
              <p14:xfrm>
                <a:off x="807850" y="1310820"/>
                <a:ext cx="23400" cy="145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AD9F11F-A2FA-EBE3-BFF1-D532FD7FEBE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8850" y="1301820"/>
                  <a:ext cx="41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5B25D9E-0A80-F634-1229-09A333DF58B8}"/>
                    </a:ext>
                  </a:extLst>
                </p14:cNvPr>
                <p14:cNvContentPartPr/>
                <p14:nvPr/>
              </p14:nvContentPartPr>
              <p14:xfrm>
                <a:off x="808210" y="1353300"/>
                <a:ext cx="31320" cy="6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5B25D9E-0A80-F634-1229-09A333DF58B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9570" y="1344660"/>
                  <a:ext cx="48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9A0DDBC-5E04-CEC3-65F5-953046260F9A}"/>
                    </a:ext>
                  </a:extLst>
                </p14:cNvPr>
                <p14:cNvContentPartPr/>
                <p14:nvPr/>
              </p14:nvContentPartPr>
              <p14:xfrm>
                <a:off x="864010" y="1299660"/>
                <a:ext cx="42480" cy="110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9A0DDBC-5E04-CEC3-65F5-953046260F9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5370" y="1291020"/>
                  <a:ext cx="60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79A3F40-D973-693C-A920-E733ED939058}"/>
                    </a:ext>
                  </a:extLst>
                </p14:cNvPr>
                <p14:cNvContentPartPr/>
                <p14:nvPr/>
              </p14:nvContentPartPr>
              <p14:xfrm>
                <a:off x="989650" y="1298220"/>
                <a:ext cx="25560" cy="88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79A3F40-D973-693C-A920-E733ED9390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0650" y="1289220"/>
                  <a:ext cx="43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FE1AFA-8ABE-474A-58BC-CAD252C30450}"/>
                    </a:ext>
                  </a:extLst>
                </p14:cNvPr>
                <p14:cNvContentPartPr/>
                <p14:nvPr/>
              </p14:nvContentPartPr>
              <p14:xfrm>
                <a:off x="948970" y="1216140"/>
                <a:ext cx="12600" cy="13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FE1AFA-8ABE-474A-58BC-CAD252C304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9970" y="1207500"/>
                  <a:ext cx="30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E1C7978-3877-D0E2-06E2-2638589605A6}"/>
                    </a:ext>
                  </a:extLst>
                </p14:cNvPr>
                <p14:cNvContentPartPr/>
                <p14:nvPr/>
              </p14:nvContentPartPr>
              <p14:xfrm>
                <a:off x="1020970" y="1138380"/>
                <a:ext cx="93240" cy="213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E1C7978-3877-D0E2-06E2-2638589605A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1970" y="1129740"/>
                  <a:ext cx="1108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A1BBF95-3238-ED21-6374-922116FFCACF}"/>
                    </a:ext>
                  </a:extLst>
                </p14:cNvPr>
                <p14:cNvContentPartPr/>
                <p14:nvPr/>
              </p14:nvContentPartPr>
              <p14:xfrm>
                <a:off x="1161370" y="1190220"/>
                <a:ext cx="87480" cy="150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A1BBF95-3238-ED21-6374-922116FFCAC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2370" y="1181220"/>
                  <a:ext cx="105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D9AC25-6FE1-5C26-1835-07532CAC606F}"/>
                    </a:ext>
                  </a:extLst>
                </p14:cNvPr>
                <p14:cNvContentPartPr/>
                <p14:nvPr/>
              </p14:nvContentPartPr>
              <p14:xfrm>
                <a:off x="1273690" y="1154580"/>
                <a:ext cx="31320" cy="160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D9AC25-6FE1-5C26-1835-07532CAC606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64690" y="1145580"/>
                  <a:ext cx="489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AB68539-202D-59B7-AC1F-F5249ABA524A}"/>
                    </a:ext>
                  </a:extLst>
                </p14:cNvPr>
                <p14:cNvContentPartPr/>
                <p14:nvPr/>
              </p14:nvContentPartPr>
              <p14:xfrm>
                <a:off x="1290610" y="1200660"/>
                <a:ext cx="65160" cy="38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AB68539-202D-59B7-AC1F-F5249ABA524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81610" y="1192020"/>
                  <a:ext cx="828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5FF0D6E-3B70-51F2-7885-C19DD98C649D}"/>
                    </a:ext>
                  </a:extLst>
                </p14:cNvPr>
                <p14:cNvContentPartPr/>
                <p14:nvPr/>
              </p14:nvContentPartPr>
              <p14:xfrm>
                <a:off x="1407610" y="1162860"/>
                <a:ext cx="49320" cy="153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5FF0D6E-3B70-51F2-7885-C19DD98C649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98610" y="1153860"/>
                  <a:ext cx="66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CB95860-C3E0-69B9-860D-2B0D7725CE88}"/>
                    </a:ext>
                  </a:extLst>
                </p14:cNvPr>
                <p14:cNvContentPartPr/>
                <p14:nvPr/>
              </p14:nvContentPartPr>
              <p14:xfrm>
                <a:off x="1468810" y="1119660"/>
                <a:ext cx="80280" cy="200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CB95860-C3E0-69B9-860D-2B0D7725CE8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60170" y="1111020"/>
                  <a:ext cx="97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2B41009-6196-FF61-E2C6-A194EAAD112F}"/>
                    </a:ext>
                  </a:extLst>
                </p14:cNvPr>
                <p14:cNvContentPartPr/>
                <p14:nvPr/>
              </p14:nvContentPartPr>
              <p14:xfrm>
                <a:off x="646210" y="1094820"/>
                <a:ext cx="1059840" cy="1631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2B41009-6196-FF61-E2C6-A194EAAD11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7210" y="1085820"/>
                  <a:ext cx="1077480" cy="164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" name="Group 521">
            <a:extLst>
              <a:ext uri="{FF2B5EF4-FFF2-40B4-BE49-F238E27FC236}">
                <a16:creationId xmlns:a16="http://schemas.microsoft.com/office/drawing/2014/main" id="{16EC6C07-7054-9958-0FBA-1D11BF5428A3}"/>
              </a:ext>
            </a:extLst>
          </p:cNvPr>
          <p:cNvGrpSpPr/>
          <p:nvPr/>
        </p:nvGrpSpPr>
        <p:grpSpPr>
          <a:xfrm>
            <a:off x="943570" y="2302260"/>
            <a:ext cx="108720" cy="145080"/>
            <a:chOff x="943570" y="2302260"/>
            <a:chExt cx="10872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D251F207-C74F-A07E-D399-B9E67AADA2F1}"/>
                    </a:ext>
                  </a:extLst>
                </p14:cNvPr>
                <p14:cNvContentPartPr/>
                <p14:nvPr/>
              </p14:nvContentPartPr>
              <p14:xfrm>
                <a:off x="943570" y="2302260"/>
                <a:ext cx="108720" cy="14508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D251F207-C74F-A07E-D399-B9E67AADA2F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4930" y="2293620"/>
                  <a:ext cx="126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5BCDB029-8E4C-A91B-8704-F67744F67B29}"/>
                    </a:ext>
                  </a:extLst>
                </p14:cNvPr>
                <p14:cNvContentPartPr/>
                <p14:nvPr/>
              </p14:nvContentPartPr>
              <p14:xfrm>
                <a:off x="979210" y="2367420"/>
                <a:ext cx="64800" cy="936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5BCDB029-8E4C-A91B-8704-F67744F67B2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70570" y="2358780"/>
                  <a:ext cx="8244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34" name="Ink 533">
                <a:extLst>
                  <a:ext uri="{FF2B5EF4-FFF2-40B4-BE49-F238E27FC236}">
                    <a16:creationId xmlns:a16="http://schemas.microsoft.com/office/drawing/2014/main" id="{E6684C9F-6B35-22D0-88F2-507F2BF8F96C}"/>
                  </a:ext>
                </a:extLst>
              </p14:cNvPr>
              <p14:cNvContentPartPr/>
              <p14:nvPr/>
            </p14:nvContentPartPr>
            <p14:xfrm>
              <a:off x="3451690" y="3232860"/>
              <a:ext cx="360" cy="360"/>
            </p14:xfrm>
          </p:contentPart>
        </mc:Choice>
        <mc:Fallback xmlns="">
          <p:pic>
            <p:nvPicPr>
              <p:cNvPr id="534" name="Ink 533">
                <a:extLst>
                  <a:ext uri="{FF2B5EF4-FFF2-40B4-BE49-F238E27FC236}">
                    <a16:creationId xmlns:a16="http://schemas.microsoft.com/office/drawing/2014/main" id="{E6684C9F-6B35-22D0-88F2-507F2BF8F96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443050" y="32238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35" name="Ink 534">
                <a:extLst>
                  <a:ext uri="{FF2B5EF4-FFF2-40B4-BE49-F238E27FC236}">
                    <a16:creationId xmlns:a16="http://schemas.microsoft.com/office/drawing/2014/main" id="{752AC23E-6FAF-A09E-9230-9DFEB546CDF9}"/>
                  </a:ext>
                </a:extLst>
              </p14:cNvPr>
              <p14:cNvContentPartPr/>
              <p14:nvPr/>
            </p14:nvContentPartPr>
            <p14:xfrm>
              <a:off x="960490" y="2503140"/>
              <a:ext cx="77760" cy="46440"/>
            </p14:xfrm>
          </p:contentPart>
        </mc:Choice>
        <mc:Fallback xmlns="">
          <p:pic>
            <p:nvPicPr>
              <p:cNvPr id="535" name="Ink 534">
                <a:extLst>
                  <a:ext uri="{FF2B5EF4-FFF2-40B4-BE49-F238E27FC236}">
                    <a16:creationId xmlns:a16="http://schemas.microsoft.com/office/drawing/2014/main" id="{752AC23E-6FAF-A09E-9230-9DFEB546CDF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51490" y="2494140"/>
                <a:ext cx="954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37" name="Ink 536">
                <a:extLst>
                  <a:ext uri="{FF2B5EF4-FFF2-40B4-BE49-F238E27FC236}">
                    <a16:creationId xmlns:a16="http://schemas.microsoft.com/office/drawing/2014/main" id="{605F5029-FBB9-E396-6A9A-54C0499A36AD}"/>
                  </a:ext>
                </a:extLst>
              </p14:cNvPr>
              <p14:cNvContentPartPr/>
              <p14:nvPr/>
            </p14:nvContentPartPr>
            <p14:xfrm>
              <a:off x="3200661" y="850278"/>
              <a:ext cx="3846960" cy="3894840"/>
            </p14:xfrm>
          </p:contentPart>
        </mc:Choice>
        <mc:Fallback xmlns="">
          <p:pic>
            <p:nvPicPr>
              <p:cNvPr id="537" name="Ink 536">
                <a:extLst>
                  <a:ext uri="{FF2B5EF4-FFF2-40B4-BE49-F238E27FC236}">
                    <a16:creationId xmlns:a16="http://schemas.microsoft.com/office/drawing/2014/main" id="{605F5029-FBB9-E396-6A9A-54C0499A36A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191661" y="841638"/>
                <a:ext cx="3864600" cy="391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2" name="Group 571">
            <a:extLst>
              <a:ext uri="{FF2B5EF4-FFF2-40B4-BE49-F238E27FC236}">
                <a16:creationId xmlns:a16="http://schemas.microsoft.com/office/drawing/2014/main" id="{BEECDC4D-D395-F8D9-940E-574A2CDD8A6E}"/>
              </a:ext>
            </a:extLst>
          </p:cNvPr>
          <p:cNvGrpSpPr/>
          <p:nvPr/>
        </p:nvGrpSpPr>
        <p:grpSpPr>
          <a:xfrm>
            <a:off x="3585141" y="874038"/>
            <a:ext cx="947520" cy="347760"/>
            <a:chOff x="3585141" y="874038"/>
            <a:chExt cx="94752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5927BC57-3314-1CD7-D878-D604CDB4C3BD}"/>
                    </a:ext>
                  </a:extLst>
                </p14:cNvPr>
                <p14:cNvContentPartPr/>
                <p14:nvPr/>
              </p14:nvContentPartPr>
              <p14:xfrm>
                <a:off x="3585141" y="982038"/>
                <a:ext cx="164520" cy="12492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5927BC57-3314-1CD7-D878-D604CDB4C3B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76141" y="973038"/>
                  <a:ext cx="182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50F3B362-0127-061B-467B-58A2148122F3}"/>
                    </a:ext>
                  </a:extLst>
                </p14:cNvPr>
                <p14:cNvContentPartPr/>
                <p14:nvPr/>
              </p14:nvContentPartPr>
              <p14:xfrm>
                <a:off x="3823821" y="993918"/>
                <a:ext cx="77760" cy="11916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50F3B362-0127-061B-467B-58A2148122F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14821" y="985278"/>
                  <a:ext cx="95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22941A76-1438-6310-1E8D-2D7EFD777D25}"/>
                    </a:ext>
                  </a:extLst>
                </p14:cNvPr>
                <p14:cNvContentPartPr/>
                <p14:nvPr/>
              </p14:nvContentPartPr>
              <p14:xfrm>
                <a:off x="3987981" y="938838"/>
                <a:ext cx="8640" cy="17316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22941A76-1438-6310-1E8D-2D7EFD777D2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78981" y="930198"/>
                  <a:ext cx="26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596793A2-4D58-00E5-0617-9625EF8B5DBF}"/>
                    </a:ext>
                  </a:extLst>
                </p14:cNvPr>
                <p14:cNvContentPartPr/>
                <p14:nvPr/>
              </p14:nvContentPartPr>
              <p14:xfrm>
                <a:off x="3968901" y="1026318"/>
                <a:ext cx="62280" cy="1116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596793A2-4D58-00E5-0617-9625EF8B5D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60261" y="1017318"/>
                  <a:ext cx="79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EE7AD926-6738-7F96-7A41-D0346C1D1AE6}"/>
                    </a:ext>
                  </a:extLst>
                </p14:cNvPr>
                <p14:cNvContentPartPr/>
                <p14:nvPr/>
              </p14:nvContentPartPr>
              <p14:xfrm>
                <a:off x="4077981" y="948558"/>
                <a:ext cx="103320" cy="1645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EE7AD926-6738-7F96-7A41-D0346C1D1AE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69341" y="939918"/>
                  <a:ext cx="1209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2FFCD73F-A450-54D4-9A2B-FF85F8C00D96}"/>
                    </a:ext>
                  </a:extLst>
                </p14:cNvPr>
                <p14:cNvContentPartPr/>
                <p14:nvPr/>
              </p14:nvContentPartPr>
              <p14:xfrm>
                <a:off x="4229181" y="1059438"/>
                <a:ext cx="60480" cy="6192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2FFCD73F-A450-54D4-9A2B-FF85F8C00D9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20181" y="1050438"/>
                  <a:ext cx="781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6DA87702-C98A-A8B0-D69C-09027D84A51C}"/>
                    </a:ext>
                  </a:extLst>
                </p14:cNvPr>
                <p14:cNvContentPartPr/>
                <p14:nvPr/>
              </p14:nvContentPartPr>
              <p14:xfrm>
                <a:off x="4308021" y="874038"/>
                <a:ext cx="120240" cy="26892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6DA87702-C98A-A8B0-D69C-09027D84A51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99021" y="865398"/>
                  <a:ext cx="1378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B9BF7108-5B96-F880-C1BE-9BC13E3C2065}"/>
                    </a:ext>
                  </a:extLst>
                </p14:cNvPr>
                <p14:cNvContentPartPr/>
                <p14:nvPr/>
              </p14:nvContentPartPr>
              <p14:xfrm>
                <a:off x="4455621" y="1016238"/>
                <a:ext cx="77040" cy="20556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B9BF7108-5B96-F880-C1BE-9BC13E3C206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46981" y="1007598"/>
                  <a:ext cx="9468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82A9C56-5250-50E8-E81A-1EEEDFF83456}"/>
              </a:ext>
            </a:extLst>
          </p:cNvPr>
          <p:cNvGrpSpPr/>
          <p:nvPr/>
        </p:nvGrpSpPr>
        <p:grpSpPr>
          <a:xfrm>
            <a:off x="5918661" y="4395220"/>
            <a:ext cx="184320" cy="384120"/>
            <a:chOff x="5918661" y="4395220"/>
            <a:chExt cx="18432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B0016C2-F7A2-B027-6582-B042E4297E7B}"/>
                    </a:ext>
                  </a:extLst>
                </p14:cNvPr>
                <p14:cNvContentPartPr/>
                <p14:nvPr/>
              </p14:nvContentPartPr>
              <p14:xfrm>
                <a:off x="5918661" y="4664500"/>
                <a:ext cx="81360" cy="1148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B0016C2-F7A2-B027-6582-B042E4297E7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09661" y="4655500"/>
                  <a:ext cx="99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CD64897-989D-8D76-ED7D-243025F014FA}"/>
                    </a:ext>
                  </a:extLst>
                </p14:cNvPr>
                <p14:cNvContentPartPr/>
                <p14:nvPr/>
              </p14:nvContentPartPr>
              <p14:xfrm>
                <a:off x="5924421" y="4395220"/>
                <a:ext cx="178560" cy="144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CD64897-989D-8D76-ED7D-243025F014F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15421" y="4386220"/>
                  <a:ext cx="19620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5C0F388-EC2F-EB58-B12E-39B187A203C0}"/>
              </a:ext>
            </a:extLst>
          </p:cNvPr>
          <p:cNvGrpSpPr/>
          <p:nvPr/>
        </p:nvGrpSpPr>
        <p:grpSpPr>
          <a:xfrm>
            <a:off x="4098861" y="4339420"/>
            <a:ext cx="5525280" cy="1235880"/>
            <a:chOff x="4098861" y="4339420"/>
            <a:chExt cx="5525280" cy="12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44EA9C0-3814-6434-CDF3-FBF3655FE7C6}"/>
                    </a:ext>
                  </a:extLst>
                </p14:cNvPr>
                <p14:cNvContentPartPr/>
                <p14:nvPr/>
              </p14:nvContentPartPr>
              <p14:xfrm>
                <a:off x="4098861" y="4339420"/>
                <a:ext cx="3542040" cy="1081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44EA9C0-3814-6434-CDF3-FBF3655FE7C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89861" y="4330780"/>
                  <a:ext cx="3559680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BFE9A98-13CF-9D5C-CE65-5FCC210BEA0F}"/>
                    </a:ext>
                  </a:extLst>
                </p14:cNvPr>
                <p14:cNvContentPartPr/>
                <p14:nvPr/>
              </p14:nvContentPartPr>
              <p14:xfrm>
                <a:off x="7841421" y="5197300"/>
                <a:ext cx="105480" cy="245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BFE9A98-13CF-9D5C-CE65-5FCC210BEA0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32421" y="5188660"/>
                  <a:ext cx="123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A8FA41A-6E7B-03B7-13C8-17CE49E5D0F6}"/>
                    </a:ext>
                  </a:extLst>
                </p14:cNvPr>
                <p14:cNvContentPartPr/>
                <p14:nvPr/>
              </p14:nvContentPartPr>
              <p14:xfrm>
                <a:off x="7905501" y="5353900"/>
                <a:ext cx="53640" cy="151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A8FA41A-6E7B-03B7-13C8-17CE49E5D0F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96861" y="5344900"/>
                  <a:ext cx="71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7B4B899-4AA9-A054-D5F1-FA193338C0ED}"/>
                    </a:ext>
                  </a:extLst>
                </p14:cNvPr>
                <p14:cNvContentPartPr/>
                <p14:nvPr/>
              </p14:nvContentPartPr>
              <p14:xfrm>
                <a:off x="7989741" y="5290180"/>
                <a:ext cx="99360" cy="1519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7B4B899-4AA9-A054-D5F1-FA193338C0E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81101" y="5281180"/>
                  <a:ext cx="1170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9909727-06C9-CA0F-CC54-7BF95075EAD7}"/>
                    </a:ext>
                  </a:extLst>
                </p14:cNvPr>
                <p14:cNvContentPartPr/>
                <p14:nvPr/>
              </p14:nvContentPartPr>
              <p14:xfrm>
                <a:off x="8143101" y="5286580"/>
                <a:ext cx="61200" cy="155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9909727-06C9-CA0F-CC54-7BF95075EAD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134101" y="5277940"/>
                  <a:ext cx="78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5563EC0-54B2-CB41-89FC-2E76C89D02D7}"/>
                    </a:ext>
                  </a:extLst>
                </p14:cNvPr>
                <p14:cNvContentPartPr/>
                <p14:nvPr/>
              </p14:nvContentPartPr>
              <p14:xfrm>
                <a:off x="8280261" y="5244460"/>
                <a:ext cx="88920" cy="194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5563EC0-54B2-CB41-89FC-2E76C89D02D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71261" y="5235460"/>
                  <a:ext cx="1065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BDD802A-C74C-1639-56DA-34DE219D01AA}"/>
                    </a:ext>
                  </a:extLst>
                </p14:cNvPr>
                <p14:cNvContentPartPr/>
                <p14:nvPr/>
              </p14:nvContentPartPr>
              <p14:xfrm>
                <a:off x="8440821" y="5182180"/>
                <a:ext cx="131760" cy="238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BDD802A-C74C-1639-56DA-34DE219D01A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32181" y="5173180"/>
                  <a:ext cx="149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0A495D3-C884-C5E4-895F-B7EF57C5B072}"/>
                    </a:ext>
                  </a:extLst>
                </p14:cNvPr>
                <p14:cNvContentPartPr/>
                <p14:nvPr/>
              </p14:nvContentPartPr>
              <p14:xfrm>
                <a:off x="8669061" y="5225380"/>
                <a:ext cx="7560" cy="181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0A495D3-C884-C5E4-895F-B7EF57C5B07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60421" y="5216380"/>
                  <a:ext cx="25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D23DC52-8ADB-08A5-216E-988674BB81FF}"/>
                    </a:ext>
                  </a:extLst>
                </p14:cNvPr>
                <p14:cNvContentPartPr/>
                <p14:nvPr/>
              </p14:nvContentPartPr>
              <p14:xfrm>
                <a:off x="8638101" y="5290540"/>
                <a:ext cx="93600" cy="17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D23DC52-8ADB-08A5-216E-988674BB81F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629101" y="5281900"/>
                  <a:ext cx="111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395CDF0-071C-DBC7-75E5-F7D92C9536A4}"/>
                    </a:ext>
                  </a:extLst>
                </p14:cNvPr>
                <p14:cNvContentPartPr/>
                <p14:nvPr/>
              </p14:nvContentPartPr>
              <p14:xfrm>
                <a:off x="9017901" y="5140780"/>
                <a:ext cx="18360" cy="272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395CDF0-071C-DBC7-75E5-F7D92C9536A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08901" y="5132140"/>
                  <a:ext cx="360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EB3ECEC-0F27-5C0D-264F-8ABBA838A0E0}"/>
                    </a:ext>
                  </a:extLst>
                </p14:cNvPr>
                <p14:cNvContentPartPr/>
                <p14:nvPr/>
              </p14:nvContentPartPr>
              <p14:xfrm>
                <a:off x="9094581" y="5280820"/>
                <a:ext cx="71280" cy="748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EB3ECEC-0F27-5C0D-264F-8ABBA838A0E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085581" y="5271820"/>
                  <a:ext cx="889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066D815-87E3-B729-1BF0-FE8CAA8EA268}"/>
                    </a:ext>
                  </a:extLst>
                </p14:cNvPr>
                <p14:cNvContentPartPr/>
                <p14:nvPr/>
              </p14:nvContentPartPr>
              <p14:xfrm>
                <a:off x="9200061" y="5216020"/>
                <a:ext cx="110160" cy="359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066D815-87E3-B729-1BF0-FE8CAA8EA26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91421" y="5207380"/>
                  <a:ext cx="12780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15419CE-B990-AF29-E6C3-C06507DA944C}"/>
                    </a:ext>
                  </a:extLst>
                </p14:cNvPr>
                <p14:cNvContentPartPr/>
                <p14:nvPr/>
              </p14:nvContentPartPr>
              <p14:xfrm>
                <a:off x="9423621" y="5209180"/>
                <a:ext cx="18000" cy="1310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15419CE-B990-AF29-E6C3-C06507DA944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414981" y="5200180"/>
                  <a:ext cx="35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AF4577C-5831-2D69-8CEE-5D878495C7BF}"/>
                    </a:ext>
                  </a:extLst>
                </p14:cNvPr>
                <p14:cNvContentPartPr/>
                <p14:nvPr/>
              </p14:nvContentPartPr>
              <p14:xfrm>
                <a:off x="9437661" y="5130340"/>
                <a:ext cx="360" cy="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AF4577C-5831-2D69-8CEE-5D878495C7B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28661" y="51217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B881D0C-34A8-A1D7-2EF8-203AAFB88C52}"/>
                    </a:ext>
                  </a:extLst>
                </p14:cNvPr>
                <p14:cNvContentPartPr/>
                <p14:nvPr/>
              </p14:nvContentPartPr>
              <p14:xfrm>
                <a:off x="9513981" y="5147260"/>
                <a:ext cx="110160" cy="2120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B881D0C-34A8-A1D7-2EF8-203AAFB88C5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504981" y="5138620"/>
                  <a:ext cx="127800" cy="22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095603A6-278A-336D-1D6A-C192578298BA}"/>
                  </a:ext>
                </a:extLst>
              </p14:cNvPr>
              <p14:cNvContentPartPr/>
              <p14:nvPr/>
            </p14:nvContentPartPr>
            <p14:xfrm>
              <a:off x="7226901" y="178540"/>
              <a:ext cx="103680" cy="7207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095603A6-278A-336D-1D6A-C192578298BA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218261" y="169540"/>
                <a:ext cx="121320" cy="73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26AD90DD-0105-2DE8-4F08-3B5E1DBD8622}"/>
              </a:ext>
            </a:extLst>
          </p:cNvPr>
          <p:cNvGrpSpPr/>
          <p:nvPr/>
        </p:nvGrpSpPr>
        <p:grpSpPr>
          <a:xfrm>
            <a:off x="7484661" y="317860"/>
            <a:ext cx="917280" cy="299520"/>
            <a:chOff x="7484661" y="317860"/>
            <a:chExt cx="91728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AF3938C-0C3F-4707-39F8-04AF7D7E8C67}"/>
                    </a:ext>
                  </a:extLst>
                </p14:cNvPr>
                <p14:cNvContentPartPr/>
                <p14:nvPr/>
              </p14:nvContentPartPr>
              <p14:xfrm>
                <a:off x="7484661" y="321460"/>
                <a:ext cx="173160" cy="237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AF3938C-0C3F-4707-39F8-04AF7D7E8C6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476021" y="312460"/>
                  <a:ext cx="190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1A89479-58CF-50D1-DDC4-8F1C6585432E}"/>
                    </a:ext>
                  </a:extLst>
                </p14:cNvPr>
                <p14:cNvContentPartPr/>
                <p14:nvPr/>
              </p14:nvContentPartPr>
              <p14:xfrm>
                <a:off x="7653141" y="403540"/>
                <a:ext cx="133200" cy="1904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1A89479-58CF-50D1-DDC4-8F1C6585432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644141" y="394540"/>
                  <a:ext cx="150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EF7EAF2-5778-7C6D-8BAE-DBBB528E5F32}"/>
                    </a:ext>
                  </a:extLst>
                </p14:cNvPr>
                <p14:cNvContentPartPr/>
                <p14:nvPr/>
              </p14:nvContentPartPr>
              <p14:xfrm>
                <a:off x="7827741" y="448180"/>
                <a:ext cx="115560" cy="1375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EF7EAF2-5778-7C6D-8BAE-DBBB528E5F3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819101" y="439180"/>
                  <a:ext cx="133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190AE5A-2748-A80F-F1BB-4739F96CC922}"/>
                    </a:ext>
                  </a:extLst>
                </p14:cNvPr>
                <p14:cNvContentPartPr/>
                <p14:nvPr/>
              </p14:nvContentPartPr>
              <p14:xfrm>
                <a:off x="7943661" y="440620"/>
                <a:ext cx="137880" cy="176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190AE5A-2748-A80F-F1BB-4739F96CC92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935021" y="431620"/>
                  <a:ext cx="155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9105E7D-FAE6-7383-041B-14F21360747C}"/>
                    </a:ext>
                  </a:extLst>
                </p14:cNvPr>
                <p14:cNvContentPartPr/>
                <p14:nvPr/>
              </p14:nvContentPartPr>
              <p14:xfrm>
                <a:off x="8101341" y="423700"/>
                <a:ext cx="97920" cy="1598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9105E7D-FAE6-7383-041B-14F21360747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092701" y="414700"/>
                  <a:ext cx="115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79DB292-0DCE-4DDC-548E-85C3C4CE7AB6}"/>
                    </a:ext>
                  </a:extLst>
                </p14:cNvPr>
                <p14:cNvContentPartPr/>
                <p14:nvPr/>
              </p14:nvContentPartPr>
              <p14:xfrm>
                <a:off x="8363781" y="317860"/>
                <a:ext cx="16200" cy="282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79DB292-0DCE-4DDC-548E-85C3C4CE7AB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355141" y="308860"/>
                  <a:ext cx="338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B297264-CA59-AA01-CF43-444B80F56BAF}"/>
                    </a:ext>
                  </a:extLst>
                </p14:cNvPr>
                <p14:cNvContentPartPr/>
                <p14:nvPr/>
              </p14:nvContentPartPr>
              <p14:xfrm>
                <a:off x="8293941" y="447100"/>
                <a:ext cx="108000" cy="5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B297264-CA59-AA01-CF43-444B80F56BA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285301" y="438460"/>
                  <a:ext cx="12564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B69CF75-7CFD-0A49-3A23-5FC9BB328D84}"/>
              </a:ext>
            </a:extLst>
          </p:cNvPr>
          <p:cNvGrpSpPr/>
          <p:nvPr/>
        </p:nvGrpSpPr>
        <p:grpSpPr>
          <a:xfrm>
            <a:off x="8692101" y="362860"/>
            <a:ext cx="329400" cy="267480"/>
            <a:chOff x="8692101" y="362860"/>
            <a:chExt cx="32940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E15BED0-BFD5-CE2D-CF0A-DCF47739CEED}"/>
                    </a:ext>
                  </a:extLst>
                </p14:cNvPr>
                <p14:cNvContentPartPr/>
                <p14:nvPr/>
              </p14:nvContentPartPr>
              <p14:xfrm>
                <a:off x="8692101" y="473740"/>
                <a:ext cx="124920" cy="1116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E15BED0-BFD5-CE2D-CF0A-DCF47739CEE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683461" y="464740"/>
                  <a:ext cx="142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1A3498E-14A5-2E4E-D080-1774A74AAE8D}"/>
                    </a:ext>
                  </a:extLst>
                </p14:cNvPr>
                <p14:cNvContentPartPr/>
                <p14:nvPr/>
              </p14:nvContentPartPr>
              <p14:xfrm>
                <a:off x="8845461" y="362860"/>
                <a:ext cx="176040" cy="2674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1A3498E-14A5-2E4E-D080-1774A74AAE8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836821" y="354220"/>
                  <a:ext cx="1936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1D12A5D-FF93-4F41-3FF9-CE7CC32693D8}"/>
                    </a:ext>
                  </a:extLst>
                </p14:cNvPr>
                <p14:cNvContentPartPr/>
                <p14:nvPr/>
              </p14:nvContentPartPr>
              <p14:xfrm>
                <a:off x="8842581" y="464740"/>
                <a:ext cx="144360" cy="298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1D12A5D-FF93-4F41-3FF9-CE7CC32693D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833941" y="455740"/>
                  <a:ext cx="16200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B94C3053-F964-7D7B-D676-81E38C2EC7C8}"/>
              </a:ext>
            </a:extLst>
          </p:cNvPr>
          <p:cNvGrpSpPr/>
          <p:nvPr/>
        </p:nvGrpSpPr>
        <p:grpSpPr>
          <a:xfrm>
            <a:off x="9294741" y="106900"/>
            <a:ext cx="870840" cy="833400"/>
            <a:chOff x="9294741" y="106900"/>
            <a:chExt cx="870840" cy="83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03A3E4F-04F9-D15F-B4A6-A0C1600A9CC9}"/>
                    </a:ext>
                  </a:extLst>
                </p14:cNvPr>
                <p14:cNvContentPartPr/>
                <p14:nvPr/>
              </p14:nvContentPartPr>
              <p14:xfrm>
                <a:off x="9294741" y="340540"/>
                <a:ext cx="172440" cy="2325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03A3E4F-04F9-D15F-B4A6-A0C1600A9CC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286101" y="331900"/>
                  <a:ext cx="190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5F614C2-E8F3-1B58-0C17-987249C3E5A8}"/>
                    </a:ext>
                  </a:extLst>
                </p14:cNvPr>
                <p14:cNvContentPartPr/>
                <p14:nvPr/>
              </p14:nvContentPartPr>
              <p14:xfrm>
                <a:off x="9328581" y="438820"/>
                <a:ext cx="50760" cy="1033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5F614C2-E8F3-1B58-0C17-987249C3E5A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319941" y="429820"/>
                  <a:ext cx="684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886959B-4170-FDA5-BBF7-D1421AD5396E}"/>
                    </a:ext>
                  </a:extLst>
                </p14:cNvPr>
                <p14:cNvContentPartPr/>
                <p14:nvPr/>
              </p14:nvContentPartPr>
              <p14:xfrm>
                <a:off x="9454941" y="409300"/>
                <a:ext cx="123840" cy="171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886959B-4170-FDA5-BBF7-D1421AD5396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445941" y="400300"/>
                  <a:ext cx="141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8A91047-47B1-BC12-B951-B76D1A45E699}"/>
                    </a:ext>
                  </a:extLst>
                </p14:cNvPr>
                <p14:cNvContentPartPr/>
                <p14:nvPr/>
              </p14:nvContentPartPr>
              <p14:xfrm>
                <a:off x="9606861" y="299860"/>
                <a:ext cx="25200" cy="3153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8A91047-47B1-BC12-B951-B76D1A45E69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598221" y="291220"/>
                  <a:ext cx="428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2826176-4F9B-D1EE-7CE3-6B74DC98D71E}"/>
                    </a:ext>
                  </a:extLst>
                </p14:cNvPr>
                <p14:cNvContentPartPr/>
                <p14:nvPr/>
              </p14:nvContentPartPr>
              <p14:xfrm>
                <a:off x="9668781" y="435940"/>
                <a:ext cx="129600" cy="1270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2826176-4F9B-D1EE-7CE3-6B74DC98D71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60141" y="426940"/>
                  <a:ext cx="1472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6AB190A-0907-9A5F-7064-211CEE84844A}"/>
                    </a:ext>
                  </a:extLst>
                </p14:cNvPr>
                <p14:cNvContentPartPr/>
                <p14:nvPr/>
              </p14:nvContentPartPr>
              <p14:xfrm>
                <a:off x="9814941" y="383020"/>
                <a:ext cx="112680" cy="2696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6AB190A-0907-9A5F-7064-211CEE84844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806301" y="374380"/>
                  <a:ext cx="1303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7809B9A-1C9A-627B-A85C-82575C914460}"/>
                    </a:ext>
                  </a:extLst>
                </p14:cNvPr>
                <p14:cNvContentPartPr/>
                <p14:nvPr/>
              </p14:nvContentPartPr>
              <p14:xfrm>
                <a:off x="10072701" y="106900"/>
                <a:ext cx="92880" cy="5544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7809B9A-1C9A-627B-A85C-82575C91446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064061" y="97900"/>
                  <a:ext cx="11052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69EF76C-D7DB-E0B0-0407-CD3385C62DA1}"/>
                    </a:ext>
                  </a:extLst>
                </p14:cNvPr>
                <p14:cNvContentPartPr/>
                <p14:nvPr/>
              </p14:nvContentPartPr>
              <p14:xfrm>
                <a:off x="9877941" y="564100"/>
                <a:ext cx="204840" cy="3762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69EF76C-D7DB-E0B0-0407-CD3385C62DA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869301" y="555460"/>
                  <a:ext cx="222480" cy="39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14953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B2CB2C-5170-A047-CFE5-FA3C31992AAE}"/>
                  </a:ext>
                </a:extLst>
              </p14:cNvPr>
              <p14:cNvContentPartPr/>
              <p14:nvPr/>
            </p14:nvContentPartPr>
            <p14:xfrm>
              <a:off x="2500269" y="346329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B2CB2C-5170-A047-CFE5-FA3C31992A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91269" y="345429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8380F56-7CB8-003C-ED1E-08A9DA29DE1F}"/>
              </a:ext>
            </a:extLst>
          </p:cNvPr>
          <p:cNvGrpSpPr/>
          <p:nvPr/>
        </p:nvGrpSpPr>
        <p:grpSpPr>
          <a:xfrm>
            <a:off x="1982949" y="1061373"/>
            <a:ext cx="842760" cy="344880"/>
            <a:chOff x="458949" y="1061373"/>
            <a:chExt cx="84276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7CF908D-E3F3-FB9C-76C9-5461FB31CD69}"/>
                    </a:ext>
                  </a:extLst>
                </p14:cNvPr>
                <p14:cNvContentPartPr/>
                <p14:nvPr/>
              </p14:nvContentPartPr>
              <p14:xfrm>
                <a:off x="458949" y="1129413"/>
                <a:ext cx="164160" cy="248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7CF908D-E3F3-FB9C-76C9-5461FB31CD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9949" y="1120413"/>
                  <a:ext cx="1818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D674DD3-EE79-BD23-722B-1726DE63DD3F}"/>
                    </a:ext>
                  </a:extLst>
                </p14:cNvPr>
                <p14:cNvContentPartPr/>
                <p14:nvPr/>
              </p14:nvContentPartPr>
              <p14:xfrm>
                <a:off x="515829" y="1237773"/>
                <a:ext cx="53280" cy="117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D674DD3-EE79-BD23-722B-1726DE63DD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6829" y="1229133"/>
                  <a:ext cx="70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D8F9BA-B634-CABA-6A88-947451C1E586}"/>
                    </a:ext>
                  </a:extLst>
                </p14:cNvPr>
                <p14:cNvContentPartPr/>
                <p14:nvPr/>
              </p14:nvContentPartPr>
              <p14:xfrm>
                <a:off x="694029" y="1196733"/>
                <a:ext cx="118440" cy="209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D8F9BA-B634-CABA-6A88-947451C1E5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5389" y="1188093"/>
                  <a:ext cx="1360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35FC5FA-5F78-A782-94E2-97DEDDCB2827}"/>
                    </a:ext>
                  </a:extLst>
                </p14:cNvPr>
                <p14:cNvContentPartPr/>
                <p14:nvPr/>
              </p14:nvContentPartPr>
              <p14:xfrm>
                <a:off x="891309" y="1061373"/>
                <a:ext cx="28080" cy="32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35FC5FA-5F78-A782-94E2-97DEDDCB282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2669" y="1052373"/>
                  <a:ext cx="45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35F7CEF-AF6A-8E8D-0993-7A15793AA5A9}"/>
                    </a:ext>
                  </a:extLst>
                </p14:cNvPr>
                <p14:cNvContentPartPr/>
                <p14:nvPr/>
              </p14:nvContentPartPr>
              <p14:xfrm>
                <a:off x="985629" y="1195293"/>
                <a:ext cx="145800" cy="178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35F7CEF-AF6A-8E8D-0993-7A15793AA5A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6989" y="1186653"/>
                  <a:ext cx="163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633CC4C-1E65-714F-CC2C-D26816E16770}"/>
                    </a:ext>
                  </a:extLst>
                </p14:cNvPr>
                <p14:cNvContentPartPr/>
                <p14:nvPr/>
              </p14:nvContentPartPr>
              <p14:xfrm>
                <a:off x="1126749" y="1164693"/>
                <a:ext cx="174960" cy="222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633CC4C-1E65-714F-CC2C-D26816E1677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8109" y="1155693"/>
                  <a:ext cx="192600" cy="24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D93E3E8-E618-5A84-5211-3A6C6B06F89C}"/>
                  </a:ext>
                </a:extLst>
              </p14:cNvPr>
              <p14:cNvContentPartPr/>
              <p14:nvPr/>
            </p14:nvContentPartPr>
            <p14:xfrm>
              <a:off x="3741513" y="2898161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D93E3E8-E618-5A84-5211-3A6C6B06F8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2513" y="288916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07770F8-2AC2-2866-B4A6-D6CC14F099BA}"/>
              </a:ext>
            </a:extLst>
          </p:cNvPr>
          <p:cNvSpPr txBox="1"/>
          <p:nvPr/>
        </p:nvSpPr>
        <p:spPr>
          <a:xfrm>
            <a:off x="4082792" y="47137"/>
            <a:ext cx="3631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The Relay 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4CE0CE-290B-6B59-2A4C-DFCB58835FD9}"/>
              </a:ext>
            </a:extLst>
          </p:cNvPr>
          <p:cNvSpPr txBox="1"/>
          <p:nvPr/>
        </p:nvSpPr>
        <p:spPr>
          <a:xfrm>
            <a:off x="1035981" y="2205340"/>
            <a:ext cx="10480981" cy="4247317"/>
          </a:xfrm>
          <a:prstGeom prst="rect">
            <a:avLst/>
          </a:prstGeom>
          <a:pattFill prst="pct5">
            <a:fgClr>
              <a:schemeClr val="bg2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Relay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relay_id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CharField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max_length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CharField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max_length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manufacturer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CharField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max_length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burden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FloatField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ForeignKey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on_delete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CASCADE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connectToCT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.acceptRelay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F78C399-AC07-31EF-241B-21B5BD86BBC9}"/>
              </a:ext>
            </a:extLst>
          </p:cNvPr>
          <p:cNvGrpSpPr/>
          <p:nvPr/>
        </p:nvGrpSpPr>
        <p:grpSpPr>
          <a:xfrm>
            <a:off x="2995101" y="1238020"/>
            <a:ext cx="6415560" cy="2920320"/>
            <a:chOff x="2995101" y="1238020"/>
            <a:chExt cx="6415560" cy="29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7EA4C8-3A7A-A2FF-F1C8-CADFFAE4549F}"/>
                    </a:ext>
                  </a:extLst>
                </p14:cNvPr>
                <p14:cNvContentPartPr/>
                <p14:nvPr/>
              </p14:nvContentPartPr>
              <p14:xfrm>
                <a:off x="2995101" y="1238020"/>
                <a:ext cx="6415560" cy="2920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7EA4C8-3A7A-A2FF-F1C8-CADFFAE4549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986101" y="1229380"/>
                  <a:ext cx="6433200" cy="29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3D71907-3BDD-B1F7-4286-1E480ABE4347}"/>
                    </a:ext>
                  </a:extLst>
                </p14:cNvPr>
                <p14:cNvContentPartPr/>
                <p14:nvPr/>
              </p14:nvContentPartPr>
              <p14:xfrm>
                <a:off x="7738461" y="1595860"/>
                <a:ext cx="167400" cy="161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3D71907-3BDD-B1F7-4286-1E480ABE434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729461" y="1587220"/>
                  <a:ext cx="185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70A5DBE-6D87-7DB9-A780-4DFCD47003CC}"/>
                    </a:ext>
                  </a:extLst>
                </p14:cNvPr>
                <p14:cNvContentPartPr/>
                <p14:nvPr/>
              </p14:nvContentPartPr>
              <p14:xfrm>
                <a:off x="7964181" y="1650580"/>
                <a:ext cx="87840" cy="126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70A5DBE-6D87-7DB9-A780-4DFCD47003C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955541" y="1641580"/>
                  <a:ext cx="105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9B2AA2-5F10-F44A-058D-F9BF1EB6C8D2}"/>
                    </a:ext>
                  </a:extLst>
                </p14:cNvPr>
                <p14:cNvContentPartPr/>
                <p14:nvPr/>
              </p14:nvContentPartPr>
              <p14:xfrm>
                <a:off x="8137341" y="1591900"/>
                <a:ext cx="8640" cy="152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9B2AA2-5F10-F44A-058D-F9BF1EB6C8D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128701" y="1583260"/>
                  <a:ext cx="262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0AF119D-7197-5EE1-EF84-5BF1108B49E1}"/>
                    </a:ext>
                  </a:extLst>
                </p14:cNvPr>
                <p14:cNvContentPartPr/>
                <p14:nvPr/>
              </p14:nvContentPartPr>
              <p14:xfrm>
                <a:off x="8126901" y="1657780"/>
                <a:ext cx="59760" cy="12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0AF119D-7197-5EE1-EF84-5BF1108B49E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118261" y="1649140"/>
                  <a:ext cx="77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5475C3-FE98-AAC6-A950-DBAC6DC25CE9}"/>
                    </a:ext>
                  </a:extLst>
                </p14:cNvPr>
                <p14:cNvContentPartPr/>
                <p14:nvPr/>
              </p14:nvContentPartPr>
              <p14:xfrm>
                <a:off x="8199261" y="1576780"/>
                <a:ext cx="127800" cy="179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5475C3-FE98-AAC6-A950-DBAC6DC25CE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190621" y="1568140"/>
                  <a:ext cx="145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D706253-2241-A199-8BC3-60396D6B4477}"/>
                    </a:ext>
                  </a:extLst>
                </p14:cNvPr>
                <p14:cNvContentPartPr/>
                <p14:nvPr/>
              </p14:nvContentPartPr>
              <p14:xfrm>
                <a:off x="8356221" y="1686940"/>
                <a:ext cx="82080" cy="64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D706253-2241-A199-8BC3-60396D6B447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47581" y="1677940"/>
                  <a:ext cx="997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7307B74-CEBD-07AA-418B-5A2184A01E40}"/>
                    </a:ext>
                  </a:extLst>
                </p14:cNvPr>
                <p14:cNvContentPartPr/>
                <p14:nvPr/>
              </p14:nvContentPartPr>
              <p14:xfrm>
                <a:off x="8498421" y="1543300"/>
                <a:ext cx="110880" cy="236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7307B74-CEBD-07AA-418B-5A2184A01E4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89781" y="1534660"/>
                  <a:ext cx="1285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EAF19E9-97FC-D17E-B1C6-907BC5586A3A}"/>
                    </a:ext>
                  </a:extLst>
                </p14:cNvPr>
                <p14:cNvContentPartPr/>
                <p14:nvPr/>
              </p14:nvContentPartPr>
              <p14:xfrm>
                <a:off x="8644941" y="1617460"/>
                <a:ext cx="121320" cy="175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EAF19E9-97FC-D17E-B1C6-907BC5586A3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35941" y="1608460"/>
                  <a:ext cx="138960" cy="19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24FD8DF-4181-5E53-F306-E80DA0FE1D2C}"/>
                  </a:ext>
                </a:extLst>
              </p14:cNvPr>
              <p14:cNvContentPartPr/>
              <p14:nvPr/>
            </p14:nvContentPartPr>
            <p14:xfrm>
              <a:off x="5816421" y="4170013"/>
              <a:ext cx="173160" cy="59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24FD8DF-4181-5E53-F306-E80DA0FE1D2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807421" y="4161373"/>
                <a:ext cx="1908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C7AF816-100E-6B92-5738-7DA1C56AF780}"/>
                  </a:ext>
                </a:extLst>
              </p14:cNvPr>
              <p14:cNvContentPartPr/>
              <p14:nvPr/>
            </p14:nvContentPartPr>
            <p14:xfrm>
              <a:off x="1866501" y="1266460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C7AF816-100E-6B92-5738-7DA1C56AF78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857861" y="125782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071F69F8-5F45-67F7-4675-9D4315EE31BE}"/>
              </a:ext>
            </a:extLst>
          </p:cNvPr>
          <p:cNvGrpSpPr/>
          <p:nvPr/>
        </p:nvGrpSpPr>
        <p:grpSpPr>
          <a:xfrm>
            <a:off x="529821" y="1271860"/>
            <a:ext cx="1363680" cy="2569555"/>
            <a:chOff x="529821" y="1271860"/>
            <a:chExt cx="1363680" cy="256955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7D489E7-0D32-F57B-E64B-B68FFEA2046B}"/>
                    </a:ext>
                  </a:extLst>
                </p14:cNvPr>
                <p14:cNvContentPartPr/>
                <p14:nvPr/>
              </p14:nvContentPartPr>
              <p14:xfrm>
                <a:off x="1466920" y="2694095"/>
                <a:ext cx="106200" cy="1147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7D489E7-0D32-F57B-E64B-B68FFEA2046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457920" y="2685095"/>
                  <a:ext cx="123840" cy="11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6F1360-5BA8-4862-59F4-F5B017F6D5CF}"/>
                    </a:ext>
                  </a:extLst>
                </p14:cNvPr>
                <p14:cNvContentPartPr/>
                <p14:nvPr/>
              </p14:nvContentPartPr>
              <p14:xfrm>
                <a:off x="1124200" y="3081815"/>
                <a:ext cx="72720" cy="6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6F1360-5BA8-4862-59F4-F5B017F6D5C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5200" y="3072815"/>
                  <a:ext cx="90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CD1AC3-1BCF-573A-B1D5-1593CCEF31B5}"/>
                    </a:ext>
                  </a:extLst>
                </p14:cNvPr>
                <p14:cNvContentPartPr/>
                <p14:nvPr/>
              </p14:nvContentPartPr>
              <p14:xfrm>
                <a:off x="1090000" y="2747375"/>
                <a:ext cx="131040" cy="250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CD1AC3-1BCF-573A-B1D5-1593CCEF31B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81000" y="2738375"/>
                  <a:ext cx="148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060AD53-F17A-3F39-18A3-434FB17D0B0D}"/>
                    </a:ext>
                  </a:extLst>
                </p14:cNvPr>
                <p14:cNvContentPartPr/>
                <p14:nvPr/>
              </p14:nvContentPartPr>
              <p14:xfrm>
                <a:off x="1103320" y="2887775"/>
                <a:ext cx="84240" cy="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060AD53-F17A-3F39-18A3-434FB17D0B0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4320" y="2878775"/>
                  <a:ext cx="1018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5C0004C-8FC0-58B2-EA26-6B0A28320413}"/>
                    </a:ext>
                  </a:extLst>
                </p14:cNvPr>
                <p14:cNvContentPartPr/>
                <p14:nvPr/>
              </p14:nvContentPartPr>
              <p14:xfrm>
                <a:off x="529821" y="1271860"/>
                <a:ext cx="1363680" cy="2010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5C0004C-8FC0-58B2-EA26-6B0A2832041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20821" y="1262860"/>
                  <a:ext cx="1381320" cy="20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2B9E46F-9578-3810-A55D-5077CB39AE7C}"/>
                  </a:ext>
                </a:extLst>
              </p14:cNvPr>
              <p14:cNvContentPartPr/>
              <p14:nvPr/>
            </p14:nvContentPartPr>
            <p14:xfrm>
              <a:off x="5800221" y="3958540"/>
              <a:ext cx="161640" cy="1213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2B9E46F-9578-3810-A55D-5077CB39AE7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791221" y="3949540"/>
                <a:ext cx="17928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DE820D33-8AAE-4247-4648-C406428E01D3}"/>
              </a:ext>
            </a:extLst>
          </p:cNvPr>
          <p:cNvGrpSpPr/>
          <p:nvPr/>
        </p:nvGrpSpPr>
        <p:grpSpPr>
          <a:xfrm>
            <a:off x="474741" y="1095820"/>
            <a:ext cx="1050120" cy="620280"/>
            <a:chOff x="474741" y="1095820"/>
            <a:chExt cx="1050120" cy="62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CC12CC9-2663-C5F5-6E18-064CBF2433BC}"/>
                    </a:ext>
                  </a:extLst>
                </p14:cNvPr>
                <p14:cNvContentPartPr/>
                <p14:nvPr/>
              </p14:nvContentPartPr>
              <p14:xfrm>
                <a:off x="474741" y="1450060"/>
                <a:ext cx="150480" cy="266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CC12CC9-2663-C5F5-6E18-064CBF2433B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66101" y="1441420"/>
                  <a:ext cx="168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0E2AA1F-8989-8B21-E6BA-2B173F959D9C}"/>
                    </a:ext>
                  </a:extLst>
                </p14:cNvPr>
                <p14:cNvContentPartPr/>
                <p14:nvPr/>
              </p14:nvContentPartPr>
              <p14:xfrm>
                <a:off x="509301" y="1622140"/>
                <a:ext cx="35640" cy="10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0E2AA1F-8989-8B21-E6BA-2B173F959D9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0301" y="1613140"/>
                  <a:ext cx="53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497263-EDA8-9DC1-50A8-A3AA73E6DFA5}"/>
                    </a:ext>
                  </a:extLst>
                </p14:cNvPr>
                <p14:cNvContentPartPr/>
                <p14:nvPr/>
              </p14:nvContentPartPr>
              <p14:xfrm>
                <a:off x="629181" y="1454380"/>
                <a:ext cx="52560" cy="198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497263-EDA8-9DC1-50A8-A3AA73E6DFA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20541" y="1445740"/>
                  <a:ext cx="70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FB7864D-56C5-2F6D-D5F1-CC56AD2B519E}"/>
                    </a:ext>
                  </a:extLst>
                </p14:cNvPr>
                <p14:cNvContentPartPr/>
                <p14:nvPr/>
              </p14:nvContentPartPr>
              <p14:xfrm>
                <a:off x="632421" y="1531060"/>
                <a:ext cx="62640" cy="41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FB7864D-56C5-2F6D-D5F1-CC56AD2B519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23421" y="1522060"/>
                  <a:ext cx="802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9E644F9-BD46-16FC-896B-AEC11444394B}"/>
                    </a:ext>
                  </a:extLst>
                </p14:cNvPr>
                <p14:cNvContentPartPr/>
                <p14:nvPr/>
              </p14:nvContentPartPr>
              <p14:xfrm>
                <a:off x="702261" y="1427740"/>
                <a:ext cx="56520" cy="201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9E644F9-BD46-16FC-896B-AEC11444394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93621" y="1419100"/>
                  <a:ext cx="74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384ADB-7D01-EFD5-4154-7F514C515F86}"/>
                    </a:ext>
                  </a:extLst>
                </p14:cNvPr>
                <p14:cNvContentPartPr/>
                <p14:nvPr/>
              </p14:nvContentPartPr>
              <p14:xfrm>
                <a:off x="776421" y="1427740"/>
                <a:ext cx="71280" cy="158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384ADB-7D01-EFD5-4154-7F514C515F8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67421" y="1419100"/>
                  <a:ext cx="889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FA51F38-85E5-3883-DCD6-A61DC1127871}"/>
                    </a:ext>
                  </a:extLst>
                </p14:cNvPr>
                <p14:cNvContentPartPr/>
                <p14:nvPr/>
              </p14:nvContentPartPr>
              <p14:xfrm>
                <a:off x="904581" y="1416940"/>
                <a:ext cx="25920" cy="136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FA51F38-85E5-3883-DCD6-A61DC112787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95941" y="1407940"/>
                  <a:ext cx="43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61237C1-B48B-91D4-DB82-3C179A4DFF9E}"/>
                    </a:ext>
                  </a:extLst>
                </p14:cNvPr>
                <p14:cNvContentPartPr/>
                <p14:nvPr/>
              </p14:nvContentPartPr>
              <p14:xfrm>
                <a:off x="850941" y="1322980"/>
                <a:ext cx="16920" cy="15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61237C1-B48B-91D4-DB82-3C179A4DFF9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42301" y="1314340"/>
                  <a:ext cx="34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257E815-BDA0-B40C-BDF0-4C93A67B7B5B}"/>
                    </a:ext>
                  </a:extLst>
                </p14:cNvPr>
                <p14:cNvContentPartPr/>
                <p14:nvPr/>
              </p14:nvContentPartPr>
              <p14:xfrm>
                <a:off x="897021" y="1263220"/>
                <a:ext cx="112680" cy="275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257E815-BDA0-B40C-BDF0-4C93A67B7B5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88381" y="1254220"/>
                  <a:ext cx="1303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403DA90-D52D-1C90-1913-63880583BED0}"/>
                    </a:ext>
                  </a:extLst>
                </p14:cNvPr>
                <p14:cNvContentPartPr/>
                <p14:nvPr/>
              </p14:nvContentPartPr>
              <p14:xfrm>
                <a:off x="1035981" y="1299220"/>
                <a:ext cx="126720" cy="145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403DA90-D52D-1C90-1913-63880583BED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27341" y="1290220"/>
                  <a:ext cx="144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6FCA3BA-CDCC-94D2-8922-B8C7CC496A5F}"/>
                    </a:ext>
                  </a:extLst>
                </p14:cNvPr>
                <p14:cNvContentPartPr/>
                <p14:nvPr/>
              </p14:nvContentPartPr>
              <p14:xfrm>
                <a:off x="1167021" y="1210300"/>
                <a:ext cx="51840" cy="187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6FCA3BA-CDCC-94D2-8922-B8C7CC496A5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58381" y="1201660"/>
                  <a:ext cx="69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5D9BA27-54FA-A10D-F74F-700AD85FC8A2}"/>
                    </a:ext>
                  </a:extLst>
                </p14:cNvPr>
                <p14:cNvContentPartPr/>
                <p14:nvPr/>
              </p14:nvContentPartPr>
              <p14:xfrm>
                <a:off x="1181061" y="1285540"/>
                <a:ext cx="50040" cy="50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5D9BA27-54FA-A10D-F74F-700AD85FC8A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72061" y="1276900"/>
                  <a:ext cx="676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21FB164-2076-8B46-2F7E-B8242C079AF6}"/>
                    </a:ext>
                  </a:extLst>
                </p14:cNvPr>
                <p14:cNvContentPartPr/>
                <p14:nvPr/>
              </p14:nvContentPartPr>
              <p14:xfrm>
                <a:off x="1305981" y="1163500"/>
                <a:ext cx="94320" cy="189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21FB164-2076-8B46-2F7E-B8242C079AF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296981" y="1154500"/>
                  <a:ext cx="1119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07BCC66-F9B3-A454-F3A4-C6AC482E7C1E}"/>
                    </a:ext>
                  </a:extLst>
                </p14:cNvPr>
                <p14:cNvContentPartPr/>
                <p14:nvPr/>
              </p14:nvContentPartPr>
              <p14:xfrm>
                <a:off x="1433781" y="1095820"/>
                <a:ext cx="91080" cy="239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07BCC66-F9B3-A454-F3A4-C6AC482E7C1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424781" y="1086820"/>
                  <a:ext cx="10872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152984CD-EDF8-A8D9-82F7-D32E24DD532C}"/>
              </a:ext>
            </a:extLst>
          </p:cNvPr>
          <p:cNvGrpSpPr/>
          <p:nvPr/>
        </p:nvGrpSpPr>
        <p:grpSpPr>
          <a:xfrm>
            <a:off x="1184301" y="3961060"/>
            <a:ext cx="255600" cy="416160"/>
            <a:chOff x="1184301" y="3961060"/>
            <a:chExt cx="25560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8FD0E8F-5488-BCAF-15DD-777BF03E7B8E}"/>
                    </a:ext>
                  </a:extLst>
                </p14:cNvPr>
                <p14:cNvContentPartPr/>
                <p14:nvPr/>
              </p14:nvContentPartPr>
              <p14:xfrm>
                <a:off x="1357461" y="4267060"/>
                <a:ext cx="8244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8FD0E8F-5488-BCAF-15DD-777BF03E7B8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348461" y="4258060"/>
                  <a:ext cx="100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39012394-C892-0112-B4DC-A0BD552617E5}"/>
                    </a:ext>
                  </a:extLst>
                </p14:cNvPr>
                <p14:cNvContentPartPr/>
                <p14:nvPr/>
              </p14:nvContentPartPr>
              <p14:xfrm>
                <a:off x="1184301" y="3961060"/>
                <a:ext cx="225360" cy="25812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39012394-C892-0112-B4DC-A0BD552617E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75301" y="3952420"/>
                  <a:ext cx="24300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02C1E49D-6B71-D642-86AB-2C3F0E3AFF99}"/>
              </a:ext>
            </a:extLst>
          </p:cNvPr>
          <p:cNvGrpSpPr/>
          <p:nvPr/>
        </p:nvGrpSpPr>
        <p:grpSpPr>
          <a:xfrm>
            <a:off x="7607421" y="189340"/>
            <a:ext cx="1024920" cy="514080"/>
            <a:chOff x="7607421" y="189340"/>
            <a:chExt cx="1024920" cy="51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3F6174CE-2CC8-3A30-90A3-279216D46317}"/>
                    </a:ext>
                  </a:extLst>
                </p14:cNvPr>
                <p14:cNvContentPartPr/>
                <p14:nvPr/>
              </p14:nvContentPartPr>
              <p14:xfrm>
                <a:off x="7607421" y="291940"/>
                <a:ext cx="154080" cy="41148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3F6174CE-2CC8-3A30-90A3-279216D4631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598421" y="282940"/>
                  <a:ext cx="1717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B43AE31A-72CE-F090-2428-54FE1209D535}"/>
                    </a:ext>
                  </a:extLst>
                </p14:cNvPr>
                <p14:cNvContentPartPr/>
                <p14:nvPr/>
              </p14:nvContentPartPr>
              <p14:xfrm>
                <a:off x="7859061" y="406060"/>
                <a:ext cx="204840" cy="15480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B43AE31A-72CE-F090-2428-54FE1209D53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50061" y="397060"/>
                  <a:ext cx="222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FF11216A-F007-9A2E-A095-ACF347A8F65D}"/>
                    </a:ext>
                  </a:extLst>
                </p14:cNvPr>
                <p14:cNvContentPartPr/>
                <p14:nvPr/>
              </p14:nvContentPartPr>
              <p14:xfrm>
                <a:off x="8096301" y="233260"/>
                <a:ext cx="140040" cy="40140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FF11216A-F007-9A2E-A095-ACF347A8F65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087301" y="224620"/>
                  <a:ext cx="1576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672CB0A2-E690-0707-9FB7-2CC05C4EA78E}"/>
                    </a:ext>
                  </a:extLst>
                </p14:cNvPr>
                <p14:cNvContentPartPr/>
                <p14:nvPr/>
              </p14:nvContentPartPr>
              <p14:xfrm>
                <a:off x="8321661" y="484900"/>
                <a:ext cx="25200" cy="12636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672CB0A2-E690-0707-9FB7-2CC05C4EA78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313021" y="476260"/>
                  <a:ext cx="42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154F8C1C-F299-0B06-59C4-63C28E640338}"/>
                    </a:ext>
                  </a:extLst>
                </p14:cNvPr>
                <p14:cNvContentPartPr/>
                <p14:nvPr/>
              </p14:nvContentPartPr>
              <p14:xfrm>
                <a:off x="8338941" y="353860"/>
                <a:ext cx="28800" cy="2628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154F8C1C-F299-0B06-59C4-63C28E64033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330301" y="344860"/>
                  <a:ext cx="46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FE355C87-1307-C04E-8E6F-926C0A3011C3}"/>
                    </a:ext>
                  </a:extLst>
                </p14:cNvPr>
                <p14:cNvContentPartPr/>
                <p14:nvPr/>
              </p14:nvContentPartPr>
              <p14:xfrm>
                <a:off x="8396901" y="189340"/>
                <a:ext cx="87840" cy="4597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FE355C87-1307-C04E-8E6F-926C0A3011C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387901" y="180700"/>
                  <a:ext cx="1054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583A8DEC-79C9-BC9D-6247-8935C5AEA455}"/>
                    </a:ext>
                  </a:extLst>
                </p14:cNvPr>
                <p14:cNvContentPartPr/>
                <p14:nvPr/>
              </p14:nvContentPartPr>
              <p14:xfrm>
                <a:off x="8536581" y="263500"/>
                <a:ext cx="95760" cy="39708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583A8DEC-79C9-BC9D-6247-8935C5AEA45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527941" y="254500"/>
                  <a:ext cx="113400" cy="41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B389E7C7-A233-DEB4-6BE4-0EB74A036A41}"/>
              </a:ext>
            </a:extLst>
          </p:cNvPr>
          <p:cNvGrpSpPr/>
          <p:nvPr/>
        </p:nvGrpSpPr>
        <p:grpSpPr>
          <a:xfrm>
            <a:off x="8898381" y="296620"/>
            <a:ext cx="456480" cy="311040"/>
            <a:chOff x="8898381" y="296620"/>
            <a:chExt cx="45648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2FC788C2-33C9-E8F9-A6B2-010753316CB5}"/>
                    </a:ext>
                  </a:extLst>
                </p14:cNvPr>
                <p14:cNvContentPartPr/>
                <p14:nvPr/>
              </p14:nvContentPartPr>
              <p14:xfrm>
                <a:off x="8898381" y="471580"/>
                <a:ext cx="140760" cy="13464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2FC788C2-33C9-E8F9-A6B2-010753316CB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889741" y="462580"/>
                  <a:ext cx="158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7B16004F-24BF-6581-0B9D-55A97FA8F8F9}"/>
                    </a:ext>
                  </a:extLst>
                </p14:cNvPr>
                <p14:cNvContentPartPr/>
                <p14:nvPr/>
              </p14:nvContentPartPr>
              <p14:xfrm>
                <a:off x="9191061" y="296620"/>
                <a:ext cx="163800" cy="31104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7B16004F-24BF-6581-0B9D-55A97FA8F8F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182421" y="287980"/>
                  <a:ext cx="1814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4622B78C-A885-151F-35AC-B31DE3A602CB}"/>
                    </a:ext>
                  </a:extLst>
                </p14:cNvPr>
                <p14:cNvContentPartPr/>
                <p14:nvPr/>
              </p14:nvContentPartPr>
              <p14:xfrm>
                <a:off x="9157581" y="441700"/>
                <a:ext cx="174960" cy="2124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4622B78C-A885-151F-35AC-B31DE3A602C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148941" y="432700"/>
                  <a:ext cx="1926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41CA5D20-ACBC-57A8-CD57-ED4B8679D6ED}"/>
              </a:ext>
            </a:extLst>
          </p:cNvPr>
          <p:cNvGrpSpPr/>
          <p:nvPr/>
        </p:nvGrpSpPr>
        <p:grpSpPr>
          <a:xfrm>
            <a:off x="9657621" y="167020"/>
            <a:ext cx="660600" cy="548280"/>
            <a:chOff x="9657621" y="167020"/>
            <a:chExt cx="660600" cy="54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35E6E2D7-139B-AFA3-27BD-4E08A038AE79}"/>
                    </a:ext>
                  </a:extLst>
                </p14:cNvPr>
                <p14:cNvContentPartPr/>
                <p14:nvPr/>
              </p14:nvContentPartPr>
              <p14:xfrm>
                <a:off x="9657621" y="356380"/>
                <a:ext cx="204120" cy="23040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35E6E2D7-139B-AFA3-27BD-4E08A038AE7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648621" y="347740"/>
                  <a:ext cx="2217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D12CA9DE-897F-75A5-EE7F-23F98C2F127A}"/>
                    </a:ext>
                  </a:extLst>
                </p14:cNvPr>
                <p14:cNvContentPartPr/>
                <p14:nvPr/>
              </p14:nvContentPartPr>
              <p14:xfrm>
                <a:off x="10037061" y="295180"/>
                <a:ext cx="38520" cy="29340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D12CA9DE-897F-75A5-EE7F-23F98C2F127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028061" y="286540"/>
                  <a:ext cx="561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74D7129B-8052-791B-F948-47900B3BF6C3}"/>
                    </a:ext>
                  </a:extLst>
                </p14:cNvPr>
                <p14:cNvContentPartPr/>
                <p14:nvPr/>
              </p14:nvContentPartPr>
              <p14:xfrm>
                <a:off x="9921501" y="294820"/>
                <a:ext cx="287280" cy="828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74D7129B-8052-791B-F948-47900B3BF6C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912501" y="285820"/>
                  <a:ext cx="304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05E0A787-045F-C086-31C2-A0B2D59DA13B}"/>
                    </a:ext>
                  </a:extLst>
                </p14:cNvPr>
                <p14:cNvContentPartPr/>
                <p14:nvPr/>
              </p14:nvContentPartPr>
              <p14:xfrm>
                <a:off x="10238301" y="167020"/>
                <a:ext cx="79920" cy="54828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05E0A787-045F-C086-31C2-A0B2D59DA13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229301" y="158020"/>
                  <a:ext cx="97560" cy="56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58952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325F51-299B-4F17-B66C-23D0C0CE6E16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183</TotalTime>
  <Words>586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Impact</vt:lpstr>
      <vt:lpstr>Main Event</vt:lpstr>
      <vt:lpstr>Current Transformer Calculation Report Generator</vt:lpstr>
      <vt:lpstr>Abstract</vt:lpstr>
      <vt:lpstr>Class Diagram (Entities and Methods)</vt:lpstr>
      <vt:lpstr>Object-Oriented Entities</vt:lpstr>
      <vt:lpstr>SoftWare Process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 T</cp:lastModifiedBy>
  <cp:revision>6</cp:revision>
  <dcterms:created xsi:type="dcterms:W3CDTF">2013-01-27T09:14:16Z</dcterms:created>
  <dcterms:modified xsi:type="dcterms:W3CDTF">2024-10-08T16:14:34Z</dcterms:modified>
  <cp:category/>
</cp:coreProperties>
</file>