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48" r:id="rId1"/>
  </p:sldMasterIdLst>
  <p:sldIdLst>
    <p:sldId id="256" r:id="rId2"/>
    <p:sldId id="259" r:id="rId3"/>
    <p:sldId id="258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16" d="100"/>
          <a:sy n="116" d="100"/>
        </p:scale>
        <p:origin x="344" y="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2:14.136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 0 15976 0 0,'0'0'0'0'0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10:18.5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1 279 96 0 0,'9'-2'31'0'0,"6"-2"403"0"0,0 0 0 0 0,0 2 1 0 0,29-3-1 0 0,81 18 3150 0 0,-119-13-3381 0 0,0 1 0 0 0,1 0 1 0 0,-1 0-1 0 0,12 4 0 0 0,-12-3-14 0 0,1 0-1 0 0,-1 0 0 0 0,1-1 1 0 0,-1 0-1 0 0,8 0 0 0 0,32-2 478 0 0,-6 0-240 0 0,1 2-1 0 0,51 8 1 0 0,-59-5-51 0 0,0-2 1 0 0,54-2-1 0 0,35 1 340 0 0,31 5 526 0 0,-86-5-938 0 0,-18 3 125 0 0,-29-2-134 0 0,39-1-1 0 0,14-4 358 0 0,98 8 1 0 0,-117-4-272 0 0,62-6 1 0 0,4 0 36 0 0,80-6 207 0 0,1 0-156 0 0,65-7 82 0 0,0-1-92 0 0,-210 16-102 0 0,-1-2 0 0 0,96-22 0 0 0,-128 18-42 0 0,-22 9-277 0 0,-1-1 0 0 0,1 1 1 0 0,-1-1-1 0 0,1 1 1 0 0,-1-1-1 0 0,1 0 0 0 0,-1 1 1 0 0,1-1-1 0 0,-1 0 0 0 0,1 1 1 0 0,-1-1-1 0 0,0 0 1 0 0,1 1-1 0 0,-1-1 0 0 0,0 0 1 0 0,0 0-1 0 0,1-1 0 0 0,-2-1 13 0 0,1 0 0 0 0,-1-1-1 0 0,0 1 1 0 0,1 0-1 0 0,-2 0 1 0 0,1 0 0 0 0,0 0-1 0 0,0 0 1 0 0,-1 0-1 0 0,0 1 1 0 0,-1-4-1 0 0,-3-2 6 0 0,-1 0 0 0 0,1 0-1 0 0,-1 1 1 0 0,-1 0-1 0 0,1 0 1 0 0,-1 0 0 0 0,-1 1-1 0 0,-16-10 1 0 0,-7 0 125 0 0,-38-16 0 0 0,60 28-146 0 0,1 2-1 0 0,-1-1 0 0 0,-12-1 1 0 0,15 4 26 0 0,0-1 1 0 0,0-1-1 0 0,1 0 1 0 0,-1 0-1 0 0,0 0 1 0 0,1 0-1 0 0,-11-7 1 0 0,13 8-7 0 0,1 0 0 0 0,-1 1 0 0 0,0-1 0 0 0,0 0 0 0 0,1 1 0 0 0,-1 0 0 0 0,0 0 0 0 0,0 0 0 0 0,-6 2 0 0 0,-4-1 50 0 0,8-1 117 0 0,14 2-137 0 0,15 3-36 0 0,253 128 199 0 0,-254-121-231 0 0,-1 0 1 0 0,33 26 0 0 0,-10-6 27 0 0,-11-13-10 0 0,-21-12-9 0 0,-1 0 1 0 0,0 0-1 0 0,14 12 0 0 0,1 2 19 0 0,-21-19-32 0 0,-1 1-1 0 0,0 0 1 0 0,0 0-1 0 0,0 1 1 0 0,0-1-1 0 0,0 1 1 0 0,0 0 0 0 0,-1 0-1 0 0,0 0 1 0 0,0 0-1 0 0,0 1 1 0 0,2 5 0 0 0,-5-9-10 0 0,1 0 0 0 0,-1 0 1 0 0,0 0-1 0 0,0 0 1 0 0,-1 0-1 0 0,1 0 1 0 0,0 0-1 0 0,0 1 1 0 0,0-1-1 0 0,-1 0 1 0 0,1 0-1 0 0,0 0 1 0 0,-1 0-1 0 0,1 0 0 0 0,-1 0 1 0 0,1 0-1 0 0,-1-1 1 0 0,0 1-1 0 0,1 0 1 0 0,-1 0-1 0 0,0 0 1 0 0,0 0-1 0 0,1-1 1 0 0,-1 1-1 0 0,0 0 0 0 0,0-1 1 0 0,-2 2-1 0 0,-29 15 13 0 0,26-15-6 0 0,-86 51 7 0 0,60-33-8 0 0,-33 14 1 0 0,-8-4 19 0 0,65-26-20 0 0,1 1 1 0 0,-1 0 0 0 0,1 0-1 0 0,-6 7 1 0 0,4-5 9 0 0,7-5-7 0 0,1-1-1 0 0,-1 0 0 0 0,0 0 0 0 0,1 1 1 0 0,-1-1-1 0 0,1 1 0 0 0,0-1 1 0 0,-1 1-1 0 0,1 0 0 0 0,0-1 0 0 0,0 1 1 0 0,0 0-1 0 0,0 0 0 0 0,0 0 1 0 0,1 0-1 0 0,-1 0 0 0 0,0 0 1 0 0,1 0-1 0 0,0 0 0 0 0,-1 0 0 0 0,1 0 1 0 0,0 0-1 0 0,0 0 0 0 0,1 4 1 0 0,-1-5 58 0 0,20 0 166 0 0,-14-1-2813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10:19.2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354 695 17887 0 0,'5'0'171'0'0,"0"-1"-1"0"0,0 0 1 0 0,0 0-1 0 0,0-1 1 0 0,0 1-1 0 0,0-1 1 0 0,6-4-1 0 0,-5 3 82 0 0,0 1 0 0 0,1-1 0 0 0,-1 1 0 0 0,7-1 0 0 0,202-36 3139 0 0,-177 31-3123 0 0,56-18 0 0 0,0-1-67 0 0,-82 24-178 0 0,1 0 0 0 0,-1-1 0 0 0,0-1 0 0 0,0 1 0 0 0,-1-2 0 0 0,1 0 0 0 0,-1 0 0 0 0,15-12 0 0 0,47-32 58 0 0,-23 17-46 0 0,-38 27-28 0 0,-1-1 0 0 0,1 0 0 0 0,10-11 0 0 0,8-2 0 0 0,-25 18 1 0 0,-1 0 1 0 0,-1 0-1 0 0,1 0 0 0 0,0-1 0 0 0,-1 0 1 0 0,1 0-1 0 0,-1 0 0 0 0,6-6 0 0 0,-5 4 16 0 0,0 0 0 0 0,0 1 0 0 0,1-1 0 0 0,0 1 0 0 0,0 0 0 0 0,6-4 0 0 0,-10 8 2 0 0,3-19 108 0 0,-4 12-115 0 0,0 1-1 0 0,-1-1 1 0 0,0 0-1 0 0,0 1 1 0 0,0-1-1 0 0,-1 1 0 0 0,-3-11 1 0 0,3 14-19 0 0,0-1 1 0 0,0 1-1 0 0,0-1 0 0 0,0 1 0 0 0,-1 0 1 0 0,1 0-1 0 0,-1 0 0 0 0,0 0 1 0 0,0 0-1 0 0,0 0 0 0 0,-1 1 1 0 0,1 0-1 0 0,-7-4 0 0 0,-5-1 5 0 0,1 1 0 0 0,-1 1 0 0 0,0 0-1 0 0,-29-5 1 0 0,-65-3 13 0 0,87 11-13 0 0,-366-18 54 0 0,9 6-38 0 0,353 13-20 0 0,-4-1 2 0 0,-43-6-1 0 0,64 6-1 0 0,1 0-1 0 0,-1 0 0 0 0,1-1 0 0 0,-1 0 1 0 0,1-1-1 0 0,0 0 0 0 0,0 0 1 0 0,1-1-1 0 0,-11-7 0 0 0,16 11 39 0 0,1 0-1 0 0,0-1 1 0 0,0 1-1 0 0,0 0 1 0 0,0 0-1 0 0,0-1 1 0 0,0 1 0 0 0,0-1-1 0 0,0 1 1 0 0,0-1-1 0 0,1 1 1 0 0,-1-1-1 0 0,1 1 1 0 0,-1-1-1 0 0,1 0 1 0 0,-1 1-1 0 0,1-3 1 0 0,0 2-364 0 0,0 1-1 0 0,0 0 1 0 0,0-1-1 0 0,0 1 1 0 0,1 0-1 0 0,-1-1 1 0 0,0 1-1 0 0,1 0 1 0 0,-1 0-1 0 0,1-1 1 0 0,1-1-1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0:58:34.23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1 754 8336 0 0,'0'0'1582'0'0,"1"-5"-1458"0"0,17-85 1574 0 0,0-5-330 0 0,1 29 6 0 0,23-104-311 0 0,-31 102-468 0 0,11-54 9 0 0,-17 103-400 0 0,1-1 0 0 0,0 1 1 0 0,19-37-1 0 0,-13 33 248 0 0,-11 22 136 0 0,17 2-270 0 0,-14 2-295 0 0,1 0-1 0 0,-1 0 0 0 0,0 0 0 0 0,0 0 0 0 0,0 1 1 0 0,0 0-1 0 0,-1 0 0 0 0,0 0 0 0 0,1 0 0 0 0,-2 0 1 0 0,1 1-1 0 0,0-1 0 0 0,-1 1 0 0 0,0 0 0 0 0,2 6 1 0 0,3 10 60 0 0,-1 1 0 0 0,4 29 1 0 0,-5-23-34 0 0,58 238 560 0 0,-56-241-497 0 0,-6-18-44 0 0,1 0 0 0 0,0 0-1 0 0,0 0 1 0 0,1 0-1 0 0,0-1 1 0 0,0 1 0 0 0,7 10-1 0 0,14 31 419 0 0,-23-45-469 0 0,1 1 0 0 0,-1-1 0 0 0,0 0-1 0 0,-1 1 1 0 0,1-1 0 0 0,-1 1 0 0 0,1-1 0 0 0,-1 1 0 0 0,0 3 0 0 0,0-6 19 0 0,-4-9 24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0:58:34.56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171 1 13464 0 0,'0'0'329'0'0,"-18"0"284"0"0,-134 4 1766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0:58:35.70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35 168 9744 0 0,'0'0'1646'0'0,"4"1"-1540"0"0,5 2-71 0 0,-1 0 0 0 0,0-1 0 0 0,1 0 0 0 0,-1 0 0 0 0,1-1 0 0 0,0 0 0 0 0,-1-1-1 0 0,1 0 1 0 0,0 0 0 0 0,0-1 0 0 0,11-2 0 0 0,-13 1 5 0 0,0 1-1 0 0,0-1 0 0 0,0 0 1 0 0,0-1-1 0 0,-1 1 0 0 0,1-1 1 0 0,-1-1-1 0 0,0 1 0 0 0,0-1 0 0 0,0 0 1 0 0,0-1-1 0 0,-1 1 0 0 0,0-1 1 0 0,10-11-1 0 0,10-11 247 0 0,-21 24-184 0 0,-1 0-1 0 0,1-1 1 0 0,-1 1 0 0 0,1-1-1 0 0,-1 0 1 0 0,0 0-1 0 0,-1 0 1 0 0,1 0 0 0 0,-1-1-1 0 0,3-6 1 0 0,-5 10-85 0 0,0 0 0 0 0,0 0 0 0 0,0 0 0 0 0,0 0 0 0 0,0 0 0 0 0,0 0 0 0 0,0 0 0 0 0,-1 0 0 0 0,1 0 0 0 0,0 0 0 0 0,-1 0 0 0 0,1 0-1 0 0,-1 0 1 0 0,1 0 0 0 0,-1 0 0 0 0,1 0 0 0 0,-1 1 0 0 0,1-1 0 0 0,-1 0 0 0 0,0 0 0 0 0,0 1 0 0 0,1-1 0 0 0,-1 0 0 0 0,0 1 0 0 0,0-1 0 0 0,0 0 0 0 0,0 1 0 0 0,0-1 0 0 0,0 1 0 0 0,0 0 0 0 0,-1-1 0 0 0,-33-10 305 0 0,13 8-209 0 0,-1 1-1 0 0,1 1 1 0 0,-1 1 0 0 0,-23 3-1 0 0,43-2-103 0 0,-4 0 60 0 0,-1 0 0 0 0,0 1-1 0 0,1 1 1 0 0,-1-1 0 0 0,1 1-1 0 0,0 0 1 0 0,-8 5-1 0 0,10-5 14 0 0,0 1-24 0 0,0 0 0 0 0,1 0 1 0 0,-1 1-1 0 0,1-1 0 0 0,-7 11 0 0 0,9-12-56 0 0,2 1-2 0 0,0 1 0 0 0,0 4 38 0 0,-1-1 0 0 0,0 0 0 0 0,0 0 0 0 0,-3 11 1 0 0,-1 8 35 0 0,-1 136 40 0 0,6-126-1329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0:58:36.19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154 41 12864 0 0,'0'0'841'0'0,"-4"3"-718"0"0,-9 9 127 0 0,0 0 0 0 0,1 1 1 0 0,0 1-1 0 0,-16 24 1 0 0,-33 69 635 0 0,60-104-845 0 0,-1 0-1 0 0,1 0 1 0 0,0 0 0 0 0,-1 0-1 0 0,1 0 1 0 0,1 0 0 0 0,-1 0-1 0 0,0 0 1 0 0,1 1 0 0 0,-1-1-1 0 0,1 0 1 0 0,0 0 0 0 0,0 0-1 0 0,1 1 1 0 0,-1-1 0 0 0,1 0-1 0 0,0 4 1 0 0,1-4-5 0 0,-1 0-1 0 0,1 0 1 0 0,0 0-1 0 0,0-1 1 0 0,0 1-1 0 0,0 0 1 0 0,1-1-1 0 0,-1 0 1 0 0,1 1-1 0 0,-1-1 1 0 0,1 0-1 0 0,0-1 1 0 0,0 1 0 0 0,0 0-1 0 0,0-1 1 0 0,5 2-1 0 0,-2 0 0 0 0,0-1 0 0 0,0 0 0 0 0,0 0 0 0 0,0-1 0 0 0,0 1 1 0 0,1-1-1 0 0,-1-1 0 0 0,1 1 0 0 0,-1-1 0 0 0,0-1 0 0 0,1 1 0 0 0,-1-1 0 0 0,0 0 0 0 0,1 0 0 0 0,8-4 0 0 0,-10 3-16 0 0,0 0 1 0 0,0 0-1 0 0,-1-1 0 0 0,1 0 0 0 0,-1 0 0 0 0,0 0 1 0 0,1-1-1 0 0,-2 1 0 0 0,1-1 0 0 0,0 0 1 0 0,-1 0-1 0 0,0 0 0 0 0,0 0 0 0 0,0-1 0 0 0,0 0 1 0 0,-1 1-1 0 0,1-1 0 0 0,-1 0 0 0 0,2-7 0 0 0,4-24 118 0 0,-1-1 1 0 0,-2 0-1 0 0,-2 1 0 0 0,-2-68 0 0 0,-1 91-52 0 0,0 13 320 0 0,0 19-235 0 0,-1 42-64 0 0,0-17-33 0 0,2 1 0 0 0,9 70 0 0 0,-4-97 178 0 0,-6-18-314 0 0,0 1 1 0 0,0-1-1 0 0,0 0 1 0 0,0 0 0 0 0,1 1-1 0 0,-1-1 1 0 0,0 0-1 0 0,0 1 1 0 0,0-1 0 0 0,0 0-1 0 0,1 0 1 0 0,-1 1-1 0 0,0-1 1 0 0,0 0 0 0 0,1 0-1 0 0,-1 0 1 0 0,0 1 0 0 0,0-1-1 0 0,1 0 1 0 0,-1 0-1 0 0,0 0 1 0 0,0 0 0 0 0,1 0-1 0 0,-1 0 1 0 0,0 0-1 0 0,1 1 1 0 0,-1-1 0 0 0,0 0-1 0 0,1 0 1 0 0,-1 0-1 0 0,0 0 1 0 0,0 0 0 0 0,1 0-1 0 0,-1 0 1 0 0,0 0 0 0 0,1-1-1 0 0,-1 1 1 0 0,0 0-1 0 0,1 0 1 0 0,-1 0 0 0 0,0 0-1 0 0,0 0 1 0 0,1-1-1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0:58:36.54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0 113 11152 0 0,'0'0'225'0'0,"5"15"-101"0"0,1 0-61 0 0,-1-1-1 0 0,-1 1 1 0 0,0 0-1 0 0,3 26 1 0 0,2 64 438 0 0,-7-64-383 0 0,-2 39 1474 0 0,0-79-1196 0 0,0-1-378 0 0,-1 0 1 0 0,1 0-1 0 0,-1 0 1 0 0,1-1-1 0 0,-1 1 1 0 0,1 0-1 0 0,-1 0 1 0 0,1-1-1 0 0,-1 1 1 0 0,1 0-1 0 0,0-1 1 0 0,-1 1-1 0 0,1 0 1 0 0,-1-1-1 0 0,1 1 1 0 0,0-1-1 0 0,-1 1 1 0 0,1-1-1 0 0,0 1 1 0 0,0-1-1 0 0,-1 1 1 0 0,1-1-1 0 0,0 1 1 0 0,0-1-1 0 0,0 1 1 0 0,0-1-1 0 0,0 0 1 0 0,-4-18 245 0 0,4 13-149 0 0,-4-25 101 0 0,2 0 1 0 0,1 0-1 0 0,2 0 0 0 0,1 1 0 0 0,1-1 0 0 0,12-47 0 0 0,-13 70-167 0 0,1 1 0 0 0,0-1-1 0 0,0 1 1 0 0,1-1 0 0 0,0 1-1 0 0,0 0 1 0 0,1 1 0 0 0,0-1-1 0 0,0 1 1 0 0,1 0 0 0 0,12-11-1 0 0,-7 8 65 0 0,0 0 1 0 0,1 1-1 0 0,0 0 0 0 0,1 1 0 0 0,0 1 0 0 0,14-6 0 0 0,-25 12-85 0 0,-1-1 0 0 0,1 1-1 0 0,0-1 1 0 0,0 1-1 0 0,0 0 1 0 0,-1 0-1 0 0,1-1 1 0 0,0 1-1 0 0,0 1 1 0 0,0-1-1 0 0,0 0 1 0 0,-1 0-1 0 0,1 1 1 0 0,0-1-1 0 0,0 1 1 0 0,0-1-1 0 0,-1 1 1 0 0,1 0-1 0 0,0 0 1 0 0,-1 0-1 0 0,1 0 1 0 0,-1 0 0 0 0,1 0-1 0 0,-1 0 1 0 0,1 0-1 0 0,-1 0 1 0 0,0 1-1 0 0,0-1 1 0 0,0 1-1 0 0,2 2 1 0 0,-1-2-282 0 0,-1 0 0 0 0,0 0 1 0 0,0 0-1 0 0,-1 1 1 0 0,1-1-1 0 0,0 0 0 0 0,-1 0 1 0 0,1 4-1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0:58:37.02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140 1 12760 0 0,'-18'14'56'0'0,"-2"10"-35"0"0,-33 54-1 0 0,45-64 69 0 0,2 0 0 0 0,-1 0 0 0 0,2 1 0 0 0,0 0 0 0 0,0 0 0 0 0,-2 16 0 0 0,5-16 34 0 0,0 1 1 0 0,1-1-1 0 0,1 28 1 0 0,1-35-15 0 0,0 0 0 0 0,0 0 0 0 0,1 0 0 0 0,0 0 0 0 0,0-1 0 0 0,1 1 0 0 0,0-1 0 0 0,1 0 0 0 0,4 9 0 0 0,-7-15-75 0 0,0 1 1 0 0,1-1 0 0 0,-1 0-1 0 0,0 1 1 0 0,1-1 0 0 0,-1 0 0 0 0,0 0-1 0 0,1 0 1 0 0,-1 0 0 0 0,1 0-1 0 0,0-1 1 0 0,-1 1 0 0 0,1 0 0 0 0,-1-1-1 0 0,1 1 1 0 0,0-1 0 0 0,0 1 0 0 0,-1-1-1 0 0,1 0 1 0 0,0 0 0 0 0,0 0-1 0 0,0 0 1 0 0,-1 0 0 0 0,1 0 0 0 0,0 0-1 0 0,0-1 1 0 0,-1 1 0 0 0,1-1-1 0 0,0 1 1 0 0,-1-1 0 0 0,1 0 0 0 0,0 1-1 0 0,1-3 1 0 0,1 1 18 0 0,0 0 1 0 0,0 0-1 0 0,0 0 0 0 0,-1-1 1 0 0,1 0-1 0 0,-1 0 0 0 0,1 0 0 0 0,-1 0 1 0 0,0 0-1 0 0,0-1 0 0 0,-1 1 1 0 0,4-7-1 0 0,0-7 82 0 0,0 1 1 0 0,-2-2 0 0 0,0 1 0 0 0,-1 0-1 0 0,-1-1 1 0 0,0-24 0 0 0,-1 16 82 0 0,2 1 0 0 0,6-29 0 0 0,6 3 1152 0 0,-14 53-1346 0 0,-1 0-1 0 0,1 0 1 0 0,0 0-1 0 0,-1 1 1 0 0,1-1-1 0 0,-1 0 1 0 0,1 0-1 0 0,-1 0 1 0 0,0 1-1 0 0,0 3 1 0 0,0 2 12 0 0,12 139 418 0 0,6 44-2921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0:58:37.75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1 104 12160 0 0,'0'0'1246'0'0,"1"6"-1171"0"0,13 99 530 0 0,1 2-26 0 0,-13-93-352 0 0,0-1 1 0 0,-1 19 0 0 0,-1-32-218 0 0,0 0 0 0 0,-1-1 0 0 0,1 1 1 0 0,1 0-1 0 0,-1-1 0 0 0,0 1 0 0 0,0 0 0 0 0,0 0 1 0 0,0-1-1 0 0,0 1 0 0 0,0 0 0 0 0,0-1 1 0 0,0 1-1 0 0,0 0 0 0 0,1 0 0 0 0,-1-1 1 0 0,0 1-1 0 0,0 0 0 0 0,0 0 0 0 0,0-1 1 0 0,1 1-1 0 0,-1 0 0 0 0,0 0 0 0 0,0 0 1 0 0,1-1-1 0 0,-1 1 0 0 0,0 0 0 0 0,0 0 1 0 0,1 0-1 0 0,-1 0 0 0 0,0 0 0 0 0,1-1 1 0 0,-1 1-1 0 0,0 0 0 0 0,0 0 0 0 0,1 0 0 0 0,-1 0 1 0 0,0 0-1 0 0,1 0 0 0 0,-1 0 0 0 0,0 0 1 0 0,1 0-1 0 0,-1 0 0 0 0,0 0 0 0 0,0 0 1 0 0,1 1-1 0 0,-1-1 0 0 0,0 0 0 0 0,1 0 1 0 0,-1 0-1 0 0,0 0 0 0 0,0 0 0 0 0,1 1 1 0 0,-1-1-1 0 0,0 0 0 0 0,0 0 0 0 0,1 0 1 0 0,-1 1-1 0 0,0-1 0 0 0,0 0 0 0 0,0 0 1 0 0,0 1-1 0 0,1-1 0 0 0,-1 0 0 0 0,0 1 1 0 0,1-10 29 0 0,1 1 1 0 0,0-1 0 0 0,0 1 0 0 0,1 0 0 0 0,0 0 0 0 0,0 0 0 0 0,7-10 0 0 0,-3 3-1 0 0,45-127 292 0 0,-17 41-72 0 0,-33 97-226 0 0,0 0 0 0 0,1 1-1 0 0,-1-1 1 0 0,1 0-1 0 0,0 1 1 0 0,0 0 0 0 0,0-1-1 0 0,4-2 1 0 0,-1 0 89 0 0,-6 5-114 0 0,1 1-1 0 0,-1 0 1 0 0,0 0 0 0 0,0 0 0 0 0,0 0 0 0 0,0 0 0 0 0,0-1-1 0 0,1 1 1 0 0,-1 0 0 0 0,0 0 0 0 0,0 0 0 0 0,0 0 0 0 0,0 0-1 0 0,1 0 1 0 0,-1 0 0 0 0,0 0 0 0 0,0 0 0 0 0,0 0 0 0 0,1 0-1 0 0,-1 0 1 0 0,0 0 0 0 0,0 0 0 0 0,0 0 0 0 0,1 0 0 0 0,-1 0-1 0 0,0 0 1 0 0,0 0 0 0 0,0 0 0 0 0,1 0 0 0 0,-1 0-1 0 0,0 0 1 0 0,0 0 0 0 0,0 0 0 0 0,0 0 0 0 0,1 0 0 0 0,-1 0-1 0 0,0 0 1 0 0,0 1 0 0 0,5 8 121 0 0,0 13-53 0 0,-5-22-62 0 0,7 74 483 0 0,-3 100-1 0 0,-4-133-42 0 0,0-40-167 0 0,-1-4-268 0 0,1 0 0 0 0,0 1 0 0 0,0-1 1 0 0,0 0-1 0 0,0 1 0 0 0,0-1 0 0 0,0 0 0 0 0,1 1 1 0 0,0-1-1 0 0,0-2 0 0 0,0 1 6 0 0,6-44 143 0 0,-5 32-104 0 0,0 1 0 0 0,1-1 0 0 0,1 1 0 0 0,10-26 0 0 0,-12 35-19 0 0,1 1 0 0 0,0-1-1 0 0,1 1 1 0 0,-1 0-1 0 0,1 0 1 0 0,0 0-1 0 0,5-5 1 0 0,-8 9-34 0 0,0 0 0 0 0,1 0 0 0 0,-1-1 0 0 0,1 1 1 0 0,-1 0-1 0 0,1 0 0 0 0,-1 0 0 0 0,1 1 0 0 0,-1-1 0 0 0,1 0 0 0 0,0 1 0 0 0,0-1 0 0 0,-1 1 1 0 0,1-1-1 0 0,0 1 0 0 0,0 0 0 0 0,-1 0 0 0 0,1-1 0 0 0,0 1 0 0 0,0 1 0 0 0,0-1 0 0 0,-1 0 1 0 0,1 0-1 0 0,0 1 0 0 0,0-1 0 0 0,-1 1 0 0 0,1-1 0 0 0,0 1 0 0 0,2 1 0 0 0,-2 0-3 0 0,0 0-1 0 0,1 0 0 0 0,-1 0 1 0 0,0 0-1 0 0,0 1 1 0 0,0-1-1 0 0,-1 1 0 0 0,1-1 1 0 0,0 1-1 0 0,-1 0 0 0 0,0 0 1 0 0,1 0-1 0 0,0 3 1 0 0,11 45 55 0 0,-9-33-39 0 0,37 171 152 0 0,-41-185-361 0 0,3 4 497 0 0,3-5-3104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0:58:38.13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7 256 13768 0 0,'45'-25'560'0'0,"-38"23"-412"0"0,0-2 0 0 0,0 1 0 0 0,-1-1 0 0 0,1 0 0 0 0,-1 0 0 0 0,0-1 0 0 0,0 0 0 0 0,0 0 0 0 0,0 0 0 0 0,-1-1 0 0 0,6-8 0 0 0,-3 3 7 0 0,-2-1 1 0 0,0 0 0 0 0,8-21-1 0 0,-12 29-103 0 0,-1 1 0 0 0,0-1-1 0 0,0 0 1 0 0,0 1 0 0 0,0-1-1 0 0,-1 0 1 0 0,0 0 0 0 0,1 0 0 0 0,-1 0-1 0 0,-1 1 1 0 0,1-1 0 0 0,-1 0-1 0 0,1 0 1 0 0,-1 1 0 0 0,0-1-1 0 0,0 0 1 0 0,-3-6 0 0 0,1 8-25 0 0,-1-1 0 0 0,1 1 0 0 0,-1 0 0 0 0,1 0 0 0 0,-1 0 0 0 0,0 0 0 0 0,0 0 0 0 0,0 1 0 0 0,0 0 0 0 0,0 0 0 0 0,0 0 0 0 0,-5-1 0 0 0,-4 0 30 0 0,11 1-48 0 0,0 1 1 0 0,1-1 0 0 0,-1 1-1 0 0,0 0 1 0 0,0-1-1 0 0,0 1 1 0 0,0 0 0 0 0,1 1-1 0 0,-1-1 1 0 0,0 0-1 0 0,0 0 1 0 0,0 1 0 0 0,0-1-1 0 0,1 1 1 0 0,-1 0-1 0 0,0-1 1 0 0,0 1 0 0 0,-2 2-1 0 0,2-1 1 0 0,-1 0-1 0 0,1 0 0 0 0,-1 0 1 0 0,1 1-1 0 0,0-1 1 0 0,0 1-1 0 0,0 0 0 0 0,0 0 1 0 0,-2 5-1 0 0,-1 5 11 0 0,0 0 0 0 0,1 1-1 0 0,-4 25 1 0 0,7-36-17 0 0,-6 55 41 0 0,2 0 0 0 0,3 1-1 0 0,7 81 1 0 0,-5-111-19 0 0,-1-23-13 0 0,1 0 0 0 0,0 1 0 0 0,0-1 0 0 0,0 0 0 0 0,3 11 0 0 0,5-11 55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0:58:38.47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0 13464 0 0,'0'0'824'0'0,"0"5"-572"0"0,8 207 2209 0 0,-8-154-2202 0 0,0-13 346 0 0,7 51 0 0 0,-3-49-2214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0:58:38.80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165 0 13864 0 0,'-22'0'1408'0'0,"17"1"-1261"0"0,-1-1 1 0 0,1 1 0 0 0,-1 0-1 0 0,1 1 1 0 0,0-1 0 0 0,-1 1 0 0 0,1 0-1 0 0,0 0 1 0 0,0 1 0 0 0,0-1-1 0 0,1 1 1 0 0,-1 0 0 0 0,1 0 0 0 0,-6 6-1 0 0,-31 18 343 0 0,41-27-548 0 0,-16 7 265 0 0,12-6-2481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0:58:39.14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1 319 10544 0 0,'4'1'39'0'0,"-1"-1"1"0"0,1 1 0 0 0,0 0-1 0 0,-1-1 1 0 0,1 2-1 0 0,4 1 1 0 0,-5-2 3 0 0,0 0 0 0 0,1 0 0 0 0,-1 0 0 0 0,0 0 0 0 0,1 0 0 0 0,-1-1 0 0 0,1 1 0 0 0,5-1 0 0 0,7-2 90 0 0,-1 0 0 0 0,1-1 0 0 0,0 0 0 0 0,-1-1-1 0 0,17-7 1 0 0,-26 8-91 0 0,1 0 0 0 0,-1 0 0 0 0,0-1 0 0 0,0 0 0 0 0,0 0 0 0 0,0-1 0 0 0,-1 1-1 0 0,0-1 1 0 0,0-1 0 0 0,0 1 0 0 0,0-1 0 0 0,-1 1 0 0 0,6-12 0 0 0,0-1 108 0 0,0 0 0 0 0,-2-1 0 0 0,0 1 1 0 0,-2-2-1 0 0,0 1 0 0 0,5-32 1 0 0,-10 49-104 0 0,-1-1 1 0 0,0 1 0 0 0,0-1-1 0 0,0 0 1 0 0,0 1 0 0 0,-1-1 0 0 0,1 1-1 0 0,-1-1 1 0 0,0 1 0 0 0,1-1 0 0 0,-1 1-1 0 0,0 0 1 0 0,0-1 0 0 0,-1 1-1 0 0,1 0 1 0 0,0 0 0 0 0,-1 0 0 0 0,1 0-1 0 0,-1 0 1 0 0,0 0 0 0 0,0 0-1 0 0,1 0 1 0 0,-1 1 0 0 0,0-1 0 0 0,-1 1-1 0 0,1-1 1 0 0,0 1 0 0 0,0 0 0 0 0,-1 0-1 0 0,1 0 1 0 0,0 0 0 0 0,-1 0-1 0 0,1 1 1 0 0,-1-1 0 0 0,-2 1 0 0 0,-9-3 72 0 0,1 2 0 0 0,-1 0 0 0 0,0 1 0 0 0,0 0 0 0 0,-15 2 0 0 0,24-1-60 0 0,0-1 0 0 0,0 1-1 0 0,0 0 1 0 0,1 1 0 0 0,-1-1 0 0 0,0 1-1 0 0,1 0 1 0 0,-1 0 0 0 0,-5 4-1 0 0,7-5-21 0 0,1 1 0 0 0,0 0-1 0 0,0 0 1 0 0,0 0 0 0 0,0 0 0 0 0,0 0-1 0 0,1 0 1 0 0,-1 0 0 0 0,1 1-1 0 0,-1-1 1 0 0,1 1 0 0 0,0-1-1 0 0,0 1 1 0 0,0-1 0 0 0,0 1-1 0 0,0 0 1 0 0,1 0 0 0 0,-1 4-1 0 0,1-5-23 0 0,-6 46 210 0 0,2 0 0 0 0,4 63 0 0 0,1-97-173 0 0,0 0 0 0 0,1 0 0 0 0,1 0 0 0 0,0 0 0 0 0,1-1-1 0 0,0 1 1 0 0,2-1 0 0 0,-1 0 0 0 0,1 0 0 0 0,1-1-1 0 0,0 1 1 0 0,14 16 0 0 0,-20-28-27 0 0,0 0 0 0 0,-1 0 0 0 0,1 0 0 0 0,0 0 0 0 0,0-1 0 0 0,0 1 0 0 0,0 0 0 0 0,0-1 0 0 0,0 1 0 0 0,0 0 0 0 0,0-1 0 0 0,0 1 0 0 0,0-1 0 0 0,1 1 0 0 0,-1-1-146 0 0,-1 0 1 0 0,1 0-1 0 0,0 0 0 0 0,-1 0 1 0 0,1 0-1 0 0,0-1 1 0 0,-1 1-1 0 0,1 0 1 0 0,0 0-1 0 0,-1-1 0 0 0,1 1 1 0 0,0 0-1 0 0,-1-1 1 0 0,1 1-1 0 0,-1-1 0 0 0,1 1 1 0 0,-1 0-1 0 0,1-1 1 0 0,0 0-1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0:58:39.47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1 13464 0 0,'0'0'502'0'0,"4"3"-346"0"0,3 5-72 0 0,0-1-1 0 0,-1 1 1 0 0,0 1-1 0 0,0-1 1 0 0,-1 1-1 0 0,0 0 1 0 0,0 0-1 0 0,-1 1 1 0 0,0-1 0 0 0,-1 1-1 0 0,0 0 1 0 0,-1 0-1 0 0,0 0 1 0 0,0 0-1 0 0,-1 1 1 0 0,0 11-1 0 0,2 47 561 0 0,-4 1-1 0 0,-10 84 1 0 0,7-140-107 0 0,0-17 8 0 0,-3-26-61 0 0,1 5-291 0 0,2-1 0 0 0,1 0 0 0 0,1 0 0 0 0,1 0 0 0 0,4-45 0 0 0,-1 59-130 0 0,-1 0 0 0 0,2 0 1 0 0,-1 0-1 0 0,2 0 0 0 0,-1 1 1 0 0,1 0-1 0 0,1 0 0 0 0,0 0 1 0 0,1 0-1 0 0,-1 1 0 0 0,2 0 1 0 0,-1 0-1 0 0,1 0 0 0 0,1 1 1 0 0,13-12-1 0 0,-16 16 7 0 0,3-3 80 0 0,0 0 1 0 0,1 1-1 0 0,17-9 1 0 0,-24 13-121 0 0,0 1 0 0 0,1 0 0 0 0,-1 1 0 0 0,0-1 1 0 0,0 0-1 0 0,1 1 0 0 0,-1-1 0 0 0,0 1 0 0 0,1 0 0 0 0,-1 0 1 0 0,1-1-1 0 0,-1 2 0 0 0,0-1 0 0 0,1 0 0 0 0,-1 0 0 0 0,0 1 0 0 0,1 0 1 0 0,-1-1-1 0 0,0 1 0 0 0,0 0 0 0 0,1 0 0 0 0,3 2 0 0 0,3 5-2762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0:58:39.81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103 98 14368 0 0,'0'0'3413'0'0,"-3"2"-3232"0"0,1-1-150 0 0,-24 11 211 0 0,26-12-235 0 0,-1 0-1 0 0,1 0 1 0 0,-1 1 0 0 0,1-1 0 0 0,-1 0-1 0 0,1 0 1 0 0,-1 0 0 0 0,1 0 0 0 0,-1 0 0 0 0,1 0-1 0 0,-1 0 1 0 0,1 0 0 0 0,-1 0 0 0 0,1 0-1 0 0,-1 0 1 0 0,1 0 0 0 0,-1-1 0 0 0,1 1 0 0 0,-1 0-1 0 0,1 0 1 0 0,0 0 0 0 0,-1-1 0 0 0,1 1-1 0 0,-1 0 1 0 0,1 0 0 0 0,0-1 0 0 0,-1 1 0 0 0,1 0-1 0 0,-1-1 1 0 0,1 1 0 0 0,0-1 0 0 0,0 1-1 0 0,-1 0 1 0 0,1-1 0 0 0,0 1 0 0 0,0-1-1 0 0,-1 1 1 0 0,1-1 0 0 0,0 1 0 0 0,0-1 0 0 0,0 1-1 0 0,0-1 1 0 0,0 1 0 0 0,0 0 0 0 0,0-1-1 0 0,0 1 1 0 0,0-1 0 0 0,0 1 0 0 0,0-1 0 0 0,0 1-1 0 0,0-1 1 0 0,0 1 0 0 0,0-1 0 0 0,1 0-1 0 0,-1-3 24 0 0,0-1 0 0 0,1 1 0 0 0,0 0 0 0 0,0 0 0 0 0,0 0 0 0 0,0 0 0 0 0,1 0-1 0 0,-1 0 1 0 0,1 0 0 0 0,0 0 0 0 0,0 1 0 0 0,1-1 0 0 0,-1 1 0 0 0,1-1 0 0 0,0 1-1 0 0,0 0 1 0 0,0 0 0 0 0,0 0 0 0 0,0 1 0 0 0,1-1 0 0 0,5-3 0 0 0,-5 4 3 0 0,0-1 1 0 0,1 1-1 0 0,-1 0 1 0 0,0 1-1 0 0,0-1 1 0 0,1 1-1 0 0,6-1 1 0 0,-10 2-28 0 0,0-1 0 0 0,0 1 0 0 0,0 0 0 0 0,0 0 0 0 0,1 0 1 0 0,-1 0-1 0 0,0 0 0 0 0,0 1 0 0 0,0-1 0 0 0,0 0 0 0 0,0 0 0 0 0,0 1 1 0 0,0-1-1 0 0,0 1 0 0 0,0-1 0 0 0,0 1 0 0 0,-1-1 0 0 0,1 1 0 0 0,0-1 1 0 0,0 1-1 0 0,0 0 0 0 0,-1 0 0 0 0,1-1 0 0 0,0 1 0 0 0,0 0 0 0 0,-1 0 1 0 0,1 0-1 0 0,-1 0 0 0 0,1 0 0 0 0,-1-1 0 0 0,1 1 0 0 0,-1 0 0 0 0,0 0 0 0 0,1 0 1 0 0,-1 0-1 0 0,0 1 0 0 0,0 0 0 0 0,4 25 47 0 0,-2 1 0 0 0,0-1 0 0 0,-2 0-1 0 0,-2 0 1 0 0,0 1 0 0 0,-8 36 0 0 0,5-45-9 0 0,0 1-1 0 0,-1-1 1 0 0,-1 0 0 0 0,-1 0 0 0 0,0 0 0 0 0,-2-2 0 0 0,0 1-1 0 0,-1-1 1 0 0,-16 19 0 0 0,18-24-7 0 0,5-8-2 0 0,1 1-1 0 0,0-1 1 0 0,-1 0 0 0 0,0 0 0 0 0,0 0-1 0 0,-1-1 1 0 0,1 1 0 0 0,0-1-1 0 0,-1 0 1 0 0,0 0 0 0 0,-8 3-1 0 0,7-6-331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0:59:04.75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0 3912 0 0,'0'0'0'0'0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0:59:09.18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33 158 7328 0 0,'0'0'2926'0'0,"-3"1"-2483"0"0,-1 1-612 0 0,-19 6 1612 0 0,23-8-1425 0 0,0 0 1 0 0,0 0 0 0 0,0 0 0 0 0,-1 0 0 0 0,1 0-1 0 0,0 0 1 0 0,0 0 0 0 0,0 0 0 0 0,0 0 0 0 0,0 0-1 0 0,0 0 1 0 0,0 0 0 0 0,0 0 0 0 0,0 0 0 0 0,-1 0-1 0 0,1 0 1 0 0,0 0 0 0 0,0 0 0 0 0,0 0 0 0 0,0 0-1 0 0,0 0 1 0 0,0 0 0 0 0,0 0 0 0 0,0 0 0 0 0,0-1-1 0 0,0 1 1 0 0,0 0 0 0 0,0 0 0 0 0,0 0 0 0 0,0 0-1 0 0,0 0 1 0 0,0 0 0 0 0,0 0 0 0 0,0 0 0 0 0,-1 0-1 0 0,1-1 1 0 0,0 1 0 0 0,0 0 0 0 0,0 0 0 0 0,0 0-1 0 0,0 0 1 0 0,0 0 0 0 0,1 0 0 0 0,-1 0 0 0 0,0 0-1 0 0,0 0 1 0 0,0-1 0 0 0,0 1 0 0 0,0 0 0 0 0,0 0 0 0 0,0 0-1 0 0,0 0 1 0 0,0 0 0 0 0,0 0 0 0 0,0 0 0 0 0,0 0-1 0 0,0 0 1 0 0,0 0 0 0 0,0 0 0 0 0,1-1 0 0 0,11-13 512 0 0,10-9-323 0 0,60-54 265 0 0,-73 70-394 0 0,0 1 0 0 0,0-1-1 0 0,1 2 1 0 0,0-1 0 0 0,0 1 0 0 0,1 1 0 0 0,18-6 0 0 0,-28 10-62 0 0,-1-1 1 0 0,1 1-1 0 0,0 0 1 0 0,-1 1-1 0 0,1-1 1 0 0,-1 0-1 0 0,1 0 1 0 0,0 0-1 0 0,-1 0 0 0 0,1 0 1 0 0,0 1-1 0 0,-1-1 1 0 0,1 0-1 0 0,-1 0 1 0 0,1 1-1 0 0,0-1 1 0 0,-1 0-1 0 0,1 1 1 0 0,-1-1-1 0 0,1 1 0 0 0,-1-1 1 0 0,0 1-1 0 0,1-1 1 0 0,-1 1-1 0 0,1-1 1 0 0,-1 1-1 0 0,0-1 1 0 0,1 1-1 0 0,-1 0 1 0 0,0-1-1 0 0,0 1 0 0 0,1 0 1 0 0,4 19-1910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0:16.2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1517 266 9040 0 0,'0'0'5440'0'0,"2"3"-5311"0"0,14 45 2144 0 0,-15-46-2161 0 0,0-1-1 0 0,1 0 1 0 0,0 1-1 0 0,-1-1 0 0 0,1 0 1 0 0,0 0-1 0 0,-1 0 1 0 0,1 0-1 0 0,0 0 1 0 0,0 0-1 0 0,0-1 1 0 0,0 1-1 0 0,0-1 1 0 0,0 1-1 0 0,0-1 1 0 0,0 0-1 0 0,0 1 0 0 0,0-1 1 0 0,3-1-1 0 0,-2 1-38 0 0,0-2 0 0 0,1 1 0 0 0,-1 0-1 0 0,0 0 1 0 0,-1-1 0 0 0,1 0-1 0 0,0 0 1 0 0,0 1 0 0 0,-1-2 0 0 0,1 1-1 0 0,-1 0 1 0 0,1 0 0 0 0,-1-1 0 0 0,3-3-1 0 0,-1-2 31 0 0,0 1 1 0 0,0-1-1 0 0,0 0 0 0 0,2-9 0 0 0,-2 5 146 0 0,-4 11-226 0 0,1 1 0 0 0,-1 0-1 0 0,0-1 1 0 0,0 1-1 0 0,0 0 1 0 0,0-1 0 0 0,1 1-1 0 0,-1 0 1 0 0,0-1-1 0 0,0 1 1 0 0,0 0 0 0 0,0-1-1 0 0,0 1 1 0 0,0-1-1 0 0,0 1 1 0 0,0 0 0 0 0,0-1-1 0 0,0 1 1 0 0,0 0 0 0 0,0-1-1 0 0,0 1 1 0 0,0-1-1 0 0,-1 1 1 0 0,1 0 0 0 0,0-1-1 0 0,0 1 1 0 0,0 0-1 0 0,0-1 1 0 0,-1 1 0 0 0,1 0-1 0 0,0-1 1 0 0,0 1-1 0 0,-1 0 1 0 0,1 0 0 0 0,0-1-1 0 0,-1 1 1 0 0,1 0-1 0 0,0 0 1 0 0,-1 0 0 0 0,1-1-1 0 0,0 1 1 0 0,-1 0 0 0 0,1 0-1 0 0,0 0 1 0 0,-1 0-1 0 0,1 0 1 0 0,0 0 0 0 0,-1 0-1 0 0,1 0 1 0 0,-1 0-1 0 0,1 0 1 0 0,0 0 0 0 0,-1 0-1 0 0,1 0 1 0 0,-1 0 0 0 0,0 0 14 0 0,-1 0 1 0 0,0 0 0 0 0,1 1 0 0 0,-1-1 0 0 0,1 1 0 0 0,-1-1 0 0 0,1 1 0 0 0,-1 0 0 0 0,1-1 0 0 0,-1 1 0 0 0,1 0 0 0 0,-2 2 0 0 0,-54 47 273 0 0,46-42-320 0 0,1 0 0 0 0,-1-1-1 0 0,0 0 1 0 0,-23 10 0 0 0,19-10-45 0 0,10-5-74 0 0,0-1 0 0 0,0 0 0 0 0,0 0 0 0 0,0 0 0 0 0,0 0 0 0 0,0-1 0 0 0,-1 0 0 0 0,1 0 0 0 0,0 0-1 0 0,0-1 1 0 0,0 0 0 0 0,0 0 0 0 0,0 0 0 0 0,0 0 0 0 0,0-1 0 0 0,0 0 0 0 0,1 0 0 0 0,-1 0 0 0 0,1-1 0 0 0,-1 1 0 0 0,1-1 0 0 0,0 0 0 0 0,0 0 0 0 0,-5-5 0 0 0,3 0 53 0 0,-1 1-1 0 0,1-1 1 0 0,0 0 0 0 0,0-1 0 0 0,1 0 0 0 0,0 0 0 0 0,-4-11-1 0 0,8 2 275 0 0,1 17-188 0 0,0 1 0 0 0,0-1 0 0 0,0 1 0 0 0,0 0-1 0 0,0-1 1 0 0,0 1 0 0 0,0-1 0 0 0,0 1 0 0 0,0-1 0 0 0,0 1 0 0 0,0-1 0 0 0,0 1 0 0 0,0 0-1 0 0,0-1 1 0 0,-1 1 0 0 0,1-1 0 0 0,0 1 0 0 0,0-1 0 0 0,0 1 0 0 0,-1 0 0 0 0,1-1-1 0 0,0 1 1 0 0,0 0 0 0 0,-1-1 0 0 0,1 1 0 0 0,0 0 0 0 0,-1-1 0 0 0,1 1 0 0 0,-2-1 1720 0 0,-9 21-895 0 0,7-4-467 0 0,0-1 1 0 0,-2 0 0 0 0,-13 28-1 0 0,15-38-254 0 0,-1 1 0 0 0,0-1-1 0 0,0 0 1 0 0,-1-1 0 0 0,1 1-1 0 0,-1-1 1 0 0,0-1 0 0 0,0 1-1 0 0,0-1 1 0 0,-1 0 0 0 0,1 0-1 0 0,-12 3 1 0 0,17-6-88 0 0,0 0 0 0 0,0 0 1 0 0,0 0-1 0 0,0 0 0 0 0,0 0 0 0 0,0 0 0 0 0,0 0 1 0 0,0 0-1 0 0,1 0 0 0 0,-1-1 0 0 0,0 1 1 0 0,0 0-1 0 0,0-1 0 0 0,0 1 0 0 0,0-1 0 0 0,0 1 1 0 0,0-1-1 0 0,1 1 0 0 0,-1-1 0 0 0,0 0 1 0 0,0 1-1 0 0,1-1 0 0 0,-1 0 0 0 0,0 0 0 0 0,1 1 1 0 0,-1-1-1 0 0,1 0 0 0 0,-1 0 0 0 0,1 0 1 0 0,-1 0-1 0 0,1 0 0 0 0,0 0 0 0 0,0 1 1 0 0,-1-1-1 0 0,1 0 0 0 0,0 0 0 0 0,0-2 0 0 0,-4-35 299 0 0,4-5 655 0 0,-9 55-764 0 0,-17 64 418 0 0,26-76-628 0 0,0 0-1 0 0,0 1 1 0 0,0-1 0 0 0,0 0-1 0 0,0 0 1 0 0,0 1-1 0 0,-1-1 1 0 0,1 0 0 0 0,0 0-1 0 0,0 1 1 0 0,0-1 0 0 0,0 0-1 0 0,0 0 1 0 0,-1 0-1 0 0,1 1 1 0 0,0-1 0 0 0,0 0-1 0 0,0 0 1 0 0,0 0 0 0 0,-1 1-1 0 0,1-1 1 0 0,0 0-1 0 0,0 0 1 0 0,-1 0 0 0 0,1 0-1 0 0,0 0 1 0 0,0 0-1 0 0,-1 0 1 0 0,1 1 0 0 0,0-1-1 0 0,0 0 1 0 0,-1 0 0 0 0,1 0-1 0 0,0 0 1 0 0,-1 0-1 0 0,-7-7 72 0 0,-4-13-38 0 0,11 0-13 0 0,1 18-22 0 0,1 0-1 0 0,-1 0 1 0 0,-1 0 0 0 0,1 0 0 0 0,0 0-1 0 0,0-1 1 0 0,-1 1 0 0 0,1 0-1 0 0,-1 0 1 0 0,0 0 0 0 0,1 0-1 0 0,-2-2 1 0 0,1 3 107 0 0,-9 9-72 0 0,5-1-34 0 0,0-1 0 0 0,0 0 0 0 0,-1 0 0 0 0,1-1 0 0 0,-1 1 0 0 0,0-1 0 0 0,-1 0 0 0 0,1-1 0 0 0,-1 0 0 0 0,0 0 0 0 0,-14 6 0 0 0,20-10-6 0 0,-1 0 0 0 0,0 1 0 0 0,0-1 0 0 0,0 0 0 0 0,0 0 0 0 0,0 0 0 0 0,0 0 0 0 0,1-1 0 0 0,-1 1 0 0 0,0 0 0 0 0,0-1 0 0 0,0 1 0 0 0,1-1 0 0 0,-1 0 0 0 0,0 0 0 0 0,0 0 0 0 0,1 1 0 0 0,-1-1 0 0 0,1-1 0 0 0,-1 1 0 0 0,1 0 0 0 0,-1 0 0 0 0,0-2 0 0 0,-6-4 0 0 0,1 0 0 0 0,-12-15 0 0 0,2 3-12 0 0,0 0-1 0 0,-29-23 1 0 0,-1-1-6 0 0,38 33 17 0 0,4 5-3 0 0,0 0 0 0 0,0 1 0 0 0,0-1 0 0 0,-1 1 0 0 0,-10-7 0 0 0,12 8-4 0 0,0-2 1 0 0,-1 0 3 0 0,0 1-6 0 0,1 0 6 0 0,2-1-2 0 0,0 1 4 0 0,2 0-4 0 0,0 0 4 0 0,3 7 1 0 0,-1 0 0 0 0,1 0 1 0 0,0-1-1 0 0,0 0 0 0 0,0 1 1 0 0,0-1-1 0 0,0 0 0 0 0,0 0 1 0 0,6 1-1 0 0,-9-3 1 0 0,14 8 0 0 0,-11-6 0 0 0,1 0 0 0 0,-1 0 0 0 0,1 0 0 0 0,-1 0 0 0 0,1-1 0 0 0,0 1 0 0 0,0-1 0 0 0,0 0 0 0 0,0 0 0 0 0,0-1 0 0 0,-1 1 0 0 0,1-1 0 0 0,0 0 0 0 0,0 0 0 0 0,0 0 0 0 0,0 0 0 0 0,0-1 0 0 0,6-1 0 0 0,62-17 0 0 0,-67 17 0 0 0,-1 1 0 0 0,-23 26 0 0 0,-1-6 7 0 0,-1-1-1 0 0,-1 0 0 0 0,0-2 1 0 0,-35 20-1 0 0,-3 3 2 0 0,-11 7 7 0 0,66-42-16 0 0,-1 0 1 0 0,-1 0 0 0 0,1-1 0 0 0,0 1-1 0 0,-1-1 1 0 0,0-1 0 0 0,1 1-1 0 0,-1-1 1 0 0,0-1 0 0 0,0 1-1 0 0,0-1 1 0 0,-1 0 0 0 0,1-1-1 0 0,0 0 1 0 0,0 0 0 0 0,0 0-1 0 0,-1-1 1 0 0,1 0 0 0 0,0 0-1 0 0,-10-4 1 0 0,-4 1-37 0 0,18 4 31 0 0,1 0-1 0 0,-1-1 1 0 0,1 1 0 0 0,-1-1-1 0 0,1 1 1 0 0,-1-1-1 0 0,1 0 1 0 0,-4-2-1 0 0,-2-1-6 0 0,4 2-23 0 0,-1-1 1 0 0,1 0-1 0 0,-1 0 1 0 0,1 0-1 0 0,-6-6 1 0 0,8 7 23 0 0,1 1 1 0 0,0-1-1 0 0,-1-1 1 0 0,1 1-1 0 0,0 0 1 0 0,0 0-1 0 0,0 0 1 0 0,1 0-1 0 0,-1-1 1 0 0,0 1-1 0 0,1 0 1 0 0,0-1-1 0 0,-1 1 1 0 0,1-1-1 0 0,0-3 1 0 0,1 0-8 0 0,0 0 1 0 0,0 0-1 0 0,0 0 0 0 0,1 0 1 0 0,0 0-1 0 0,0 1 1 0 0,0-1-1 0 0,1 0 1 0 0,0 1-1 0 0,0 0 0 0 0,0 0 1 0 0,1 0-1 0 0,0 0 1 0 0,5-5-1 0 0,-7 7 8 0 0,1 1 0 0 0,-1 0-1 0 0,1 0 1 0 0,-1 0 0 0 0,1 0 0 0 0,0 0-1 0 0,0 0 1 0 0,0 1 0 0 0,0-1-1 0 0,0 1 1 0 0,0 0 0 0 0,0 0 0 0 0,0 0-1 0 0,1 1 1 0 0,-1-1 0 0 0,0 1-1 0 0,1-1 1 0 0,-1 1 0 0 0,0 0 0 0 0,1 0-1 0 0,3 1 1 0 0,-6 0 8 0 0,1 1 0 0 0,-1-1 0 0 0,0 0 1 0 0,1 0-1 0 0,-1 1 0 0 0,0-1 0 0 0,0 0 0 0 0,0 1 0 0 0,0-1 0 0 0,0 1 0 0 0,-1-1 0 0 0,1 1 0 0 0,0 0 1 0 0,-1-1-1 0 0,1 1 0 0 0,-1 0 0 0 0,1 2 0 0 0,5 33-18 0 0,-6-30 16 0 0,-1 1 0 0 0,0 0 1 0 0,0-1-1 0 0,0 1 0 0 0,-1-1 1 0 0,0 1-1 0 0,0-1 0 0 0,-1 0 1 0 0,0 0-1 0 0,0 0 0 0 0,-9 12 0 0 0,10-16 4 0 0,0 0 0 0 0,0-1-1 0 0,0 1 1 0 0,0-1 0 0 0,-1 1-1 0 0,1-1 1 0 0,-1 0-1 0 0,0 0 1 0 0,0 0 0 0 0,0-1-1 0 0,0 1 1 0 0,0-1 0 0 0,0 1-1 0 0,0-1 1 0 0,0 0 0 0 0,0 0-1 0 0,-1 0 1 0 0,1-1-1 0 0,0 1 1 0 0,-1-1 0 0 0,1 0-1 0 0,-1 0 1 0 0,1 0 0 0 0,0 0-1 0 0,-1-1 1 0 0,1 1 0 0 0,0-1-1 0 0,-5-1 1 0 0,-5-3-1 0 0,1 1 1 0 0,-1 1-1 0 0,0 0 0 0 0,0 1 1 0 0,0 0-1 0 0,0 1 0 0 0,0 0 1 0 0,-16 2-1 0 0,22 1 2 0 0,0 0 0 0 0,0 1 0 0 0,-1-1 0 0 0,2 2 0 0 0,-10 4 0 0 0,-18 8 0 0 0,5 0-4 0 0,-3 2-4 0 0,30-17 8 0 0,0-1 0 0 0,0 1 0 0 0,1-1-1 0 0,-1 1 1 0 0,0-1 0 0 0,0 0 0 0 0,0 1-1 0 0,1-1 1 0 0,-1 0 0 0 0,0 0 0 0 0,0 0-1 0 0,0-1 1 0 0,1 1 0 0 0,-1 0 0 0 0,0-1-1 0 0,-2 0 1 0 0,3 0 0 0 0,0 0-1 0 0,-1 0 1 0 0,1 0-1 0 0,0 0 1 0 0,0 0-1 0 0,0-1 0 0 0,0 1 1 0 0,0 0-1 0 0,0 0 1 0 0,1-1-1 0 0,-1 1 1 0 0,0-1-1 0 0,1 1 1 0 0,-1-1-1 0 0,1 1 1 0 0,-1-1-1 0 0,1-1 1 0 0,-6-33-14 0 0,5 27 13 0 0,-11-97 14 0 0,2-124-1 0 0,10 206 78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0:17.0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828 74 12664 0 0,'0'0'5503'0'0,"0"4"-5189"0"0,-26 110 1766 0 0,23-104-1780 0 0,3-8-232 0 0,0-1 1 0 0,0 1-1 0 0,0 0 0 0 0,-1 0 0 0 0,1-1 1 0 0,-1 1-1 0 0,0 0 0 0 0,1-1 1 0 0,-1 1-1 0 0,0-1 0 0 0,0 1 1 0 0,0-1-1 0 0,0 1 0 0 0,0-1 1 0 0,0 1-1 0 0,-1-1 0 0 0,1 0 0 0 0,0 0 1 0 0,-1 0-1 0 0,1 0 0 0 0,-1 0 1 0 0,1 0-1 0 0,-1 0 0 0 0,-2 1 1 0 0,-11 4 75 0 0,-1-1 1 0 0,0 0 0 0 0,-1-1 0 0 0,1-1 0 0 0,0-1 0 0 0,-28 1 0 0 0,-24 4 111 0 0,46-2-152 0 0,-1-2 0 0 0,1-1 0 0 0,-1-1 0 0 0,1 0 0 0 0,-1-2 0 0 0,-38-6 0 0 0,-128-31 252 0 0,166 31-337 0 0,0 0-1 0 0,0-2 0 0 0,0-1 1 0 0,-36-22-1 0 0,57 31-11 0 0,-1-1 0 0 0,1 0-1 0 0,-1 0 1 0 0,1 0 0 0 0,0-1-1 0 0,0 1 1 0 0,0 0 0 0 0,-2-3 0 0 0,4 4-4 0 0,-1-1 0 0 0,0 1 0 0 0,0 0 0 0 0,1 0 0 0 0,-1 0 0 0 0,1-1 0 0 0,-1 1 0 0 0,1 0 0 0 0,-1 0 0 0 0,1-1 0 0 0,0 1 0 0 0,0-1 0 0 0,0 1 0 0 0,0 0 0 0 0,0-1 0 0 0,0 1 0 0 0,0 0 0 0 0,0-1 0 0 0,0 1 0 0 0,1 0 0 0 0,0-3 0 0 0,5-9 55 0 0,-4 8-34 0 0,0-1 1 0 0,0 2-1 0 0,1-1 1 0 0,0 0 0 0 0,0 0-1 0 0,0 1 1 0 0,0 0-1 0 0,1-1 1 0 0,-1 1-1 0 0,1 1 1 0 0,0-1 0 0 0,9-6-1 0 0,45-29 207 0 0,-48 33-420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0:17.3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15472 0 0,'0'2'60'0'0,"1"0"0"0"0,-1-1 0 0 0,1 1 0 0 0,0 0 1 0 0,0 0-1 0 0,0-1 0 0 0,0 1 0 0 0,0-1 1 0 0,0 1-1 0 0,0-1 0 0 0,0 0 0 0 0,0 1 0 0 0,1-1 1 0 0,-1 0-1 0 0,1 0 0 0 0,-1 0 0 0 0,1 0 0 0 0,-1 0 1 0 0,1 0-1 0 0,2 1 0 0 0,1 1 203 0 0,1 0 1 0 0,0 0-1 0 0,0-1 0 0 0,11 3 1 0 0,4-3-237 0 0,0 0 1 0 0,0-2 0 0 0,0 0 0 0 0,0-1-1 0 0,38-8 1 0 0,-28 5-1810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0:17.9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1 138 13768 0 0,'0'0'2470'0'0,"3"1"-2050"0"0,1 1-429 0 0,4 2 294 0 0,-1 0 1 0 0,1-1-1 0 0,12 4 0 0 0,-17-7-175 0 0,-1 1 1 0 0,1-1-1 0 0,0 0 1 0 0,0 1-1 0 0,0-1 0 0 0,0 0 1 0 0,-1-1-1 0 0,1 1 1 0 0,0 0-1 0 0,0-1 1 0 0,0 0-1 0 0,-1 1 0 0 0,1-1 1 0 0,0 0-1 0 0,3-3 1 0 0,-5 4-86 0 0,1 0 0 0 0,-1-1 0 0 0,0 0 0 0 0,0 1 0 0 0,0-1 0 0 0,0 0 0 0 0,0 1 0 0 0,0-1 0 0 0,0 0 0 0 0,0 0 0 0 0,0 0 0 0 0,0 0 0 0 0,-1 0 0 0 0,1 0 0 0 0,0 0 0 0 0,-1 0 0 0 0,1 0 0 0 0,-1 0 0 0 0,1 0 0 0 0,-1-1 0 0 0,1 1-1 0 0,-1 0 1 0 0,0 0 0 0 0,0 0 0 0 0,1-1 0 0 0,-1 1 0 0 0,0 0 0 0 0,0 0 0 0 0,0-1 0 0 0,0 1 0 0 0,-1 0 0 0 0,1 0 0 0 0,0-1 0 0 0,-1-1 0 0 0,-2-2 37 0 0,0 0-1 0 0,0 0 1 0 0,0 0-1 0 0,-1 0 1 0 0,1 0-1 0 0,-7-5 1 0 0,-11-17 98 0 0,11 13-43 0 0,9 13-104 0 0,1 0 0 0 0,-1 1 0 0 0,0-1 0 0 0,1 0 0 0 0,-1 0 0 0 0,0 1 0 0 0,1-1 0 0 0,-1 0 0 0 0,1 0 0 0 0,-1 0 0 0 0,1 0 0 0 0,0 0 0 0 0,-1 0 0 0 0,1 0 0 0 0,0 1 0 0 0,0-1 0 0 0,-1 0 0 0 0,1 0 0 0 0,0 0 0 0 0,0 0 0 0 0,0 0 0 0 0,0 0 0 0 0,0 0 0 0 0,1 0-1 0 0,-1 0 1 0 0,0 0 0 0 0,0 0 0 0 0,1 0 0 0 0,-1 0 0 0 0,0 0 0 0 0,1 0 0 0 0,-1 0 0 0 0,1 0 0 0 0,-1 1 0 0 0,2-2 0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0:18.2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15880 0 0,'0'0'4585'0'0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0:19.4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0 148 8536 0 0,'0'0'4353'0'0,"4"2"-4210"0"0,13 2 69 0 0,0-1 1 0 0,-1 0 0 0 0,1-1 0 0 0,0-1 0 0 0,0 0 0 0 0,0-1-1 0 0,28-4 1 0 0,18-5 268 0 0,-38 7-263 0 0,0-2-1 0 0,0 0 0 0 0,0-2 1 0 0,-1-1-1 0 0,0-1 0 0 0,25-11 1 0 0,-45 17-128 0 0,-1 0 0 0 0,1-1 0 0 0,-1 1 0 0 0,0-1 0 0 0,0 0 0 0 0,0 0 0 0 0,0 0 0 0 0,-1 0 0 0 0,1-1 0 0 0,-1 1 0 0 0,0-1 0 0 0,1 1 0 0 0,-2-1 0 0 0,1 0 0 0 0,0 0 0 0 0,1-7 0 0 0,-3 10-67 0 0,1 0 0 0 0,-1 1 0 0 0,0-1 0 0 0,0 0 0 0 0,0 0 0 0 0,0 0-1 0 0,1 0 1 0 0,-1 1 0 0 0,0-1 0 0 0,-1 0 0 0 0,1 0 0 0 0,0 0-1 0 0,0 0 1 0 0,0 1 0 0 0,0-1 0 0 0,-1 0 0 0 0,1 0 0 0 0,0 0 0 0 0,-1 1-1 0 0,1-1 1 0 0,-1 0 0 0 0,1 0 0 0 0,-1 1 0 0 0,1-1 0 0 0,-1 0-1 0 0,1 1 1 0 0,-2-1 0 0 0,0-1 9 0 0,0 0-1 0 0,-1 1 1 0 0,1 0-1 0 0,-1-1 1 0 0,1 1 0 0 0,-1 0-1 0 0,1 0 1 0 0,-5 0-1 0 0,-5-1 44 0 0,0 0-1 0 0,-23 0 0 0 0,-124 6 457 0 0,153-3-530 0 0,0 0 1 0 0,1 0 0 0 0,-1 1-1 0 0,1 0 1 0 0,-7 3-1 0 0,-6 1-26 0 0,-5 2-3 0 0,14-5-310 0 0,-1 0 0 0 0,1 0 0 0 0,0-1 0 0 0,-1 0 0 0 0,-18 1 0 0 0,27-3 272 0 0,0 10-105 0 0,0-9 168 0 0,1-1-1 0 0,0 1 1 0 0,0 0 0 0 0,-1 0 0 0 0,1 0 0 0 0,0-1-1 0 0,0 1 1 0 0,0 0 0 0 0,0 0 0 0 0,0 0 0 0 0,0 0 0 0 0,0-1-1 0 0,1 1 1 0 0,-1 0 0 0 0,0 0 0 0 0,0 0 0 0 0,1 0 0 0 0,-1 0-1 0 0,8 22 4 0 0,-1 1-1 0 0,-1 0 0 0 0,-2 0 0 0 0,0 0 0 0 0,1 38 1 0 0,-4-47 22 0 0,0 74 376 0 0,-2-48-1559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0:19.8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13560 0 0,'1'4'44'0'0,"0"1"1"0"0,0 0 0 0 0,1-1 0 0 0,0 0 0 0 0,0 1-1 0 0,3 3 1 0 0,4 11 107 0 0,-3 0-31 0 0,2 0 0 0 0,0-1 0 0 0,1 0 0 0 0,1 0 0 0 0,0-1 0 0 0,15 17 0 0 0,-20-28-36 0 0,-3-3-162 0 0,-1-1 0 0 0,1 0 0 0 0,0 0-1 0 0,0 0 1 0 0,0 0 0 0 0,0 0 0 0 0,0-1-1 0 0,1 1 1 0 0,-1-1 0 0 0,5 3 0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0:20.2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79 188 12664 0 0,'17'20'569'0'0,"-15"-17"-407"0"0,1 0 0 0 0,-1 0 0 0 0,1 0 0 0 0,-1-1 1 0 0,1 1-1 0 0,0-1 0 0 0,0 1 0 0 0,0-1 0 0 0,0 0 1 0 0,0 0-1 0 0,1 0 0 0 0,-1-1 0 0 0,7 3 1 0 0,-7-3-101 0 0,0 0 1 0 0,1-1-1 0 0,-1 1 1 0 0,1-1-1 0 0,-1 0 1 0 0,1 0 0 0 0,0 0-1 0 0,-1 0 1 0 0,1-1-1 0 0,-1 1 1 0 0,1-1-1 0 0,-1 0 1 0 0,0 0 0 0 0,1 0-1 0 0,-1 0 1 0 0,0-1-1 0 0,0 0 1 0 0,1 1-1 0 0,-1-1 1 0 0,-1 0 0 0 0,1 0-1 0 0,4-4 1 0 0,-3 2-1 0 0,0-1 1 0 0,0 1 0 0 0,-1 0 0 0 0,0-1-1 0 0,1 0 1 0 0,-2 0 0 0 0,1 0-1 0 0,-1 0 1 0 0,1 0 0 0 0,-1-1 0 0 0,-1 1-1 0 0,1-1 1 0 0,1-9 0 0 0,-2 5 6 0 0,0 0 0 0 0,-1 0 0 0 0,0 0 0 0 0,-1 0 0 0 0,0 0 0 0 0,-1 0 0 0 0,0 0 1 0 0,0 0-1 0 0,-1 0 0 0 0,-7-18 0 0 0,9 27-53 0 0,1 0 0 0 0,-1 0 0 0 0,1 0 0 0 0,-1 0 0 0 0,0 0 0 0 0,1 0 1 0 0,-1 0-1 0 0,0 1 0 0 0,0-1 0 0 0,1 0 0 0 0,-1 1 0 0 0,0-1 0 0 0,0 0 0 0 0,0 1 1 0 0,0-1-1 0 0,0 1 0 0 0,0-1 0 0 0,0 1 0 0 0,0-1 0 0 0,0 1 0 0 0,0 0 0 0 0,0 0 0 0 0,0-1 1 0 0,-1 1-1 0 0,-1 0 9 0 0,1 1 0 0 0,0-1 0 0 0,-1 0 1 0 0,1 1-1 0 0,0-1 0 0 0,-1 1 0 0 0,1 0 0 0 0,0 0 1 0 0,0 0-1 0 0,-4 2 0 0 0,-3 3 36 0 0,0 1 0 0 0,0 0 0 0 0,-12 13 0 0 0,0 0 58 0 0,1 2 1 0 0,2 1-1 0 0,-26 38 1 0 0,38-51-84 0 0,0 0 1 0 0,1 0-1 0 0,0 0 1 0 0,1 1-1 0 0,0-1 1 0 0,1 1-1 0 0,0 0 1 0 0,1 0-1 0 0,0 1 0 0 0,1-1 1 0 0,0 0-1 0 0,1 16 1 0 0,1-23-22 0 0,-1 0 1 0 0,1 0-1 0 0,0-1 1 0 0,0 1-1 0 0,1 0 1 0 0,-1-1-1 0 0,1 0 1 0 0,0 1-1 0 0,-1-1 1 0 0,2 0-1 0 0,-1 0 1 0 0,0 0-1 0 0,0 0 1 0 0,1 0-1 0 0,0 0 1 0 0,0-1 0 0 0,0 1-1 0 0,0-1 1 0 0,0 0-1 0 0,0 0 1 0 0,0 0-1 0 0,1 0 1 0 0,-1-1-1 0 0,1 1 1 0 0,-1-1-1 0 0,1 0 1 0 0,-1 0-1 0 0,1 0 1 0 0,0 0-1 0 0,0-1 1 0 0,-1 0-1 0 0,1 1 1 0 0,0-1-1 0 0,0-1 1 0 0,4 0-1 0 0,24-5 84 0 0,-21 3-2720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0:20.5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 1 13968 0 0,'0'0'782'0'0,"-1"3"-698"0"0,-7 27 286 0 0,1 0 1 0 0,-4 46-1 0 0,2 69 212 0 0,6-76-182 0 0,2-26-240 0 0,3 1-1 0 0,1-1 1 0 0,2 0-1 0 0,18 72 1 0 0,-12-74 74 0 0,-11-41-223 0 0,0 1-1 0 0,0-1 0 0 0,1 0 1 0 0,-1 0-1 0 0,0 1 0 0 0,0-1 1 0 0,1 0-1 0 0,-1 0 0 0 0,0 0 1 0 0,1 0-1 0 0,-1 1 0 0 0,0-1 1 0 0,1 0-1 0 0,-1 0 0 0 0,0 0 1 0 0,0 0-1 0 0,1 0 0 0 0,-1 0 1 0 0,0 0-1 0 0,1 0 0 0 0,-1 0 1 0 0,0 0-1 0 0,1 0 0 0 0,-1 0 1 0 0,0 0-1 0 0,1 0 0 0 0,-1 0 1 0 0,0 0-1 0 0,1 0 0 0 0,-1-1 1 0 0,0 1-1 0 0,1 0 0 0 0,-1 0 1 0 0,9-4-2388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0:20.9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193 0 13056 0 0,'0'0'1816'0'0,"-3"4"-1432"0"0,-6 4-242 0 0,-1 0 1 0 0,0 0 0 0 0,0-1-1 0 0,-12 6 1 0 0,13-8-8 0 0,0 0 1 0 0,0 1 0 0 0,0 0-1 0 0,1 1 1 0 0,0-1-1 0 0,1 2 1 0 0,-1-1-1 0 0,-10 15 1 0 0,17-20-119 0 0,-5 6 101 0 0,1 0 0 0 0,0 0-1 0 0,0 0 1 0 0,1 1 0 0 0,0 0 0 0 0,1 0 0 0 0,0 0 0 0 0,1 0 0 0 0,-3 17 0 0 0,4-24-97 0 0,1-1 1 0 0,0 1-1 0 0,0 0 1 0 0,0-1-1 0 0,1 1 1 0 0,-1-1-1 0 0,0 1 1 0 0,0-1-1 0 0,1 1 1 0 0,-1-1-1 0 0,1 1 1 0 0,0-1-1 0 0,-1 1 1 0 0,1-1-1 0 0,0 0 1 0 0,0 1-1 0 0,0-1 1 0 0,0 0-1 0 0,0 0 1 0 0,0 0-1 0 0,0 1 1 0 0,0-1-1 0 0,0 0 1 0 0,1 0-1 0 0,-1-1 1 0 0,0 1-1 0 0,1 0 1 0 0,-1 0-1 0 0,3 0 1 0 0,-1 0 2 0 0,0-1-1 0 0,0 1 1 0 0,-1-1 0 0 0,1 0-1 0 0,0 0 1 0 0,0 0 0 0 0,0-1-1 0 0,0 1 1 0 0,-1-1 0 0 0,1 0-1 0 0,0 1 1 0 0,0-1 0 0 0,-1 0-1 0 0,1-1 1 0 0,4-1 0 0 0,5-4 20 0 0,6-3 29 0 0,-1-1 0 0 0,24-18 0 0 0,-35 24-28 0 0,-1 1 0 0 0,0-1 0 0 0,-1-1 0 0 0,1 1 0 0 0,-1 0 0 0 0,0-1 0 0 0,-1 0 0 0 0,1 0 0 0 0,-1 0 1 0 0,0-1-1 0 0,2-8 0 0 0,3-4 562 0 0,-3 20-120 0 0,1 9-304 0 0,1 9 2 0 0,0 0 0 0 0,4 23 0 0 0,-1-1 91 0 0,8 27 338 0 0,-18-67-592 0 0,1-1 0 0 0,-1 1 1 0 0,1 0-1 0 0,-1 0 0 0 0,1-1 0 0 0,0 1 0 0 0,-1 0 0 0 0,1-1 0 0 0,0 1 0 0 0,0 0 0 0 0,0-1 0 0 0,-1 1 0 0 0,1-1 1 0 0,2 1-1 0 0,2 0-2910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0:21.5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264 109 13968 0 0,'0'0'346'0'0,"2"4"-230"0"0,0 2-39 0 0,0 1 0 0 0,1 0 0 0 0,0 0 0 0 0,0-1 0 0 0,0 0 0 0 0,1 0-1 0 0,0 0 1 0 0,1 0 0 0 0,-1 0 0 0 0,1-1 0 0 0,8 8 0 0 0,-10-11 58 0 0,1 1 0 0 0,-1-1 1 0 0,1 0-1 0 0,0 0 0 0 0,-1 0 0 0 0,1-1 0 0 0,0 1 1 0 0,6 0-1 0 0,-9-2-102 0 0,0 0 1 0 0,1 0-1 0 0,-1 0 1 0 0,0 0-1 0 0,1-1 1 0 0,-1 1-1 0 0,0 0 1 0 0,1-1 0 0 0,-1 1-1 0 0,0-1 1 0 0,0 1-1 0 0,0-1 1 0 0,1 0-1 0 0,-1 0 1 0 0,0 1-1 0 0,0-1 1 0 0,0 0-1 0 0,0 0 1 0 0,0 0-1 0 0,0 0 1 0 0,-1 0-1 0 0,1 0 1 0 0,0-1-1 0 0,0 1 1 0 0,-1 0-1 0 0,1 0 1 0 0,-1 0-1 0 0,1-1 1 0 0,-1 1-1 0 0,1-3 1 0 0,4-11 163 0 0,-1 0 0 0 0,0-1 0 0 0,2-19 0 0 0,-5 21 72 0 0,2 1-1 0 0,-1-1 0 0 0,2 1 1 0 0,0 0-1 0 0,6-15 0 0 0,-7 18 1646 0 0,-7 25-1038 0 0,-46 293 816 0 0,-5 43-555 0 0,48-254-826 0 0,-2 13 93 0 0,7-97-358 0 0,0 1-1 0 0,-2-1 0 0 0,1-1 0 0 0,-2 1 0 0 0,0-1 1 0 0,-7 14-1 0 0,10-22-41 0 0,0 0 0 0 0,-1 0 0 0 0,0-1 1 0 0,1 1-1 0 0,-1-1 0 0 0,-1 0 0 0 0,1 1 0 0 0,0-1 0 0 0,-1-1 1 0 0,0 1-1 0 0,1 0 0 0 0,-1-1 0 0 0,0 0 0 0 0,0 0 0 0 0,-1 0 1 0 0,1 0-1 0 0,0-1 0 0 0,-1 0 0 0 0,1 1 0 0 0,0-2 0 0 0,-1 1 1 0 0,1 0-1 0 0,-1-1 0 0 0,0 0 0 0 0,1 0 0 0 0,-6-1 1 0 0,2 0 0 0 0,1-1 1 0 0,0 1 0 0 0,-1-1 0 0 0,1-1-1 0 0,0 0 1 0 0,0 1 0 0 0,1-2 0 0 0,-1 1 0 0 0,1-1-1 0 0,0 0 1 0 0,-1-1 0 0 0,2 1 0 0 0,-1-1 0 0 0,0 0-1 0 0,-5-8 1 0 0,-6-7-13 0 0,11 14-2 0 0,1 0 0 0 0,-1-1 0 0 0,2 0-1 0 0,-8-11 1 0 0,11 15 7 0 0,0 0 0 0 0,0 0 0 0 0,0 0-1 0 0,0 0 1 0 0,0-1 0 0 0,1 1 0 0 0,0 0 0 0 0,-1 0-1 0 0,1-1 1 0 0,0 1 0 0 0,0 0 0 0 0,1 0 0 0 0,-1 0 0 0 0,1-1-1 0 0,1-4 1 0 0,4-9-18 0 0,1 1-1 0 0,0 0 1 0 0,1 0-1 0 0,1 1 0 0 0,0 0 1 0 0,1 0-1 0 0,1 1 1 0 0,18-19-1 0 0,-14 17-1735 0 0,26-19 0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0:22.6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232 147 8136 0 0,'0'0'6584'0'0,"-1"-3"-6440"0"0,-1-9 210 0 0,0 0 0 0 0,1 0 1 0 0,0-23-1 0 0,1 31-238 0 0,1 0 1 0 0,-1 1-1 0 0,1-1 0 0 0,0 0 0 0 0,0 0 0 0 0,0 0 0 0 0,0 0 0 0 0,1 1 0 0 0,0-1 1 0 0,-1 0-1 0 0,1 1 0 0 0,1 0 0 0 0,-1-1 0 0 0,0 1 0 0 0,1 0 0 0 0,5-5 0 0 0,-8 8-70 0 0,1-1 0 0 0,0 0 0 0 0,-1 1-1 0 0,1-1 1 0 0,0 1 0 0 0,-1-1 0 0 0,1 1-1 0 0,0-1 1 0 0,0 1 0 0 0,-1 0 0 0 0,1-1-1 0 0,0 1 1 0 0,0 0 0 0 0,0 0 0 0 0,0-1-1 0 0,-1 1 1 0 0,1 0 0 0 0,0 0-1 0 0,0 0 1 0 0,0 0 0 0 0,0 0 0 0 0,0 0-1 0 0,-1 0 1 0 0,1 0 0 0 0,2 1 0 0 0,-2 0-14 0 0,0 0-1 0 0,0 0 1 0 0,0-1 0 0 0,0 1 0 0 0,-1 0 0 0 0,1 0 0 0 0,0 0 0 0 0,0 1 0 0 0,0-1 0 0 0,-1 0 0 0 0,1 0 0 0 0,-1 0 0 0 0,1 1-1 0 0,-1-1 1 0 0,1 1 0 0 0,2 9 51 0 0,-1-1 0 0 0,-1 1 0 0 0,2 14 0 0 0,-3-17 69 0 0,2 10-76 0 0,-2 0 0 0 0,0 0-1 0 0,-1 0 1 0 0,0 0 0 0 0,-2-1 0 0 0,0 1-1 0 0,-1-1 1 0 0,-1 1 0 0 0,0-1-1 0 0,-1 0 1 0 0,-1-1 0 0 0,-1 0-1 0 0,0 0 1 0 0,-1 0 0 0 0,-1-1-1 0 0,0-1 1 0 0,-1 0 0 0 0,-1 0 0 0 0,0-1-1 0 0,-1 0 1 0 0,-16 12 0 0 0,-74 47 355 0 0,62-46-2878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0:33.7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 1 9240 0 0,'0'0'5442'0'0,"1"4"-5299"0"0,2 3 53 0 0,0 0 1 0 0,-1 0-1 0 0,0 0 1 0 0,0 0-1 0 0,-1 1 0 0 0,0-1 1 0 0,0 0-1 0 0,-1 1 1 0 0,0-1-1 0 0,0 1 0 0 0,0-1 1 0 0,-1 1-1 0 0,-1-1 1 0 0,1 0-1 0 0,-5 12 0 0 0,4-13-81 0 0,0-1-1 0 0,0 1 1 0 0,-1-1-1 0 0,0 1 1 0 0,0-1-1 0 0,0 0 1 0 0,-9 8-1 0 0,11-11-364 0 0,-1 0 0 0 0,-1-1 0 0 0,1 1 0 0 0,0-1 0 0 0,0 0 0 0 0,0 1 0 0 0,-6 0 0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0:34.1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162 27 14368 0 0,'0'0'3607'0'0,"9"-11"-2509"0"0,-8 9-1012 0 0,1 1 1 0 0,-1-1 0 0 0,1 1-1 0 0,-1 0 1 0 0,1-1-1 0 0,0 1 1 0 0,0 0-1 0 0,-1 0 1 0 0,1 0 0 0 0,0 1-1 0 0,0-1 1 0 0,2 0-1 0 0,-3 1-67 0 0,0 0-1 0 0,0 0 1 0 0,0 0-1 0 0,0 0 1 0 0,0 0-1 0 0,0 0 1 0 0,-1 1-1 0 0,1-1 1 0 0,0 0 0 0 0,0 1-1 0 0,0-1 1 0 0,0 1-1 0 0,-1-1 1 0 0,1 1-1 0 0,0-1 1 0 0,0 1-1 0 0,-1-1 1 0 0,1 1-1 0 0,0 0 1 0 0,-1-1-1 0 0,1 1 1 0 0,0 0-1 0 0,-1 0 1 0 0,1-1-1 0 0,-1 1 1 0 0,0 0-1 0 0,1 0 1 0 0,0 1-1 0 0,13 20 257 0 0,-11-19-226 0 0,-1 0 0 0 0,0 0 0 0 0,0 0 0 0 0,0 0 0 0 0,0 0 0 0 0,0 1 0 0 0,2 6 0 0 0,-3-5-16 0 0,-1 0 0 0 0,1 1 0 0 0,-1-1 0 0 0,0 1 1 0 0,-1-1-1 0 0,1 0 0 0 0,-1 0 0 0 0,0 1 0 0 0,0-1 0 0 0,-1 0 0 0 0,1 0 0 0 0,-1 0 0 0 0,0 0 1 0 0,0 0-1 0 0,-1 0 0 0 0,0-1 0 0 0,0 1 0 0 0,0-1 0 0 0,0 0 0 0 0,-5 5 0 0 0,-3 3 12 0 0,-1 0 0 0 0,0-1 0 0 0,0 0 0 0 0,-2-1 0 0 0,-16 11 0 0 0,5-5-9 0 0,17-10-16 0 0,0 0 1 0 0,-1 0 0 0 0,0-1-1 0 0,0-1 1 0 0,0 1-1 0 0,-1-2 1 0 0,-19 6-1 0 0,21-9-1554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0:34.4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38 12760 0 0,'0'0'2074'0'0,"4"0"-1954"0"0,11-1-253 0 0,1-1 0 0 0,-1 0 0 0 0,0-1 0 0 0,0-1 0 0 0,0 0 0 0 0,0-1 0 0 0,23-12 0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0:34.9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1 13056 0 0,'0'0'3591'0'0,"0"4"-3447"0"0,-2 167 1572 0 0,0 106-304 0 0,13-171-426 0 0,-4-98-414 0 0,-7-8-615 0 0,0 0 1 0 0,0 1-1 0 0,0-1 0 0 0,0 0 0 0 0,0 0 1 0 0,1 0-1 0 0,-1 0 0 0 0,0 0 0 0 0,0 0 1 0 0,0 0-1 0 0,0 0 0 0 0,0 1 0 0 0,0-1 1 0 0,1 0-1 0 0,-1 0 0 0 0,0 0 0 0 0,0 0 0 0 0,0 0 1 0 0,0 0-1 0 0,1 0 0 0 0,-1 0 0 0 0,0 0 1 0 0,0 0-1 0 0,0 0 0 0 0,0 0 0 0 0,1 0 1 0 0,-1 0-1 0 0,0 0 0 0 0,0 0 0 0 0,0 0 1 0 0,0 0-1 0 0,0-1 0 0 0,1 1 0 0 0,-1 0 0 0 0,0 0 1 0 0,0 0-1 0 0,0 0 0 0 0,0 0 0 0 0,0 0 1 0 0,0 0-1 0 0,1 0 0 0 0,-1-1 0 0 0,0 1 1 0 0,0 0-1 0 0,0 0 0 0 0,0 0 0 0 0,0 0 1 0 0,0 0-1 0 0,0-1 0 0 0,0 1 0 0 0,0 0 1 0 0,0 0-1 0 0,0 0 0 0 0,0 0 0 0 0,0 0 0 0 0,1-1 1 0 0,-1 1-1 0 0,0 0 0 0 0,-1 0 0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0:35.2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90 1 12664 0 0,'0'1'-7'0'0,"-3"104"510"0"0,-5-65 1289 0 0,8-38-1649 0 0,-1 0 0 0 0,1 0 0 0 0,-1 0 0 0 0,0 0 1 0 0,1 0-1 0 0,-1 0 0 0 0,0 0 0 0 0,0 0 1 0 0,0-1-1 0 0,-1 1 0 0 0,1 0 0 0 0,0 0 1 0 0,-3 1-1 0 0,4-2-96 0 0,-1 0 1 0 0,1-1-1 0 0,-1 1 1 0 0,0 0-1 0 0,0 0 1 0 0,1-1-1 0 0,-1 1 1 0 0,0 0-1 0 0,0-1 1 0 0,0 1-1 0 0,0-1 1 0 0,0 0-1 0 0,0 1 1 0 0,0-1-1 0 0,0 1 1 0 0,0-1-1 0 0,0 0 1 0 0,0 0-1 0 0,0 0 1 0 0,0 0-1 0 0,0 0 1 0 0,0 0-1 0 0,0 0 1 0 0,0 0-1 0 0,0 0 1 0 0,0 0-1 0 0,0 0 1 0 0,-1-1-1 0 0,-21-8 717 0 0,10 5-3157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0:35.6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174 61 15176 0 0,'-12'-22'1853'0'0,"12"21"-1776"0"0,-1 1-1 0 0,0-1 1 0 0,1 0 0 0 0,-1 0 0 0 0,1 1 0 0 0,-1-1-1 0 0,1 0 1 0 0,-1 0 0 0 0,1 0 0 0 0,-1 0 0 0 0,1 1-1 0 0,0-1 1 0 0,-1 0 0 0 0,1 0 0 0 0,0 0-1 0 0,0 0 1 0 0,0 0 0 0 0,0 0 0 0 0,0 0 0 0 0,0 0-1 0 0,0 0 1 0 0,0 0 0 0 0,0 0 0 0 0,0 0 0 0 0,1 0-1 0 0,-1 0 1 0 0,0 1 0 0 0,0-1 0 0 0,1 0 0 0 0,-1 0-1 0 0,1 0 1 0 0,-1 0 0 0 0,1 0 0 0 0,-1 1 0 0 0,1-1-1 0 0,0 0 1 0 0,-1 1 0 0 0,1-1 0 0 0,0 0 0 0 0,-1 1-1 0 0,1-1 1 0 0,0 1 0 0 0,0-1 0 0 0,0 1-1 0 0,0-1 1 0 0,-1 1 0 0 0,1 0 0 0 0,0-1 0 0 0,0 1-1 0 0,0 0 1 0 0,1-1 0 0 0,6 2 41 0 0,0-1-1 0 0,0 1 1 0 0,0 0-1 0 0,0 1 1 0 0,13 4-1 0 0,12-4 541 0 0,-33-2-386 0 0,-20 9-50 0 0,2 0-151 0 0,0 1 1 0 0,1 1-1 0 0,0 0 0 0 0,-25 22 0 0 0,22-15-32 0 0,10-10-22 0 0,1 0 1 0 0,0 1-1 0 0,0-1 0 0 0,0 2 1 0 0,2-1-1 0 0,-1 1 0 0 0,1 0 1 0 0,0 1-1 0 0,-9 22 0 0 0,11-21-8 0 0,0 1 0 0 0,1 0-1 0 0,1 0 1 0 0,0 0 0 0 0,1 1 0 0 0,-1 21-1 0 0,3-30-7 0 0,1 1 0 0 0,-1-1 0 0 0,1 0 0 0 0,0 1 0 0 0,0-1 0 0 0,0 0 0 0 0,1 0 0 0 0,0 0 0 0 0,0 0 0 0 0,0 0 0 0 0,0 0 0 0 0,1-1 0 0 0,0 1 0 0 0,0-1 0 0 0,0 1 0 0 0,1-1-1 0 0,-1 0 1 0 0,1 0 0 0 0,7 5 0 0 0,-3-3 44 0 0,1 0 1 0 0,0 0-1 0 0,0 0 0 0 0,1-1 0 0 0,14 5 0 0 0,-21-8-216 0 0,1-1 0 0 0,0 0-1 0 0,-1-1 1 0 0,1 1 0 0 0,0-1 0 0 0,-1 1 0 0 0,1-1-1 0 0,0 0 1 0 0,0 0 0 0 0,-1-1 0 0 0,1 1-1 0 0,0-1 1 0 0,-1 0 0 0 0,1 0 0 0 0,0 0-1 0 0,-1 0 1 0 0,1-1 0 0 0,4-2 0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0:36.0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15680 0 0,'0'0'3911'0'0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0:37.3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452 290 9744 0 0,'0'0'7263'0'0,"4"1"-6895"0"0,11 0-134 0 0,-1 0-1 0 0,1-1 0 0 0,23-3 0 0 0,-20 1 179 0 0,-1 1 0 0 0,33 2-1 0 0,-40 1-202 0 0,0 1 0 0 0,0 0 0 0 0,-1 0 0 0 0,1 1 0 0 0,13 7 0 0 0,28 11 911 0 0,-47-21-1035 0 0,-1 0 29 0 0,0 0-1 0 0,0 0 0 0 0,1 0 0 0 0,-1 0 1 0 0,0-1-1 0 0,1 0 0 0 0,4 0 1 0 0,-7 0-84 0 0,0 0 0 0 0,0 0 1 0 0,0-1-1 0 0,0 1 0 0 0,0-1 1 0 0,0 1-1 0 0,0-1 0 0 0,0 1 0 0 0,0-1 1 0 0,0 0-1 0 0,0 0 0 0 0,0 1 1 0 0,0-1-1 0 0,0 0 0 0 0,0 0 1 0 0,-1 0-1 0 0,1 0 0 0 0,0 0 0 0 0,-1 0 1 0 0,1 0-1 0 0,-1 0 0 0 0,1 0 1 0 0,-1 0-1 0 0,1 0 0 0 0,-1-2 1 0 0,6-4 224 0 0,-6 6-233 0 0,1 1-1 0 0,-1 0 0 0 0,0-1 0 0 0,1 1 0 0 0,-1 0 1 0 0,0-1-1 0 0,1 1 0 0 0,-1-1 0 0 0,0 1 1 0 0,1-1-1 0 0,-1 1 0 0 0,0-1 0 0 0,0 1 0 0 0,1-1 1 0 0,-1 1-1 0 0,0-1 0 0 0,0 1 0 0 0,0-1 0 0 0,0 1 1 0 0,0-2-1 0 0,0 2 167 0 0,-13 9 137 0 0,-26 23-2 0 0,-74 45-1 0 0,91-63-277 0 0,-19 10 7 0 0,0-2 0 0 0,-1-2 0 0 0,-1-2 1 0 0,-51 15-1 0 0,87-31-51 0 0,1 0 0 0 0,-1-1 0 0 0,1 0 1 0 0,-1 0-1 0 0,0 0 0 0 0,1-1 0 0 0,-1 0 1 0 0,0 0-1 0 0,0 0 0 0 0,1-1 0 0 0,-1 0 0 0 0,0-1 1 0 0,-7-2-1 0 0,10 2-18 0 0,0 0 0 0 0,0 0 0 0 0,0 0 1 0 0,1 0-1 0 0,-1-1 0 0 0,1 1 0 0 0,0-1 1 0 0,0 0-1 0 0,0 0 0 0 0,0 0 0 0 0,0-1 1 0 0,0 1-1 0 0,1-1 0 0 0,0 1 0 0 0,0-1 1 0 0,0 0-1 0 0,0 0 0 0 0,0 0 0 0 0,1 0 0 0 0,0 0 1 0 0,-2-8-1 0 0,3 9-16 0 0,0-1 0 0 0,0 1 0 0 0,0 0 0 0 0,1-1 0 0 0,-1 1 1 0 0,1 0-1 0 0,0-1 0 0 0,-1 1 0 0 0,2 0 0 0 0,-1 0 0 0 0,0 0 0 0 0,3-5 0 0 0,22-33-309 0 0,-26 40 340 0 0,2-1-10 0 0,-1 0 0 0 0,1 0 0 0 0,0 0 0 0 0,-1 0-1 0 0,1 0 1 0 0,0 1 0 0 0,0-1 0 0 0,0 0 0 0 0,0 1 0 0 0,0 0 0 0 0,1 0 0 0 0,-1-1 0 0 0,0 1 0 0 0,1 0-1 0 0,-1 1 1 0 0,0-1 0 0 0,6-1 0 0 0,-7 2 9 0 0,1 0 0 0 0,-1 0 0 0 0,1 1 0 0 0,-1-1 0 0 0,1 0 0 0 0,-1 1 0 0 0,1-1-1 0 0,-1 1 1 0 0,1-1 0 0 0,-1 1 0 0 0,0-1 0 0 0,1 1 0 0 0,-1 0 0 0 0,0 0 0 0 0,1 0 0 0 0,-1 0 0 0 0,0 0 0 0 0,0 0 0 0 0,0 0 0 0 0,0 0-1 0 0,0 0 1 0 0,0 1 0 0 0,0-1 0 0 0,-1 0 0 0 0,1 1 0 0 0,0-1 0 0 0,-1 0 0 0 0,1 1 0 0 0,-1-1 0 0 0,1 3 0 0 0,1 2 2 0 0,0 1 0 0 0,0 0 0 0 0,-1 0 0 0 0,0 0 0 0 0,-1 0 0 0 0,1 0 1 0 0,-1 0-1 0 0,-1 0 0 0 0,1 0 0 0 0,-1 0 0 0 0,-3 11 0 0 0,-1-4 2 0 0,0-1-1 0 0,0 0 1 0 0,-1 0-1 0 0,-14 21 1 0 0,16-29 0 0 0,0 0 0 0 0,0 0 0 0 0,-1 0 0 0 0,0 0 1 0 0,0-1-1 0 0,0 0 0 0 0,-1 0 0 0 0,1-1 0 0 0,-1 1 1 0 0,0-1-1 0 0,-10 4 0 0 0,7-4 0 0 0,0 0 0 0 0,0 0 1 0 0,0 0-1 0 0,0-1 0 0 0,0-1 0 0 0,-1 0 0 0 0,-14 0 1 0 0,18-1-2 0 0,1 0 0 0 0,0-1 1 0 0,0 0-1 0 0,0 0 0 0 0,0 0 1 0 0,0-1-1 0 0,0 0 0 0 0,0 0 1 0 0,1 0-1 0 0,-1 0 1 0 0,0-1-1 0 0,1 1 0 0 0,0-1 1 0 0,0-1-1 0 0,0 1 0 0 0,0 0 1 0 0,0-1-1 0 0,1 0 0 0 0,-6-7 1 0 0,6 6-1 0 0,0-1 0 0 0,0 0 0 0 0,0 0 0 0 0,1 0 0 0 0,-1-1 0 0 0,1 1 0 0 0,1 0 0 0 0,0-1 0 0 0,0 1-1 0 0,0-1 1 0 0,0 0 0 0 0,1 1 0 0 0,0-1 0 0 0,1 0 0 0 0,0-6 0 0 0,49-351 128 0 0,-48 344-45 0 0,-1 0 0 0 0,-1-24 0 0 0,0 15 507 0 0,0 29-581 0 0,0 0 0 0 0,0-1 0 0 0,0 1 0 0 0,1 0 0 0 0,-1 0 0 0 0,0-1 1 0 0,0 1-1 0 0,0 0 0 0 0,1 0 0 0 0,-1 0 0 0 0,0 0 0 0 0,0 0 0 0 0,1-1 0 0 0,-1 1 0 0 0,0 0 0 0 0,1 0 0 0 0,-1 0 1 0 0,0 0-1 0 0,0 0 0 0 0,1 0 0 0 0,-1 0 0 0 0,0 0 0 0 0,1 0 0 0 0,-1 0 0 0 0,0 0 0 0 0,0 0 0 0 0,1 0 0 0 0,-1 0 1 0 0,0 0-1 0 0,1 0 0 0 0,-1 0 0 0 0,0 0 0 0 0,0 1 0 0 0,1-1 0 0 0,-1 0 0 0 0,0 0 0 0 0,1 0 0 0 0,10 6 315 0 0,10 16-252 0 0,-15-17-3082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0:37.6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17183 0 0,'2'4'103'0'0,"0"-2"57"0"0,0 0 1 0 0,0 1-1 0 0,0-1 1 0 0,-1 1-1 0 0,1-1 1 0 0,-1 1 0 0 0,1-1-1 0 0,-1 1 1 0 0,0 0-1 0 0,0 0 1 0 0,-1 0-1 0 0,1 0 1 0 0,0-1 0 0 0,-1 7 1136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0:39.0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987 164 15376 0 0,'0'0'1853'0'0,"4"-1"-1657"0"0,2-1-92 0 0,0 0-1 0 0,-1-1 1 0 0,1 0 0 0 0,-1 0 0 0 0,1 0 0 0 0,-1 0 0 0 0,0-1-1 0 0,7-7 1 0 0,33-40 1906 0 0,-14 15-1502 0 0,-25 30-156 0 0,0 2 1 0 0,0-1 0 0 0,0 0-1 0 0,10-4 1 0 0,0-1 264 0 0,-15 9-605 0 0,-1 1 0 0 0,0 0 0 0 0,1 0-1 0 0,-1 0 1 0 0,0 0 0 0 0,1-1 0 0 0,-1 1 0 0 0,0 0 0 0 0,1 0 0 0 0,-1 0 0 0 0,0 0 0 0 0,1 0 0 0 0,-1 0 0 0 0,1 0 0 0 0,-1 0 0 0 0,0 0 0 0 0,1 0 0 0 0,-1 0 0 0 0,0 0 0 0 0,1 0 0 0 0,-1 0 0 0 0,1 0 0 0 0,-1 0 0 0 0,0 1 0 0 0,1-1 0 0 0,-1 0 0 0 0,0 0 0 0 0,1 0 0 0 0,-1 0 0 0 0,1 1-1 0 0,7 12 240 0 0,0 17 19 0 0,-8-29-256 0 0,1 6 19 0 0,0-1 0 0 0,-1 1 0 0 0,0 0-1 0 0,0 0 1 0 0,0-1 0 0 0,-1 1 0 0 0,0 0 0 0 0,0-1 0 0 0,-1 1 0 0 0,0-1 0 0 0,0 1-1 0 0,0-1 1 0 0,-1 0 0 0 0,-6 12 0 0 0,1-7 15 0 0,-1 1-1 0 0,1-1 0 0 0,-2-1 1 0 0,1 0-1 0 0,-1 0 1 0 0,-13 9-1 0 0,17-15-37 0 0,-1 0 0 0 0,1-1 1 0 0,0 0-1 0 0,-12 4 0 0 0,-3 1 14 0 0,8-1-114 0 0,-1-1 0 0 0,1-1 0 0 0,-1 0 0 0 0,0-1 0 0 0,-1 0 0 0 0,1-1 0 0 0,-1-1 1 0 0,-26 1-1 0 0,40-4 49 0 0,-1 1 0 0 0,1-1 1 0 0,-1 0-1 0 0,1 0 0 0 0,-1 0 1 0 0,1 0-1 0 0,-1 0 0 0 0,1 0 1 0 0,0 0-1 0 0,-1 0 0 0 0,1-1 1 0 0,0 1-1 0 0,-2-3 0 0 0,-8-8-240 0 0,8 10 268 0 0,-2-1-21 0 0,1 1 1 0 0,0-1 0 0 0,0-1-1 0 0,0 1 1 0 0,0-1 0 0 0,1 1-1 0 0,-1-1 1 0 0,1 0 0 0 0,-4-7-1 0 0,6 9 35 0 0,0 0 1 0 0,1 0-1 0 0,-1 0 0 0 0,1 0 0 0 0,-1 0 0 0 0,1 0 1 0 0,0 0-1 0 0,0 0 0 0 0,0-3 0 0 0,0 2 1 0 0,0 1-1 0 0,0-1 1 0 0,-1 1-1 0 0,1 0 1 0 0,0-1-1 0 0,-1 1 1 0 0,1-1-1 0 0,-2-2 1 0 0,0 0 23 0 0,1-1 0 0 0,0 0 0 0 0,0 0 0 0 0,1 1 0 0 0,-1-1-1 0 0,2 0 1 0 0,-1 0 0 0 0,1-6 0 0 0,0-7 215 0 0,-1 18-232 0 0,0 1 1 0 0,0 0 0 0 0,0 0 0 0 0,0-1 0 0 0,0 1 0 0 0,0 0 0 0 0,0 0-1 0 0,0-1 1 0 0,0 1 0 0 0,0 0 0 0 0,0-1 0 0 0,0 1 0 0 0,0 0 0 0 0,0 0-1 0 0,0-1 1 0 0,0 1 0 0 0,0 0 0 0 0,0 0 0 0 0,0-1 0 0 0,1 1-1 0 0,-1 0 1 0 0,0 0 0 0 0,0-1 0 0 0,0 1 0 0 0,0 0 0 0 0,1 0 0 0 0,-1 0-1 0 0,0-1 1 0 0,0 1 0 0 0,0 0 0 0 0,1 0 0 0 0,-1 0 0 0 0,0 0-1 0 0,1-1 1 0 0,7 7 473 0 0,6 13-131 0 0,-13-16-319 0 0,0 0-1 0 0,0 0 1 0 0,0 0-1 0 0,0 0 0 0 0,-1 0 1 0 0,0 0-1 0 0,1 0 1 0 0,-1 0-1 0 0,0 1 1 0 0,0-1-1 0 0,-1 0 1 0 0,1 0-1 0 0,-1 0 1 0 0,1 0-1 0 0,-1 0 0 0 0,-2 4 1 0 0,-12 33 320 0 0,-9-4-151 0 0,21-33-187 0 0,-1 0-1 0 0,1 0 0 0 0,-1-1 1 0 0,0 1-1 0 0,0-1 1 0 0,0 0-1 0 0,-1 0 0 0 0,1-1 1 0 0,-9 3-1 0 0,-44 6 10 0 0,11-2-2 0 0,-25 2 1 0 0,49-6-24 0 0,0-1-1 0 0,-1-1 0 0 0,1-1 1 0 0,-43-3-1 0 0,10 1-1 0 0,17 0-20 0 0,1-2 0 0 0,0-1 1 0 0,0-2-1 0 0,-56-17 0 0 0,65 17-29 0 0,24 6 42 0 0,0 0 0 0 0,1 0 0 0 0,-1-1 0 0 0,1 0 0 0 0,-1 0 0 0 0,1 0 0 0 0,0 0 0 0 0,-1 0 0 0 0,1-1 0 0 0,0 1 0 0 0,0-1 0 0 0,0 0 0 0 0,0 0 0 0 0,0 0 0 0 0,0 0 0 0 0,-4-5 0 0 0,4 4 8 0 0,0 1-1 0 0,0-1 1 0 0,0 0-1 0 0,0 1 0 0 0,1-1 1 0 0,-1-1-1 0 0,1 1 1 0 0,-3-5-1 0 0,4-1 46 0 0,0-1-1 0 0,0 1 1 0 0,1-1-1 0 0,0 1 1 0 0,3-14 0 0 0,-1 19 12 0 0,0 0 0 0 0,0 0 1 0 0,1 1-1 0 0,-1-1 1 0 0,1 1-1 0 0,0-1 1 0 0,0 1-1 0 0,0 0 1 0 0,1 0-1 0 0,-1 0 1 0 0,8-4-1 0 0,9-9-3201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0:39.4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17079 0 0,'7'5'188'0'0,"1"0"0"0"0,-1-1 0 0 0,1 0 0 0 0,0 0 0 0 0,0-1 0 0 0,1 0 0 0 0,-1 0 0 0 0,1-1 0 0 0,-1 0 0 0 0,1-1 0 0 0,11 2 0 0 0,-10-4-8 0 0,1 0-1 0 0,-1 0 0 0 0,0-1 1 0 0,0 0-1 0 0,1-1 0 0 0,9-3 0 0 0,-10 2-90 0 0,6-4 236 0 0,-8 2-2506 0 0,-7 6 1613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0:40.0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12056 0 0,'0'0'984'0'0,"3"2"-768"0"0,2 1-149 0 0,1 0 93 0 0,-1 1 0 0 0,1 0 0 0 0,-1 0 0 0 0,0 0 0 0 0,0 0 0 0 0,6 7 4400 0 0,-8-10-4452 0 0,0 0-1 0 0,0 0 0 0 0,0-1 0 0 0,0 1 0 0 0,0-1 0 0 0,1 0 0 0 0,-1 0 1 0 0,0 0-1 0 0,0 0 0 0 0,5-1 0 0 0,-8 3-32 0 0,1 0 1 0 0,-1 0-1 0 0,0 0 1 0 0,0 0-1 0 0,0 0 0 0 0,0 0 1 0 0,-1 0-1 0 0,1 1 1 0 0,0-1-1 0 0,-2 2 0 0 0,1 1 15 0 0,-7 149 1936 0 0,6-141-1915 0 0,1 1-1 0 0,1-1 1 0 0,0 1-1 0 0,0-1 1 0 0,2 0-1 0 0,0 1 1 0 0,0-1 0 0 0,1 0-1 0 0,9 24 1 0 0,-7-22 31 0 0,-1 1 0 0 0,0 0 1 0 0,-1 0-1 0 0,1 18 1 0 0,-3-29-90 0 0,-1 1 0 0 0,0 0 1 0 0,0-1-1 0 0,0 1 1 0 0,-3 10-1 0 0,0 12 216 0 0,0-24-3334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0:40.3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16384 0 0,'0'0'4783'0'0,"1"4"-4607"0"0,4 44 394 0 0,-5-47-513 0 0,-6-11 283 0 0,7 8-322 0 0,-1 1-1 0 0,1 0 1 0 0,-1 0 0 0 0,1 0-1 0 0,0 0 1 0 0,-1 0 0 0 0,1 0-1 0 0,0 0 1 0 0,0 0-1 0 0,0 1 1 0 0,0-1 0 0 0,0 0-1 0 0,0 0 1 0 0,0 1 0 0 0,1-2-1 0 0,1 0 58 0 0,-2 1 209 0 0,0 5-3053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0:54.3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10448 0 0,'0'0'0'0'0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0:57.0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0 228 10544 0 0,'0'0'4570'0'0,"4"1"-4279"0"0,4 3-177 0 0,0-1-1 0 0,0 0 1 0 0,1-1 0 0 0,-1 0 0 0 0,1 0 0 0 0,-1-1 0 0 0,1 0-1 0 0,0 0 1 0 0,-1-1 0 0 0,14-1 0 0 0,1-2 95 0 0,1 2 1 0 0,0 0-1 0 0,26 3 1 0 0,4 0 293 0 0,-15-4-68 0 0,-1-2 0 0 0,53-10 0 0 0,-21 8 286 0 0,-6 1-146 0 0,-41 2-315 0 0,31 1-1 0 0,-33 2-78 0 0,0-1 0 0 0,27-4 0 0 0,-28 2-23 0 0,34-1 0 0 0,1 0 18 0 0,-16 2-21 0 0,64 2 0 0 0,-35 2-73 0 0,72 11 44 0 0,-106-12-80 0 0,68 9-1 0 0,-74-7-17 0 0,2-1 0 0 0,44-4 0 0 0,-16 1 5 0 0,111-1 210 0 0,-7-2 313 0 0,-110-8-305 0 0,-49 11-240 0 0,0 1 0 0 0,1-1 1 0 0,-1 1-1 0 0,0-1 0 0 0,0 0 1 0 0,0-1-1 0 0,0 1 1 0 0,0 0-1 0 0,0-1 0 0 0,-1 0 1 0 0,1 1-1 0 0,0-1 0 0 0,-1 0 1 0 0,1-1-1 0 0,-1 1 1 0 0,0 0-1 0 0,0-1 0 0 0,3-3 1 0 0,-5 4-7 0 0,-3-3 0 0 0,0 1-1 0 0,-1-1 1 0 0,1 0 0 0 0,-1 1 0 0 0,0 0-1 0 0,0 0 1 0 0,-1 0 0 0 0,-7-6 0 0 0,-9-7 3 0 0,-11-19 34 0 0,20 22 19 0 0,-23-22 1 0 0,31 34-36 0 0,0 0 1 0 0,1 0-1 0 0,-1 0 1 0 0,0 0-1 0 0,0 0 0 0 0,0 1 1 0 0,-1 0-1 0 0,1 0 1 0 0,0 0-1 0 0,-8-1 1 0 0,11 2 27 0 0,0 0-31 0 0,1 0-1 0 0,-1 0 0 0 0,1 1 1 0 0,-1-1-1 0 0,0 0 0 0 0,1 0 1 0 0,-1 0-1 0 0,1 0 0 0 0,-1 1 1 0 0,0-1-1 0 0,1 0 0 0 0,-1 1 1 0 0,1-1-1 0 0,-1 0 0 0 0,1 1 1 0 0,-1-1-1 0 0,1 1 0 0 0,0-1 1 0 0,-1 0-1 0 0,1 1 0 0 0,-1-1 1 0 0,1 1-1 0 0,0-1 0 0 0,-1 1 1 0 0,1 0-1 0 0,0-1 0 0 0,-1 1 1 0 0,2 4-11 0 0,0-1 0 0 0,0 0 0 0 0,0 0 0 0 0,1 0 0 0 0,0 0 0 0 0,-1 0 0 0 0,1-1 0 0 0,0 1 0 0 0,1 0 0 0 0,-1-1 0 0 0,1 0 0 0 0,-1 1 0 0 0,4 2 1 0 0,10 14 18 0 0,-9-12-23 0 0,0-1 0 0 0,0 1 0 0 0,1-2 1 0 0,0 1-1 0 0,1-1 0 0 0,-1-1 0 0 0,1 1 1 0 0,16 6-1 0 0,18 12 26 0 0,-6-5-18 0 0,-30-17-13 0 0,0 1 0 0 0,0 1 0 0 0,-1-1 0 0 0,1 1 0 0 0,5 4 0 0 0,-10-7-3 0 0,10 8 0 0 0,18 30 24 0 0,-29-38-23 0 0,-1 0 0 0 0,0 0 0 0 0,1 0-1 0 0,-1 0 1 0 0,1 0 0 0 0,-1 0 0 0 0,0 0-1 0 0,0 0 1 0 0,0 0 0 0 0,0 0 0 0 0,0 0 0 0 0,0 0-1 0 0,0 0 1 0 0,0 0 0 0 0,0 0 0 0 0,0 1-1 0 0,0-1 1 0 0,-1 0 0 0 0,1 0 0 0 0,0 0 0 0 0,-1 0-1 0 0,0 1 1 0 0,-13 25 29 0 0,6-13-22 0 0,5-9-7 0 0,-1 1-1 0 0,1-1 1 0 0,-1 0 0 0 0,0-1-1 0 0,0 1 1 0 0,-1-1-1 0 0,1 1 1 0 0,-1-1-1 0 0,0-1 1 0 0,0 1 0 0 0,-11 5-1 0 0,-3 3 1 0 0,19-12-1 0 0,0 0 0 0 0,0 0 0 0 0,0 0 0 0 0,0 0 0 0 0,0 0 0 0 0,0 0 0 0 0,0 0 0 0 0,0 0 0 0 0,0 0 0 0 0,0 0 0 0 0,0 0 0 0 0,0 0 0 0 0,0 0 0 0 0,-1 0 0 0 0,1 0 0 0 0,0 0 0 0 0,0 0 0 0 0,0 0 0 0 0,0 0 0 0 0,0 0 0 0 0,0 0 0 0 0,0 0 0 0 0,0 0 0 0 0,0 0 0 0 0,0 0 0 0 0,0 0 0 0 0,0 0 0 0 0,0 0 0 0 0,0 0 0 0 0,0 0 0 0 0,0 0 0 0 0,-1 0 0 0 0,1 0 0 0 0,0 0 0 0 0,0 0 0 0 0,0 0 0 0 0,0 0 0 0 0,0 0 0 0 0,0 0 0 0 0,-20 18 0 0 0,16-14 0 0 0,0 1 0 0 0,-1 0 0 0 0,1-1 0 0 0,2 0 0 0 0,1 1 0 0 0,1-2 2 0 0,0-2 36 0 0,1-2-31 0 0,4-2-7 0 0,-1 0 0 0 0,1 1 0 0 0,0-1 1 0 0,0 1-1 0 0,0 0 0 0 0,1 0 0 0 0,7-2 0 0 0,9-2 0 0 0,27-10 0 0 0,61-11 0 0 0,-15 4 0 0 0,-32 7 4 0 0,88-29 15 0 0,18-14 133 0 0,-160 58-151 0 0,1-1 0 0 0,12-12 24 0 0,-17 11-20 0 0,0 1-4 0 0,-1 0-1 0 0,0 0 0 0 0,0-1 0 0 0,1 1 0 0 0,-1 1 0 0 0,0 0 0 0 0,1 1 0 0 0,0-2 0 0 0,-1 0 0 0 0,0 0 0 0 0,-2-1 2 0 0,-2-1 3 0 0,-2 0-2 0 0,0-1 2 0 0,-3 1-2 0 0,1 2 2 0 0,-7-4 3 0 0,1 1-1 0 0,-1 1 1 0 0,-1 0 0 0 0,-11-3 0 0 0,-71-18 19 0 0,32 8 3 0 0,58 16-30 0 0,-26-7 16 0 0,0 1 1 0 0,0 1-1 0 0,-60-2 0 0 0,74 7-12 0 0,1-1 1 0 0,-1 0-1 0 0,1-1 0 0 0,-20-7 0 0 0,17 5 2 0 0,1 0 0 0 0,-28-2 0 0 0,24 4 10 0 0,0 0 0 0 0,-28-10 0 0 0,32 8-1 0 0,-1 1 0 0 0,1 0 0 0 0,-1 2 0 0 0,-21-2 0 0 0,13 4-213 0 0,-26 0 586 0 0,17 0-3730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1:05.6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339 224 11048 0 0,'0'0'5352'0'0,"4"2"-5218"0"0,6 5-41 0 0,-5-3 138 0 0,0-1 1 0 0,1 0 0 0 0,0 1-1 0 0,0-2 1 0 0,10 5 0 0 0,-14-7-172 0 0,0 1 0 0 0,0-1 0 0 0,0 0 1 0 0,0 1-1 0 0,0-1 0 0 0,-1 0 0 0 0,1 0 1 0 0,0-1-1 0 0,0 1 0 0 0,0 0 0 0 0,0-1 1 0 0,-1 1-1 0 0,1-1 0 0 0,0 1 0 0 0,0-1 1 0 0,-1 0-1 0 0,1 0 0 0 0,0 0 0 0 0,-1 0 1 0 0,1 0-1 0 0,-1 0 0 0 0,1 0 0 0 0,-1 0 1 0 0,0-1-1 0 0,1 1 0 0 0,1-3 0 0 0,4-5 90 0 0,-1 0 0 0 0,1-1-1 0 0,-1 0 1 0 0,-1 0-1 0 0,0-1 1 0 0,4-11 0 0 0,-8 17-97 0 0,1 1 1 0 0,-1 0-1 0 0,0 0 1 0 0,0-1-1 0 0,-1 1 1 0 0,1 0-1 0 0,-1-1 1 0 0,0 1-1 0 0,0 0 1 0 0,-1-1-1 0 0,1 1 1 0 0,-1 0-1 0 0,0-1 1 0 0,0 1-1 0 0,0 0 1 0 0,-1 0-1 0 0,1 0 1 0 0,-1 0-1 0 0,-3-5 1 0 0,2 4-13 0 0,2 4-17 0 0,0-1 0 0 0,0 1 0 0 0,0-1 0 0 0,0 1 0 0 0,0-1 0 0 0,0 1 0 0 0,0 0-1 0 0,0-1 1 0 0,-1 1 0 0 0,1 0 0 0 0,0 0 0 0 0,-1 0 0 0 0,1 0 0 0 0,-1 0 0 0 0,1 0 0 0 0,-1 0-1 0 0,1 1 1 0 0,-1-1 0 0 0,0 1 0 0 0,1-1 0 0 0,-1 1 0 0 0,0 0 0 0 0,0-1 0 0 0,1 1 0 0 0,-1 0 0 0 0,0 0-1 0 0,-2 0 1 0 0,-6 1 25 0 0,0 1-1 0 0,0-1 0 0 0,0 2 1 0 0,0-1-1 0 0,1 1 0 0 0,-1 1 0 0 0,-14 7 1 0 0,-31 10 108 0 0,-1 1 5 0 0,12-3 6 0 0,43-19-158 0 0,-4 3 29 0 0,-14 16 37 0 0,15-17-75 0 0,0-2-1 0 0,1-1 0 0 0,0-1 0 0 0,0 1 0 0 0,0-1 0 0 0,0 1 0 0 0,1-1 0 0 0,-1 0 0 0 0,0 0 0 0 0,1-1 0 0 0,0 1 0 0 0,0 0 0 0 0,-1-1 0 0 0,1 1 0 0 0,-2-5 0 0 0,0 0 14 0 0,1-1-1 0 0,-1 0 0 0 0,1 1 1 0 0,1-1-1 0 0,0 0 0 0 0,0 0 1 0 0,0 0-1 0 0,0-16 0 0 0,-9-9 319 0 0,11 32-9 0 0,0 27-112 0 0,0 58 418 0 0,0-83-608 0 0,0 0 0 0 0,0 0 0 0 0,0 0 1 0 0,0 0-1 0 0,0 0 0 0 0,0 0 0 0 0,0-1 0 0 0,-1 1 1 0 0,1 0-1 0 0,0 0 0 0 0,-1 0 0 0 0,1 0 0 0 0,0 0 0 0 0,-1-1 1 0 0,1 1-1 0 0,-1 0 0 0 0,1 0 0 0 0,-1-1 0 0 0,0 1 1 0 0,1 0-1 0 0,-1-1 0 0 0,0 1 0 0 0,1 0 0 0 0,-2 0 0 0 0,0-1-4 0 0,0 1 0 0 0,1 0-1 0 0,-1-1 1 0 0,0 0-1 0 0,1 1 1 0 0,-1-1-1 0 0,0 0 1 0 0,1 0-1 0 0,-1 0 1 0 0,0 0 0 0 0,1 0-1 0 0,-4-1 1 0 0,1 0 3 0 0,-1 0 0 0 0,1-1 0 0 0,0 1 0 0 0,-1-1 1 0 0,1 0-1 0 0,0 0 0 0 0,0 0 0 0 0,0 0 0 0 0,-6-6 1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1:06.0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 6 19295 0 0,'0'0'880'0'0,"-8"-5"4608"0"0,-1 31-6411 0 0,9-24-915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1:07.6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1282 395 20503 0 0,'0'0'4002'0'0,"-21"-7"-1149"0"0,18 3-2795 0 0,1 1 1 0 0,0-1-1 0 0,0 0 1 0 0,0 0 0 0 0,1 0-1 0 0,-1-1 1 0 0,1 1-1 0 0,0 0 1 0 0,0-1-1 0 0,1 1 1 0 0,-1 0-1 0 0,1-6 1 0 0,1-3 37 0 0,0 0 1 0 0,5-22-1 0 0,-4 11 152 0 0,-4 19-69 0 0,-2 15-126 0 0,-3 11-26 0 0,-2-1-1 0 0,0 0 0 0 0,-1 0 0 0 0,0-1 1 0 0,-18 22-1 0 0,17-27 0 0 0,-1-1 0 0 0,-1 0 1 0 0,-19 15-1 0 0,30-25-23 0 0,-2-1 0 0 0,0 0 0 0 0,0 0 0 0 0,0 0 1 0 0,0 0-1 0 0,0 0 0 0 0,-1-1 0 0 0,1 0 0 0 0,0 0 1 0 0,-6 1-1 0 0,-41 2 3 0 0,47-4 0 0 0,0-3-5 0 0,-1-1-1 0 0,0 0 0 0 0,1 0 0 0 0,1 0 0 0 0,0 0 0 0 0,0-1 0 0 0,1 1 0 0 0,-1-1 0 0 0,1 1 0 0 0,0-1 0 0 0,0 0 0 0 0,1 0 0 0 0,-1 0 0 0 0,1 0 0 0 0,-1-9 0 0 0,1-3 0 0 0,1-1 0 0 0,2-18 0 0 0,-1 1 0 0 0,-1 27 0 0 0,-1-1 0 0 0,0 0 0 0 0,0 1 0 0 0,-1-1 0 0 0,-4-13 0 0 0,5 17 0 0 0,-1 0 0 0 0,0 1 0 0 0,-1-1 0 0 0,1 0 0 0 0,-1 0 0 0 0,1 1 0 0 0,-2 0 0 0 0,1-1 0 0 0,0 1 0 0 0,-1 0 0 0 0,1 1 0 0 0,-1-1 0 0 0,0 1 0 0 0,-1-1 0 0 0,1 1 0 0 0,0 1 0 0 0,-1-1 0 0 0,0 0 0 0 0,0 1 0 0 0,1 0 0 0 0,-1 0 0 0 0,0 1 0 0 0,-1-1 0 0 0,1 1 0 0 0,0 0 0 0 0,0 1 0 0 0,-6-1 0 0 0,-66 1 0 0 0,45 19 0 0 0,28-16 0 0 0,1 1 0 0 0,3-3 0 0 0,0 1 0 0 0,0 0 0 0 0,0 0 0 0 0,0-1 0 0 0,0 1 0 0 0,0 0 0 0 0,0 0 0 0 0,1-1 0 0 0,-1 1 0 0 0,0 0 0 0 0,1-1 0 0 0,0 1 0 0 0,-1-1 0 0 0,1 1 0 0 0,0 0 0 0 0,0-1 0 0 0,0 0 0 0 0,0 1 0 0 0,0-1 0 0 0,0 1 0 0 0,0-1 0 0 0,1 0 0 0 0,1 1 0 0 0,-3-1 0 0 0,3 1 0 0 0,0 1 0 0 0,0-1 0 0 0,1 0 0 0 0,-1 0 0 0 0,1 0 0 0 0,0 0 0 0 0,-1-1 0 0 0,1 0 0 0 0,0 1 0 0 0,0-1 0 0 0,0-1 0 0 0,0 1 0 0 0,-1-1 0 0 0,7 1 0 0 0,-4-1 0 0 0,1 0 0 0 0,-1 0 0 0 0,0-1 0 0 0,1 0 0 0 0,-1 0 0 0 0,1 0 0 0 0,-1-1 0 0 0,7-3 0 0 0,68-34 0 0 0,-78 39 0 0 0,14-13 0 0 0,-13 11 0 0 0,0 1 0 0 0,-3 1 0 0 0,-1 1 0 0 0,1-1 0 0 0,-1 0 0 0 0,0 0 0 0 0,1 0 0 0 0,-1 0 0 0 0,0 0 0 0 0,1 0 0 0 0,-1 1 0 0 0,0-1 0 0 0,0 0 0 0 0,1 0 0 0 0,-1 0 0 0 0,0 1 0 0 0,1-1 0 0 0,-1 0 0 0 0,0 1 0 0 0,0-1 0 0 0,0 0 0 0 0,1 0 0 0 0,-1 1 0 0 0,0-1 0 0 0,0 0 0 0 0,0 1 0 0 0,0-1 0 0 0,0 0 0 0 0,1 1 0 0 0,-1-1 0 0 0,0 0 0 0 0,0 1 0 0 0,0-1 0 0 0,0 1 0 0 0,0-1 0 0 0,0 0 0 0 0,0 1 0 0 0,0-1 0 0 0,0 0 0 0 0,0 1 0 0 0,-1-1 0 0 0,1 0 0 0 0,0 1 0 0 0,0-1 0 0 0,0 1 0 0 0,-6 16 0 0 0,5-16 0 0 0,-2 6 0 0 0,0-1 0 0 0,-1 0 0 0 0,1 0 0 0 0,-2-1 0 0 0,1 1 0 0 0,-1-1 0 0 0,-6 7 0 0 0,-1 0 0 0 0,5-5 2 0 0,0-1-1 0 0,0 0 0 0 0,0-1 1 0 0,-1 1-1 0 0,0-2 1 0 0,-13 7-1 0 0,-27 18 5 0 0,42-25-6 0 0,0-1-1 0 0,-1 0 1 0 0,1 0-1 0 0,-1 0 1 0 0,0-1-1 0 0,-9 2 1 0 0,-11 4-5 0 0,-4 1-14 0 0,0 0 0 0 0,-44 5 0 0 0,-2 0-68 0 0,76-14 86 0 0,-39 10-303 0 0,0-2 0 0 0,-1-2 0 0 0,-54 2 0 0 0,90-8 228 0 0,1 0 1 0 0,0 0 0 0 0,-1-1-1 0 0,1 1 1 0 0,0-1 0 0 0,0 0-1 0 0,-1 0 1 0 0,1-1 0 0 0,-5-1 0 0 0,8 3 38 0 0,0-1 1 0 0,0 1 0 0 0,0 0 0 0 0,0-1 0 0 0,-1 1 0 0 0,1-1 0 0 0,0 0 0 0 0,0 1 0 0 0,0-1-1 0 0,0 0 1 0 0,0 1 0 0 0,0-1 0 0 0,1 0 0 0 0,-1 0 0 0 0,0 0 0 0 0,0 0 0 0 0,0 0 0 0 0,0-2 0 0 0,1 2 17 0 0,0-1 1 0 0,1 1-1 0 0,-1-1 1 0 0,1 1 0 0 0,0 0-1 0 0,-1-1 1 0 0,1 1 0 0 0,0 0-1 0 0,0-1 1 0 0,0 1-1 0 0,0 0 1 0 0,0 0 0 0 0,0 0-1 0 0,0 0 1 0 0,2-2 0 0 0,10-9-25 0 0,0 0 0 0 0,1 1 0 0 0,0 0 0 0 0,1 1 1 0 0,0 0-1 0 0,0 2 0 0 0,1 0 0 0 0,0 0 1 0 0,0 2-1 0 0,1 0 0 0 0,22-5 0 0 0,-31 9 38 0 0,17-2-26 0 0,-24 4 31 0 0,0 0-1 0 0,0 0 1 0 0,-1 0 0 0 0,1 1-1 0 0,0-1 1 0 0,-1 0 0 0 0,1 0-1 0 0,0 1 1 0 0,-1-1-1 0 0,1 0 1 0 0,0 1 0 0 0,-1-1-1 0 0,1 1 1 0 0,-1-1 0 0 0,1 1-1 0 0,-1-1 1 0 0,1 1 0 0 0,-1-1-1 0 0,1 1 1 0 0,-1-1 0 0 0,1 1-1 0 0,-1 0 1 0 0,0-1 0 0 0,1 1-1 0 0,-1 0 1 0 0,0-1 0 0 0,0 1-1 0 0,1 0 1 0 0,-1-1 0 0 0,0 1-1 0 0,0 0 1 0 0,0-1 0 0 0,0 2-1 0 0,0 2 2 0 0,-1 1-1 0 0,0-1 0 0 0,0 0 1 0 0,0 0-1 0 0,0 1 1 0 0,-1-1-1 0 0,1 0 0 0 0,-1 0 1 0 0,0-1-1 0 0,-3 5 1 0 0,-6 16 10 0 0,6-12-5 0 0,-1-1-1 0 0,0 0 1 0 0,0 0-1 0 0,-16 18 1 0 0,6-6 6 0 0,-16 17 54 0 0,29-37-56 0 0,1-1 1 0 0,-1 1-1 0 0,0-1 1 0 0,1 1-1 0 0,-1-1 1 0 0,0 0-1 0 0,0-1 0 0 0,-1 1 1 0 0,1 0-1 0 0,0-1 1 0 0,0 0-1 0 0,-5 2 1 0 0,6-3-2 0 0,0-1 0 0 0,-1 1-1 0 0,1 0 1 0 0,0-1 0 0 0,0 1 0 0 0,-1-1 0 0 0,1 0 0 0 0,0 1 0 0 0,0-1 0 0 0,0 0 0 0 0,-3-2 0 0 0,3 1 5 0 0,-1 1-1 0 0,1 0 1 0 0,-1 0-1 0 0,1 0 1 0 0,-1 0-1 0 0,0 0 1 0 0,0 0-1 0 0,-4 0 1 0 0,0 1-1 0 0,1 0-1 0 0,-1 0 1 0 0,0 1 0 0 0,0 0 0 0 0,1 0 0 0 0,-1 0-1 0 0,0 1 1 0 0,1 0 0 0 0,-10 5 0 0 0,-29 7-6 0 0,18-6 2 0 0,25-8-9 0 0,1 1 0 0 0,0-1 0 0 0,-1 1 0 0 0,1-1 0 0 0,0 0 0 0 0,-1 0 0 0 0,1 0 0 0 0,-1 0 0 0 0,1 0 1 0 0,-1 0-1 0 0,1 0 0 0 0,0 0 0 0 0,-1 0 0 0 0,1 0 0 0 0,-1-1 0 0 0,1 1 0 0 0,0-1 0 0 0,-1 1 0 0 0,1-1 0 0 0,0 1 0 0 0,0-1 0 0 0,-1 0 0 0 0,1 0 0 0 0,-1-1 1 0 0,0 0-1 0 0,0 0-1 0 0,1 0 1 0 0,-1 0 0 0 0,1 0 0 0 0,-1-1 0 0 0,1 1 0 0 0,0-1 0 0 0,0 1 0 0 0,0-1 0 0 0,0 1 0 0 0,0-4 0 0 0,-12-64 72 0 0,-5-104 0 0 0,-5-35 55 0 0,21 200-107 0 0,1 3 23 0 0,0 1 1 0 0,0-1-1 0 0,0 1 1 0 0,-1 0-1 0 0,0-1 0 0 0,-4-8 1 0 0,6 10 82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1:08.7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1312 31 9744 0 0,'0'0'6576'0'0,"3"4"-6433"0"0,52 52 1345 0 0,-54-55-1056 0 0,-8 13-72 0 0,9 27-47 0 0,-1-23 151 0 0,-1 1-1 0 0,-3 32 1 0 0,2-49-407 0 0,1 0 0 0 0,-1-1 0 0 0,0 1 0 0 0,0 0 0 0 0,0 0 0 0 0,0 0 0 0 0,0-1 0 0 0,0 1 0 0 0,-1-1-1 0 0,1 1 1 0 0,0-1 0 0 0,-1 1 0 0 0,0-1 0 0 0,1 0 0 0 0,-1 1 0 0 0,0-1 0 0 0,1 0 0 0 0,-1 0 0 0 0,0-1 0 0 0,0 1-1 0 0,0 0 1 0 0,0 0 0 0 0,0-1 0 0 0,-3 1 0 0 0,3-1-39 0 0,1 1 0 0 0,-1-1 0 0 0,0 1 0 0 0,0 0 1 0 0,0-1-1 0 0,0 1 0 0 0,1 0 0 0 0,-1 0 0 0 0,0 0 0 0 0,1 0 0 0 0,-1 0 0 0 0,1 1 0 0 0,-1-1 0 0 0,1 0 1 0 0,0 1-1 0 0,-1-1 0 0 0,1 1 0 0 0,-2 3 0 0 0,2-3-8 0 0,0-1 0 0 0,0 1 1 0 0,0 0-1 0 0,0 0 0 0 0,0-1 0 0 0,-1 1 0 0 0,1-1 1 0 0,-1 1-1 0 0,1-1 0 0 0,-1 1 0 0 0,1-1 0 0 0,-1 0 1 0 0,0 0-1 0 0,0 0 0 0 0,1 0 0 0 0,-1 0 0 0 0,0 0 1 0 0,0 0-1 0 0,0-1 0 0 0,0 1 0 0 0,0-1 0 0 0,0 1 1 0 0,0-1-1 0 0,0 0 0 0 0,0 0 0 0 0,-3 0 0 0 0,-6 0-1 0 0,0-1-1 0 0,0 0 1 0 0,-15-3-1 0 0,24 4-4 0 0,-10-3 7 0 0,-104-13 74 0 0,104 15-80 0 0,0 1 1 0 0,1 0-1 0 0,-1 1 0 0 0,1 0 0 0 0,-1 1 0 0 0,1 0 1 0 0,0 1-1 0 0,-11 4 0 0 0,8-3-2 0 0,0 0 0 0 0,1 0 0 0 0,-1-1 0 0 0,-1-1 0 0 0,1-1 0 0 0,0 0 0 0 0,0 0 1 0 0,-1-2-1 0 0,-25-3 0 0 0,-7 1 2 0 0,-93 8 0 0 0,91-2-6 0 0,18-3-8 0 0,-43-6 0 0 0,30 2 4 0 0,11 0-31 0 0,1-1 0 0 0,-44-15 0 0 0,-11-1-24 0 0,74 19 21 0 0,1-1 0 0 0,-1-1 1 0 0,1 0-1 0 0,-1 0 0 0 0,-16-10 0 0 0,23 11 20 0 0,1 0 0 0 0,0-1 1 0 0,0 1-1 0 0,0-1 0 0 0,1-1 1 0 0,0 1-1 0 0,-1 0 1 0 0,1-1-1 0 0,1 0 0 0 0,-1 0 1 0 0,1 0-1 0 0,0 0 0 0 0,-5-10 1 0 0,6 9-2 0 0,1 5 15 0 0,1 0 0 0 0,-1-1 0 0 0,0 1-1 0 0,1 0 1 0 0,0-1 0 0 0,-1 1 0 0 0,1-1 0 0 0,0 1 0 0 0,0 0 0 0 0,0-1-1 0 0,0-2 1 0 0,0 2 5 0 0,1 0 0 0 0,0 0 0 0 0,0 0 0 0 0,0 0 0 0 0,0 0 0 0 0,0 0 0 0 0,0 0 1 0 0,0 0-1 0 0,1 0 0 0 0,1-2 0 0 0,-1 1 1 0 0,14-23 42 0 0,5-8 272 0 0,-16 27-343 0 0,-1 0 0 0 0,0-1-1 0 0,-1 1 1 0 0,5-12 0 0 0,-5 11-1884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1:09.1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28 15472 0 0,'9'0'145'0'0,"-1"1"0"0"0,0 1 0 0 0,0-1 1 0 0,-1 1-1 0 0,9 4 0 0 0,31 6 631 0 0,-26-11-474 0 0,-1 0 0 0 0,0-2 0 0 0,1 0 0 0 0,-1-1 0 0 0,0-1 0 0 0,24-7 0 0 0,-18 3-915 0 0,-1-2-1 0 0,26-11 1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1:09.8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74 12552 0 0,'0'0'1792'0'0,"4"4"-1658"0"0,4 2 39 0 0,0 1 0 0 0,0-1 0 0 0,1 0 1 0 0,0 0-1 0 0,0-1 0 0 0,0-1 0 0 0,1 1 0 0 0,0-1 0 0 0,0-1 0 0 0,12 3 0 0 0,-17-5-113 0 0,0-1 0 0 0,0 0 0 0 0,1 0 0 0 0,-1 0 0 0 0,0-1 0 0 0,0 0 0 0 0,0 0 0 0 0,0 0-1 0 0,0 0 1 0 0,0-1 0 0 0,0 0 0 0 0,0 0 0 0 0,0 0 0 0 0,-1-1 0 0 0,1 1 0 0 0,7-7 0 0 0,-8 6 6 0 0,0 1 0 0 0,0-1 1 0 0,0 1-1 0 0,0 1 0 0 0,0-1 1 0 0,0 0-1 0 0,1 1 0 0 0,-1 0 1 0 0,0 0-1 0 0,9-1 0 0 0,-13 2-55 0 0,0 1 0 0 0,1-1 1 0 0,-1 0-1 0 0,1 0 0 0 0,-1 0 0 0 0,0 0 0 0 0,1 0 0 0 0,-1 0 0 0 0,0 0 1 0 0,1 0-1 0 0,-1 0 0 0 0,0-1 0 0 0,1 1 0 0 0,-1 0 0 0 0,0 0 1 0 0,1 0-1 0 0,-1 0 0 0 0,0 0 0 0 0,1 0 0 0 0,-1-1 0 0 0,0 1 0 0 0,1 0 1 0 0,-1 0-1 0 0,0-1 0 0 0,0 1 0 0 0,1 0 0 0 0,-1 0 0 0 0,0-1 1 0 0,0 1-1 0 0,0 0 0 0 0,1-1 0 0 0,-1 1 0 0 0,0 0 0 0 0,0-1 0 0 0,0 1 1 0 0,0 0-1 0 0,0-1 0 0 0,0 1 0 0 0,1 0 0 0 0,-1-1 0 0 0,0 1 0 0 0,0 0 1 0 0,0-1-1 0 0,0 1 0 0 0,0-1 0 0 0,0 1 0 0 0,-1 0 0 0 0,1-1 1 0 0,0 1-1 0 0,0 0 0 0 0,0-1 0 0 0,0 1 0 0 0,0 0 0 0 0,0-1 0 0 0,-1 1 1 0 0,1 0-1 0 0,0-1 0 0 0,0 1 0 0 0,0 0 0 0 0,-1-1 0 0 0,-14-16 164 0 0,6 12-108 0 0,-1 0-1 0 0,0 1 1 0 0,-1 0 0 0 0,-11-3 0 0 0,-29-11 343 0 0,24 2 3 0 0,26 16-362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1:10.1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337 4 15880 0 0,'0'0'0'0'0,"4"0"0"0"0,1 0 743 0 0,0-1 1 0 0,-1-2-488 0 0,0 3 16 0 0,0 0 736 0 0,-1 4-504 0 0,-3 2 8 0 0</inkml:trace>
  <inkml:trace contextRef="#ctx0" brushRef="#br0" timeOffset="1">1 172 16983 0 0,'0'0'2915'0'0,"0"7"-5144"0"0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1:11.4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386 1 11656 0 0,'0'0'1693'0'0,"4"3"-1505"0"0,40 38 2914 0 0,-45-42-3027 0 0,-1 0 0 0 0,1 1-1 0 0,-1-1 1 0 0,0 0 0 0 0,0 1-1 0 0,1-1 1 0 0,-1 1 0 0 0,0-1-1 0 0,-2 1 1 0 0,1-1 12 0 0,-12-1 94 0 0,-2 0 0 0 0,1 0 0 0 0,0 1 1 0 0,0 1-1 0 0,0 1 0 0 0,0 1 0 0 0,0 0 0 0 0,0 1 1 0 0,-28 8-1 0 0,27-5-59 0 0,-1 0 0 0 0,1 2 0 0 0,0 0-1 0 0,0 1 1 0 0,1 0 0 0 0,1 2 0 0 0,-1 0 0 0 0,-15 15 0 0 0,25-20-80 0 0,-1 0 0 0 0,2 1 1 0 0,-1 0-1 0 0,1 0 0 0 0,0 1 0 0 0,1-1 1 0 0,-6 14-1 0 0,7-16-18 0 0,1 1-1 0 0,1-1 1 0 0,-1 1 0 0 0,1 0 0 0 0,0-1-1 0 0,0 1 1 0 0,0 0 0 0 0,1 0 0 0 0,0-1-1 0 0,0 1 1 0 0,1 0 0 0 0,1 9 0 0 0,-2-14-22 0 0,3 11 33 0 0,1 0 1 0 0,0 0-1 0 0,5 12 1 0 0,-7-20-25 0 0,1 0 0 0 0,-1 0 1 0 0,1 0-1 0 0,0 0 0 0 0,-1-1 1 0 0,2 1-1 0 0,-1-1 0 0 0,0 0 1 0 0,1 0-1 0 0,-1 0 0 0 0,9 4 1 0 0,1 0 20 0 0,0-2-1 0 0,1 1 1 0 0,0-2 0 0 0,0 0 0 0 0,0 0 0 0 0,1-1 0 0 0,-1-1 0 0 0,1-1 0 0 0,0 0 0 0 0,-1 0-1 0 0,19-3 1 0 0,56 2 87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1:11.8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10152 0 0,'0'0'0'0'0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1:12.2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12256 0 0,'0'0'1601'0'0,"0"3"-1390"0"0,6 56 474 0 0,1 9 196 0 0,-7 187 347 0 0,6-212-1062 0 0,-4-38-140 0 0,-1 0 0 0 0,0 0 0 0 0,0 0 0 0 0,-1 1 0 0 0,1-1 0 0 0,-1 0 0 0 0,0 0 0 0 0,-1 0 0 0 0,1 1 0 0 0,-3 7 0 0 0,-1 9 91 0 0,4-19-77 0 0,-1 1-1 0 0,0 0 0 0 0,1-1 1 0 0,-1 1-1 0 0,-1-1 0 0 0,1 1 1 0 0,-3 5-1 0 0,-3 9-1991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1:13.0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94 8136 0 0,'0'0'6053'0'0,"5"-1"-5914"0"0,22-2-32 0 0,-21 3-6 0 0,-1-1 0 0 0,1 1 1 0 0,-1-1-1 0 0,1 0 0 0 0,-1 0 0 0 0,1-1 0 0 0,-1 1 0 0 0,1-1 1 0 0,-1 0-1 0 0,0-1 0 0 0,0 1 0 0 0,6-5 0 0 0,-10 6-69 0 0,0 0 1 0 0,0-1-1 0 0,1 1 0 0 0,-1 0 1 0 0,1 1-1 0 0,-1-1 0 0 0,0 0 1 0 0,1 0-1 0 0,0 1 0 0 0,-1-1 1 0 0,1 0-1 0 0,-1 1 0 0 0,1 0 0 0 0,0-1 1 0 0,-1 1-1 0 0,1 0 0 0 0,0 0 1 0 0,-1 0-1 0 0,1 0 0 0 0,0 0 1 0 0,-1 0-1 0 0,1 1 0 0 0,0-1 0 0 0,-1 0 1 0 0,1 1-1 0 0,-1-1 0 0 0,1 1 1 0 0,0 0-1 0 0,-1-1 0 0 0,2 2 1 0 0,20 6 485 0 0,-20-8-390 0 0,1-1 0 0 0,-1 1 0 0 0,0-1 0 0 0,0 0 0 0 0,1 0 0 0 0,-1-1 1 0 0,0 1-1 0 0,0-1 0 0 0,0 1 0 0 0,0-1 0 0 0,-1 0 0 0 0,1 0 0 0 0,0 0 0 0 0,2-3 0 0 0,15-9 378 0 0,32-5 532 0 0,-44 17-879 0 0,-4 0-107 0 0,0 1 0 0 0,-1 0 0 0 0,1 0 0 0 0,0 0 0 0 0,0 0 0 0 0,0 1 0 0 0,5 0 0 0 0,17-2 293 0 0,-19 1-256 0 0,0 0 1 0 0,0 1-1 0 0,0 0 1 0 0,0 0-1 0 0,0 1 0 0 0,8 1 1 0 0,-12 0-72 0 0,-1 0 0 0 0,1 0 0 0 0,-1 0 0 0 0,1 1 0 0 0,-1-1 0 0 0,0 1 0 0 0,4 4 0 0 0,-2 2-2834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1:13.5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373 0 11256 0 0,'0'0'1137'0'0,"-23"3"-250"0"0,-17 5-626 0 0,0-1 1 0 0,-1-2 0 0 0,-60-1-1 0 0,54-7-203 0 0,34 2-42 0 0,0 0 0 0 0,1 0 0 0 0,-1 1 0 0 0,-12 2 0 0 0,21-1-1814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1:26.0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5416 0 0,'0'0'774'0'0,"3"4"-540"0"0,10 27 633 0 0,17 65 0 0 0,-21-63-527 0 0,-2-1 0 0 0,-1 1-1 0 0,-1 0 1 0 0,-2 1-1 0 0,-1-1 1 0 0,-6 65 0 0 0,0-44 26 0 0,4 89 1 0 0,17 55 132 0 0,-1-7-114 0 0,-22 192 530 0 0,-1-225-549 0 0,7 118 352 0 0,2-97-263 0 0,0 8-22 0 0,-5-103-293 0 0,-5 283 704 0 0,10-247-536 0 0,5 100 295 0 0,-3 313 613 0 0,10-187-261 0 0,-1 12-143 0 0,-18 324 684 0 0,8-590-1351 0 0,7 154 386 0 0,10 71 69 0 0,-7-94-148 0 0,53 387 525 0 0,-21-277-546 0 0,-22-149-163 0 0,9 102 81 0 0,-4-67-70 0 0,12 84 88 0 0,-32-238-249 0 0,-3 1 0 0 0,-6 114 0 0 0,-2-57 5 0 0,-22 211 180 0 0,8-181-183 0 0,3-17-17 0 0,2-37 20 0 0,2 153 0 0 0,9-187-57 0 0,-2-1-1 0 0,-14 73 1 0 0,-4 56 133 0 0,-10 226 206 0 0,25-359-339 0 0,-20 258 240 0 0,22-203-221 0 0,-12 183 177 0 0,0-20-38 0 0,12-170-146 0 0,-13 126 73 0 0,12-177-123 0 0,-2 17 18 0 0,-11 194 124 0 0,18-102-42 0 0,-2-133-104 0 0,1 0 12 0 0,0 1 1 0 0,8 60-1 0 0,-4-70-13 0 0,2 11 45 0 0,-4-34-60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1:46.490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167 29 18895 0 0,'0'0'464'0'0,"4"-2"2"0"0,7-4-135 0 0,28-10 244 0 0,-37 15-543 0 0,1 0 0 0 0,-1 0 1 0 0,1 1-1 0 0,-1-1 0 0 0,1 1 1 0 0,0 0-1 0 0,-1 0 0 0 0,1 0 1 0 0,-1 0-1 0 0,1 0 0 0 0,0 0 1 0 0,-1 1-1 0 0,4 0 0 0 0,-5-1-3 0 0,-1 0 0 0 0,0 0 0 0 0,1 1 0 0 0,-1-1 0 0 0,0 0 0 0 0,0 0 0 0 0,1 0 0 0 0,-1 0 0 0 0,0 1 0 0 0,1-1 0 0 0,-1 0 0 0 0,0 0 0 0 0,0 1 0 0 0,1-1 0 0 0,-1 0 0 0 0,0 0 0 0 0,0 1 0 0 0,0-1 0 0 0,0 0 0 0 0,1 1 0 0 0,-1-1 0 0 0,0 0 0 0 0,0 0 0 0 0,0 1 0 0 0,0-1 0 0 0,0 0 0 0 0,0 1 0 0 0,0-1 0 0 0,0 0 0 0 0,0 1 0 0 0,0-1 0 0 0,0 0-1 0 0,0 1 1 0 0,0-1 0 0 0,0 0 0 0 0,0 1 0 0 0,0-1 0 0 0,0 0 0 0 0,0 1 0 0 0,-1-1 0 0 0,1 0 0 0 0,0 1 0 0 0,0-1 0 0 0,-12 16 817 0 0,6-10-660 0 0,-172 234 1799 0 0,110-135-4739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1:46.821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1 319 18791 0 0,'0'0'0'0'0</inkml:trace>
  <inkml:trace contextRef="#ctx0" brushRef="#br0" timeOffset="1">275 216 18591 0 0,'0'0'0'0'0,"10"-2"0"0"0,7-5 0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2:14.136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 0 15976 0 0,'0'0'0'0'0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2:37.98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11048 0 0,'0'0'3518'0'0,"2"3"-3379"0"0,2 7 99 0 0,-1 0 1 0 0,1 0 0 0 0,-2 0-1 0 0,1 0 1 0 0,-1 0-1 0 0,1 21 1 0 0,-3 70 921 0 0,-2-46-816 0 0,2 175 1208 0 0,1-229-1538 0 0,0 0 0 0 0,-1 0 0 0 0,1 0-1 0 0,0 0 1 0 0,0-1 0 0 0,0 1-1 0 0,0 0 1 0 0,0-1 0 0 0,0 1 0 0 0,0-1-1 0 0,0 1 1 0 0,0-1 0 0 0,0 0-1 0 0,0 1 1 0 0,0-1 0 0 0,0 0 0 0 0,1 0-1 0 0,-1 1 1 0 0,1-1 0 0 0,27 4 158 0 0,-28-4-168 0 0,1 0-55 0 0,0 0 0 0 0,1 0-1 0 0,-1 0 1 0 0,0 0 0 0 0,0-1 0 0 0,1 1-1 0 0,-1-1 1 0 0,4-1 0 0 0,-1 0-1776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2:39.24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560 188 10656 0 0,'0'0'-23'0'0,"-4"23"-481"0"0,0-10 884 0 0,-1-1 0 0 0,0 1 0 0 0,-1-1 0 0 0,0 0 0 0 0,-1 0 0 0 0,0-1 0 0 0,-12 13 0 0 0,17-22-241 0 0,0 0-1 0 0,0 0 1 0 0,0 0 0 0 0,-1 0-1 0 0,1 0 1 0 0,-1-1 0 0 0,1 1-1 0 0,-1-1 1 0 0,0 0 0 0 0,1 0-1 0 0,-1 0 1 0 0,0 0 0 0 0,0 0 0 0 0,0 0-1 0 0,0-1 1 0 0,0 0 0 0 0,1 1-1 0 0,-1-1 1 0 0,0 0 0 0 0,-4-1-1 0 0,2 1-10 0 0,1-1 0 0 0,0 0 0 0 0,-1 0-1 0 0,1 0 1 0 0,0-1 0 0 0,0 1 0 0 0,0-1-1 0 0,0 0 1 0 0,1 0 0 0 0,-1-1 0 0 0,0 1 0 0 0,1-1-1 0 0,-5-4 1 0 0,-14-13 190 0 0,15 15-166 0 0,1-1 0 0 0,0 0 1 0 0,0-1-1 0 0,1 1 0 0 0,0-1 1 0 0,-7-9-1 0 0,11 12-90 0 0,-1 1 0 0 0,1 0 0 0 0,-1 0 1 0 0,0 0-1 0 0,0 1 0 0 0,0-1 0 0 0,-1 0 0 0 0,1 1 0 0 0,-1 0 0 0 0,1-1 1 0 0,-1 1-1 0 0,0 0 0 0 0,0 0 0 0 0,-6-3 0 0 0,-1 0 241 0 0,9 5-282 0 0,0-1-1 0 0,0 0 1 0 0,0 1-1 0 0,0-1 1 0 0,0 1-1 0 0,0-1 1 0 0,0 1-1 0 0,0 0 1 0 0,0-1 0 0 0,0 1-1 0 0,0 0 1 0 0,0 0-1 0 0,-3-1 1 0 0,-84 1 528 0 0,87 0-381 0 0,19 11-119 0 0,-14-10-35 0 0,0 0 0 0 0,1 0 0 0 0,-1-1 0 0 0,1 1 0 0 0,-1-1 0 0 0,1 0 0 0 0,-1 0 0 0 0,1-1 0 0 0,-1 0 0 0 0,6-1 0 0 0,-8 2-7 0 0,0-1 0 0 0,1 0 0 0 0,-1 1 1 0 0,0 0-1 0 0,1-1 0 0 0,-1 1 0 0 0,1 0 0 0 0,-1 0 1 0 0,0 0-1 0 0,1 1 0 0 0,-1-1 0 0 0,0 0 1 0 0,1 1-1 0 0,-1 0 0 0 0,0-1 0 0 0,1 1 0 0 0,2 2 1 0 0,1 0 14 0 0,-1 1 0 0 0,1 0 1 0 0,0 1-1 0 0,6 7 0 0 0,-8-8-6 0 0,0 0-1 0 0,0 0 1 0 0,1-1-1 0 0,-1 1 1 0 0,1-1-1 0 0,0 0 1 0 0,10 4-1 0 0,-8-4 25 0 0,-7-3-38 0 0,1 1 0 0 0,-1-1 0 0 0,0 0 0 0 0,1 0 1 0 0,-1 0-1 0 0,1 0 0 0 0,-1 1 0 0 0,1-1 0 0 0,-1 0 0 0 0,1 0 0 0 0,-1 0 0 0 0,1 0 0 0 0,-1 0 1 0 0,1 0-1 0 0,-1 0 0 0 0,1 0 0 0 0,-1 0 0 0 0,1-1 0 0 0,-1 1 0 0 0,0 0 0 0 0,1 0 0 0 0,-1 0 0 0 0,1 0 1 0 0,-1-1-1 0 0,1 1 0 0 0,-1 0 0 0 0,0-1 0 0 0,1 1 0 0 0,-1 0 0 0 0,1-1 0 0 0,1 1 8 0 0,2 0 3 0 0,-1 0-4 0 0,-2 0 7 0 0,-3 0-14 0 0,-1 0 0 0 0,1 0 0 0 0,0 0 0 0 0,0 1 0 0 0,-1-1 0 0 0,1 1 0 0 0,0-1 0 0 0,-4 3 0 0 0,-7 3 6 0 0,0 1 1 0 0,0 0-1 0 0,1 1 1 0 0,-16 13-1 0 0,15-11 20 0 0,-1 0 0 0 0,-26 14 0 0 0,28-18 3 0 0,0 2 0 0 0,1-1 0 0 0,0 2-1 0 0,0-1 1 0 0,1 1 0 0 0,-12 14 0 0 0,-26 21 265 0 0,7-20 55 0 0,41-24-347 0 0,0 0 1 0 0,-1 1-1 0 0,1-1 1 0 0,0 0-1 0 0,-1 0 1 0 0,1 0 0 0 0,0 0-1 0 0,-1 0 1 0 0,1 0-1 0 0,0 0 1 0 0,-1 0-1 0 0,1 0 1 0 0,0 0-1 0 0,-1 0 1 0 0,1 0-1 0 0,0 0 1 0 0,-1 0-1 0 0,1 0 1 0 0,0 0-1 0 0,-1 0 1 0 0,1 0-1 0 0,-1 0 1 0 0,1 0-1 0 0,0-1 1 0 0,0 1-1 0 0,-1 0 1 0 0,1 0-1 0 0,0 0 1 0 0,-1-1-1 0 0,1 1 1 0 0,0 0-1 0 0,0 0 1 0 0,-1-1-1 0 0,1 1 1 0 0,0 0-1 0 0,0-1 1 0 0,0 1-1 0 0,-1 0 1 0 0,1 0-1 0 0,0-1 1 0 0,0 1-1 0 0,0 0 1 0 0,0-1-1 0 0,0 1 1 0 0,0-1-1 0 0,0 1 1 0 0,0 0-1 0 0,-1-1 1 0 0,2 1-1 0 0,-7-18 75 0 0,-8-140 207 0 0,13 138-249 0 0,1-18 46 0 0,1-1 0 0 0,12-68 0 0 0,-1 26 68 0 0,-12 51 85 0 0,0 29-35 0 0,0 21-69 0 0,2-11-3209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2:39.59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15176 0 0,'1'0'94'0'0,"-1"0"0"0"0,1 0 0 0 0,-1 0 0 0 0,1 0 0 0 0,-1 0 0 0 0,1 0 1 0 0,-1 0-1 0 0,1 0 0 0 0,-1 1 0 0 0,1-1 0 0 0,-1 0 0 0 0,1 0 1 0 0,-1 0-1 0 0,1 0 0 0 0,-1 1 0 0 0,1-1 0 0 0,-1 0 0 0 0,1 1 0 0 0,-1-1 1 0 0,1 0-1 0 0,-1 1 0 0 0,0-1 0 0 0,1 0 0 0 0,-1 1 0 0 0,0-1 1 0 0,1 1-1 0 0,-1-1 0 0 0,1 1 0 0 0,-1 16 2451 0 0,-1-6-4247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2:39.93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13056 0 0,'0'0'8327'0'0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2:40.39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273 173 11448 0 0,'0'0'3749'0'0,"2"3"-3305"0"0,4 6-206 0 0,-4-5-13 0 0,1 1 0 0 0,1 0 1 0 0,-1-1-1 0 0,1 0 1 0 0,4 5-1 0 0,-7-8-175 0 0,0 0-1 0 0,0-1 1 0 0,0 1 0 0 0,0 0 0 0 0,1-1-1 0 0,-1 1 1 0 0,0 0 0 0 0,0-1 0 0 0,1 1-1 0 0,-1-1 1 0 0,0 0 0 0 0,0 1-1 0 0,1-1 1 0 0,-1 0 0 0 0,0 0 0 0 0,1 0-1 0 0,-1 0 1 0 0,1 0 0 0 0,-1 0 0 0 0,0 0-1 0 0,1-1 1 0 0,-1 1 0 0 0,0 0 0 0 0,0-1-1 0 0,1 1 1 0 0,-1-1 0 0 0,2 0-1 0 0,2-2 26 0 0,0 0 0 0 0,0 0-1 0 0,0 0 1 0 0,0-1-1 0 0,0 1 1 0 0,-1-1-1 0 0,0 0 1 0 0,0-1 0 0 0,0 1-1 0 0,0-1 1 0 0,-1 1-1 0 0,4-8 1 0 0,-6 10-61 0 0,0-1-1 0 0,0 0 1 0 0,0 0 0 0 0,0 0 0 0 0,-1 0 0 0 0,1 0-1 0 0,-1 0 1 0 0,0 0 0 0 0,0 0 0 0 0,0 0 0 0 0,0 0-1 0 0,-1 0 1 0 0,1 0 0 0 0,-1 0 0 0 0,0 0-1 0 0,1 0 1 0 0,-1 0 0 0 0,-1 0 0 0 0,1 1 0 0 0,0-1-1 0 0,-1 0 1 0 0,1 1 0 0 0,-1-1 0 0 0,0 1 0 0 0,-2-3-1 0 0,-2-3 4 0 0,-1 0-1 0 0,0 1 0 0 0,-1 0 0 0 0,1 0 0 0 0,-1 1 0 0 0,-1 0 0 0 0,1 0 0 0 0,-1 1 1 0 0,0 0-1 0 0,-15-6 0 0 0,16 9-5 0 0,1-1 1 0 0,0 2-1 0 0,-1-1 1 0 0,0 1 0 0 0,1 0-1 0 0,-1 0 1 0 0,0 1-1 0 0,1 0 1 0 0,-1 1-1 0 0,0-1 1 0 0,1 1-1 0 0,-1 1 1 0 0,1 0-1 0 0,-13 4 1 0 0,5 0 12 0 0,0 0 0 0 0,0 2 1 0 0,1-1-1 0 0,0 2 0 0 0,0 0 0 0 0,-19 17 0 0 0,30-21-13 0 0,0 0 0 0 0,1 0-1 0 0,0 0 1 0 0,-1 0-1 0 0,2 1 1 0 0,-1-1-1 0 0,1 1 1 0 0,-2 10-1 0 0,2-9 25 0 0,-1 12 25 0 0,1-1 0 0 0,1 0 1 0 0,3 32-1 0 0,16 130 192 0 0,-17-153-231 0 0,4 43 107 0 0,-3 0 0 0 0,-12 125 0 0 0,4-154-47 0 0,0 0 62 0 0,-2-1 1 0 0,-16 56-1 0 0,23-95-19 0 0,-1-6-122 0 0,1 1 0 0 0,1-1-1 0 0,-1 1 1 0 0,1 0 0 0 0,0-1 0 0 0,0 1 0 0 0,0-1 0 0 0,3-5-1 0 0,-1-1-2588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2:41.17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242 84 12360 0 0,'0'0'1049'0'0,"4"2"-940"0"0,19 9-1 0 0,-13-5 164 0 0,0-1-1 0 0,0 0 0 0 0,1 0 1 0 0,-1-1-1 0 0,18 3 0 0 0,-25-6-205 0 0,0-2 0 0 0,0 1 0 0 0,0 0 0 0 0,1 0 0 0 0,-1-1 0 0 0,0 0 0 0 0,0 1 0 0 0,-1-1 0 0 0,1 0 0 0 0,0-1 0 0 0,0 1 0 0 0,0 0 0 0 0,-1-1 0 0 0,1 0 0 0 0,0 1 0 0 0,-1-1 0 0 0,0 0 0 0 0,1 0 0 0 0,-1-1 0 0 0,0 1 0 0 0,0 0 0 0 0,0-1 0 0 0,2-2 0 0 0,-3 2-24 0 0,1 0 0 0 0,0 0 1 0 0,-1 0-1 0 0,1 0 0 0 0,-1 0 1 0 0,0-1-1 0 0,0 1 0 0 0,0 0 0 0 0,-1 0 1 0 0,1-1-1 0 0,-1 1 0 0 0,1-1 1 0 0,-1 1-1 0 0,0 0 0 0 0,-1-1 1 0 0,1 1-1 0 0,0 0 0 0 0,-1-1 1 0 0,0 1-1 0 0,-2-5 0 0 0,2 6-21 0 0,0 1 1 0 0,0-1-1 0 0,0 1 1 0 0,-1-1-1 0 0,1 1 0 0 0,-1 0 1 0 0,1 0-1 0 0,-1 0 0 0 0,1 0 1 0 0,-1 0-1 0 0,0 0 0 0 0,0 0 1 0 0,1 0-1 0 0,-1 1 0 0 0,0-1 1 0 0,0 1-1 0 0,0-1 0 0 0,-3 0 1 0 0,-37-1 184 0 0,32 2-153 0 0,-1 1 0 0 0,1 0-1 0 0,0 1 1 0 0,-1 0 0 0 0,1 0 0 0 0,0 1-1 0 0,0 1 1 0 0,0-1 0 0 0,1 2 0 0 0,-1-1-1 0 0,1 1 1 0 0,0 1 0 0 0,0 0 0 0 0,1 0-1 0 0,-12 11 1 0 0,12-9 20 0 0,0 1 0 0 0,0-1 0 0 0,1 2 0 0 0,1-1 0 0 0,-7 12 0 0 0,10-16-33 0 0,1 0 1 0 0,0 0-1 0 0,0 0 0 0 0,1 0 0 0 0,-1 0 1 0 0,1 0-1 0 0,0 0 0 0 0,1 1 0 0 0,-1-1 0 0 0,1 0 1 0 0,0 1-1 0 0,0-1 0 0 0,2 9 0 0 0,-1-13-28 0 0,-1 1-1 0 0,1 0 1 0 0,-1 0-1 0 0,1-1 0 0 0,0 1 1 0 0,0 0-1 0 0,0-1 1 0 0,0 1-1 0 0,0-1 0 0 0,0 1 1 0 0,0-1-1 0 0,0 1 1 0 0,1-1-1 0 0,-1 0 1 0 0,0 0-1 0 0,1 1 0 0 0,2 0 1 0 0,31 13 173 0 0,-10-6-24 0 0,-22-8-139 0 0,1-1-1 0 0,0 1 0 0 0,-1-1 0 0 0,1 0 0 0 0,0 0 1 0 0,0 0-1 0 0,0 0 0 0 0,-1-1 0 0 0,1 0 0 0 0,6-1 1 0 0,18-3 80 0 0,-31 6-78 0 0,1-1-1 0 0,-1 1 0 0 0,1 0 0 0 0,-1 0 1 0 0,1 0-1 0 0,0 0 0 0 0,-1 0 0 0 0,-2 3 1 0 0,-37 27 56 0 0,-30 21-10 0 0,60-46-55 0 0,0 1 0 0 0,-1-2 0 0 0,0 0 0 0 0,0 0 0 0 0,0-1-1 0 0,-15 2 1 0 0,26-5-37 0 0,1-1-1 0 0,0 0 0 0 0,-1 0 0 0 0,1-1 1 0 0,0 1-1 0 0,0 0 0 0 0,-1 0 1 0 0,1-1-1 0 0,0 1 0 0 0,0 0 0 0 0,0-1 1 0 0,-1 1-1 0 0,1-1 0 0 0,0 0 0 0 0,0 1 1 0 0,0-1-1 0 0,0 0 0 0 0,0 0 1 0 0,0 1-1 0 0,-1-3 0 0 0,-2 0-2145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2:41.5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10 368 16575 0 0,'-10'-131'2648'0'0,"10"-105"2448"0"0,2 236-5042 0 0,-1 0 0 0 0,0 0-1 0 0,0 0 1 0 0,0 0-1 0 0,0 0 1 0 0,0 0 0 0 0,1 0-1 0 0,-1 1 1 0 0,0-1 0 0 0,0 0-1 0 0,0 1 1 0 0,1 0 0 0 0,0 3-3082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2:42.27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592 320 12160 0 0,'0'0'2992'0'0,"4"0"-2490"0"0,35 0 787 0 0,-38 0-1256 0 0,-1 1-1 0 0,1-1 0 0 0,-1 0 0 0 0,1 1 0 0 0,-1-1 0 0 0,0 1 0 0 0,1 0 1 0 0,-1-1-1 0 0,0 1 0 0 0,1-1 0 0 0,-1 1 0 0 0,0-1 0 0 0,0 1 0 0 0,0 0 0 0 0,0-1 1 0 0,1 1-1 0 0,-1 0 0 0 0,0-1 0 0 0,0 1 0 0 0,0-1 0 0 0,0 1 0 0 0,-1 1 1 0 0,1 15 559 0 0,-1-12-498 0 0,0 1-1 0 0,-1 0 0 0 0,0-1 1 0 0,0 1-1 0 0,0-1 0 0 0,-1 0 1 0 0,1 0-1 0 0,-1 0 0 0 0,-1 0 1 0 0,1 0-1 0 0,-1 0 0 0 0,-5 5 1 0 0,0 1 66 0 0,8-9-70 0 0,0-1 0 0 0,0 0 1 0 0,0 0-1 0 0,0 1 1 0 0,0-1-1 0 0,0 0 0 0 0,0 0 1 0 0,0 0-1 0 0,0 0 1 0 0,-1 0-1 0 0,0 0 0 0 0,1-1-65 0 0,0 0 0 0 0,0 0-1 0 0,1 0 1 0 0,-1 0 0 0 0,0 0-1 0 0,0 0 1 0 0,1-1 0 0 0,-1 1-1 0 0,0 0 1 0 0,0-1 0 0 0,1 1-1 0 0,-1 0 1 0 0,0-1 0 0 0,1 1-1 0 0,-1-1 1 0 0,0 1 0 0 0,1-1-1 0 0,-1 1 1 0 0,1-1 0 0 0,-1 1-1 0 0,1-1 1 0 0,-1 0 0 0 0,1 1-1 0 0,-1-1 1 0 0,1 0 0 0 0,-1-1-1 0 0,-48-76 979 0 0,49 78-986 0 0,0 0-1 0 0,0 0 1 0 0,0-1-1 0 0,-1 1 1 0 0,1 0 0 0 0,0 0-1 0 0,0 0 1 0 0,0-1 0 0 0,0 1-1 0 0,-1 0 1 0 0,1 0-1 0 0,0 0 1 0 0,0 0 0 0 0,-1 0-1 0 0,1-1 1 0 0,0 1 0 0 0,0 0-1 0 0,0 0 1 0 0,-1 0-1 0 0,1 0 1 0 0,0 0 0 0 0,-1 0-1 0 0,1 0 1 0 0,0 0 0 0 0,0 0-1 0 0,-1 0 1 0 0,1 0-1 0 0,0 0 1 0 0,0 0 0 0 0,-1 0-1 0 0,1 0 1 0 0,0 0 0 0 0,0 0-1 0 0,-1 1 1 0 0,1-1-1 0 0,0 0 1 0 0,0 0 0 0 0,0 0-1 0 0,-1 0 1 0 0,1 0 0 0 0,0 1-1 0 0,0-1 1 0 0,0 0-1 0 0,-1 0 1 0 0,1 0 0 0 0,0 1-1 0 0,0-1 1 0 0,-9 13 134 0 0,8-11-72 0 0,-42 48 290 0 0,38-45-306 0 0,1-1 0 0 0,-1 0 0 0 0,0 0 1 0 0,0 0-1 0 0,-1 0 0 0 0,1-1 0 0 0,-12 5 1 0 0,8-4 112 0 0,8-3-167 0 0,0-1 1 0 0,1 1-1 0 0,-1-1 1 0 0,1 0-1 0 0,-1 1 1 0 0,0-1-1 0 0,0 0 0 0 0,1 0 1 0 0,-1 1-1 0 0,0-1 1 0 0,1 0-1 0 0,-1 0 1 0 0,0 0-1 0 0,0 0 0 0 0,1 0 1 0 0,-1 0-1 0 0,0 0 1 0 0,0 0-1 0 0,1 0 1 0 0,-1 0-1 0 0,0-1 0 0 0,0 1 1 0 0,1 0-1 0 0,-1 0 1 0 0,0-1-1 0 0,1 1 0 0 0,-1 0 1 0 0,0-1-1 0 0,1 1 1 0 0,-1-1-1 0 0,1 1 1 0 0,-1-1-1 0 0,1 1 0 0 0,-1-1 1 0 0,1 1-1 0 0,-1-1 1 0 0,1 1-1 0 0,-1-2 1 0 0,-41-49 376 0 0,40 50-374 0 0,1 0 0 0 0,-1 0 1 0 0,0-1-1 0 0,0 1 0 0 0,0 0 0 0 0,0 1 0 0 0,0-1 0 0 0,0 0 0 0 0,0 1 0 0 0,0-1 0 0 0,0 1 0 0 0,0-1 1 0 0,0 1-1 0 0,-1 0 0 0 0,1 0 0 0 0,0 0 0 0 0,0 0 0 0 0,0 1 0 0 0,-4 0 0 0 0,0 0 2 0 0,0 0 0 0 0,0 0 0 0 0,1 1-1 0 0,-1 0 1 0 0,0 0 0 0 0,-4 3 0 0 0,-11 7 70 0 0,-36 16 0 0 0,48-24-63 0 0,-1-1-1 0 0,0 0 1 0 0,0-1 0 0 0,0 0 0 0 0,0-1-1 0 0,-17 1 1 0 0,23-3-14 0 0,0-1-4 0 0,0 2 2 0 0,0 0-2 0 0,-1-2 2 0 0,1 0-4 0 0,0-1-1 0 0,1-1 0 0 0,1 0 0 0 0,0 0 0 0 0,-2-2 2 0 0,0 0-1 0 0,1-1 1 0 0,-1 1-1 0 0,2-1 1 0 0,-1 1-1 0 0,1-1 1 0 0,0 0 0 0 0,0 0-1 0 0,-1-12 1 0 0,2-3 10 0 0,1-38 1 0 0,2 22-6 0 0,11-210 1249 0 0,-13 248-1251 0 0,0 0 0 0 0,0 0-1 0 0,0 0 1 0 0,0 0 0 0 0,0 0 0 0 0,-1-1-1 0 0,1 1 1 0 0,0 0 0 0 0,0 0 0 0 0,0 0-1 0 0,0 0 1 0 0,0 0 0 0 0,0 0 0 0 0,0 0 0 0 0,-1 0-1 0 0,1 0 1 0 0,0 0 0 0 0,0 0 0 0 0,0 0-1 0 0,0 0 1 0 0,0 0 0 0 0,-1 0 0 0 0,1 0-1 0 0,0 0 1 0 0,0 0 0 0 0,0 0 0 0 0,0 0-1 0 0,0 0 1 0 0,0 0 0 0 0,-1 0 0 0 0,1 0-1 0 0,0 0 1 0 0,0 0 0 0 0,0 0 0 0 0,0 0-1 0 0,0 0 1 0 0,0 0 0 0 0,0 0 0 0 0,-1 1-1 0 0,1-1 1 0 0,0 0 0 0 0,0 0 0 0 0,0 0-1 0 0,0 0 1 0 0,0 0 0 0 0,0 0 0 0 0,0 0-1 0 0,0 1 1 0 0,0-1 0 0 0,0 0 0 0 0,0 0-1 0 0,0 0 1 0 0,0 0 0 0 0,0 0 0 0 0,-1 1 0 0 0,-5 8 151 0 0,5 1-3543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2:42.63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 14872 0 0,'0'0'4321'0'0,"0"3"-4179"0"0,0 31 2026 0 0,14-48-1512 0 0,-9-7-1080 0 0,-4 17-1700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2:43.34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1102 90 13768 0 0,'0'0'3553'0'0,"-2"4"-3475"0"0,-1 5 54 0 0,0 1-1 0 0,0 0 1 0 0,1 1-1 0 0,0-1 1 0 0,1 0-1 0 0,-1 15 0 0 0,2-19-9 0 0,-2-1-1 0 0,1 1 1 0 0,0-1-1 0 0,-1 1 1 0 0,0-1 0 0 0,-3 5-1 0 0,-3 12 399 0 0,7-19-465 0 0,-1-1 0 0 0,1 1 0 0 0,0-1 0 0 0,-1 0 0 0 0,1 1 0 0 0,-1-1 0 0 0,0 0 0 0 0,0 0 0 0 0,1 0 0 0 0,-1 0 0 0 0,-1-1 0 0 0,1 1 0 0 0,0 0 0 0 0,0-1 0 0 0,-1 1 0 0 0,1-1 0 0 0,-1 0 0 0 0,1 0 0 0 0,-1 0 0 0 0,1 0 0 0 0,-5 0 0 0 0,-7 3 57 0 0,-1-2-1 0 0,-27 2 1 0 0,23-2-20 0 0,-50 5 148 0 0,0-3 0 0 0,-132-9 0 0 0,34-20-169 0 0,135 18-69 0 0,1-1 1 0 0,0-2-1 0 0,-35-16 0 0 0,47 19-2 0 0,0 1 0 0 0,0 0 0 0 0,-27-4 0 0 0,22 6 0 0 0,-38-13 0 0 0,37 11 3 0 0,21 5-3 0 0,-1 1 1 0 0,1-1 0 0 0,0-1 0 0 0,-1 1 0 0 0,1 0-1 0 0,0-1 1 0 0,0 0 0 0 0,-6-3 0 0 0,10 4 18 0 0,0 0 0 0 0,0 1 0 0 0,0-1 0 0 0,0 1 0 0 0,0-1 0 0 0,0 1 1 0 0,0-1-1 0 0,0 0 0 0 0,0 1 0 0 0,0-1 0 0 0,1 1 0 0 0,-1-1 0 0 0,0 1 1 0 0,0-1-1 0 0,1 1 0 0 0,-1-1 0 0 0,0 1 0 0 0,0-1 0 0 0,1 1 0 0 0,-1-1 0 0 0,1 1 1 0 0,-1-1-1 0 0,0 1 0 0 0,1 0 0 0 0,-1-1 0 0 0,1 1 0 0 0,-1 0 0 0 0,1-1 0 0 0,-1 1 1 0 0,1 0-1 0 0,-1 0 0 0 0,2-1 0 0 0,26-19 69 0 0,-19 14-9 0 0,3-3 17 0 0,-1-1 0 0 0,0 0 0 0 0,0-1-1 0 0,18-24 1 0 0,-7-1-2860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2:43.6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15680 0 0,'37'13'1049'0'0,"-12"-11"-590"0"0,1-1 0 0 0,-1-1-1 0 0,46-6 1 0 0,22-1-2121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2:46.39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475 379 8240 0 0,'0'0'7242'0'0,"0"4"-7091"0"0,0 13 159 0 0,-1-1 1 0 0,-1 1-1 0 0,0 0 0 0 0,-1-1 1 0 0,-1 1-1 0 0,0-1 0 0 0,-2 0 1 0 0,-9 22-1 0 0,14-37-282 0 0,1 0 1 0 0,-1 0-1 0 0,0 0 0 0 0,1 0 1 0 0,-1 0-1 0 0,0 0 0 0 0,1-1 1 0 0,-1 1-1 0 0,0 0 0 0 0,0 0 1 0 0,0-1-1 0 0,0 1 0 0 0,0 0 1 0 0,0-1-1 0 0,0 1 0 0 0,0-1 1 0 0,0 1-1 0 0,0-1 0 0 0,0 1 1 0 0,0-1-1 0 0,0 0 0 0 0,0 0 1 0 0,-1 1-1 0 0,1-1 0 0 0,0 0 1 0 0,0 0-1 0 0,0 0 0 0 0,0 0 1 0 0,0-1-1 0 0,-1 1 0 0 0,1 0 1 0 0,0 0-1 0 0,0-1 0 0 0,0 1 0 0 0,0 0 1 0 0,0-1-1 0 0,0 1 0 0 0,-1-2 1 0 0,-1 0 3 0 0,-1 0 0 0 0,1 0 0 0 0,1 0 0 0 0,-1-1 0 0 0,0 1 0 0 0,1-1 0 0 0,-1 0 0 0 0,1 0 0 0 0,0 0 0 0 0,-1 0 0 0 0,-1-4 0 0 0,3 5-19 0 0,0-1-1 0 0,0 1 1 0 0,0 0-1 0 0,0-1 0 0 0,0 1 1 0 0,0 0-1 0 0,1-1 1 0 0,-1 1-1 0 0,1-1 1 0 0,0 0-1 0 0,0 1 0 0 0,0-1 1 0 0,0-4-1 0 0,0-6 58 0 0,0 13 369 0 0,-1 0-419 0 0,-1 1 0 0 0,0-1 0 0 0,1 1 0 0 0,-1 0 0 0 0,0-1 0 0 0,1 1 0 0 0,-1 0 0 0 0,1 0 0 0 0,-1 0 0 0 0,1 1 0 0 0,0-1 0 0 0,0 0 0 0 0,-1 0 0 0 0,1 1 0 0 0,0-1 0 0 0,0 0 0 0 0,-1 3 0 0 0,-15 25 213 0 0,12-20-93 0 0,4-5-73 0 0,-1 0 0 0 0,0 0 0 0 0,0 0 0 0 0,0 0 0 0 0,-1 0 1 0 0,1 0-1 0 0,-1-1 0 0 0,0 1 0 0 0,0-1 0 0 0,0 0 0 0 0,-8 6 1 0 0,11-9-44 0 0,-1 0 0 0 0,0 0 0 0 0,0 0 0 0 0,0 0 0 0 0,0 0 0 0 0,0 0 1 0 0,0-1-1 0 0,1 1 0 0 0,-1 0 0 0 0,0 0 0 0 0,0-1 0 0 0,0 1 0 0 0,0 0 0 0 0,1-1 1 0 0,-1 1-1 0 0,0-1 0 0 0,0 1 0 0 0,1-1 0 0 0,-1 1 0 0 0,0-1 0 0 0,1 0 0 0 0,-1 1 1 0 0,1-1-1 0 0,-1 0 0 0 0,-13-18 203 0 0,12 8-84 0 0,0 1-1 0 0,0-1 0 0 0,1 1 0 0 0,0-1 0 0 0,1-16 1 0 0,0 17 189 0 0,0 9-91 0 0,-15 27 94 0 0,13-20-285 0 0,-6 7 25 0 0,0 0 0 0 0,-1-1 0 0 0,0 0 0 0 0,-1-1 0 0 0,0 0-1 0 0,-22 18 1 0 0,27-26-61 0 0,0 1-1 0 0,0-1 0 0 0,0 0 1 0 0,0 0-1 0 0,-1-1 0 0 0,1 0 1 0 0,-1 0-1 0 0,1 0 0 0 0,-1 0 1 0 0,0-1-1 0 0,-9 1 0 0 0,11-2-5 0 0,-1-2 2 0 0,5 1-9 0 0,-1 1 1 0 0,0-1-1 0 0,1 0 1 0 0,-1 0-1 0 0,0 1 1 0 0,1-1 0 0 0,-1 0-1 0 0,1 0 1 0 0,0 0-1 0 0,-1 0 1 0 0,1 0-1 0 0,0 0 1 0 0,-1 0 0 0 0,1 0-1 0 0,0 1 1 0 0,0-1-1 0 0,0 0 1 0 0,0 0-1 0 0,0 0 1 0 0,0 0-1 0 0,0 0 1 0 0,0 0 0 0 0,0 0-1 0 0,0 0 1 0 0,1-1-1 0 0,0-2 5 0 0,-2-26 26 0 0,-8-47 0 0 0,2-25 34 0 0,4 26-26 0 0,1-19 53 0 0,3 64-8 0 0,-5-46-1 0 0,1 42 330 0 0,0-38-1 0 0,3 72 38 0 0,-4 1-571 0 0,-1 0 492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2:47.97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1131 94 10752 0 0,'0'0'2082'0'0,"3"-4"-1670"0"0,5-8 39 0 0,0 0 295 0 0,0 0 1 0 0,1 0 0 0 0,18-18-1 0 0,-26 29-644 0 0,1-1 0 0 0,-1 1 0 0 0,0 0 0 0 0,1 0 0 0 0,-1 0 0 0 0,1 0 0 0 0,-1 0 0 0 0,1 0 0 0 0,0 1 0 0 0,1-2 0 0 0,-2 3-75 0 0,-1-1 0 0 0,1 0 0 0 0,0 0 1 0 0,-1 0-1 0 0,1 1 0 0 0,0-1 1 0 0,-1 0-1 0 0,1 1 0 0 0,-1-1 0 0 0,1 1 1 0 0,-1-1-1 0 0,1 1 0 0 0,-1-1 0 0 0,1 0 1 0 0,-1 1-1 0 0,0 0 0 0 0,1-1 1 0 0,-1 1-1 0 0,0-1 0 0 0,1 1 0 0 0,-1-1 1 0 0,0 1-1 0 0,0 0 0 0 0,1-1 0 0 0,-1 1 1 0 0,0 0-1 0 0,0-1 0 0 0,0 1 1 0 0,0 0-1 0 0,0 0 0 0 0,24 81 1625 0 0,-23-80-1568 0 0,0-1 0 0 0,0 1 0 0 0,0-1 0 0 0,0 0 0 0 0,1 0 0 0 0,-1 1-1 0 0,0-1 1 0 0,1 0 0 0 0,-1 0 0 0 0,1 0 0 0 0,0 0 0 0 0,-1-1 0 0 0,1 1 0 0 0,-1 0 0 0 0,1-1 0 0 0,3 1 0 0 0,-5-1-64 0 0,0-1 0 0 0,-1 1 1 0 0,1-1-1 0 0,0 0 1 0 0,0 1-1 0 0,0-1 1 0 0,0 1-1 0 0,-1-1 0 0 0,1 1 1 0 0,0-1-1 0 0,-1 0 1 0 0,1 1-1 0 0,0-1 0 0 0,-1 1 1 0 0,1-1-1 0 0,0 1 1 0 0,-1 0-1 0 0,1-1 1 0 0,-1 1-1 0 0,1-1 0 0 0,-1 1 1 0 0,1 0-1 0 0,-1-1 1 0 0,1 1-1 0 0,-1 0 0 0 0,0 0 1 0 0,1 0-1 0 0,-2-1 1 0 0,-1 3 4 0 0,0-1 0 0 0,0 1 0 0 0,0 0 0 0 0,0 0 0 0 0,0 0 0 0 0,0 0 0 0 0,1 1 0 0 0,-1-1 1 0 0,-3 5-1 0 0,-6 5 21 0 0,-14 10 67 0 0,-1-1 0 0 0,-1-2 0 0 0,-34 18 0 0 0,55-34-81 0 0,0-1-1 0 0,-1 1 1 0 0,0-2 0 0 0,1 1 0 0 0,-1-1-1 0 0,0 0 1 0 0,0-1 0 0 0,0 0 0 0 0,1 0-1 0 0,-1-1 1 0 0,0 0 0 0 0,0 0 0 0 0,1-1-1 0 0,-1 0 1 0 0,-9-3 0 0 0,15 4-19 0 0,-1-1 0 0 0,0 1 0 0 0,0-1 1 0 0,1 0-1 0 0,-1 1 0 0 0,1-1 0 0 0,-1 0 0 0 0,1 0 0 0 0,0-1 0 0 0,0 1 1 0 0,0 0-1 0 0,0-1 0 0 0,0 1 0 0 0,0-1 0 0 0,1 0 0 0 0,-1 1 0 0 0,1-1 1 0 0,0 0-1 0 0,0 0 0 0 0,0 0 0 0 0,0 0 0 0 0,1 0 0 0 0,-1-5 0 0 0,-2-9 136 0 0,1 0 0 0 0,2 0 0 0 0,0-19 0 0 0,1 16 309 0 0,-4 37 17 0 0,0 0 0 0 0,-1 1-1 0 0,-13 30 1 0 0,14-40-435 0 0,0-1 0 0 0,-1 1 0 0 0,0-1 0 0 0,0-1 0 0 0,-1 1 0 0 0,0 0 0 0 0,0-1 0 0 0,-9 8 0 0 0,13-13-23 0 0,-3-1-3 0 0,-13-14 44 0 0,11 9-57 0 0,-1-1 0 0 0,1 0 1 0 0,1 0-1 0 0,-1 0 0 0 0,1-1 0 0 0,0 1 0 0 0,1-1 0 0 0,-1-1 0 0 0,2 1 1 0 0,-1-1-1 0 0,1 1 0 0 0,0-1 0 0 0,-3-9 0 0 0,6 14-1 0 0,-1 0 0 0 0,0 0 0 0 0,1 0 0 0 0,-1 0 0 0 0,1 0 0 0 0,0 0 0 0 0,0 0 0 0 0,1-5 0 0 0,1-38 2 0 0,-2 46 19 0 0,-2 30 21 0 0,-1-15-5 0 0,0 0-1 0 0,0 1 0 0 0,2-1 0 0 0,-1 28 0 0 0,2-19 1 0 0,-5 29-1 0 0,3-36-26 0 0,-2 0-1 0 0,1 0 1 0 0,-2-1 0 0 0,-1 1 0 0 0,0-1-1 0 0,0 0 1 0 0,-2 0 0 0 0,-17 27 0 0 0,13-27-18 0 0,-1-1 1 0 0,0-1 0 0 0,-1 0-1 0 0,-1-1 1 0 0,0 0-1 0 0,-1-1 1 0 0,0-1-1 0 0,-1 0 1 0 0,0-1 0 0 0,0-1-1 0 0,-1-1 1 0 0,0 0-1 0 0,-1-2 1 0 0,0 0 0 0 0,-30 6-1 0 0,28-9-66 0 0,-1-1 0 0 0,1-1 0 0 0,0-1 0 0 0,-1-1 1 0 0,1 0-1 0 0,0-2 0 0 0,-1 0 0 0 0,-31-10 0 0 0,47 10 40 0 0,-1 1 0 0 0,1-1 0 0 0,0 0 1 0 0,0-1-1 0 0,1 0 0 0 0,-1 0 0 0 0,1 0 1 0 0,-9-9-1 0 0,2 0-59 0 0,0 0 0 0 0,-11-19 0 0 0,19 25 72 0 0,0 0 0 0 0,0 0-1 0 0,1 0 1 0 0,1-1 0 0 0,-1 1-1 0 0,1-1 1 0 0,0 0 0 0 0,1 1-1 0 0,0-1 1 0 0,0 0 0 0 0,1 0-1 0 0,0 0 1 0 0,0 0 0 0 0,1 0-1 0 0,0 0 1 0 0,0 0 0 0 0,5-14-1 0 0,-2 9 16 0 0,1 1 0 0 0,1 0 0 0 0,0 0-1 0 0,1 0 1 0 0,0 1 0 0 0,1 0 0 0 0,0 0-1 0 0,11-11 1 0 0,5-1 414 0 0,30-25 0 0 0,1 6-4309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2:48.3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 1 15976 0 0,'-1'49'5209'0'0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2:49.0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11448 0 0,'0'0'8306'0'0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2:49.38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8 10656 0 0,'0'0'2472'0'0,"4"0"-2212"0"0,123-8 13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2:50.0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82 1 10848 0 0,'0'0'1944'0'0,"1"4"-1842"0"0,9 26 398 0 0,-2-1-1 0 0,-1 2 1 0 0,-1-1-1 0 0,2 37 1 0 0,-3 130 1573 0 0,-5-162-1517 0 0,-1 1-1 0 0,-2 0 1 0 0,-2-1 0 0 0,-16 61-1 0 0,21-93-455 0 0,-1 0-1 0 0,0 0 1 0 0,0-1-1 0 0,-1 1 0 0 0,1 0 1 0 0,0-1-1 0 0,-1 1 1 0 0,-3 3-1 0 0,4-5-54 0 0,1-1 0 0 0,-1 0 0 0 0,0 1 0 0 0,1-1 0 0 0,-1 0 0 0 0,0 1-1 0 0,0-1 1 0 0,0 0 0 0 0,1 0 0 0 0,-1 0 0 0 0,0 0 0 0 0,0 0 0 0 0,0 0 0 0 0,1 0 0 0 0,-1 0 0 0 0,0 0 0 0 0,0 0 0 0 0,0 0 0 0 0,1 0 0 0 0,-1 0 0 0 0,0-1 0 0 0,0 1-1 0 0,1 0 1 0 0,-1-1 0 0 0,0 1 0 0 0,1 0 0 0 0,-1-1 0 0 0,0 1 0 0 0,1-1 0 0 0,-1 1 0 0 0,0-1 0 0 0,1 0 0 0 0,-1 1 0 0 0,1-1 0 0 0,-1 1 0 0 0,0-2 0 0 0,-5-5 161 0 0,1 0 0 0 0,0 0 1 0 0,0-1-1 0 0,1 0 1 0 0,0 1-1 0 0,-4-12 1 0 0,-11-19-3091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2:50.4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331 1 15576 0 0,'-8'86'1039'0'0,"8"-81"-978"0"0,0 0 0 0 0,-1-1 0 0 0,0 1 0 0 0,0 0 0 0 0,0-1 0 0 0,0 1-1 0 0,0-1 1 0 0,-1 1 0 0 0,0-1 0 0 0,0 0 0 0 0,0 0 0 0 0,-1 0-1 0 0,1 0 1 0 0,-1 0 0 0 0,0 0 0 0 0,0-1 0 0 0,-1 1 0 0 0,1-1-1 0 0,0 0 1 0 0,-1 0 0 0 0,0 0 0 0 0,0-1 0 0 0,0 1 0 0 0,0-1-1 0 0,0 0 1 0 0,-6 2 0 0 0,-13 9 115 0 0,17-10-55 0 0,-1 1 0 0 0,0-1 0 0 0,-13 5 0 0 0,18-7-103 0 0,-1-1-1 0 0,0 1 1 0 0,1-1-1 0 0,-1 0 1 0 0,0 1-1 0 0,0-2 1 0 0,1 1-1 0 0,-1 0 1 0 0,0 0-1 0 0,1-1 1 0 0,-1 1-1 0 0,0-1 1 0 0,1 0-1 0 0,-5-2 1 0 0,4 2-1 0 0,1 0 0 0 0,-1 0 0 0 0,1-1 0 0 0,-1 1 0 0 0,1-1 0 0 0,0 1 0 0 0,-1-1 0 0 0,1 0 0 0 0,0 0 0 0 0,0 0 0 0 0,0 0 0 0 0,0 0 0 0 0,1 0 0 0 0,-1-1 0 0 0,1 1 0 0 0,-1 0 1 0 0,1-1-1 0 0,0 0 0 0 0,0 1 0 0 0,0-1 0 0 0,0 0 0 0 0,0 1 0 0 0,1-1 0 0 0,-1 0 0 0 0,1 0 0 0 0,0 0 0 0 0,-1 1 0 0 0,1-1 0 0 0,1 0 0 0 0,-1 0 0 0 0,0 0 0 0 0,1 1 0 0 0,-1-1 0 0 0,1 0 0 0 0,0 0 0 0 0,2-3 0 0 0,-2 3 38 0 0,0 1-1 0 0,0 0 0 0 0,0 0 0 0 0,0 0 0 0 0,1 0 0 0 0,-1 0 1 0 0,1 1-1 0 0,-1-1 0 0 0,1 0 0 0 0,2-1 0 0 0,-3 3-41 0 0,-1-1-1 0 0,0 1 1 0 0,0 0-1 0 0,1 0 0 0 0,-1 0 1 0 0,0 0-1 0 0,0 0 1 0 0,1 0-1 0 0,-1 0 1 0 0,0 0-1 0 0,1 0 1 0 0,-1 0-1 0 0,0 0 0 0 0,0 0 1 0 0,1 0-1 0 0,-1 0 1 0 0,0 0-1 0 0,1 0 1 0 0,-1 0-1 0 0,0 0 1 0 0,0 1-1 0 0,1-1 0 0 0,-1 0 1 0 0,0 0-1 0 0,0 0 1 0 0,1 0-1 0 0,-1 0 1 0 0,0 1-1 0 0,0-1 1 0 0,1 0-1 0 0,5 18 108 0 0,-4-11-87 0 0,-1 1 0 0 0,-1 0 0 0 0,1-1 0 0 0,-1 1 0 0 0,-1 0 0 0 0,0-1 0 0 0,0 1 0 0 0,0-1 1 0 0,-1 1-1 0 0,0-1 0 0 0,0 0 0 0 0,-1 1 0 0 0,0-1 0 0 0,-4 7 0 0 0,-6 7 119 0 0,-1 0 0 0 0,-32 37 0 0 0,45-57-144 0 0,0 0 25 0 0,0 1 1 0 0,0-1 0 0 0,0 0 0 0 0,0 0-1 0 0,-1 1 1 0 0,1-1 0 0 0,0 0 0 0 0,-1 0-1 0 0,1 0 1 0 0,-1-1 0 0 0,1 1 0 0 0,-1 0-1 0 0,1-1 1 0 0,-1 1 0 0 0,-3 0 0 0 0,4-1-147 0 0,0 0 1 0 0,0 0 0 0 0,0 0-1 0 0,0 0 1 0 0,1-1 0 0 0,-1 1 0 0 0,0 0-1 0 0,0-1 1 0 0,0 1 0 0 0,0 0-1 0 0,0-1 1 0 0,0 1 0 0 0,0-1-1 0 0,1 0 1 0 0,-1 1 0 0 0,0-1-1 0 0,1 0 1 0 0,-1 1 0 0 0,0-1-1 0 0,1 0 1 0 0,-1 0 0 0 0,1 1-1 0 0,-1-1 1 0 0,0-2 0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2:50.80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 0 16783 0 0,'0'0'3130'0'0,"-1"4"-2798"0"0,-7 39-2038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2:51.1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 1 8536 0 0,'0'0'528'0'0,"0"4"-258"0"0,1 77 372 0 0,-5 200 1254 0 0,6-181-3115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2:51.5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359 0 11856 0 0,'0'0'1166'0'0,"-9"11"-531"0"0,-10 4-43 0 0,-1-1 0 0 0,-1-1-1 0 0,-1-1 1 0 0,-37 16 0 0 0,49-23-415 0 0,9-5-151 0 0,0 0 0 0 0,0 1 0 0 0,1-1 0 0 0,-1 0 1 0 0,0 1-1 0 0,0-1 0 0 0,0 1 0 0 0,1-1 0 0 0,-1 1 0 0 0,0-1 0 0 0,1 1 1 0 0,-1 0-1 0 0,0-1 0 0 0,1 1 0 0 0,-1 0 0 0 0,1-1 0 0 0,-1 1 0 0 0,1 0 1 0 0,-1 0-1 0 0,1 0 0 0 0,-1 1 0 0 0,1-2 0 0 0,0 1 0 0 0,1 0 1 0 0,-1-1-1 0 0,0 1 0 0 0,0-1 0 0 0,0 1 0 0 0,1 0 0 0 0,-1-1 1 0 0,0 1-1 0 0,1-1 0 0 0,-1 1 0 0 0,1-1 0 0 0,-1 1 1 0 0,1-1-1 0 0,-1 1 0 0 0,1-1 0 0 0,-1 1 0 0 0,1-1 0 0 0,-1 0 1 0 0,1 1-1 0 0,0-1 0 0 0,4 3 60 0 0,1-1 1 0 0,-1 1-1 0 0,1-2 0 0 0,10 4 0 0 0,2-3 161 0 0,1 0 0 0 0,0-2-1 0 0,20-1 1 0 0,-1 0 629 0 0,-37 1-632 0 0,-16 1 43 0 0,-1 2-250 0 0,0 1 0 0 0,1 1 0 0 0,0 0 0 0 0,0 1 0 0 0,0 1 0 0 0,0 0 0 0 0,1 1 0 0 0,1 0 1 0 0,-1 1-1 0 0,1 0 0 0 0,1 2 0 0 0,0-1 0 0 0,0 1 0 0 0,-19 25 0 0 0,16-16-6 0 0,1 1 0 0 0,0 1 0 0 0,1 0 0 0 0,2 0 0 0 0,0 2 0 0 0,1-1 1 0 0,2 1-1 0 0,-11 45 0 0 0,17-56-20 0 0,0-1 0 0 0,0 1 0 0 0,1 0 0 0 0,1-1 0 0 0,0 1 0 0 0,3 15 1 0 0,-3-24-9 0 0,1 1 1 0 0,0 0 0 0 0,0-1 0 0 0,1 1 0 0 0,-1-1 0 0 0,1 1-1 0 0,0-1 1 0 0,0 0 0 0 0,1 0 0 0 0,-1 0 0 0 0,1 0 0 0 0,0 0-1 0 0,0 0 1 0 0,0-1 0 0 0,0 1 0 0 0,1-1 0 0 0,0 0 0 0 0,-1 0-1 0 0,8 4 1 0 0,-3-4 1 0 0,-1 1-1 0 0,1-1 0 0 0,-1-1 1 0 0,1 1-1 0 0,0-2 0 0 0,0 1 1 0 0,0-1-1 0 0,0 0 1 0 0,0 0-1 0 0,13-2 0 0 0,4-1 16 0 0,-1-1-1 0 0,27-8 0 0 0,-13 3 10 0 0,-36 7-18 0 0,0 1 1 0 0,-1-1-1 0 0,1 1 0 0 0,0-1 0 0 0,-1 0 1 0 0,1 1-1 0 0,-1-1 0 0 0,1 0 0 0 0,-1 0 1 0 0,3-2-1 0 0,2-4-2759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2:53.5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70 195 10152 0 0,'0'0'2664'0'0,"4"0"-2520"0"0,52 1 1712 0 0,117-6 507 0 0,-150 3-2228 0 0,0-1-1 0 0,1-2 0 0 0,-1 0 0 0 0,-1-2 1 0 0,32-12-1 0 0,2-7 222 0 0,54-35 0 0 0,-109 60-339 0 0,0 1 0 0 0,0-1 0 0 0,0 1 0 0 0,0-1-1 0 0,0 0 1 0 0,0 1 0 0 0,0-1 0 0 0,0 0 0 0 0,0 0 0 0 0,0 0 0 0 0,0 0 0 0 0,-1 0 0 0 0,1 0 0 0 0,0 0 0 0 0,-1 0 0 0 0,1 0 0 0 0,-1 0 0 0 0,1 0 0 0 0,-1-1 0 0 0,1 0 0 0 0,-1 1-8 0 0,0 0 0 0 0,-1 0 0 0 0,1 1 0 0 0,0-1 1 0 0,0 0-1 0 0,-1 0 0 0 0,1 1 0 0 0,-1-1 0 0 0,1 0 1 0 0,-1 0-1 0 0,1 1 0 0 0,-1-1 0 0 0,1 1 0 0 0,-1-1 1 0 0,1 0-1 0 0,-1 1 0 0 0,0-1 0 0 0,0 1 0 0 0,1 0 1 0 0,-1-1-1 0 0,0 1 0 0 0,0-1 0 0 0,-8-3 30 0 0,0 1-1 0 0,0 0 0 0 0,-18-3 1 0 0,21 5-32 0 0,-19-4 66 0 0,-1 2 0 0 0,0 0 0 0 0,-47 3 0 0 0,-78 15 202 0 0,133-13-244 0 0,7-1-10 0 0,-26 4 40 0 0,-49 0 0 0 0,48 4-45 0 0,-35-9 43 0 0,72 0-52 0 0,0 1 1 0 0,0-1-1 0 0,0 0 1 0 0,0 1-1 0 0,0-1 1 0 0,0 1-1 0 0,0-1 1 0 0,0 1-1 0 0,0 0 1 0 0,0-1-1 0 0,1 1 1 0 0,-1 0-1 0 0,0 0 1 0 0,1-1-1 0 0,-1 1 1 0 0,0 0-1 0 0,1 0 1 0 0,-1 0-1 0 0,1 0 1 0 0,-1 0-1 0 0,1 0 1 0 0,-1 0-1 0 0,1 0 1 0 0,0 0-1 0 0,0 0 1 0 0,-1 0-1 0 0,1 0 1 0 0,0 0-1 0 0,0 0 1 0 0,0 0 0 0 0,0 0-1 0 0,0 1 1 0 0,3 36 224 0 0,73 281 974 0 0,-72-304-1098 0 0,1-1 0 0 0,11 22 0 0 0,4 11 440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2:53.9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15272 0 0,'1'19'823'0'0,"0"-1"1"0"0,1 1-1 0 0,2-1 1 0 0,4 18-1 0 0,28 72 339 0 0,-25-77-615 0 0,-9-25-494 0 0,11 26 276 0 0,-12-30-307 0 0,0-1 0 0 0,0 1 0 0 0,0-1 0 0 0,0 1 0 0 0,1-1 0 0 0,-1 0 0 0 0,0 1 0 0 0,1-1 0 0 0,-1 0 0 0 0,1 0 0 0 0,-1 0 1 0 0,1 0-1 0 0,-1 0 0 0 0,1 0 0 0 0,3 1 0 0 0,-5-2-68 0 0,1 0 0 0 0,0 0 0 0 0,0 0 0 0 0,-1 0 0 0 0,1 0 0 0 0,0-1 0 0 0,-1 1 0 0 0,1 0 0 0 0,0 0 0 0 0,-1 0 0 0 0,1-1 0 0 0,0 1 1 0 0,-1 0-1 0 0,1-1 0 0 0,0 1 0 0 0,0-2 0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2:54.29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155 219 13464 0 0,'3'2'11'0'0,"-1"1"0"0"0,1-1-1 0 0,0 0 1 0 0,0 0 0 0 0,0 0 0 0 0,0 0 0 0 0,0-1 0 0 0,0 1 0 0 0,1-1 0 0 0,-1 0 0 0 0,0 0 0 0 0,1 0 0 0 0,-1 0 0 0 0,1 0 0 0 0,6 0 0 0 0,-4-2 33 0 0,1 1-1 0 0,-1-1 1 0 0,0 0-1 0 0,0 0 1 0 0,1-1 0 0 0,-1 1-1 0 0,0-1 1 0 0,7-4-1 0 0,8-5 116 0 0,-1-1 0 0 0,-1-1 0 0 0,31-26 0 0 0,-49 39-158 0 0,6-7 108 0 0,0 1 0 0 0,0-1 0 0 0,0 0 0 0 0,-1 0 0 0 0,0-1 0 0 0,7-11 0 0 0,-12 16-46 0 0,1-1 1 0 0,0 1 0 0 0,-1 0-1 0 0,0 0 1 0 0,1-1 0 0 0,-1 1-1 0 0,-1 0 1 0 0,1-1 0 0 0,0 1-1 0 0,-1-1 1 0 0,0 1 0 0 0,1-1-1 0 0,-2 0 1 0 0,1 1 0 0 0,0-1-1 0 0,-1 1 1 0 0,1-1 0 0 0,-1 1-1 0 0,0 0 1 0 0,-3-7-1 0 0,3 9-16 0 0,0 0-1 0 0,0-1 0 0 0,0 1 0 0 0,-1 0 0 0 0,1 0 0 0 0,-1 0 0 0 0,1 0 1 0 0,-1 0-1 0 0,1 0 0 0 0,-1 1 0 0 0,1-1 0 0 0,-1 0 0 0 0,0 1 0 0 0,1-1 1 0 0,-1 1-1 0 0,0 0 0 0 0,1-1 0 0 0,-1 1 0 0 0,0 0 0 0 0,0 0 0 0 0,-3 1 1 0 0,-38 4 208 0 0,14 5-15 0 0,2 0-1 0 0,-1 2 0 0 0,-32 20 1 0 0,41-22-190 0 0,0 0 30 0 0,1 1-1 0 0,1 1 1 0 0,0 1-1 0 0,0 0 1 0 0,-25 27-1 0 0,34-32-36 0 0,1 0-1 0 0,0 1 0 0 0,1 1 0 0 0,-1-1 1 0 0,2 1-1 0 0,-1 0 0 0 0,2 0 0 0 0,-1 0 1 0 0,1 1-1 0 0,1 0 0 0 0,0 0 0 0 0,-3 16 1 0 0,6-25-35 0 0,0-1 0 0 0,0 1 1 0 0,0 0-1 0 0,0 0 0 0 0,0 0 1 0 0,1-1-1 0 0,-1 1 0 0 0,0 0 1 0 0,1 0-1 0 0,-1-1 0 0 0,1 1 1 0 0,0 0-1 0 0,0-1 0 0 0,-1 1 1 0 0,1-1-1 0 0,0 1 0 0 0,0-1 1 0 0,1 1-1 0 0,-1-1 0 0 0,1 2 0 0 0,1-1 4 0 0,1 1 0 0 0,-1-1 0 0 0,0 0 0 0 0,1 0 0 0 0,-1 0 0 0 0,1-1 0 0 0,-1 1 0 0 0,9 1 0 0 0,-3 0 5 0 0,1-2 0 0 0,-1 1 0 0 0,1-1-1 0 0,-1-1 1 0 0,1 0 0 0 0,19-2 0 0 0,0-4-179 0 0,0-3 1 0 0,-1 0 0 0 0,1-2 0 0 0,33-18-1 0 0,-36 17-1469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2:55.0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157 231 11760 0 0,'0'0'1320'0'0,"4"-1"-932"0"0,18-5-86 0 0,0-1 0 0 0,0-1 1 0 0,-1-1-1 0 0,-1-1 1 0 0,1-1-1 0 0,-2 0 0 0 0,1-2 1 0 0,-2 0-1 0 0,0-1 1 0 0,19-19-1 0 0,-33 29-143 0 0,0 0 0 0 0,0-1 0 0 0,0 1 1 0 0,-1-1-1 0 0,0 0 0 0 0,4-7 0 0 0,-7 11-135 0 0,1 0 0 0 0,-1-1 0 0 0,0 1-1 0 0,0 0 1 0 0,0-1 0 0 0,0 1 0 0 0,1 0 0 0 0,-1 0 0 0 0,-1-1 0 0 0,1 1 0 0 0,0 0-1 0 0,0 0 1 0 0,0-1 0 0 0,-1 1 0 0 0,1 0 0 0 0,-1 0 0 0 0,1 0 0 0 0,-1-1-1 0 0,1 1 1 0 0,-1 0 0 0 0,0 0 0 0 0,1 0 0 0 0,-1 0 0 0 0,0 0 0 0 0,0 0 0 0 0,0 0-1 0 0,0 1 1 0 0,0-1 0 0 0,0 0 0 0 0,0 0 0 0 0,0 1 0 0 0,0-1 0 0 0,0 0 0 0 0,-3 0-1 0 0,-3-2 36 0 0,0 0-1 0 0,-1 0 1 0 0,0 1-1 0 0,1 0 1 0 0,-1 0-1 0 0,0 1 0 0 0,0 0 1 0 0,-12 0-1 0 0,-1 1 46 0 0,0 1 1 0 0,-23 4-1 0 0,-3 3 299 0 0,-82 1-1 0 0,66-9 306 0 0,62 0-704 0 0,1 0 0 0 0,0 1-1 0 0,0-1 1 0 0,-1 0-1 0 0,1 0 1 0 0,0 0-1 0 0,0 0 1 0 0,-1 0 0 0 0,1 1-1 0 0,0-1 1 0 0,0 0-1 0 0,0 0 1 0 0,-1 1-1 0 0,1-1 1 0 0,0 0 0 0 0,0 0-1 0 0,0 0 1 0 0,0 1-1 0 0,0-1 1 0 0,0 0-1 0 0,-1 1 1 0 0,1-1 0 0 0,0 0-1 0 0,0 0 1 0 0,0 1-1 0 0,0-1 1 0 0,0 0-1 0 0,0 0 1 0 0,0 1 0 0 0,0-1-1 0 0,0 0 1 0 0,0 1-1 0 0,0-1 1 0 0,0 0-1 0 0,0 0 1 0 0,1 1 0 0 0,-1-1-1 0 0,0 0 1 0 0,0 0-1 0 0,0 1 1 0 0,0-1-1 0 0,0 0 1 0 0,1 1 0 0 0,5 12 112 0 0,2-2-24 0 0,-1 1 1 0 0,0 0-1 0 0,-1 0 0 0 0,0 1 1 0 0,7 24-1 0 0,-5-6 119 0 0,6 46 0 0 0,-10-48-43 0 0,2 0 0 0 0,0 0 0 0 0,2-1 0 0 0,22 53 0 0 0,-24-67-169 0 0,-5-10-2714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2:55.48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277 81 11552 0 0,'0'0'649'0'0,"1"3"-546"0"0,1 1-101 0 0,6 27 272 0 0,-8-29-231 0 0,0-1-1 0 0,0 1 0 0 0,0-1 0 0 0,0 0 1 0 0,0 1-1 0 0,-1-1 0 0 0,1 1 1 0 0,0-1-1 0 0,-1 0 0 0 0,1 1 1 0 0,-1-1-1 0 0,1 0 0 0 0,-1 1 1 0 0,0-1-1 0 0,0 0 0 0 0,1 0 0 0 0,-1 0 1 0 0,0 0-1 0 0,0 1 0 0 0,0-1 1 0 0,0-1-1 0 0,0 1 0 0 0,-2 1 1 0 0,-12 8 180 0 0,-1-1 1 0 0,-33 14 0 0 0,42-20-134 0 0,1-1 0 0 0,-1 0 0 0 0,0 0 0 0 0,0 0 1 0 0,0-1-1 0 0,0 0 0 0 0,-1 0 0 0 0,1-1 0 0 0,0 0 0 0 0,-11-1 0 0 0,14 0-38 0 0,0-1 1 0 0,0 1-1 0 0,0-1 0 0 0,0 0 0 0 0,0 0 0 0 0,1 0 1 0 0,-1-1-1 0 0,1 1 0 0 0,0-1 0 0 0,0 0 0 0 0,0 0 1 0 0,0 0-1 0 0,0 0 0 0 0,0 0 0 0 0,1-1 0 0 0,-5-6 1 0 0,-1-7 142 0 0,0 0 1 0 0,-9-27-1 0 0,9 22 200 0 0,7 21-351 0 0,1 0 0 0 0,0 0 0 0 0,-1 0 0 0 0,1-1 0 0 0,0 1 0 0 0,0 0 0 0 0,0 0 0 0 0,0 0 0 0 0,0 0 0 0 0,0 0 0 0 0,0 0 0 0 0,0-1 0 0 0,0 1 0 0 0,1 0 0 0 0,-1 0 0 0 0,0 0 0 0 0,1 0 0 0 0,-1 0 0 0 0,1 0 0 0 0,-1 0 0 0 0,2-1 0 0 0,-1 0 33 0 0,1 0 1 0 0,0 0-1 0 0,0 0 1 0 0,0 0-1 0 0,0 1 0 0 0,0-1 1 0 0,0 1-1 0 0,0-1 1 0 0,4 0-1 0 0,-2 0 91 0 0,1 0 0 0 0,0 0 0 0 0,-1 0 0 0 0,1 1 0 0 0,0 0 0 0 0,0 0 0 0 0,0 0 0 0 0,0 1 0 0 0,9 0 0 0 0,-5 2-40 0 0,1 1-1 0 0,-1 1 1 0 0,0 0 0 0 0,0 0 0 0 0,-1 1 0 0 0,1 0 0 0 0,14 11 0 0 0,-5-3 130 0 0,62 52 791 0 0,-74-62-975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2:55.88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 0 14568 0 0,'0'0'526'0'0,"10"22"346"0"0,-6 0-554 0 0,0 1 0 0 0,-1-1 0 0 0,-2 1 0 0 0,0 0 0 0 0,-2 0 0 0 0,-3 29 0 0 0,0 31 795 0 0,4-55-906 0 0,1-14 48 0 0,-1 0-1 0 0,0 0 1 0 0,-1 0 0 0 0,-4 15 0 0 0,6-29-238 0 0,-1 0 1 0 0,0 0-1 0 0,0 0 1 0 0,0 1-1 0 0,0-1 0 0 0,0 0 1 0 0,0 0-1 0 0,0 0 1 0 0,0 1-1 0 0,0-1 0 0 0,0 0 1 0 0,0 0-1 0 0,0 0 1 0 0,0 1-1 0 0,0-1 0 0 0,0 0 1 0 0,0 0-1 0 0,0 0 1 0 0,0 1-1 0 0,0-1 0 0 0,-1 0 1 0 0,1 0-1 0 0,0 0 1 0 0,0 0-1 0 0,0 1 0 0 0,0-1 1 0 0,0 0-1 0 0,0 0 1 0 0,-1 0-1 0 0,1 0 0 0 0,0 0 1 0 0,0 1-1 0 0,0-1 1 0 0,0 0-1 0 0,-1 0 0 0 0,1 0 1 0 0,0 0-1 0 0,0 0 1 0 0,0 0-1 0 0,0 0 0 0 0,-1 0 1 0 0,1 0-1 0 0,0 0 1 0 0,0 0-1 0 0,0 0 1 0 0,-1 0-1 0 0,1 0 0 0 0,0 0 1 0 0,0 0-1 0 0,0 0 1 0 0,-1 0-1 0 0,1 0 0 0 0,0 0 1 0 0,0 0-1 0 0,0 0 1 0 0,-1 0-1 0 0,1 0 0 0 0,-7-16 306 0 0,-3-22-107 0 0,6 15-98 0 0,2 0 0 0 0,0 0 0 0 0,2 0 0 0 0,0-1 0 0 0,2 1 0 0 0,0 0 0 0 0,2 0-1 0 0,0 1 1 0 0,2-1 0 0 0,14-37 0 0 0,-18 56-72 0 0,0 0 0 0 0,0 0-1 0 0,0 1 1 0 0,0-1 0 0 0,1 1-1 0 0,0 0 1 0 0,0 0 0 0 0,0 0 0 0 0,0 0-1 0 0,0 0 1 0 0,0 1 0 0 0,1 0-1 0 0,-1-1 1 0 0,1 1 0 0 0,0 0-1 0 0,-1 1 1 0 0,1-1 0 0 0,5-1 0 0 0,-3 2 39 0 0,1-1 0 0 0,0 1 1 0 0,-1 0-1 0 0,1 1 1 0 0,0 0-1 0 0,-1 0 1 0 0,1 0-1 0 0,0 1 0 0 0,0 0 1 0 0,9 3-1 0 0,-15-3-53 0 0,1-1 0 0 0,-1 1 0 0 0,1 0-1 0 0,-1 0 1 0 0,0 0 0 0 0,0-1 0 0 0,1 1 0 0 0,-1 1-1 0 0,0-1 1 0 0,0 0 0 0 0,0 0 0 0 0,0 0 0 0 0,0 0-1 0 0,-1 1 1 0 0,1-1 0 0 0,0 1 0 0 0,0-1 0 0 0,0 2-1 0 0,6 25-3296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2:56.37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84 1 10544 0 0,'-3'31'5524'0'0,"-48"68"-3573"0"0,45-84-1793 0 0,1-1 0 0 0,0 1 0 0 0,2 0 0 0 0,-1 0-1 0 0,0 19 1 0 0,2-19-27 0 0,2-1 1 0 0,-1 0-1 0 0,2 1 0 0 0,0-1 0 0 0,1 0 1 0 0,0 0-1 0 0,1 0 0 0 0,1 0 1 0 0,0 0-1 0 0,8 16 0 0 0,25 71 821 0 0,-28-87-295 0 0,-9-13-598 0 0,1-1 0 0 0,0 1-1 0 0,-1 0 1 0 0,1 0 0 0 0,-1-1 0 0 0,1 1-1 0 0,-1 0 1 0 0,1 0 0 0 0,-1 0 0 0 0,0 0 0 0 0,1 0-1 0 0,-1 0 1 0 0,0 0 0 0 0,0 0 0 0 0,0 2 1609 0 0,9-26-1276 0 0,4 3-262 0 0,-9 13-92 0 0,1 0 0 0 0,-1 0-1 0 0,1 1 1 0 0,12-11-1 0 0,-5 4 61 0 0,21-23 0 0 0,-19 15-3292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2:56.7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386 1 15176 0 0,'-22'5'701'0'0,"0"-2"1"0"0,-39 2 0 0 0,-84-7 1269 0 0,9-1-3728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2:57.08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12960 0 0,'0'0'0'0'0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2:57.44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484 22 16184 0 0,'0'0'321'0'0,"4"0"4"0"0,56-11 485 0 0,-11 1-33 0 0,-47 10-712 0 0,-1-1 0 0 0,1 1 0 0 0,-1 0 0 0 0,0 0 0 0 0,1 0 0 0 0,-1 0-1 0 0,1 1 1 0 0,-1-1 0 0 0,1 0 0 0 0,-1 0 0 0 0,0 1 0 0 0,1-1 0 0 0,-1 1 0 0 0,0-1 0 0 0,1 1 0 0 0,-1 0 0 0 0,0-1 0 0 0,0 1 0 0 0,0 0 0 0 0,1 0 0 0 0,0 2 0 0 0,0-1 7 0 0,-1 0 1 0 0,1 0-1 0 0,-1 0 0 0 0,0 1 1 0 0,0-1-1 0 0,0 1 0 0 0,0-1 1 0 0,0 1-1 0 0,0-1 0 0 0,-1 1 1 0 0,1 2-1 0 0,0 3 54 0 0,-1 1 0 0 0,0-1-1 0 0,0 0 1 0 0,-1 0 0 0 0,0 0-1 0 0,-3 14 1 0 0,0-12-58 0 0,0 1 0 0 0,-1-1 0 0 0,0 0 0 0 0,0-1 0 0 0,-1 1 0 0 0,-13 15 0 0 0,-48 47 325 0 0,34-39-160 0 0,-53 41 0 0 0,72-64-1600 0 0,-27 14-1 0 0</inkml:trace>
  <inkml:trace contextRef="#ctx0" brushRef="#br0" timeOffset="1">97 101 14672 0 0,'0'0'1332'0'0,"-4"2"-1170"0"0,1-1-104 0 0,0 1 0 0 0,0-1 0 0 0,0 0 1 0 0,0 0-1 0 0,-1 0 0 0 0,1 0 0 0 0,0 0 0 0 0,0-1 0 0 0,-1 1 0 0 0,1-1 0 0 0,0 0 0 0 0,-1 0 0 0 0,1 0 0 0 0,0-1 0 0 0,-1 1 1 0 0,1-1-1 0 0,0 0 0 0 0,-1 0 0 0 0,1 0 0 0 0,0 0 0 0 0,0 0 0 0 0,-3-3 0 0 0,-10-3-2092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2:57.7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724 0 9240 0 0,'-1'2'14'0'0,"-1"0"0"0"0,0 0 1 0 0,1 0-1 0 0,-1 0 0 0 0,0 0 0 0 0,0-1 1 0 0,0 1-1 0 0,0-1 0 0 0,-1 0 1 0 0,1 1-1 0 0,-3 0 0 0 0,-32 14 260 0 0,23-11-214 0 0,-1 1 203 0 0,0 0 0 0 0,-1-1 0 0 0,-18 4 0 0 0,27-8-174 0 0,-1 0 0 0 0,0-1 0 0 0,1 1 0 0 0,-1-2 0 0 0,1 1 0 0 0,-1-1-1 0 0,1 0 1 0 0,-1-1 0 0 0,-8-2 0 0 0,5 1-1463 0 0</inkml:trace>
  <inkml:trace contextRef="#ctx0" brushRef="#br0" timeOffset="1">204 53 12056 0 0,'0'0'0'0'0,"-6"2"0"0"0,-5 1 224 0 0,-3-2 0 0 0,-2 2 0 0 0,-1-2 8 0 0,-2-1-128 0 0,-1 0 8 0 0,1-1-8 0 0,-1-2 8 0 0,3 2 328 0 0,2-4 8 0 0,-1-2-8 0 0,3-1 8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0:58:41.08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0 171 9440 0 0,'0'0'4129'0'0,"1"3"-3986"0"0,12 71 817 0 0,5 117 0 0 0,-17-76-423 0 0,-1-114-385 0 0,-1-1-142 0 0,1 0-1 0 0,-1 1 1 0 0,1-1 0 0 0,-1 1-1 0 0,1-1 1 0 0,0 0 0 0 0,-1 1-1 0 0,1-1 1 0 0,0 1 0 0 0,-1-1-1 0 0,1 1 1 0 0,0-1 0 0 0,0 1-1 0 0,-1 0 1 0 0,1-1 0 0 0,0 1-1 0 0,0-1 1 0 0,0 1 0 0 0,0 0-1 0 0,0-1 1 0 0,0 1 0 0 0,0-1-1 0 0,0 2 1 0 0,-1 16 95 0 0,1-17-82 0 0,-11 61 1446 0 0,16-60 2560 0 0,15-5-2671 0 0,12-8-1560 0 0,-22 6 268 0 0,0 0 0 0 0,-1 0-1 0 0,0-1 1 0 0,0 0 0 0 0,-1-1-1 0 0,16-15 1 0 0,9-7 140 0 0,-25 24-181 0 0,-6 3 10 0 0,0 1 1 0 0,0-1-1 0 0,-1 1 0 0 0,1-1 1 0 0,0 0-1 0 0,0 1 1 0 0,-1-1-1 0 0,3-3 0 0 0,-4 4-28 0 0,0 0 1 0 0,0 1-1 0 0,1-1 0 0 0,-1 0 0 0 0,0 0 0 0 0,0 1 0 0 0,0-1 1 0 0,0 0-1 0 0,0 0 0 0 0,-1 0 0 0 0,1 1 0 0 0,0-1 0 0 0,0 0 1 0 0,0 0-1 0 0,-1 1 0 0 0,1-1 0 0 0,0 0 0 0 0,-1 1 0 0 0,1-1 1 0 0,-1 0-1 0 0,1 1 0 0 0,-1-1 0 0 0,1 0 0 0 0,-1 1 0 0 0,1-1 0 0 0,-1 1 1 0 0,1-1-1 0 0,-1 1 0 0 0,0-1 0 0 0,1 1 0 0 0,-1 0 0 0 0,-1-1 1 0 0,1 0-5 0 0,0-1 0 0 0,0 1 1 0 0,0 0-1 0 0,0 0 1 0 0,0-1-1 0 0,0 1 0 0 0,0-1 1 0 0,0 1-1 0 0,1-1 1 0 0,-1 1-1 0 0,1-1 0 0 0,-1 1 1 0 0,1-1-1 0 0,-1 0 0 0 0,1 1 1 0 0,0-1-1 0 0,0 0 1 0 0,0 1-1 0 0,0-1 0 0 0,0-3 1 0 0,8-36 4 0 0,-4 28-3 0 0,3-19 1 0 0,2 0 1 0 0,1 1 0 0 0,2 0-1 0 0,0 1 1 0 0,21-34 0 0 0,-29 55-6 0 0,1 0-1 0 0,-1 0 1 0 0,-1 0 0 0 0,1-1 0 0 0,-2 1 0 0 0,1-1 0 0 0,-1 0 0 0 0,1-18 0 0 0,-3 24-1 0 0,0 0 0 0 0,0 1 1 0 0,0-1-1 0 0,0 1 0 0 0,0-1 0 0 0,-1 0 1 0 0,0 1-1 0 0,0-1 0 0 0,0 1 0 0 0,0-1 0 0 0,0 1 1 0 0,-1 0-1 0 0,1 0 0 0 0,-1-1 0 0 0,0 1 1 0 0,0 0-1 0 0,0 0 0 0 0,-1 1 0 0 0,1-1 0 0 0,-1 0 1 0 0,1 1-1 0 0,-1-1 0 0 0,0 1 0 0 0,0 0 1 0 0,0 0-1 0 0,0 0 0 0 0,-4-1 0 0 0,2 1-1 0 0,0 0 0 0 0,1 1 0 0 0,-1 0 0 0 0,0 0 0 0 0,0 0 0 0 0,0 1 0 0 0,0-1 0 0 0,0 1 0 0 0,0 0 0 0 0,0 1 0 0 0,0-1 0 0 0,-9 3 0 0 0,-2 2-7 0 0,2 0-1 0 0,-26 13 1 0 0,-15 6-8 0 0,32-16 123 0 0,8-4-3320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0:58:42.09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50 132 12456 0 0,'0'0'3504'0'0,"4"1"-3327"0"0,6 0-100 0 0,0 1 1 0 0,0-1-1 0 0,0-1 0 0 0,-1 0 0 0 0,1 0 1 0 0,0-1-1 0 0,0 0 0 0 0,0 0 1 0 0,-1-2-1 0 0,1 1 0 0 0,-1-1 1 0 0,1 0-1 0 0,-1-1 0 0 0,0 0 1 0 0,16-10-1 0 0,5-6 180 0 0,25-19 386 0 0,-53 37-539 0 0,0 0-1 0 0,0 0 1 0 0,0 0 0 0 0,0 0-1 0 0,0 0 1 0 0,-1-1 0 0 0,1 1-1 0 0,-1-1 1 0 0,1 0-1 0 0,0-3 1 0 0,-2 5-72 0 0,0 0 0 0 0,0 1-1 0 0,-1-1 1 0 0,1 1 0 0 0,0-1 0 0 0,0 0 0 0 0,-1 1-1 0 0,1-1 1 0 0,0 1 0 0 0,-1-1 0 0 0,1 1 0 0 0,-1-1 0 0 0,1 1-1 0 0,-1-1 1 0 0,1 1 0 0 0,-1-1 0 0 0,1 1 0 0 0,-1 0-1 0 0,1-1 1 0 0,-1 1 0 0 0,0 0 0 0 0,1-1 0 0 0,-1 1-1 0 0,1 0 1 0 0,-1 0 0 0 0,0 0 0 0 0,1 0 0 0 0,-1-1-1 0 0,0 1 1 0 0,1 0 0 0 0,-1 0 0 0 0,-1 1 0 0 0,-28-1 304 0 0,20 0-151 0 0,-20 3-38 0 0,-1 1 1 0 0,1 1 0 0 0,0 1 0 0 0,0 2 0 0 0,-29 12-1 0 0,43-18-129 0 0,-10-3-14 0 0,21 1-15 0 0,2 0 7 0 0,2 0-3 0 0,-3 50-25 0 0,1 36 37 0 0,1-54-1 0 0,0 0-1 0 0,3 1 1 0 0,0-1 0 0 0,8 40 0 0 0,-8-72-2 0 0,-1 1 0 0 0,0 0 0 0 0,0-1 0 0 0,0 1 0 0 0,0-1 0 0 0,1 1 0 0 0,-1-1 0 0 0,0 1 0 0 0,0 0 0 0 0,1-1 0 0 0,-1 1 0 0 0,0-1 0 0 0,1 1 0 0 0,-1-1 0 0 0,1 1 0 0 0,-1-1 0 0 0,1 0 0 0 0,-1 1 0 0 0,1-1 0 0 0,-1 0 0 0 0,1 1 0 0 0,-1-1 0 0 0,1 0 0 0 0,-1 1 0 0 0,1-1 0 0 0,0 0 0 0 0,-1 0 0 0 0,2 1 0 0 0,4-2-2780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0:58:42.55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77 0 13360 0 0,'0'0'1064'0'0,"-6"18"-158"0"0,-9 14-610 0 0,2 1-1 0 0,2 1 1 0 0,1-1-1 0 0,-9 59 0 0 0,18-81-205 0 0,0 0-1 0 0,0 0 0 0 0,2 0 0 0 0,-1-1 0 0 0,1 1 0 0 0,1 0 0 0 0,0-1 0 0 0,5 17 0 0 0,-7-26-79 0 0,0-1 1 0 0,1 0 0 0 0,-1 1-1 0 0,0-1 1 0 0,1 0 0 0 0,-1 1-1 0 0,0-1 1 0 0,0 0 0 0 0,1 1-1 0 0,-1-1 1 0 0,1 0 0 0 0,-1 0-1 0 0,0 1 1 0 0,1-1 0 0 0,-1 0-1 0 0,0 0 1 0 0,1 0 0 0 0,-1 0-1 0 0,1 0 1 0 0,-1 1 0 0 0,1-1-1 0 0,-1 0 1 0 0,0 0-1 0 0,1 0 1 0 0,-1 0 0 0 0,1 0-1 0 0,-1 0 1 0 0,1 0 0 0 0,-1-1-1 0 0,0 1 1 0 0,1 0 0 0 0,-1 0-1 0 0,1 0 1 0 0,-1 0 0 0 0,0 0-1 0 0,1-1 1 0 0,17-8 59 0 0,-15 8-46 0 0,10-8 28 0 0,0 1 1 0 0,-1-2-1 0 0,0 0 1 0 0,0 0-1 0 0,-1-1 1 0 0,-1 0 0 0 0,0-1-1 0 0,0 0 1 0 0,13-23-1 0 0,-14 19 36 0 0,0-1 0 0 0,-1 0 0 0 0,-1 0 0 0 0,-1 0 0 0 0,-1-1 0 0 0,0 1 0 0 0,4-37 0 0 0,-8 18 1176 0 0,-1 53-1015 0 0,1 46 130 0 0,17 122 0 0 0,-15-169-319 0 0,-2-4 25 0 0,2 1-1 0 0,-1-1 0 0 0,2 0 1 0 0,5 15-1 0 0,-9-27-74 0 0,1 0 0 0 0,-1 0 0 0 0,0 1 0 0 0,0-1-1 0 0,0 0 1 0 0,1 0 0 0 0,-1 0 0 0 0,0 1 0 0 0,0-1 0 0 0,1 0-1 0 0,-1 0 1 0 0,0 0 0 0 0,0 0 0 0 0,1 0 0 0 0,-1 0 0 0 0,0 1-1 0 0,0-1 1 0 0,1 0 0 0 0,-1 0 0 0 0,0 0 0 0 0,1 0-1 0 0,-1 0 1 0 0,0 0 0 0 0,1 0 0 0 0,-1 0 0 0 0,0 0 0 0 0,0 0-1 0 0,1 0 1 0 0,-1-1 0 0 0,0 1 0 0 0,1 0 0 0 0,-1 0 0 0 0,0 0-1 0 0,0 0 1 0 0,1 0 0 0 0,-1 0 0 0 0,0-1 0 0 0,0 1-1 0 0,1 0 1 0 0,6-6-2890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0:58:42.91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0 14168 0 0,'0'0'1664'0'0,"3"15"-503"0"0,6 5-964 0 0,-2 0 1 0 0,0 1-1 0 0,-1 0 1 0 0,-1 0-1 0 0,2 23 1 0 0,-7-41-167 0 0,7 52 266 0 0,-3 0 1 0 0,-3 57-1 0 0,-1-67 9 0 0,0-44-120 0 0,-8-24-71 0 0,2 10-86 0 0,0-11 25 0 0,1 0 0 0 0,1-1 0 0 0,1 1 1 0 0,0-1-1 0 0,3-37 0 0 0,1 54-27 0 0,1 0-1 0 0,-1 0 1 0 0,1 0 0 0 0,1 0 0 0 0,-1 1-1 0 0,1-1 1 0 0,1 1 0 0 0,-1 0-1 0 0,1-1 1 0 0,0 2 0 0 0,1-1 0 0 0,0 1-1 0 0,11-12 1 0 0,0 2 150 0 0,2 2 0 0 0,0 0 0 0 0,32-19 1 0 0,-47 32-165 0 0,1 0 0 0 0,-1 0 0 0 0,0 0 0 0 0,0 0-1 0 0,1 0 1 0 0,-1 1 0 0 0,0 0 0 0 0,1-1 0 0 0,-1 1 0 0 0,0 1 0 0 0,5-1 0 0 0,3 1-2184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0:58:43.43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192 0 14776 0 0,'0'0'1264'0'0,"-7"0"-887"0"0,1 0-342 0 0,1 1 1 0 0,-1 0-1 0 0,0-1 1 0 0,1 1 0 0 0,0 1-1 0 0,-1-1 1 0 0,1 1-1 0 0,0 0 1 0 0,-1 1-1 0 0,1-1 1 0 0,1 1-1 0 0,-8 4 1 0 0,5-1 7 0 0,0 0 0 0 0,0 0 0 0 0,1 0 0 0 0,0 1 0 0 0,0 0 0 0 0,0 1 0 0 0,-4 7 0 0 0,2 0-2 0 0,0-1 0 0 0,1 1 1 0 0,1 0-1 0 0,1 0 0 0 0,0 1 0 0 0,1 0 1 0 0,0 0-1 0 0,-1 18 0 0 0,4-16 23 0 0,0 0 0 0 0,1 0 0 0 0,2 0-1 0 0,-1 0 1 0 0,2 0 0 0 0,5 18 0 0 0,-8-36-60 0 0,0 1 0 0 0,1-1 1 0 0,-1 0-1 0 0,0 0 0 0 0,0 1 0 0 0,0-1 1 0 0,0 0-1 0 0,1 0 0 0 0,-1 0 1 0 0,0 0-1 0 0,0 1 0 0 0,1-1 0 0 0,-1 0 1 0 0,0 0-1 0 0,0 0 0 0 0,1 0 0 0 0,-1 0 1 0 0,0 0-1 0 0,1 0 0 0 0,-1 0 1 0 0,0 0-1 0 0,0 0 0 0 0,1 1 0 0 0,-1-1 1 0 0,0-1-1 0 0,1 1 0 0 0,-1 0 0 0 0,0 0 1 0 0,0 0-1 0 0,1 0 0 0 0,-1 0 1 0 0,0 0-1 0 0,0 0 0 0 0,1 0 0 0 0,-1 0 1 0 0,0 0-1 0 0,0-1 0 0 0,1 1 1 0 0,-1 0-1 0 0,0 0 0 0 0,11-7 117 0 0,-1-3-76 0 0,0 0 0 0 0,-1-1 0 0 0,0 0 0 0 0,0 0 0 0 0,-1-1 0 0 0,-1 0 0 0 0,0-1 0 0 0,-1 0 0 0 0,0 0 0 0 0,5-18 0 0 0,0-9 147 0 0,-3 0 0 0 0,6-53 1 0 0,-14 89-115 0 0,0 0 1 0 0,1 0 0 0 0,0-1-1 0 0,0 1 1 0 0,0 0 0 0 0,1 0 0 0 0,-1 0-1 0 0,4-7 1 0 0,-3 9-34 0 0,-1 1 1 0 0,0 0 0 0 0,1-1-1 0 0,-1 1 1 0 0,1 0 0 0 0,-1 0-1 0 0,1 0 1 0 0,0 0 0 0 0,-1 0-1 0 0,1 0 1 0 0,0 0-1 0 0,0 0 1 0 0,0 1 0 0 0,0-1-1 0 0,0 1 1 0 0,-1 0 0 0 0,1-1-1 0 0,0 1 1 0 0,0 0-1 0 0,0 0 1 0 0,3 0 0 0 0,-3 0-14 0 0,1 1 1 0 0,0-1 0 0 0,-1 0 0 0 0,1 1 0 0 0,0 0-1 0 0,-1-1 1 0 0,1 1 0 0 0,-1 0 0 0 0,1 0 0 0 0,-1 1-1 0 0,0-1 1 0 0,1 0 0 0 0,-1 1 0 0 0,0 0 0 0 0,2 1-1 0 0,0 1 16 0 0,1 1-1 0 0,-1 0 1 0 0,-1-1-1 0 0,1 1 0 0 0,-1 1 1 0 0,4 6-1 0 0,1 7 124 0 0,0 0-1 0 0,9 37 1 0 0,-4-8 1 0 0,21 76 477 0 0,-29-120-539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0:58:44.10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0 13968 0 0,'0'0'1809'0'0,"11"18"-165"0"0,-1 41-812 0 0,2 90 1 0 0,-5-48-430 0 0,-5-20 122 0 0,-2-81-520 0 0,0 1 0 0 0,0-1 0 0 0,0 0 0 0 0,0 1 0 0 0,0-1 0 0 0,0 0 0 0 0,1 1 0 0 0,-1-1 0 0 0,0 0 0 0 0,0 0 0 0 0,0 1 0 0 0,1-1 1 0 0,-1 0-1 0 0,0 0 0 0 0,0 1 0 0 0,1-1 0 0 0,-1 0 0 0 0,0 0 0 0 0,1 0 0 0 0,-1 1 0 0 0,0-1 0 0 0,0 0 0 0 0,1 0 0 0 0,-1 0 0 0 0,0 0 0 0 0,1 0 0 0 0,-1 0 0 0 0,0 1 0 0 0,1-1 0 0 0,-1 0 0 0 0,0 0 0 0 0,1 0 0 0 0,-1 0 0 0 0,0 0 0 0 0,1-1 0 0 0,-1 1 0 0 0,1 0 0 0 0,-1 0 0 0 0,0 0 0 0 0,0 0 0 0 0,1 0 1 0 0,-1 0-1 0 0,0 0 0 0 0,1-1 0 0 0,-1 1 0 0 0,0 0 0 0 0,1 0 0 0 0,-1 0 0 0 0,0-1 0 0 0,0 1 0 0 0,1 0 0 0 0,-1 0 0 0 0,0-1 0 0 0,0 1 0 0 0,0 0 0 0 0,1-1 0 0 0,-1 1 0 0 0,0 0 0 0 0,0-1 0 0 0,0 1 0 0 0,0 0 0 0 0,0-1 0 0 0,0 1 0 0 0,0 0 0 0 0,0-1 0 0 0,0 1 0 0 0,9-123 254 0 0,-4 73-192 0 0,-3 25 14 0 0,1 1 0 0 0,1-1 0 0 0,1 0-1 0 0,1 1 1 0 0,11-29 0 0 0,-16 50-29 0 0,0 1 0 0 0,0 0 0 0 0,1 0 0 0 0,-1 0 0 0 0,0 0 0 0 0,1 0 0 0 0,0 0 0 0 0,-1 0 0 0 0,1 0 0 0 0,0 1 0 0 0,0-1 0 0 0,0 1 0 0 0,4-3 0 0 0,-5 4-34 0 0,-1 0-1 0 0,1-1 1 0 0,-1 1-1 0 0,1 0 1 0 0,-1 0-1 0 0,1 0 1 0 0,-1 0-1 0 0,1 0 1 0 0,0 0-1 0 0,-1 0 1 0 0,1 0 0 0 0,-1 0-1 0 0,1 0 1 0 0,-1 0-1 0 0,1 0 1 0 0,-1 0-1 0 0,1 0 1 0 0,0 1-1 0 0,-1-1 1 0 0,1 0-1 0 0,-1 0 1 0 0,1 1 0 0 0,0-1-1 0 0,0 1-4 0 0,-1 0 0 0 0,1 0 0 0 0,0 1 0 0 0,0-1 0 0 0,-1 0 0 0 0,1 0 0 0 0,0 0 0 0 0,-1 0 0 0 0,0 1 0 0 0,1-1 0 0 0,-1 0 0 0 0,0 0 0 0 0,1 1 0 0 0,-1 1 0 0 0,6 59 346 0 0,-1 75-1 0 0,-5-136-236 0 0,8-17-20 0 0,6-43 7 0 0,-12 47-87 0 0,1-1-1 0 0,0 1 0 0 0,7-17 0 0 0,-8 25-12 0 0,0 0 0 0 0,1 0 0 0 0,-1 0 0 0 0,1 0-1 0 0,0 0 1 0 0,0 1 0 0 0,0-1 0 0 0,0 1 0 0 0,0 0-1 0 0,1 0 1 0 0,0 0 0 0 0,-1 0 0 0 0,7-2 0 0 0,-5 1 20 0 0,1 1 0 0 0,0 0 0 0 0,1 1 0 0 0,-1 0 0 0 0,0 0 1 0 0,1 0-1 0 0,-1 0 0 0 0,11 0 0 0 0,-14 2-18 0 0,-1 0-1 0 0,1 0 1 0 0,0 1-1 0 0,0-1 1 0 0,-1 0-1 0 0,1 1 1 0 0,-1 0-1 0 0,1 0 1 0 0,0 0-1 0 0,-1 0 1 0 0,1 0-1 0 0,-1 0 1 0 0,0 1-1 0 0,1-1 1 0 0,-1 1-1 0 0,0-1 1 0 0,0 1-1 0 0,0 0 1 0 0,0 0-1 0 0,0 0 1 0 0,-1 0-1 0 0,1 0 1 0 0,2 4-1 0 0,3 10 21 0 0,0 0 0 0 0,0 0 0 0 0,-2 1 0 0 0,0-1 0 0 0,-1 1 0 0 0,-1 0 0 0 0,3 29-1 0 0,-3-19 32 0 0,1 0-1 0 0,9 27 0 0 0,-12-50-57 0 0,10 20 128 0 0,-11-23-129 0 0,1-1-1 0 0,-1 1 1 0 0,0-1-1 0 0,1 0 1 0 0,-1 1 0 0 0,1-1-1 0 0,-1 0 1 0 0,1 0-1 0 0,-1 1 1 0 0,0-1-1 0 0,1 0 1 0 0,-1 0-1 0 0,1 0 1 0 0,-1 0-1 0 0,1 1 1 0 0,-1-1-1 0 0,1 0 1 0 0,-1 0-1 0 0,1 0 1 0 0,-1 0-1 0 0,1 0 1 0 0,-1 0-1 0 0,1 0 1 0 0,0 0-1 0 0,-1-1 1 0 0,1 1-1 0 0,-1 0 1 0 0,0 0-1 0 0,1 0 1 0 0,-1 0 0 0 0,1-1-1 0 0,-1 1 1 0 0,1 0-1 0 0,-1-1 1 0 0,1 1-1 0 0,-1 0 1 0 0,0-1-1 0 0,1 1 1 0 0,-1 0-1 0 0,0-1 1 0 0,1 1-1 0 0,-1-1 1 0 0,0 1-1 0 0,1 0 1 0 0,-1-1-1 0 0,0 1 1 0 0,0-1-1 0 0,1 0 1 0 0,16-28 144 0 0,-11 17-3327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0:58:44.49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64 15272 0 0,'0'0'1096'0'0,"11"11"-465"0"0,8 12 127 0 0,8 7 670 0 0,-26-29-1409 0 0,-1-1 0 0 0,1 1 0 0 0,0-1 1 0 0,-1 0-1 0 0,1 1 0 0 0,0-1 0 0 0,-1 0 0 0 0,1 0 1 0 0,0 1-1 0 0,0-1 0 0 0,-1 0 0 0 0,1 0 0 0 0,0 0 1 0 0,0 0-1 0 0,-1 0 0 0 0,1 0 0 0 0,0 0 0 0 0,0 0 1 0 0,0 0-1 0 0,-1-1 0 0 0,1 1 0 0 0,0 0 0 0 0,-1 0 1 0 0,2-1-1 0 0,17-14 472 0 0,9-23 207 0 0,-25 31-602 0 0,0 0 0 0 0,-1 0 0 0 0,1 1 0 0 0,-1-2 0 0 0,-1 1 0 0 0,2-14 0 0 0,-2 21-91 0 0,-1-1 1 0 0,0 1-1 0 0,0-1 0 0 0,0 1 1 0 0,0-1-1 0 0,0 1 1 0 0,0 0-1 0 0,0-1 0 0 0,0 1 1 0 0,0-1-1 0 0,0 1 0 0 0,0-1 1 0 0,0 1-1 0 0,0 0 1 0 0,-1-1-1 0 0,1 1 0 0 0,0-1 1 0 0,0 1-1 0 0,0 0 0 0 0,0-1 1 0 0,-1 1-1 0 0,1-1 0 0 0,0 1 1 0 0,-1 0-1 0 0,1-1 1 0 0,0 1-1 0 0,0 0 0 0 0,-1 0 1 0 0,1-1-1 0 0,-1 1 0 0 0,1 0 1 0 0,0 0-1 0 0,-1-1 1 0 0,1 1-1 0 0,-1 0 0 0 0,1 0 1 0 0,0 0-1 0 0,-1 0 0 0 0,1 0 1 0 0,-1-1-1 0 0,1 1 1 0 0,-1 0-1 0 0,1 0 0 0 0,0 0 1 0 0,-1 0-1 0 0,1 0 0 0 0,-1 1 1 0 0,1-1-1 0 0,-1 0 0 0 0,1 0 1 0 0,0 0-1 0 0,-1 0 1 0 0,1 0-1 0 0,-1 0 0 0 0,1 1 1 0 0,0-1-1 0 0,-1 0 0 0 0,0 1 1 0 0,-20 15 77 0 0,12-2-61 0 0,-1 1 1 0 0,2 0-1 0 0,0 0 1 0 0,-6 16-1 0 0,7-13 2 0 0,3-8-10 0 0,0 0 0 0 0,1 0 1 0 0,0 1-1 0 0,1-1 0 0 0,1 1 0 0 0,-1 13 0 0 0,2 64 45 0 0,1-70-46 0 0,0 4 24 0 0,1 1-1 0 0,1-1 1 0 0,0 0 0 0 0,2 0 0 0 0,12 32 0 0 0,-17-53-35 0 0,0-1 0 0 0,0 1 0 0 0,0-1 0 0 0,0 0 1 0 0,0 1-1 0 0,0-1 0 0 0,0 1 0 0 0,1-1 0 0 0,-1 0 0 0 0,0 1 0 0 0,0-1 0 0 0,1 0 0 0 0,-1 1 0 0 0,0-1 1 0 0,0 0-1 0 0,1 1 0 0 0,-1-1 0 0 0,0 0 0 0 0,1 0 0 0 0,-1 1 0 0 0,1-1 0 0 0,-1 0 0 0 0,0 0 1 0 0,1 0-1 0 0,-1 1 0 0 0,0-1 0 0 0,1 0 0 0 0,-1 0 0 0 0,1 0 0 0 0,-1 0 0 0 0,1 0 0 0 0,-1 0 0 0 0,11-10 37 0 0,6-26-7 0 0,-15 33-27 0 0,18-51 227 0 0,3-7-3204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0:58:44.83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22 0 15976 0 0,'0'0'565'0'0,"0"4"-288"0"0,-10 193 1478 0 0,-1 8-297 0 0,21-87-215 0 0,-10-118-1240 0 0,1 0 1 0 0,-1 0-1 0 0,0 0 1 0 0,0 0-1 0 0,0 0 0 0 0,0 1 1 0 0,0-1-1 0 0,0 0 1 0 0,0 0-1 0 0,0 0 0 0 0,1 0 1 0 0,-1 0-1 0 0,0 0 1 0 0,0 0-1 0 0,0 0 1 0 0,0 0-1 0 0,0 1 0 0 0,1-1 1 0 0,-1 0-1 0 0,0 0 1 0 0,0 0-1 0 0,0 0 0 0 0,0 0 1 0 0,0 0-1 0 0,1 0 1 0 0,-1 0-1 0 0,0 0 0 0 0,0 0 1 0 0,0 0-1 0 0,0 0 1 0 0,1 0-1 0 0,-1 0 0 0 0,0 0 1 0 0,0 0-1 0 0,0-1 1 0 0,0 1-1 0 0,0 0 0 0 0,1 0 1 0 0,-1 0-1 0 0,0 0 1 0 0,0 0-1 0 0,0 0 0 0 0,0 0 1 0 0,0 0-1 0 0,0 0 1 0 0,0-1-1 0 0,1 1 1 0 0,-1 0-1 0 0,0 0 0 0 0,0 0 1 0 0,0 0-1 0 0,0-1 1 0 0,7-4 83 0 0,8-17-84 0 0,-10 15-2613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0:58:45.16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281 1 14568 0 0,'0'0'705'0'0,"-20"11"406"0"0,-6 20-88 0 0,18-20-769 0 0,-2 1-1 0 0,1-2 1 0 0,-1 1 0 0 0,-13 9-1 0 0,20-18-214 0 0,0 0-1 0 0,0 0 0 0 0,0 0 1 0 0,0 0-1 0 0,0-1 1 0 0,-1 1-1 0 0,1-1 0 0 0,0 0 1 0 0,-1 0-1 0 0,1 0 0 0 0,-1-1 1 0 0,1 1-1 0 0,-1-1 0 0 0,1 0 1 0 0,-1 0-1 0 0,1 0 1 0 0,-1 0-1 0 0,1 0 0 0 0,-1-1 1 0 0,1 0-1 0 0,-6-1 0 0 0,5 0 16 0 0,-4-1 62 0 0,0 0 1 0 0,0 1-1 0 0,0 0 0 0 0,0 0 0 0 0,0 0 0 0 0,-1 1 0 0 0,-7 0 0 0 0,3 1 146 0 0,8 0-2765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0:58:45.50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1 237 13560 0 0,'9'9'107'0'0,"1"-1"1"0"0,1 1-1 0 0,0-1 1 0 0,0-1 0 0 0,0 0-1 0 0,13 5 1 0 0,-18-10-59 0 0,-1-1 1 0 0,1 0-1 0 0,-1 0 0 0 0,1 0 1 0 0,0 0-1 0 0,-1-1 1 0 0,1 0-1 0 0,0 0 0 0 0,0-1 1 0 0,-1 0-1 0 0,1 0 1 0 0,0 0-1 0 0,-1-1 0 0 0,1 1 1 0 0,-1-1-1 0 0,0 0 0 0 0,0-1 1 0 0,1 0-1 0 0,7-5 1 0 0,-4 2 63 0 0,0-1 0 0 0,0 0 0 0 0,0-1 0 0 0,-1 0 0 0 0,0 0 0 0 0,-1-1 0 0 0,1 0 0 0 0,10-18 0 0 0,-15 21-41 0 0,0 0-1 0 0,0 0 1 0 0,0 0-1 0 0,-1-1 1 0 0,1 1-1 0 0,-2-1 1 0 0,1 1-1 0 0,-1-1 1 0 0,0 0-1 0 0,0 1 1 0 0,-1-1-1 0 0,1 0 1 0 0,-2 0-1 0 0,1 1 1 0 0,-1-1-1 0 0,0 0 1 0 0,0 1-1 0 0,-1-1 0 0 0,0 1 1 0 0,-3-9-1 0 0,2 7-8 0 0,2 5 39 0 0,-1-1-1 0 0,1 1 1 0 0,0 0 0 0 0,-1 0 0 0 0,0 0-1 0 0,0 0 1 0 0,-4-6 0 0 0,5 9-77 0 0,0-1 1 0 0,0 0-1 0 0,0 1 1 0 0,0-1 0 0 0,-1 1-1 0 0,1-1 1 0 0,0 1-1 0 0,0-1 1 0 0,0 1-1 0 0,-1 0 1 0 0,1 0 0 0 0,0 0-1 0 0,0-1 1 0 0,-1 1-1 0 0,1 0 1 0 0,0 1-1 0 0,0-1 1 0 0,-1 0 0 0 0,1 0-1 0 0,0 0 1 0 0,0 1-1 0 0,-1-1 1 0 0,1 1-1 0 0,0-1 1 0 0,0 1-1 0 0,-2 0 1 0 0,-5 3 58 0 0,-1 0 0 0 0,1 1-1 0 0,0 0 1 0 0,1 0 0 0 0,-1 1 0 0 0,1 0-1 0 0,0 0 1 0 0,0 1 0 0 0,1-1 0 0 0,0 2-1 0 0,0-1 1 0 0,-8 14 0 0 0,7-8 9 0 0,1 1 0 0 0,0-1 0 0 0,1 1-1 0 0,0 0 1 0 0,2 0 0 0 0,-1 1 0 0 0,-1 20 0 0 0,5-35-92 0 0,-11 138 505 0 0,11-124-423 0 0,1-1 0 0 0,0 1-1 0 0,0 0 1 0 0,2 0-1 0 0,0 0 1 0 0,0-1-1 0 0,10 23 1 0 0,-13-35-71 0 0,0 0 1 0 0,1-1-1 0 0,-1 1 1 0 0,0 0-1 0 0,1-1 1 0 0,-1 1-1 0 0,1-1 1 0 0,-1 1-1 0 0,1-1 0 0 0,-1 1 1 0 0,1-1-1 0 0,0 1 1 0 0,-1-1-1 0 0,1 0 1 0 0,0 1-1 0 0,-1-1 1 0 0,1 0-1 0 0,0 1 1 0 0,-1-1-1 0 0,1 0 0 0 0,0 0 1 0 0,-1 0-1 0 0,1 0 1 0 0,1 1-1 0 0,21-7 118 0 0,-14 2-95 0 0,-1 0 0 0 0,-1-1-1 0 0,10-7 1 0 0,-7 4 26 0 0,0-1 0 0 0,-1 0 0 0 0,11-15 0 0 0,-4 3-2949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0:58:45.82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 14272 0 0,'0'0'1433'0'0,"3"4"-1289"0"0,2 4-19 0 0,0 0 1 0 0,-1 1 0 0 0,0-1-1 0 0,0 1 1 0 0,-1 0-1 0 0,0 0 1 0 0,0 1 0 0 0,1 14-1 0 0,5 84 364 0 0,-6-50-175 0 0,0 149 486 0 0,-4-128-351 0 0,-1-39 38 0 0,0-33 13 0 0,1-26-223 0 0,2-11-127 0 0,2 0-1 0 0,2 1 0 0 0,0-1 1 0 0,2 1-1 0 0,1 0 0 0 0,1 1 1 0 0,2 0-1 0 0,0 0 0 0 0,2 1 1 0 0,22-34-1 0 0,-26 50-82 0 0,0-1 1 0 0,0 1-1 0 0,1 1 0 0 0,1 0 1 0 0,-1 0-1 0 0,2 1 0 0 0,-1 1 1 0 0,16-10-1 0 0,-17 13 11 0 0,0-1-1 0 0,0 1 1 0 0,0 1 0 0 0,1 0 0 0 0,-1 0-1 0 0,1 1 1 0 0,0 0 0 0 0,0 1 0 0 0,1 0 0 0 0,21 0-1 0 0,-31 2-60 0 0,-1 0-1 0 0,1 1 1 0 0,0-1-1 0 0,-1 0 1 0 0,1 1-1 0 0,-1 0 1 0 0,1-1-1 0 0,-1 1 1 0 0,1 0 0 0 0,-1-1-1 0 0,0 1 1 0 0,1 0-1 0 0,-1 0 1 0 0,0 0-1 0 0,0 0 1 0 0,0 1-1 0 0,1-1 1 0 0,-1 0-1 0 0,0 0 1 0 0,0 1-1 0 0,-1-1 1 0 0,1 0-1 0 0,0 1 1 0 0,0-1-1 0 0,-1 1 1 0 0,1-1-1 0 0,-1 1 1 0 0,1 0 0 0 0,-1-1-1 0 0,0 1 1 0 0,0-1-1 0 0,1 4 1 0 0,-1 5-352 0 0,0-1 0 0 0,0 1 1 0 0,0 0-1 0 0,-3 10 0 0 0,2-12-1062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0:58:48.29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443 0 8240 0 0,'0'0'4681'0'0,"-4"3"-4260"0"0,-9 5-282 0 0,1-1-1 0 0,-1 0 0 0 0,0-1 1 0 0,-1-1-1 0 0,0 0 0 0 0,0-1 1 0 0,-20 4-1 0 0,7-2 67 0 0,0 1 1 0 0,0 1-1 0 0,1 1 0 0 0,1 1 1 0 0,0 2-1 0 0,0 0 0 0 0,1 2 1 0 0,-24 17-1 0 0,43-26-153 0 0,0-1-1 0 0,0 1 1 0 0,0 1 0 0 0,1-1 0 0 0,0 1 0 0 0,0-1-1 0 0,0 1 1 0 0,1 0 0 0 0,0 1 0 0 0,0-1 0 0 0,1 0-1 0 0,-1 1 1 0 0,-1 11 0 0 0,3-14-12 0 0,0 1 0 0 0,0-1-1 0 0,1 1 1 0 0,-1-1 0 0 0,1 1 0 0 0,1-1-1 0 0,-1 1 1 0 0,0-1 0 0 0,1 1 0 0 0,0-1-1 0 0,0 1 1 0 0,1-1 0 0 0,-1 0 0 0 0,1 1-1 0 0,0-1 1 0 0,0 0 0 0 0,0 0 0 0 0,0 0-1 0 0,1-1 1 0 0,0 1 0 0 0,4 4 0 0 0,0-1 21 0 0,0-1 0 0 0,0-1 1 0 0,1 1-1 0 0,0-1 0 0 0,0-1 0 0 0,0 1 1 0 0,1-1-1 0 0,9 3 0 0 0,7 0 108 0 0,42 7-1 0 0,-51-11-96 0 0,176 33 952 0 0,-166-36-766 0 0,-18 0-2658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0:58:49.30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58 127 10544 0 0,'0'0'5951'0'0,"4"2"-5807"0"0,9 2 9 0 0,0-1 0 0 0,1 0 0 0 0,-1-1 0 0 0,1 0-1 0 0,0-1 1 0 0,0-1 0 0 0,0 0 0 0 0,0 0 0 0 0,-1-2-1 0 0,1 0 1 0 0,0 0 0 0 0,-1-2 0 0 0,0 1 0 0 0,24-11-1 0 0,2-1 206 0 0,-30 12-266 0 0,0 0-1 0 0,1-1 1 0 0,-2 0-1 0 0,1 0 1 0 0,13-9-1 0 0,-16 8-23 0 0,-3 3-1 0 0,-1 0 0 0 0,1 1-1 0 0,-1-1 1 0 0,0 0 0 0 0,0 0 0 0 0,0 0-1 0 0,0-1 1 0 0,2-2 0 0 0,-4 4-51 0 0,1 0-1 0 0,-1 0 1 0 0,0 0 0 0 0,0 0 0 0 0,0 0 0 0 0,0 0 0 0 0,0 0 0 0 0,0 0-1 0 0,0 0 1 0 0,0 0 0 0 0,0 0 0 0 0,0 0 0 0 0,0 0 0 0 0,-1 0 0 0 0,1 0-1 0 0,0 0 1 0 0,-1 1 0 0 0,1-1 0 0 0,-1 0 0 0 0,1 0 0 0 0,-1 0 0 0 0,1 0-1 0 0,-1 1 1 0 0,0-1 0 0 0,1 0 0 0 0,-1 1 0 0 0,0-1 0 0 0,1 0-1 0 0,-1 1 1 0 0,0-1 0 0 0,-1 0 0 0 0,-4-2 2 0 0,0 0-1 0 0,-1 1 1 0 0,1 0 0 0 0,-1 0 0 0 0,1 1-1 0 0,-1-1 1 0 0,0 2 0 0 0,0-1 0 0 0,-11 1-1 0 0,-11 0-1 0 0,-1 2 0 0 0,-42 8 0 0 0,41-5-72 0 0,0 0 0 0 0,-45 0 0 0 0,44-5-237 0 0,31 0 285 0 0,-1 12 74 0 0,0 0-1 0 0,1 1 0 0 0,1 20 1 0 0,-1 16 112 0 0,-25 156 790 0 0,26-204-1018 0 0,0 0 0 0 0,0 0 0 0 0,0 0 0 0 0,0-1 0 0 0,0 1-1 0 0,0 0 1 0 0,0 0 0 0 0,0 0 0 0 0,1 0 0 0 0,-1 0 0 0 0,0-1 0 0 0,1 1 0 0 0,-1 0 0 0 0,0 0 0 0 0,1-1-1 0 0,-1 1 1 0 0,1 0 0 0 0,-1 0 0 0 0,1-1 0 0 0,-1 1 0 0 0,1 0 0 0 0,0-1 0 0 0,-1 1 0 0 0,1-1 0 0 0,0 1-1 0 0,-1-1 1 0 0,1 1 0 0 0,2 0 0 0 0,-2 0-809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0:58:49.76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80 1 15576 0 0,'0'0'1550'0'0,"-1"4"-1326"0"0,-29 81 666 0 0,20-59-710 0 0,0 0 0 0 0,2 1 0 0 0,-7 34-1 0 0,10-11 103 0 0,5-50-278 0 0,0 1 0 0 0,0-1-1 0 0,1 1 1 0 0,-1-1 0 0 0,0 1 0 0 0,1-1 0 0 0,-1 1 0 0 0,0-1 0 0 0,1 1 0 0 0,-1-1 0 0 0,0 1 0 0 0,1-1 0 0 0,-1 1 0 0 0,1-1-1 0 0,-1 0 1 0 0,1 1 0 0 0,-1-1 0 0 0,1 0 0 0 0,-1 1 0 0 0,1-1 0 0 0,-1 0 0 0 0,1 0 0 0 0,-1 0 0 0 0,1 1 0 0 0,0-1 0 0 0,-1 0-1 0 0,1 0 1 0 0,-1 0 0 0 0,1 0 0 0 0,1 0 0 0 0,17 0 49 0 0,-6-4-40 0 0,-1-1 0 0 0,1 0 0 0 0,-1 0 1 0 0,0-1-1 0 0,0-1 0 0 0,-1 0 0 0 0,0-1 0 0 0,0 0 0 0 0,0 0 0 0 0,-1-1 0 0 0,-1-1 0 0 0,10-11 0 0 0,-13 13-1 0 0,0-1 1 0 0,-1 0-1 0 0,0 0 1 0 0,-1 0-1 0 0,0 0 1 0 0,0-1-1 0 0,-1 0 1 0 0,-1 1-1 0 0,1-1 1 0 0,1-18-1 0 0,10-37 120 0 0,-14 65-125 0 0,0 0 0 0 0,1 0 0 0 0,-1 1 0 0 0,0-1 0 0 0,0 0 0 0 0,0 0 0 0 0,0 0 0 0 0,0 0 0 0 0,0 0 0 0 0,0 0 0 0 0,0 0 0 0 0,1 0 0 0 0,-1 0 0 0 0,0 1 0 0 0,0-1 0 0 0,0 0 0 0 0,0 0 1 0 0,0 0-1 0 0,1 0 0 0 0,-1 0 0 0 0,0 0 0 0 0,0 0 0 0 0,0 0 0 0 0,0 0 0 0 0,0 0 0 0 0,1 0 0 0 0,-1 0 0 0 0,0 0 0 0 0,0 0 0 0 0,0 0 0 0 0,0 0 0 0 0,0 0 0 0 0,1 0 0 0 0,-1 0 0 0 0,0 0 0 0 0,0-1 0 0 0,0 1 0 0 0,0 0 0 0 0,0 0 0 0 0,0 0 0 0 0,1 0 0 0 0,-1 0 0 0 0,0 0 0 0 0,0 0 0 0 0,0 0 0 0 0,0 0 0 0 0,0-1 0 0 0,0 1 0 0 0,0 0 0 0 0,0 0 0 0 0,0 0 0 0 0,0 0 0 0 0,0 0 0 0 0,0-1 0 0 0,1 1 0 0 0,-1 0 0 0 0,0 0 1 0 0,0 0-1 0 0,0 0 0 0 0,0-1 0 0 0,5 24 191 0 0,3 32-5 0 0,-4-26-79 0 0,1 0 0 0 0,1 0 0 0 0,1-1 0 0 0,2 0 0 0 0,1 0-1 0 0,26 49 1 0 0,-35-74-90 0 0,1 0-1 0 0,0 1 0 0 0,1-1 0 0 0,-1 0 0 0 0,0 0 0 0 0,1-1 1 0 0,0 1-1 0 0,-1 0 0 0 0,1-1 0 0 0,0 0 0 0 0,6 4 1 0 0,-8-6-14 0 0,1 1 1 0 0,-1-1 0 0 0,0 1 0 0 0,1-1-1 0 0,-1 0 1 0 0,1 1 0 0 0,-1-1 0 0 0,1 0 0 0 0,0 0-1 0 0,-1 0 1 0 0,1 0 0 0 0,-1 0 0 0 0,1-1-1 0 0,-1 1 1 0 0,1 0 0 0 0,-1-1 0 0 0,0 1-1 0 0,1-1 1 0 0,-1 0 0 0 0,1 1 0 0 0,-1-1-1 0 0,0 0 1 0 0,1 0 0 0 0,-1 0 0 0 0,0 1-1 0 0,0-1 1 0 0,0-1 0 0 0,0 1 0 0 0,0 0 0 0 0,1-2-1 0 0,5-5-220 0 0,-2-1 0 0 0,1 0 0 0 0,-1 0 0 0 0,3-10 0 0 0,-5 13-1377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0:58:50.20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0 11760 0 0,'0'0'2300'0'0,"0"4"-1736"0"0,18 214 2923 0 0,-5-95-2496 0 0,-11-55-586 0 0,-2-39-96 0 0,1-22-22 0 0,-1-8 128 0 0,13-101-161 0 0,-11 74-199 0 0,0 1 1 0 0,2 0-1 0 0,2 0 0 0 0,14-44 1 0 0,-15 60-28 0 0,0 0 0 0 0,1 1 1 0 0,1 0-1 0 0,0 0 0 0 0,0 0 0 0 0,1 1 1 0 0,0 0-1 0 0,0 0 0 0 0,1 1 0 0 0,13-10 1 0 0,-16 13-1 0 0,1 1 0 0 0,0-1 0 0 0,0 1 0 0 0,0 1 0 0 0,1-1 1 0 0,-1 1-1 0 0,1 0 0 0 0,0 1 0 0 0,0 0 0 0 0,0 0 0 0 0,0 1 0 0 0,0-1 0 0 0,0 2 1 0 0,0-1-1 0 0,1 1 0 0 0,8 2 0 0 0,-15-1-15 0 0,1-1-1 0 0,-1 2 1 0 0,1-1 0 0 0,-1 0-1 0 0,1 0 1 0 0,-1 1 0 0 0,0-1-1 0 0,0 1 1 0 0,0 0-1 0 0,0 0 1 0 0,0 0 0 0 0,0 0-1 0 0,0 0 1 0 0,0 0 0 0 0,-1 0-1 0 0,1 0 1 0 0,-1 1 0 0 0,0-1-1 0 0,0 1 1 0 0,0-1 0 0 0,1 4-1 0 0,2 4 22 0 0,-1 0 1 0 0,0 0-1 0 0,-1 0 0 0 0,1 12 0 0 0,3 21 345 0 0,-2-13-3364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0:58:50.73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200 21 14568 0 0,'0'0'632'0'0,"-7"-18"1510"0"0,5 17-2094 0 0,1 1 0 0 0,-1-1 1 0 0,1 1-1 0 0,-1 0 0 0 0,1-1 0 0 0,-1 1 0 0 0,0 0 0 0 0,1 0 0 0 0,-1 0 1 0 0,1 0-1 0 0,-1 1 0 0 0,0-1 0 0 0,1 0 0 0 0,-1 1 0 0 0,1-1 1 0 0,-1 1-1 0 0,1-1 0 0 0,0 1 0 0 0,-1 0 0 0 0,1 0 0 0 0,-1-1 0 0 0,1 1 1 0 0,0 0-1 0 0,-2 2 0 0 0,-34 31 167 0 0,32-30-145 0 0,-11 13 15 0 0,1 0 1 0 0,0 0-1 0 0,-14 24 0 0 0,24-34-57 0 0,0 2 1 0 0,1-1 0 0 0,0 0 0 0 0,0 1 0 0 0,1 0 0 0 0,0-1-1 0 0,1 1 1 0 0,0 1 0 0 0,0-1 0 0 0,0 16 0 0 0,2-22-17 0 0,0-1-1 0 0,0 1 1 0 0,0-1 0 0 0,1 1 0 0 0,-1-1 0 0 0,1 1 0 0 0,-1-1 0 0 0,1 1 0 0 0,0-1-1 0 0,0 0 1 0 0,0 1 0 0 0,1-1 0 0 0,-1 0 0 0 0,0 0 0 0 0,1 0 0 0 0,0 0 0 0 0,-1 0-1 0 0,1 0 1 0 0,0 0 0 0 0,3 2 0 0 0,-1-1 24 0 0,1 0 0 0 0,0-1 0 0 0,-1 0 0 0 0,1 0 0 0 0,0 0 0 0 0,1 0 0 0 0,-1-1 0 0 0,10 2 0 0 0,-13-3-25 0 0,1 0-1 0 0,-1 0 1 0 0,0 0-1 0 0,0-1 1 0 0,0 1-1 0 0,0-1 1 0 0,0 1 0 0 0,0-1-1 0 0,0 0 1 0 0,0 0-1 0 0,0 0 1 0 0,0 0-1 0 0,0 0 1 0 0,0 0-1 0 0,0 0 1 0 0,-1-1 0 0 0,1 1-1 0 0,0-1 1 0 0,-1 1-1 0 0,3-4 1 0 0,0 0 28 0 0,1-1 1 0 0,-1 0-1 0 0,0 0 1 0 0,-1 0-1 0 0,4-8 1 0 0,-3 0 13 0 0,0 0 0 0 0,0 0 0 0 0,-2-1 1 0 0,0 1-1 0 0,1-20 0 0 0,2-20 124 0 0,-3 34 108 0 0,0-37 0 0 0,-2 56-271 0 0,0 1 264 0 0,7 29-4 0 0,4 73-21 0 0,-9-72-130 0 0,0-1 0 0 0,12 45 0 0 0,-12-63-94 0 0,-1-7-2 0 0,0 0-1 0 0,0 0 1 0 0,0 1 0 0 0,0-1-1 0 0,4 6 1 0 0,-5-10-23 0 0,0 1 0 0 0,1 0 0 0 0,-1-1 0 0 0,1 1 1 0 0,-1-1-1 0 0,1 1 0 0 0,-1-1 0 0 0,1 1 0 0 0,-1-1 0 0 0,1 1 0 0 0,0-1 0 0 0,-1 1 1 0 0,1-1-1 0 0,0 0 0 0 0,-1 1 0 0 0,1-1 0 0 0,0 0 0 0 0,-1 0 0 0 0,1 1 0 0 0,0-1 1 0 0,0 0-1 0 0,-1 0 0 0 0,1 0 0 0 0,0 0 0 0 0,0 0 0 0 0,-1 0 0 0 0,1 0 0 0 0,0 0 1 0 0,0 0-1 0 0,-1-1 0 0 0,1 1 0 0 0,0 0 0 0 0,-1 0 0 0 0,1-1 0 0 0,0 1 0 0 0,-1 0 1 0 0,2-1-1 0 0,12-7-55 0 0,9-5 236 0 0,-8 10-3014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0:58:51.38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5 14776 0 0,'0'0'286'0'0,"21"-5"1714"0"0,-19 7-1913 0 0,0 0-1 0 0,-1-1 1 0 0,1 1 0 0 0,-1 0-1 0 0,1 0 1 0 0,-1 0 0 0 0,0 0-1 0 0,0 1 1 0 0,0-1-1 0 0,0 0 1 0 0,0 0 0 0 0,0 1-1 0 0,-1-1 1 0 0,1 0 0 0 0,0 4-1 0 0,3 44 123 0 0,-3-30-8 0 0,3 134 683 0 0,-4-132-531 0 0,0-21-161 0 0,13-24-33 0 0,-5 1-98 0 0,0-1-1 0 0,2 1 1 0 0,0 0-1 0 0,2 1 1 0 0,0 0-1 0 0,22-27 1 0 0,-24 35 6 0 0,-9 11-39 0 0,0-1-1 0 0,1 1 1 0 0,-1 0 0 0 0,1 0 0 0 0,0 0-1 0 0,0-1 1 0 0,0 2 0 0 0,0-1 0 0 0,0 0-1 0 0,0 0 1 0 0,0 1 0 0 0,1-1 0 0 0,-1 1-1 0 0,0 0 1 0 0,1-1 0 0 0,3 0 0 0 0,-5 2-23 0 0,-1 0 0 0 0,1 1 0 0 0,-1-1 0 0 0,1 0 0 0 0,-1 0 0 0 0,0 1 0 0 0,1-1 1 0 0,-1 0-1 0 0,1 0 0 0 0,-1 1 0 0 0,0-1 0 0 0,1 1 0 0 0,-1-1 0 0 0,0 0 0 0 0,1 1 0 0 0,-1-1 0 0 0,0 1 1 0 0,0-1-1 0 0,1 1 0 0 0,-1-1 0 0 0,0 1 0 0 0,0-1 0 0 0,0 0 0 0 0,0 1 0 0 0,0 0 0 0 0,3 17 70 0 0,-2-14-44 0 0,4 31 109 0 0,-2-12 11 0 0,0-1 1 0 0,10 30-1 0 0,-13-52-144 0 0,0 0 0 0 0,0 1 0 0 0,0-1 0 0 0,0 1 0 0 0,0-1 0 0 0,0 0 0 0 0,0 1 0 0 0,0-1 1 0 0,1 0-1 0 0,-1 1 0 0 0,0-1 0 0 0,0 0 0 0 0,0 0 0 0 0,1 1 0 0 0,-1-1 0 0 0,0 0 0 0 0,0 1 0 0 0,0-1 0 0 0,1 0 1 0 0,-1 0-1 0 0,0 0 0 0 0,1 1 0 0 0,-1-1 0 0 0,0 0 0 0 0,1 0 0 0 0,-1 0 0 0 0,0 0 0 0 0,1 1 0 0 0,-1-1 1 0 0,0 0-1 0 0,1 0 0 0 0,-1 0 0 0 0,9-8 246 0 0,2-16-83 0 0,-5 9-93 0 0,0-1-1 0 0,1 1 1 0 0,0 0-1 0 0,19-26 1 0 0,-26 41-72 0 0,1-1 0 0 0,-1 1 1 0 0,0-1-1 0 0,1 1 0 0 0,-1-1 1 0 0,0 1-1 0 0,1 0 0 0 0,-1-1 1 0 0,1 1-1 0 0,-1 0 0 0 0,1-1 0 0 0,-1 1 1 0 0,1 0-1 0 0,-1-1 0 0 0,1 1 1 0 0,-1 0-1 0 0,1 0 0 0 0,0 0 1 0 0,-1-1-1 0 0,1 1 0 0 0,-1 0 1 0 0,1 0-1 0 0,0 0 0 0 0,-1 0 1 0 0,1 0-1 0 0,-1 0 0 0 0,1 0 1 0 0,0 0-1 0 0,-1 0 0 0 0,1 0 1 0 0,-1 1-1 0 0,1-1 0 0 0,-1 0 1 0 0,1 0-1 0 0,0 1 0 0 0,-1-1 1 0 0,1 0-1 0 0,-1 0 0 0 0,1 1 1 0 0,-1-1-1 0 0,0 1 0 0 0,1-1 0 0 0,-1 0 1 0 0,1 1-1 0 0,-1-1 0 0 0,0 1 1 0 0,1 0-1 0 0,1 2 9 0 0,1-1 0 0 0,-2 1 0 0 0,1 0 0 0 0,0 0 0 0 0,0 0 0 0 0,-1 0 1 0 0,2 3-1 0 0,6 32 105 0 0,-6-27-80 0 0,-1 1 1 0 0,2-1 0 0 0,-1 0 0 0 0,2 0-1 0 0,-1 0 1 0 0,10 14 0 0 0,1-1 25 0 0,-9-14 13 0 0,0 0-1 0 0,1-1 1 0 0,12 14 0 0 0,-18-22-80 0 0,0 0 0 0 0,-1-1 1 0 0,1 1-1 0 0,0-1 0 0 0,0 1 0 0 0,0-1 0 0 0,-1 1 1 0 0,1-1-1 0 0,0 1 0 0 0,0-1 0 0 0,0 0 1 0 0,0 0-1 0 0,0 1 0 0 0,0-1 0 0 0,0 0 0 0 0,0 0 1 0 0,0 0-1 0 0,0 0 0 0 0,0 0 0 0 0,0 0 0 0 0,0 0 1 0 0,1-1-1 0 0,1 1 58 0 0,-1-1 0 0 0,0 0 0 0 0,1 0 0 0 0,-1-1 0 0 0,1 1 0 0 0,-1 0 1 0 0,0-1-1 0 0,3-1 0 0 0,1-3-887 0 0,1-1 0 0 0,-1 0 0 0 0,9-11 0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0:58:51.73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1 161 15776 0 0,'2'0'60'0'0,"1"1"1"0"0,0-1 0 0 0,-1 1-1 0 0,1 0 1 0 0,-1 0 0 0 0,1 0 0 0 0,-1 0-1 0 0,0 1 1 0 0,1-1 0 0 0,3 3-1 0 0,19 10 520 0 0,-14-12-411 0 0,0 1-1 0 0,0-2 1 0 0,0 1-1 0 0,0-1 1 0 0,21-2 0 0 0,-28 1-110 0 0,0-1 0 0 0,-1 1 0 0 0,1-1 0 0 0,0-1 0 0 0,-1 1 0 0 0,1 0 1 0 0,-1-1-1 0 0,0 0 0 0 0,1 1 0 0 0,-1-1 0 0 0,0-1 0 0 0,0 1 1 0 0,0 0-1 0 0,0-1 0 0 0,-1 1 0 0 0,1-1 0 0 0,-1 0 0 0 0,1 0 0 0 0,-1 0 1 0 0,3-6-1 0 0,0 1 24 0 0,-1 0-1 0 0,-1 0 1 0 0,0 0 0 0 0,0 0 0 0 0,0-1 0 0 0,-1 1 0 0 0,0-1-1 0 0,-1 1 1 0 0,0-1 0 0 0,0 0 0 0 0,-1 1 0 0 0,0-1 0 0 0,-1 0 0 0 0,-2-14-1 0 0,3 23-67 0 0,0-1-1 0 0,0 1 0 0 0,0-1 0 0 0,0 1 0 0 0,0 0 0 0 0,0-1 0 0 0,-1 1 0 0 0,1 0 1 0 0,0-1-1 0 0,0 1 0 0 0,0 0 0 0 0,-1-1 0 0 0,1 1 0 0 0,0 0 0 0 0,0-1 0 0 0,-1 1 1 0 0,1 0-1 0 0,0 0 0 0 0,-1-1 0 0 0,1 1 0 0 0,0 0 0 0 0,-1 0 0 0 0,1-1 0 0 0,0 1 1 0 0,-1 0-1 0 0,1 0 0 0 0,0 0 0 0 0,-1 0 0 0 0,1 0 0 0 0,0 0 0 0 0,-1 0 0 0 0,-13 5 206 0 0,-9 17-5 0 0,23-22-198 0 0,-13 16 80 0 0,0 0 0 0 0,2 1-1 0 0,0 0 1 0 0,1 1-1 0 0,0 0 1 0 0,2 1 0 0 0,-12 37-1 0 0,9-19 63 0 0,3 1 0 0 0,1 0 0 0 0,-3 49-1 0 0,10-82-124 0 0,-1 0 0 0 0,1 0 0 0 0,0 0 0 0 0,1 0 0 0 0,-1 0 0 0 0,1 0 0 0 0,0 0 0 0 0,0 0 0 0 0,1 0 0 0 0,-1-1 0 0 0,4 8 0 0 0,-4-12-25 0 0,0 0-1 0 0,-1 1 0 0 0,1-1 0 0 0,0 0 1 0 0,0 0-1 0 0,-1 1 0 0 0,1-1 0 0 0,0 0 1 0 0,0 0-1 0 0,-1 0 0 0 0,1 0 1 0 0,0 0-1 0 0,0 0 0 0 0,0 0 0 0 0,-1 0 1 0 0,1-1-1 0 0,0 1 0 0 0,0 0 1 0 0,0 0-1 0 0,-1 0 0 0 0,1-1 0 0 0,0 1 1 0 0,-1-1-1 0 0,1 1 0 0 0,0 0 0 0 0,-1-1 1 0 0,1 1-1 0 0,0-1 0 0 0,-1 1 1 0 0,1-1-1 0 0,-1 0 0 0 0,1 1 0 0 0,-1-1 1 0 0,1 0-1 0 0,23-28 76 0 0,-21 24-63 0 0,8-8-2945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0:58:52.08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1 15976 0 0,'0'0'3135'0'0,"3"4"-3015"0"0,1 7-48 0 0,0 1 0 0 0,0-1-1 0 0,-1 1 1 0 0,-1-1 0 0 0,3 20-1 0 0,-1 68 317 0 0,-2-35-252 0 0,0 49 80 0 0,-3-65-48 0 0,7 59 0 0 0,-5-102-105 0 0,-1 0 1 0 0,1 0-1 0 0,1 0 1 0 0,-1 0-1 0 0,4 8 1 0 0,-4-12-5 0 0,0-2-32 0 0,0 1 1 0 0,1 0-1 0 0,-1-1 1 0 0,0 1-1 0 0,0-1 0 0 0,1 1 1 0 0,-1-1-1 0 0,0 0 1 0 0,0 1-1 0 0,0-1 1 0 0,0 0-1 0 0,0 0 1 0 0,0 0-1 0 0,0 1 1 0 0,0-1-1 0 0,0 0 0 0 0,0 0 1 0 0,-1-1-1 0 0,1 1 1 0 0,0 0-1 0 0,0-1 1 0 0,14-33 108 0 0,-8 19-19 0 0,9-22 174 0 0,-11 24-2612 0 0,-5 13 1862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0:58:52.42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283 1 15176 0 0,'0'0'1502'0'0,"-18"0"-171"0"0,-24 7-771 0 0,-1-2-1 0 0,-54-1 1 0 0,14-1 731 0 0,94-8-1000 0 0,-3 2-3056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0:58:52.76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1 180 14064 0 0,'3'4'52'0'0,"0"-1"1"0"0,1 0 0 0 0,0 0-1 0 0,-1 0 1 0 0,1 0-1 0 0,0-1 1 0 0,1 1 0 0 0,-1-1-1 0 0,0 0 1 0 0,1-1 0 0 0,-1 1-1 0 0,1-1 1 0 0,-1 0 0 0 0,1 0-1 0 0,7 1 1 0 0,5 0 271 0 0,1-1 0 0 0,31-2 0 0 0,-36 0-182 0 0,0-1-1 0 0,0 0 1 0 0,0 0 0 0 0,0-1-1 0 0,-1-1 1 0 0,1 0-1 0 0,18-10 1 0 0,-27 12-59 0 0,-1 1 1 0 0,0-1-1 0 0,0 0 0 0 0,0 0 0 0 0,0-1 1 0 0,0 1-1 0 0,0 0 0 0 0,-1-1 0 0 0,1 0 1 0 0,-1 0-1 0 0,0 0 0 0 0,1 0 1 0 0,-1 0-1 0 0,-1 0 0 0 0,1 0 0 0 0,0-1 1 0 0,-1 1-1 0 0,0-1 0 0 0,0 1 1 0 0,0-1-1 0 0,0 1 0 0 0,0-1 0 0 0,-1 0 1 0 0,1 0-1 0 0,-1 1 0 0 0,0-1 1 0 0,0 0-1 0 0,-1 1 0 0 0,1-1 0 0 0,-3-6 1 0 0,2 4 11 0 0,0 1 1 0 0,-1-1-1 0 0,0 1 0 0 0,0-1 1 0 0,-1 1-1 0 0,0 0 1 0 0,1 0-1 0 0,-2 0 1 0 0,1 1-1 0 0,-8-9 1 0 0,9 11-39 0 0,0 0 0 0 0,-1 0 1 0 0,0 0-1 0 0,1 0 0 0 0,-1 1 1 0 0,0-1-1 0 0,0 1 1 0 0,0 0-1 0 0,0 0 0 0 0,0 0 1 0 0,0 0-1 0 0,0 1 0 0 0,0-1 1 0 0,0 1-1 0 0,-1-1 0 0 0,1 1 1 0 0,0 0-1 0 0,0 1 1 0 0,0-1-1 0 0,0 0 0 0 0,-4 2 1 0 0,-3 0 28 0 0,1 0 1 0 0,0 1 0 0 0,0 1 0 0 0,0-1 0 0 0,1 2-1 0 0,-1-1 1 0 0,1 1 0 0 0,0 0 0 0 0,0 1-1 0 0,0 0 1 0 0,-11 12 0 0 0,10-8-4 0 0,0 0 0 0 0,1 1-1 0 0,0 0 1 0 0,1 1 0 0 0,0-1 0 0 0,1 1 0 0 0,-8 23 0 0 0,7-15-15 0 0,2 0 1 0 0,0 1-1 0 0,1-1 1 0 0,1 1-1 0 0,1 0 1 0 0,1 0-1 0 0,1 0 0 0 0,1 0 1 0 0,0 0-1 0 0,9 36 1 0 0,-10-53-59 0 0,1 0 0 0 0,0 0 0 0 0,1-1 0 0 0,-1 1 0 0 0,1-1-1 0 0,-1 1 1 0 0,1-1 0 0 0,0 0 0 0 0,0 0 0 0 0,1 1 0 0 0,-1-1 0 0 0,0-1 0 0 0,1 1 0 0 0,0 0 0 0 0,0-1 0 0 0,0 1 0 0 0,5 2 0 0 0,-4-3-2 0 0,1 0 0 0 0,-1 0 0 0 0,1-1 1 0 0,-1 1-1 0 0,1-1 0 0 0,0-1 1 0 0,0 1-1 0 0,0 0 0 0 0,-1-1 0 0 0,1 0 1 0 0,0 0-1 0 0,6-1 0 0 0,2-2 3 0 0,1 0 0 0 0,-1 0 0 0 0,0-2 0 0 0,0 1 0 0 0,0-2-1 0 0,0 0 1 0 0,-1 0 0 0 0,19-13 0 0 0,-20 10-2 0 0,0-1 0 0 0,18-18-1 0 0,-13 9-3103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0:58:53.10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68 15680 0 0,'5'-15'1346'0'0,"-4"15"-1275"0"0,0 0-1 0 0,0 0 1 0 0,0 0 0 0 0,0 0-1 0 0,0 1 1 0 0,0-1-1 0 0,0 0 1 0 0,0 0 0 0 0,0 1-1 0 0,-1-1 1 0 0,1 1-1 0 0,0-1 1 0 0,0 1 0 0 0,0-1-1 0 0,0 1 1 0 0,0 0-1 0 0,-1-1 1 0 0,1 1-1 0 0,0 0 1 0 0,-1-1 0 0 0,1 1-1 0 0,0 0 1 0 0,-1 0-1 0 0,1 0 1 0 0,-1 0 0 0 0,1 0-1 0 0,-1 0 1 0 0,0-1-1 0 0,1 1 1 0 0,-1 0 0 0 0,0 0-1 0 0,0 0 1 0 0,1 0-1 0 0,-1 1 1 0 0,9 48 507 0 0,-7-32-447 0 0,14 79 790 0 0,5 163-1 0 0,-22-223-705 0 0,2 20 1110 0 0,-9-78-733 0 0,5 2-513 0 0,1-1 1 0 0,1 1-1 0 0,1 0 0 0 0,1-1 0 0 0,0 1 0 0 0,2 0 1 0 0,0 0-1 0 0,10-35 0 0 0,-8 40-46 0 0,1 1 0 0 0,0-1 0 0 0,1 1 0 0 0,0 0 0 0 0,1 1 0 0 0,0 0 0 0 0,1 0 0 0 0,0 0 0 0 0,1 1 0 0 0,1 1 0 0 0,-1 0 0 0 0,17-12 0 0 0,9-2 72 0 0,2 1 0 0 0,40-18 0 0 0,84-30 156 0 0,-139 62-181 0 0,-1 1 0 0 0,32-7 0 0 0,-48 13-67 0 0,1 1 1 0 0,-1 0 0 0 0,0 0 0 0 0,0 1 0 0 0,1-1 0 0 0,-1 2 0 0 0,1-1 0 0 0,-1 1-1 0 0,0 0 1 0 0,0 0 0 0 0,0 0 0 0 0,1 1 0 0 0,-1 0 0 0 0,6 3 0 0 0,-10-4-7 0 0,-1 0 0 0 0,1 0 0 0 0,-1 0 1 0 0,0 0-1 0 0,0 0 0 0 0,1 0 0 0 0,-1 0 1 0 0,0 0-1 0 0,0 0 0 0 0,0 1 1 0 0,0-1-1 0 0,0 1 0 0 0,-1-1 0 0 0,1 0 1 0 0,0 1-1 0 0,-1-1 0 0 0,1 1 1 0 0,0-1-1 0 0,-1 1 0 0 0,0 0 0 0 0,1-1 1 0 0,-1 1-1 0 0,0-1 0 0 0,0 1 0 0 0,0 0 1 0 0,0-1-1 0 0,0 1 0 0 0,-1 0 1 0 0,1-1-1 0 0,-1 3 0 0 0,-1 3-218 0 0,-1 1-1 0 0,0-1 1 0 0,0 0-1 0 0,-9 13 1 0 0,4-5-2191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3:08.64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0 175 2304 0 0,'0'0'11337'0'0,"3"4"-11141"0"0,3 3-92 0 0,-3-3 21 0 0,0 1 0 0 0,1-1-1 0 0,0 0 1 0 0,-1 1-1 0 0,2-2 1 0 0,-1 1 0 0 0,6 4-1 0 0,-7-7-43 0 0,0-1 0 0 0,-1 1 0 0 0,1-1 0 0 0,0 0 0 0 0,0 1-1 0 0,0-1 1 0 0,-1-1 0 0 0,1 1 0 0 0,0 0 0 0 0,0-1 0 0 0,4 0-1 0 0,10-1 116 0 0,107-5 1287 0 0,111 0 373 0 0,-15 1-1284 0 0,-157 0-460 0 0,37-1 263 0 0,81-2 368 0 0,161 8-373 0 0,-179-9-394 0 0,0-3-41 0 0,-161 13 59 0 0,0 0 0 0 0,0 0 0 0 0,0-1 0 0 0,0 1 1 0 0,0 0-1 0 0,0-1 0 0 0,1 0 0 0 0,2-1 0 0 0,8-1-37 0 0,-9 3 30 0 0,-1-1 0 0 0,1 1-1 0 0,0-1 1 0 0,-1 1 0 0 0,1-1 0 0 0,-1 0 0 0 0,7-3-1 0 0,3-1-1 0 0,-12 5 13 0 0,0-1 0 0 0,0 1 1 0 0,0 0-1 0 0,0 0 0 0 0,0-1 1 0 0,0 1-1 0 0,0 0 1 0 0,0 0-1 0 0,0 0 0 0 0,0 0 1 0 0,0 1-1 0 0,0-1 0 0 0,0 0 1 0 0,0 0-1 0 0,-1 0 0 0 0,1 1 1 0 0,0-1-1 0 0,0 0 1 0 0,0 1-1 0 0,0-1 0 0 0,0 1 1 0 0,0-1-1 0 0,-1 1 0 0 0,1 0 1 0 0,0-1-1 0 0,0 1 0 0 0,0 0 1 0 0,12 8-24 0 0,-4-9 1 0 0,-8-1 23 0 0,-1 1 1 0 0,1 0-1 0 0,-1 0 0 0 0,1 0 1 0 0,-1 0-1 0 0,1-1 0 0 0,-1 1 1 0 0,1 0-1 0 0,-1 0 1 0 0,1 0-1 0 0,-1 0 0 0 0,1 0 1 0 0,0 1-1 0 0,-1-1 0 0 0,1 0 1 0 0,-1 0-1 0 0,1 0 1 0 0,-1 0-1 0 0,1 1 0 0 0,-1-1 1 0 0,1 0-1 0 0,0 1 0 0 0,0 0 1 0 0,0 0 0 0 0,0-1 0 0 0,0 1-1 0 0,0 0 1 0 0,0 0 0 0 0,0-1 0 0 0,1 1 0 0 0,-1-1-1 0 0,0 1 1 0 0,0-1 0 0 0,1 1 0 0 0,-1-1-1 0 0,0 0 1 0 0,1 0 0 0 0,-1 0 0 0 0,0 1 0 0 0,1-1-1 0 0,-1 0 1 0 0,0-1 0 0 0,1 1 0 0 0,-1 0-1 0 0,2-1 1 0 0,50-2-3 0 0,-50 2 3 0 0,-3-3 0 0 0,-1 3 3 0 0,0-1 0 0 0,0 0 0 0 0,0 0 0 0 0,-1 1 0 0 0,1-1 0 0 0,0 1 0 0 0,-1 0 0 0 0,0-1 0 0 0,1 1 0 0 0,-1 0 0 0 0,0 0 0 0 0,1 0-1 0 0,-1 0 1 0 0,0 0 0 0 0,-3-1 0 0 0,5 2-2 0 0,-59-29 237 0 0,44 20-187 0 0,0 1 0 0 0,-1 1 0 0 0,0 0 0 0 0,0 2 0 0 0,-19-5 0 0 0,1 4 14 0 0,12 3-31 0 0,0-1 1 0 0,1-1 0 0 0,0-1 0 0 0,-29-12 0 0 0,47 17-31 0 0,0-1 0 0 0,-1 1 1 0 0,0-1-1 0 0,1 1 0 0 0,-1 1 0 0 0,1-1 1 0 0,-1 0-1 0 0,0 1 0 0 0,0 0 0 0 0,1-1 0 0 0,-5 2 1 0 0,7-1 9 0 0,3 2-13 0 0,1-1 0 0 0,0 1 0 0 0,-1-1 0 0 0,1 1 0 0 0,0-1 0 0 0,0 0 0 0 0,4 1 0 0 0,26 8 4 0 0,-1 1 0 0 0,-1 2 0 0 0,0 1 0 0 0,38 24-1 0 0,-37-21-11 0 0,-13-8-5 0 0,-1 2 0 0 0,22 15 1 0 0,-30-19-22 0 0,-7-5 18 0 0,0 0-1 0 0,-1 0 1 0 0,1 0 0 0 0,-1 0-1 0 0,0 0 1 0 0,0 0-1 0 0,3 5 1 0 0,-4-6 9 0 0,-1 0 0 0 0,1 0 0 0 0,-1 0 0 0 0,1 1 0 0 0,-1-1 1 0 0,0 0-1 0 0,0 1 0 0 0,1-1 0 0 0,-1 0 0 0 0,0 1 0 0 0,0-1 0 0 0,0 0 0 0 0,-1 1 0 0 0,1-1 0 0 0,0 0 0 0 0,0 1 0 0 0,-1-1 0 0 0,1 0 0 0 0,-1 0 0 0 0,1 1 1 0 0,-1-1-1 0 0,0 2 0 0 0,-32 64-204 0 0,-22 23 125 0 0,49-80 82 0 0,3-3 3 0 0,3-6 0 0 0,-1 1 0 0 0,1-1 0 0 0,-1 1 0 0 0,0-1 0 0 0,0 0 0 0 0,0 1 0 0 0,1-1 0 0 0,-1 0 0 0 0,0 1 0 0 0,-1-1 0 0 0,1 0 0 0 0,0 0 0 0 0,0 0 0 0 0,0 0 0 0 0,-2 1 0 0 0,-2 2 0 0 0,0 0 0 0 0,2 1 0 0 0,0 0 0 0 0,1-1 0 0 0,0 0 0 0 0,-1 1 0 0 0,3-1 0 0 0,0-1-1 0 0,0-2-6 0 0,1-5-665 0 0,1 1 676 0 0,0 1-1 0 0,1-1 0 0 0,-1 1 0 0 0,1 0 0 0 0,0 0 0 0 0,0 0 0 0 0,0 0 1 0 0,0 0-1 0 0,0 1 0 0 0,0-1 0 0 0,0 1 0 0 0,6-2 0 0 0,1-1 6 0 0,75-28 183 0 0,-57 19-52 0 0,1 2 1 0 0,53-15-1 0 0,-64 21-73 0 0,0-1 1 0 0,-1 0-1 0 0,0-2 0 0 0,0 0 1 0 0,-1-1-1 0 0,0-1 0 0 0,15-11 1 0 0,-26 18-45 0 0,0 1 0 0 0,-1-1 0 0 0,1 1 1 0 0,0 1-1 0 0,6-3 0 0 0,22-8 131 0 0,-20 5-73 0 0,0 1 0 0 0,22-7 0 0 0,-24 10-48 0 0,52-22 124 0 0,-33 18-116 0 0,-10 3-10 0 0,-6-1 10 0 0,-9 4-2 0 0,0-1-1 0 0,0 1 1 0 0,0-1 0 0 0,0 2 0 0 0,10-2 0 0 0,-15 2 9 0 0,-1-2-42 0 0,-1 1 0 0 0,1-1 1 0 0,-1 0-1 0 0,1 1 0 0 0,-1-1 1 0 0,0 1-1 0 0,0 0 1 0 0,1-1-1 0 0,-1 1 0 0 0,0 0 1 0 0,0 0-1 0 0,0 0 0 0 0,-1 0 1 0 0,-1 0-1 0 0,-4-3 17 0 0,-7-3-3 0 0,0 1-1 0 0,0 1 0 0 0,-1 0 0 0 0,1 1 1 0 0,-25-3-1 0 0,-5-2 0 0 0,-65-10 12 0 0,28 7-5 0 0,49 6-18 0 0,-1 1 0 0 0,-46-1 0 0 0,63 5-4 0 0,0 0-1 0 0,-18-5 1 0 0,-25-2 3 0 0,-124 0 30 0 0,147 5 229 0 0,2-1-3505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3:13.17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0 304 96 0 0,'0'0'5080'0'0,"4"0"-4936"0"0,149-13 3024 0 0,-116 11-2290 0 0,52 2 1 0 0,-37 0-487 0 0,-45 0-319 0 0,45 1 362 0 0,0-3 0 0 0,72-11 1 0 0,119-23 266 0 0,-192 31-597 0 0,-27 1-29 0 0,29 1 1 0 0,105-4 77 0 0,228 7 68 0 0,-354 1-197 0 0,39 7 1 0 0,-46-4-13 0 0,-1-1 0 0 0,1-1 0 0 0,39-3 1 0 0,112-6 62 0 0,-12 1 8 0 0,-31-1-59 0 0,-52-2-20 0 0,96-5 5 0 0,178 3-20 0 0,-287 9 4 0 0,-33 2 23 0 0,-35 0 22 0 0,0-1-37 0 0,0 0 0 0 0,-1 0 0 0 0,1 1 1 0 0,-1-1-1 0 0,1 0 0 0 0,-1 0 0 0 0,1 1 1 0 0,-1-1-1 0 0,0 0 0 0 0,0 1 0 0 0,1-1 1 0 0,-1 0-1 0 0,0 1 0 0 0,0-1 0 0 0,1 1 1 0 0,-1-1-1 0 0,0 1 0 0 0,0 0 0 0 0,0-1 1 0 0,0 1-1 0 0,0 0 0 0 0,0 0 0 0 0,-1-1 1 0 0,-30-5 1 0 0,23 4 2 0 0,-13-2-2 0 0,-39-9 78 0 0,-67-22 0 0 0,79 20-40 0 0,37 13-36 0 0,0-1 0 0 0,0-1 0 0 0,1 0 1 0 0,-1-1-1 0 0,1 0 0 0 0,0-1 1 0 0,0 0-1 0 0,-15-12 0 0 0,16 11 26 0 0,0-1-1 0 0,0 2 0 0 0,-21-11 1 0 0,30 16 104 0 0,11 2-116 0 0,0 1 0 0 0,-1 0 0 0 0,1 1 0 0 0,0 0 0 0 0,-1 0 0 0 0,12 6 0 0 0,16 6 18 0 0,101 23 25 0 0,59 21-2 0 0,-164-49-40 0 0,-24-8-2 0 0,0 1-1 0 0,-1 0 0 0 0,1 0 0 0 0,14 8 0 0 0,-22-10-10 0 0,0 0 0 0 0,0 0 0 0 0,1 0-1 0 0,-1 0 1 0 0,0 0 0 0 0,0 0 0 0 0,0 0 0 0 0,0 1-1 0 0,0-1 1 0 0,-1 0 0 0 0,1 1 0 0 0,0-1-1 0 0,0 0 1 0 0,-1 1 0 0 0,1-1 0 0 0,-1 1 0 0 0,0-1-1 0 0,1 1 1 0 0,-1-1 0 0 0,0 1 0 0 0,0-1 0 0 0,0 1-1 0 0,0 0 1 0 0,0-1 0 0 0,0 1 0 0 0,0-1 0 0 0,0 1-1 0 0,-1-1 1 0 0,1 1 0 0 0,-1-1 0 0 0,1 1-1 0 0,-2 1 1 0 0,-2 6 29 0 0,0-1 0 0 0,-1 0 0 0 0,0 0 0 0 0,-9 10 0 0 0,4-4 35 0 0,1-3-17 0 0,-1 0 0 0 0,0-1 1 0 0,-1 0-1 0 0,0 0 1 0 0,-14 9-1 0 0,-30 27 174 0 0,41-33-87 0 0,-25 16 0 0 0,23-17 12 0 0,-22 20 0 0 0,-21 16 348 0 0,49-35-230 0 0,11-13-260 0 0,-1 0 0 0 0,1 0 0 0 0,0 0 0 0 0,-1 0 0 0 0,1 0 0 0 0,-1 0 1 0 0,1 0-1 0 0,-1 0 0 0 0,1 0 0 0 0,0 0 0 0 0,-1 0 0 0 0,1-1 1 0 0,-1 1-1 0 0,1 0 0 0 0,-1 0 0 0 0,1-1 0 0 0,-1 1 0 0 0,1 0 1 0 0,-1-1-1 0 0,1 1 0 0 0,-1 0 0 0 0,1-1 0 0 0,26-13 61 0 0,0 1 0 0 0,1 2 0 0 0,46-13 0 0 0,5-1 22 0 0,97-31 55 0 0,-110 40-102 0 0,97-38 0 0 0,-54 7-9 0 0,-85 36-17 0 0,38-21-1 0 0,-13 5 8 0 0,-16 7-15 0 0,-26 15-12 0 0,-1 0 0 0 0,1 1 0 0 0,0 0 0 0 0,1 1 1 0 0,9-4-1 0 0,-11 5 1 0 0,-2 1-2 0 0,1-1 0 0 0,-1 0 1 0 0,1 0-1 0 0,-1-1 0 0 0,0 1 1 0 0,0-1-1 0 0,5-4 0 0 0,-8 7-6 0 0,15-3-11 0 0,-16 3 16 0 0,0 0-1 0 0,0 0 1 0 0,1 0-1 0 0,-1-1 0 0 0,0 1 1 0 0,0 0-1 0 0,0 0 0 0 0,0 0 1 0 0,0 0-1 0 0,0 0 1 0 0,0-1-1 0 0,0 1 0 0 0,0 0 1 0 0,0 0-1 0 0,0 0 0 0 0,0 0 1 0 0,0-1-1 0 0,0 1 0 0 0,0 0 1 0 0,0 0-1 0 0,0 0 1 0 0,0 0-1 0 0,0-1 0 0 0,0 1 1 0 0,0 0-1 0 0,0 0 0 0 0,0 0 1 0 0,0 0-1 0 0,0-1 1 0 0,0 1-1 0 0,0 0 0 0 0,0 0 1 0 0,0 0-1 0 0,0 0 0 0 0,0 0 1 0 0,-1 0-1 0 0,1-1 1 0 0,0 1-1 0 0,0 0 0 0 0,0 0 1 0 0,0 0-1 0 0,-2-1-4 0 0,1 0 0 0 0,0 0 0 0 0,-1 0 0 0 0,1 0 0 0 0,-1 0 0 0 0,1 0 0 0 0,-1 0 0 0 0,1 1 0 0 0,-1-1 0 0 0,-2 0-1 0 0,-65-5-138 0 0,-32-1-43 0 0,-30-4-19 0 0,-18-8-73 0 0,-230-1-1 0 0,238 11 254 0 0,2 1 4 0 0,133 8 481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3:17.4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0 238 5824 0 0,'0'0'4077'0'0,"4"0"-3746"0"0,86-7 1874 0 0,104 6 0 0 0,-89 2-1758 0 0,134 3 273 0 0,-28-14-333 0 0,1-1 50 0 0,-142 15-277 0 0,-43-2-84 0 0,43-2 0 0 0,19-3 26 0 0,50-7 90 0 0,-111 7-111 0 0,45 1-1 0 0,-47 3-16 0 0,1-2 0 0 0,27-4-1 0 0,-16 0 16 0 0,0 3-1 0 0,1 1 1 0 0,57 6-1 0 0,17 0 139 0 0,-103-5-188 0 0,1 0 1 0 0,-1-1-1 0 0,0 0 0 0 0,1-1 1 0 0,-1 0-1 0 0,0 0 0 0 0,0-2 1 0 0,0 1-1 0 0,0-1 0 0 0,17-10 1 0 0,-20 9 2 0 0,-4 3-16 0 0,-1 1 0 0 0,1-1 0 0 0,-1 0 0 0 0,1 1 1 0 0,0-1-1 0 0,-1 1 0 0 0,1 0 0 0 0,0 0 1 0 0,0 0-1 0 0,0 0 0 0 0,0 0 0 0 0,5 0 0 0 0,-7 1 72 0 0,-16-10-42 0 0,-31-15 10 0 0,22 11 1 0 0,-34-13 0 0 0,-22-2 167 0 0,74 29-45 0 0,13 8-103 0 0,-3-6-69 0 0,34 26 65 0 0,68 66 1 0 0,-98-86-62 0 0,-4-4-5 0 0,0-1 0 0 0,-1 1 0 0 0,0 0 0 0 0,0 0 0 0 0,0 0 0 0 0,0 0 0 0 0,2 6 0 0 0,-4-10-5 0 0,-1 1 1 0 0,0 0 0 0 0,1-1-1 0 0,-1 1 1 0 0,1 0-1 0 0,-1-1 1 0 0,1 1 0 0 0,-1-1-1 0 0,1 1 1 0 0,-1-1-1 0 0,1 1 1 0 0,0-1 0 0 0,-1 1-1 0 0,1-1 1 0 0,0 0 0 0 0,-1 1-1 0 0,1-1 1 0 0,0 0-1 0 0,-1 1 1 0 0,1-1 0 0 0,0 0-1 0 0,0 0 1 0 0,-1 0-1 0 0,2 0 1 0 0,20 1 35 0 0,-19-1-21 0 0,4-1-10 0 0,-6 1-1 0 0,19 23 1 0 0,-16-19-6 0 0,0 0 0 0 0,1 1 0 0 0,-1-1 0 0 0,-3 0 0 0 0,-1 0 0 0 0,0-2 1 0 0,0-1-1 0 0,-1 1 1 0 0,1-1-1 0 0,-1 0 0 0 0,0 0 1 0 0,1 1-1 0 0,-1-1 1 0 0,0 0-1 0 0,0 0 0 0 0,0 0 1 0 0,0 0-1 0 0,0 0 1 0 0,0 0-1 0 0,0 0 0 0 0,-2 1 1 0 0,-1 2 2 0 0,-8 8 4 0 0,1-1 0 0 0,-1-1 0 0 0,-1 0 1 0 0,0-1-1 0 0,0 0 0 0 0,-1-1 1 0 0,-17 8-1 0 0,-38 24 79 0 0,18-4 200 0 0,50-36-140 0 0,8-13-61 0 0,3 4-66 0 0,0 0 0 0 0,0 1 1 0 0,1 0-1 0 0,0 0 0 0 0,0 1 0 0 0,1 1 0 0 0,24-10 0 0 0,36-10 25 0 0,-34 14-29 0 0,68-33 0 0 0,-91 38-6 0 0,1 1 1 0 0,0 0-1 0 0,0 1 1 0 0,32-5-1 0 0,-27 6 15 0 0,0 0-1 0 0,30-12 0 0 0,97-39 202 0 0,-126 47-124 0 0,41-21 0 0 0,-54 25-95 0 0,-5 2-6 0 0,0-3 0 0 0,16-17-16 0 0,-15 17 12 0 0,-3 3-1 0 0,0 0 0 0 0,0-1 0 0 0,1 1 0 0 0,-1 0 0 0 0,0 0 0 0 0,1 0 0 0 0,0 1 0 0 0,3-3 0 0 0,-6 4 5 0 0,0 0 0 0 0,0 0-1 0 0,0 0 1 0 0,1 0 0 0 0,-1 0 0 0 0,0 0 0 0 0,0 0-1 0 0,0-1 1 0 0,0 1 0 0 0,0 0 0 0 0,0 0-1 0 0,0 0 1 0 0,0 0 0 0 0,0 0 0 0 0,0 0 0 0 0,1-1-1 0 0,-1 1 1 0 0,0 0 0 0 0,0 0 0 0 0,0 0 0 0 0,0 0-1 0 0,0 0 1 0 0,0-1 0 0 0,0 1 0 0 0,0 0-1 0 0,0 0 1 0 0,0 0 0 0 0,0 0 0 0 0,0 0 0 0 0,0-1-1 0 0,0 1 1 0 0,0 0 0 0 0,0 0 0 0 0,-1 0-1 0 0,1 0 1 0 0,0 0 0 0 0,0 0 0 0 0,0-1 0 0 0,0 1-1 0 0,0 0 1 0 0,0 0 0 0 0,0 0 0 0 0,0 0 0 0 0,0 0-1 0 0,-1 0 1 0 0,1 0 0 0 0,0-1 0 0 0,0 1-1 0 0,0 0 1 0 0,0 0 0 0 0,0 0 0 0 0,-8-8-9 0 0,6 6 1 0 0,-68-6-9 0 0,-199-30-33 0 0,137 24 20 0 0,67 8 12 0 0,0 4 0 0 0,0 3 1 0 0,0 2-1 0 0,-112 21 1 0 0,176-24-85 0 0,-21 1 192 0 0,17-4-2741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6:43.3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 0 1600 0 0,'0'0'7624'0'0,"1"5"-7480"0"0,7 34 632 0 0,-1 1 0 0 0,-2 0 1 0 0,0 58-1 0 0,-6 23-8 0 0,-1-19 16 0 0,18 170 0 0 0,6 12 21 0 0,-20-146-488 0 0,4 68 149 0 0,-4 10 117 0 0,-4-109-277 0 0,-13 215 749 0 0,7-193-574 0 0,6 59 218 0 0,3-100-430 0 0,-1-77-242 0 0,-6 146 474 0 0,3-137-470 0 0,-9 136 194 0 0,1-15-102 0 0,7-102-86 0 0,-15 71 61 0 0,16-92-83 0 0,-10 27 59 0 0,8-31-45 0 0,7 16 44 0 0,-2-37 141 0 0,0 2-2924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6:44.1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162 209 8136 0 0,'0'0'-24'0'0,"-21"-9"102"0"0,-3-1 254 0 0,20 9-243 0 0,0 0 0 0 0,0-1 0 0 0,1 1 0 0 0,-1-1 1 0 0,0 0-1 0 0,1 0 0 0 0,0-1 0 0 0,-1 1 0 0 0,1-1 1 0 0,0 1-1 0 0,0-1 0 0 0,-3-4 0 0 0,-1-4 188 0 0,0 0 1 0 0,1 0-1 0 0,0-1 0 0 0,1 0 1 0 0,0 0-1 0 0,-4-18 0 0 0,-5-12 1053 0 0,4 24 1987 0 0,16 27-2577 0 0,26 32 276 0 0,-24-32-784 0 0,0 0 0 0 0,0 1 0 0 0,-1 0 0 0 0,8 15 0 0 0,16 26 215 0 0,-4-8-233 0 0,6 3-11 0 0,-26-36-77 0 0,0-1 0 0 0,0 1 1 0 0,9 19-1 0 0,-5-8 150 0 0,-6-13-2853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6:44.4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6 301 15776 0 0,'0'0'0'0'0</inkml:trace>
  <inkml:trace contextRef="#ctx0" brushRef="#br0" timeOffset="1">0 222 15576 0 0,'0'0'0'0'0</inkml:trace>
  <inkml:trace contextRef="#ctx0" brushRef="#br0" timeOffset="2">92 40 16479 0 0,'0'0'0'0'0,"4"-2"0"0"0,0 0 296 0 0,-2-2 8 0 0,1 0-8 0 0,-2-2 8 0 0,3 2-184 0 0,2 0 8 0 0,0 0-8 0 0,0-5 8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6:45.1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110 1 12760 0 0,'0'0'3518'0'0,"2"4"-3443"0"0,19 41-21 0 0,2-2-1 0 0,2 0 1 0 0,2-2 0 0 0,1-1-1 0 0,3-1 1 0 0,46 46 0 0 0,-67-76-16 0 0,-9-9-37 0 0,-1 0-1 0 0,0 0 1 0 0,0 0 0 0 0,0 0-1 0 0,0 0 1 0 0,0 0 0 0 0,0 0-1 0 0,0 0 1 0 0,0 0-1 0 0,0 0 1 0 0,0 0 0 0 0,0 0-1 0 0,0 0 1 0 0,0 0 0 0 0,0 0-1 0 0,0 0 1 0 0,1 0-1 0 0,-1 0 1 0 0,0 0 0 0 0,0 0-1 0 0,0 0 1 0 0,0 0 0 0 0,0 0-1 0 0,0 0 1 0 0,0 0-1 0 0,0 0 1 0 0,0 0 0 0 0,0 0-1 0 0,0 0 1 0 0,0 0 0 0 0,0 0-1 0 0,0 0 1 0 0,0 0-1 0 0,1 0 1 0 0,-1 0 0 0 0,0 0-1 0 0,0 0 1 0 0,0 0 0 0 0,0 0-1 0 0,0 0 1 0 0,0 0-1 0 0,0 0 1 0 0,0 0 0 0 0,0 0-1 0 0,0 0 1 0 0,0-1 0 0 0,0 1-1 0 0,0 0 1 0 0,0 0-1 0 0,0 0 1 0 0,0 0 0 0 0,0 0-1 0 0,0 0 1 0 0,0 0 0 0 0,0 0-1 0 0,0 0 1 0 0,0 0-1 0 0,0 0 1 0 0,0 0 0 0 0,0 0-1 0 0,0 0 1 0 0,0-1 0 0 0,0 1-1 0 0,0 0 1 0 0,0 0-1 0 0,0 0 1 0 0,-8-20 63 0 0,3 11-58 0 0,-5-16 25 0 0,-4-8 41 0 0,-1 1 0 0 0,-1 0 0 0 0,-30-44 0 0 0,45 74-64 0 0,0 1 0 0 0,0-1 1 0 0,0 1-1 0 0,0 0 0 0 0,0-1 0 0 0,-1 1 0 0 0,1 0 0 0 0,0 0 0 0 0,0 0 0 0 0,-1 0 0 0 0,1 0 1 0 0,-1 0-1 0 0,1 0 0 0 0,-1 1 0 0 0,1-1 0 0 0,-1 0 0 0 0,0 1 0 0 0,1-1 0 0 0,-1 1 0 0 0,0 0 1 0 0,1-1-1 0 0,-1 1 0 0 0,0 0 0 0 0,1 0 0 0 0,-1 0 0 0 0,0 0 0 0 0,1 1 0 0 0,-1-1 1 0 0,0 0-1 0 0,1 1 0 0 0,-1-1 0 0 0,0 1 0 0 0,-2 1 0 0 0,-7 3 42 0 0,9-5-42 0 0,0 1 0 0 0,0 0 0 0 0,0 0 0 0 0,0 1 0 0 0,0-1 1 0 0,0 0-1 0 0,0 1 0 0 0,0-1 0 0 0,0 1 0 0 0,0 0 0 0 0,1-1 1 0 0,-1 1-1 0 0,1 0 0 0 0,-1 0 0 0 0,-1 3 0 0 0,-49 80 130 0 0,-41 75 228 0 0,90-146-2566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6:45.8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7832 0 0,'0'0'0'0'0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6:46.6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10344 0 0,'0'0'1672'0'0,"0"4"-1359"0"0,8 174 1052 0 0,34 191 0 0 0,2 13-824 0 0,-8 498 303 0 0,-36-819-766 0 0,9 239 302 0 0,-2-35 15 0 0,-6-134-201 0 0,0 303 839 0 0,-2-223-332 0 0,-6-100-392 0 0,-1 0 182 0 0,8-107-419 0 0,0 1 1 0 0,-1-1-1 0 0,0 0 0 0 0,0 0 1 0 0,0 0-1 0 0,0 1 1 0 0,-1-1-1 0 0,1-1 1 0 0,-1 1-1 0 0,0 0 1 0 0,-5 7-1 0 0,6-11 323 0 0,1-21-117 0 0,0-12 30 0 0,-1-1-125 0 0,1 0 0 0 0,2 1 1 0 0,1-1-1 0 0,2 1 0 0 0,9-34 0 0 0,-5 37-21 0 0,-5 13-77 0 0,2-1 0 0 0,0 1 0 0 0,0 0 0 0 0,15-24 0 0 0,-17 36-1 0 0,1 1 1 0 0,0 0-1 0 0,1 1 1 0 0,-1-1-1 0 0,0 1 1 0 0,11-5 0 0 0,-16 8-81 0 0,1 0 0 0 0,0 0 0 0 0,-1 0 0 0 0,1 0 0 0 0,-1 0 1 0 0,1 0-1 0 0,-1 1 0 0 0,1-1 0 0 0,-1 0 0 0 0,1 0 0 0 0,-1 0 0 0 0,1 1 1 0 0,-1-1-1 0 0,0 0 0 0 0,1 0 0 0 0,-1 1 0 0 0,1-1 0 0 0,-1 0 1 0 0,0 1-1 0 0,1-1 0 0 0,-1 1 0 0 0,0-1 0 0 0,1 0 0 0 0,-1 1 0 0 0,0-1 1 0 0,1 1-1 0 0,-1-1 0 0 0,0 1 0 0 0,0-1 0 0 0,0 1 0 0 0,0-1 1 0 0,1 1-1 0 0,-1-1 0 0 0,0 1 0 0 0,5 23 67 0 0,-4-20-54 0 0,0 8 11 0 0,0 0 1 0 0,-1-1 0 0 0,0 1-1 0 0,0 0 1 0 0,-2-1-1 0 0,1 1 1 0 0,-1-1-1 0 0,-1 1 1 0 0,0-1-1 0 0,-1 0 1 0 0,-9 19 0 0 0,6-13-16 0 0,-10 33 1 0 0,13-37-7 0 0,0 0 0 0 0,-1 0 0 0 0,0 0 0 0 0,-14 23 0 0 0,4-20 3 0 0,14-15-10 0 0,0-1 0 0 0,1 1 0 0 0,-1 0 0 0 0,0-1 0 0 0,0 1 0 0 0,0 0 0 0 0,0-1 0 0 0,0 1 1 0 0,0-1-1 0 0,0 1 0 0 0,0-1 0 0 0,0 0 0 0 0,0 1 0 0 0,0-1 0 0 0,-1 0 0 0 0,1 0 0 0 0,0 0 1 0 0,0 0-1 0 0,0 0 0 0 0,0 0 0 0 0,0 0 0 0 0,0 0 0 0 0,0 0 0 0 0,0-1 0 0 0,-1 1 0 0 0,1 0 0 0 0,0-1 1 0 0,0 1-1 0 0,0-1 0 0 0,0 1 0 0 0,0-1 0 0 0,0 1 0 0 0,1-1 0 0 0,-1 0 0 0 0,0 1 0 0 0,0-1 1 0 0,-1-1-1 0 0,-2-3 0 0 0,-1 0 1 0 0,1 0-1 0 0,0 0 1 0 0,-5-10-1 0 0,7 12 0 0 0,-24-35 776 0 0,1 2-4653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6:47.4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244 139 11760 0 0,'0'0'5247'0'0,"-1"-4"-5103"0"0,-2-13-18 0 0,0 10 181 0 0,1-1 0 0 0,1 1 0 0 0,0-1 0 0 0,0 0 0 0 0,0 0 0 0 0,1 1 0 0 0,0-1-1 0 0,3-15 1 0 0,11 1 70 0 0,-5 10 49 0 0,-8 13-376 0 0,0-1 0 0 0,0 1 0 0 0,0-1 0 0 0,1 1 1 0 0,-1 0-1 0 0,0-1 0 0 0,0 1 0 0 0,0 0 0 0 0,-1 0 0 0 0,1-1 0 0 0,0 1 0 0 0,0 0 1 0 0,0 0-1 0 0,0 0 0 0 0,-1 0 0 0 0,1 0 0 0 0,-1 0 0 0 0,1 1 0 0 0,0 0 0 0 0,18 28 45 0 0,91 215 999 0 0,-103-231-852 0 0,-6-16 15 0 0,-9-25 94 0 0,4 15-368 0 0,-2-7 63 0 0,-2 0-1 0 0,0 0 1 0 0,-1 1 0 0 0,0 1-1 0 0,-2-1 1 0 0,0 2 0 0 0,-1-1-1 0 0,-1 2 1 0 0,0-1 0 0 0,-16-13 0 0 0,27 27-37 0 0,0 0 1 0 0,-1 1-1 0 0,1-1 1 0 0,0 0 0 0 0,-1 1-1 0 0,1 0 1 0 0,-1-1 0 0 0,1 1-1 0 0,-1 0 1 0 0,1 0-1 0 0,-1 0 1 0 0,0 1 0 0 0,0-1-1 0 0,1 1 1 0 0,-1-1-1 0 0,-6 1 1 0 0,5 0 2 0 0,0 1 0 0 0,-1 0-1 0 0,1 0 1 0 0,0 0 0 0 0,0 1 0 0 0,-1-1-1 0 0,1 1 1 0 0,0 0 0 0 0,-7 4 0 0 0,0 2 9 0 0,1 1 1 0 0,-1 0 0 0 0,1 0 0 0 0,1 1 0 0 0,-16 20 0 0 0,10-10 24 0 0,2 0 0 0 0,0 1 0 0 0,1 0 0 0 0,-15 38 0 0 0,22-46-1086 0 0,2-1 0 0 0,-5 26 0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6:49.2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158 39 96 0 0,'0'0'9328'0'0,"1"-3"-9184"0"0,7-33 1856 0 0,0 51-1554 0 0,-6 65 89 0 0,2 21-6 0 0,20 328 1141 0 0,-24-424-1652 0 0,-1 248 638 0 0,-1-85-181 0 0,3 135 154 0 0,-2 291 626 0 0,0-402-834 0 0,-3 119 344 0 0,-1-233-578 0 0,2-34 12 0 0,3 75-1 0 0,2-9 19 0 0,-3-82-88 0 0,1 0 1 0 0,1 0 0 0 0,2 0 0 0 0,11 52 0 0 0,-12-69-40 0 0,-1 0 0 0 0,0-1 0 0 0,0 1 1 0 0,-1-1-1 0 0,-2 15 0 0 0,1-7-26 0 0,-6 46 104 0 0,3-47 85 0 0,1-16 10 0 0,2-10-147 0 0,1-20-25 0 0,0 1 0 0 0,2-1 0 0 0,1 0 0 0 0,1 1 0 0 0,2 0 0 0 0,14-44 0 0 0,5 0 98 0 0,24-55 132 0 0,-30 95-68 0 0,8 29 347 0 0,-26 4-594 0 0,0 0 0 0 0,0 0 1 0 0,0 0-1 0 0,0 0 0 0 0,-1 0 0 0 0,1 0 1 0 0,0 0-1 0 0,-1 0 0 0 0,1 0 0 0 0,0 0 1 0 0,-1 0-1 0 0,0 0 0 0 0,1 0 0 0 0,-1 1 1 0 0,0-1-1 0 0,1 0 0 0 0,-1 0 0 0 0,0 1 1 0 0,0-1-1 0 0,0 1 0 0 0,4 31 43 0 0,-4-32-45 0 0,0 20 35 0 0,-1-1 0 0 0,-1 1 0 0 0,-7 34 0 0 0,4-26 6 0 0,1-12 0 0 0,-1 1 0 0 0,-9 22 0 0 0,-3 11 22 0 0,16-45-61 0 0,0-4-4 0 0,0 0 1 0 0,1 1-1 0 0,-1-1 1 0 0,0 0-1 0 0,0 1 0 0 0,0-1 1 0 0,0 0-1 0 0,-1 0 1 0 0,-1 3-1 0 0,-1-1 6 0 0,-1 0 2 0 0,2 0 3 0 0,0 1-4 0 0,1-1-2 0 0,-3 0-4 0 0,1 0 2 0 0,0 1-2 0 0,0-1 2 0 0,-1-2-4 0 0,0-2-1 0 0,1 0 0 0 0,0 0 0 0 0,-1 0 0 0 0,1 0 0 0 0,0-2 0 0 0,0 0 0 0 0,1 1 0 0 0,0-1 0 0 0,-1 0 0 0 0,2 0 0 0 0,-1 0 0 0 0,0-1 0 0 0,0 1 0 0 0,1-1 0 0 0,-1 1 0 0 0,-3-6 0 0 0,-2-2 0 0 0,-5-3 3 0 0,2-1 0 0 0,-1 0 0 0 0,2-1 0 0 0,-11-20 0 0 0,-29-66 39 0 0,11 18 28 0 0,33 72-25 0 0,2 1 0 0 0,-1-1 0 0 0,2 0-1 0 0,-5-18 1 0 0,5-1-3152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6:50.1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211 1 7432 0 0,'0'0'11919'0'0,"2"4"-11792"0"0,17 32 196 0 0,1-1-1 0 0,34 45 0 0 0,-27-43-145 0 0,39 74-1 0 0,-45-61 11 0 0,-18-47 49 0 0,-1-9-166 0 0,-2-8-34 0 0,-6-28 71 0 0,-16-74 116 0 0,14 84-121 0 0,-23-75 210 0 0,30 106-306 0 0,1 0-1 0 0,0 0 0 0 0,0 1 0 0 0,-1-1 0 0 0,1 0 1 0 0,-1 0-1 0 0,1 0 0 0 0,-1 1 0 0 0,1-1 0 0 0,-1 0 1 0 0,1 0-1 0 0,-1 1 0 0 0,0-1 0 0 0,1 0 0 0 0,-1 1 1 0 0,0-1-1 0 0,1 1 0 0 0,-1-1 0 0 0,0 1 1 0 0,0-1-1 0 0,0 1 0 0 0,1 0 0 0 0,-1-1 0 0 0,0 1 1 0 0,0 0-1 0 0,0 0 0 0 0,0-1 0 0 0,0 1 0 0 0,0 0 1 0 0,0 0-1 0 0,0 0 0 0 0,0 0 0 0 0,1 0 0 0 0,-1 0 1 0 0,0 1-1 0 0,0-1 0 0 0,0 0 0 0 0,0 0 1 0 0,0 1-1 0 0,0-1 0 0 0,0 0 0 0 0,1 1 0 0 0,-1-1 1 0 0,0 1-1 0 0,0-1 0 0 0,-1 2 0 0 0,-5 3 16 0 0,0 0-1 0 0,1 1 0 0 0,-1 0 0 0 0,-6 7 1 0 0,4-2-9 0 0,-22 17 20 0 0,-61 55 52 0 0,75-69-57 0 0,0-2 1 0 0,-1 0-1 0 0,-32 16 0 0 0,16-18 51 0 0,21-9-2944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11:10.70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463 1167 11552 0 0,'0'0'1002'0'0,"4"-1"-890"0"0,25-7 218 0 0,1 1-1 0 0,0 2 0 0 0,0 1 1 0 0,53-1-1 0 0,-33 2 63 0 0,0-2 1 0 0,76-18-1 0 0,277-54 1032 0 0,-327 64-1203 0 0,0 3 194 0 0,84 0 0 0 0,-87 8 18 0 0,108-18 0 0 0,-58-3 265 0 0,187-11 0 0 0,-138 41-146 0 0,-117-3-265 0 0,98-4 1 0 0,69-6 229 0 0,-11 1-55 0 0,-131 1-334 0 0,50-6 66 0 0,-89 7-91 0 0,0 1 0 0 0,77 7-1 0 0,-71-2 17 0 0,80-3 0 0 0,57-7 91 0 0,4 0-23 0 0,-61-7-75 0 0,-43 3 12 0 0,154 2 0 0 0,-128 10-9 0 0,0-5 1 0 0,122-21 0 0 0,-87 13 82 0 0,273 11 1 0 0,-24 8-30 0 0,-142-11-104 0 0,-5 1-11 0 0,-16 1-4 0 0,50 2-3 0 0,155-1 26 0 0,-249-2-51 0 0,719 36 107 0 0,-484-23-72 0 0,-303-10-42 0 0,24-3 3 0 0,100 3 11 0 0,-76 4-20 0 0,114 7 7 0 0,144 15-1 0 0,-12-28-14 0 0,335 3-1 0 0,-535 8 0 0 0,-102-2 0 0 0,136-8 0 0 0,96-2-17 0 0,-170 6 9 0 0,-114 0-3 0 0,81 13 0 0 0,16 3-12 0 0,13-19 4 0 0,-20 3 0 0 0,-16 0-6 0 0,-107-4 21 0 0,-17 0 3 0 0,0 1 1 0 0,0 0-1 0 0,1 0 0 0 0,-1 0 0 0 0,0 1 0 0 0,0 1 0 0 0,11 3 0 0 0,-18-5 1 0 0,1 1 0 0 0,-1-1 0 0 0,1 0 0 0 0,-1 0 0 0 0,1 1 0 0 0,-1-2 0 0 0,1 1 0 0 0,-1 0 0 0 0,3-1 0 0 0,30-1 0 0 0,-32 2-2 0 0,1 1 0 0 0,-1 0 1 0 0,0 1-1 0 0,1-1 0 0 0,-1 1 0 0 0,0-1 0 0 0,0 1 0 0 0,0 0 0 0 0,0 0 0 0 0,-1 0 0 0 0,5 5 1 0 0,-2-2-1 0 0,18 15-40 0 0,-21-19 35 0 0,0-1 0 0 0,-1 1 0 0 0,1-1 0 0 0,0 1-1 0 0,-1-1 1 0 0,1 0 0 0 0,0 1 0 0 0,0-1 0 0 0,0 0 0 0 0,1-1 0 0 0,0 5-13 0 0,-6 4 3 0 0,-9 7 0 0 0,10-14 17 0 0,-4 3-3 0 0,0-1 0 0 0,0 0 0 0 0,-1-1 0 0 0,1 0 0 0 0,-1 0 0 0 0,0 0 0 0 0,1-1 0 0 0,-1 1 0 0 0,-9-1 0 0 0,-18 5-2 0 0,10 2 1 0 0,0 1 0 0 0,0 1-1 0 0,2 1 1 0 0,-1 2 0 0 0,-21 14 0 0 0,-26 15-3 0 0,-333 158-25 0 0,348-178 26 0 0,-62 15 1 0 0,-14 5-2 0 0,108-33 5 0 0,-1 1 1 0 0,2 1-1 0 0,-30 20 1 0 0,-32 25-6 0 0,114-65 7 0 0,679-295 0 0 0,-525 220 0 0 0,195-60 0 0 0,-356 136 0 0 0,51-14 0 0 0,124-59 0 0 0,-173 65 0 0 0,-25 16 0 0 0,1 0 0 0 0,-1 0 0 0 0,0 0 0 0 0,0 0 0 0 0,1 0 0 0 0,-1-1 0 0 0,0 1 0 0 0,0 0 0 0 0,0 0 0 0 0,1 0 0 0 0,-1 0 0 0 0,0-1 0 0 0,0 1 0 0 0,0 0 0 0 0,0 0 0 0 0,1 0 0 0 0,-1-1 0 0 0,0 1 0 0 0,0 0 0 0 0,0 0 0 0 0,0-1 0 0 0,0 1 0 0 0,0 0 0 0 0,0 0 0 0 0,0-1 0 0 0,0 1 0 0 0,0 0 0 0 0,0 0 0 0 0,0-1 0 0 0,0 1 0 0 0,0 0 0 0 0,0 0 0 0 0,0-1 0 0 0,0 1 0 0 0,0 0 0 0 0,0 0 0 0 0,0-1 0 0 0,0 1 0 0 0,0 0 0 0 0,-1 0 0 0 0,1-1 0 0 0,0 1 0 0 0,0 0 0 0 0,0 0 0 0 0,0 0 0 0 0,-1-1 0 0 0,1 1 0 0 0,0 0 0 0 0,0 0 0 0 0,0 0 0 0 0,-1 0 0 0 0,1 0 0 0 0,0-1 0 0 0,0 1 0 0 0,-1 0 0 0 0,1 0 0 0 0,0 0 0 0 0,-1 0 0 0 0,-12-3 0 0 0,13 3 0 0 0,-70-10 0 0 0,1 3 0 0 0,-132 3 0 0 0,-141 31 0 0 0,74-4 0 0 0,-318-4 0 0 0,363-15 0 0 0,84-6 0 0 0,1-6 0 0 0,-258-48 0 0 0,362 49 0 0 0,0-1 0 0 0,-43-17 0 0 0,65 21 0 0 0,0-2 0 0 0,0 1 0 0 0,1-2 0 0 0,0 0 0 0 0,0 0 0 0 0,0 0 0 0 0,1-2 0 0 0,0 1 0 0 0,-12-14 0 0 0,18 15 0 0 0,0 0 0 0 0,0 1 0 0 0,0-1 0 0 0,1-1 0 0 0,0 1 0 0 0,0 0 0 0 0,1-1 0 0 0,0 0 0 0 0,1 1 0 0 0,-1-1 0 0 0,1 0 0 0 0,1 0 0 0 0,-1 0 0 0 0,2 1 0 0 0,0-13 0 0 0,1 4 0 0 0,0 0 0 0 0,2 1 0 0 0,-1 0 0 0 0,2-1 0 0 0,0 1 0 0 0,12-25 0 0 0,-9 25 0 0 0,1 1 0 0 0,-1 0 0 0 0,2 0 0 0 0,0 1 0 0 0,1 0 0 0 0,0 1 0 0 0,1 0 0 0 0,0 1 0 0 0,1 0 0 0 0,0 1 0 0 0,19-11 0 0 0,411-217 0 0 0,-420 229 0 0 0,-35 14-2 0 0,0 0 1 0 0,-20 14-1 0 0,-8 4-1 0 0,-14 1-1 0 0,-2-2 0 0 0,-79 19-1 0 0,-2 1-3 0 0,-489 120-12 0 0,347-98 1 0 0,-105 21-14 0 0,382-85 33 0 0,-61 9-12 0 0,58-9 12 0 0,0 0-1 0 0,1 0 0 0 0,-1-1 1 0 0,0 1-1 0 0,0-1 1 0 0,1 0-1 0 0,-1 0 0 0 0,1 0 1 0 0,-1-1-1 0 0,-8-4 0 0 0,13 6 1 0 0,-1 0 0 0 0,0-1 0 0 0,1 1 0 0 0,-1-1-1 0 0,0 1 1 0 0,1-1 0 0 0,-1 0 0 0 0,1 1 0 0 0,-1-1-1 0 0,1 1 1 0 0,-1-1 0 0 0,1 0 0 0 0,-1 0 0 0 0,1 1 0 0 0,0-1-1 0 0,-1 0 1 0 0,1 0 0 0 0,0 1 0 0 0,0-1 0 0 0,-1 0-1 0 0,1 0 1 0 0,0 0 0 0 0,0 1 0 0 0,0-1 0 0 0,0 0 0 0 0,0 0-1 0 0,0 0 1 0 0,0 1 0 0 0,1-1 0 0 0,-1 0 0 0 0,0 0 0 0 0,0 0-1 0 0,0 1 1 0 0,1-1 0 0 0,-1 0 0 0 0,1 0 0 0 0,-1 1-1 0 0,1-2 1 0 0,20-23-8 0 0,-19 23 7 0 0,15-13 1 0 0,0 1 0 0 0,1 0 0 0 0,0 1 0 0 0,1 1 0 0 0,32-15 0 0 0,108-37 0 0 0,-118 48 0 0 0,184-67 0 0 0,-258 99 0 0 0,-160 38 0 0 0,79-24 0 0 0,-116 30 0 0 0,-466 55 0 0 0,12-70 0 0 0,-2-31 0 0 0,527-13 0 0 0,-200-23 0 0 0,351 21 0 0 0,-9-1 1 0 0,0 0 0 0 0,1-2 0 0 0,-23-7 1 0 0,35 10-2 0 0,0 0 0 0 0,1-1 0 0 0,-1 0 0 0 0,1 0 0 0 0,-1 0 1 0 0,1 0-1 0 0,0 0 0 0 0,0 0 0 0 0,0-1 0 0 0,0 0 0 0 0,0 1 1 0 0,0-1-1 0 0,1 0 0 0 0,0-1 0 0 0,-1 1 0 0 0,1 0 1 0 0,0-1-1 0 0,0 1 0 0 0,1-1 0 0 0,-3-5 0 0 0,4 6 0 0 0,0-1 1 0 0,-1 1-1 0 0,1 0 0 0 0,0-1 0 0 0,1 1 0 0 0,-1-1 1 0 0,0 1-1 0 0,1 0 0 0 0,0-1 0 0 0,0 1 0 0 0,0 0 0 0 0,0 0 1 0 0,0 0-1 0 0,1 0 0 0 0,0 0 0 0 0,-1 0 0 0 0,1 0 1 0 0,0 0-1 0 0,3-3 0 0 0,2-1 1 0 0,-1 0 0 0 0,1 1 0 0 0,0-1 0 0 0,0 1 0 0 0,15-9 0 0 0,4 1 0 0 0,0 1 1 0 0,1 2 0 0 0,41-13 0 0 0,88-14 4 0 0,754-103 26 0 0,-871 136-31 0 0,-20 2 1 0 0,0 1-1 0 0,0 0 1 0 0,0 2-1 0 0,0 0 1 0 0,34 5 0 0 0,-52-5-2 0 0,1 0 1 0 0,-1 1-1 0 0,1-1 1 0 0,-1 1-1 0 0,1-1 1 0 0,-1 1-1 0 0,1 0 1 0 0,-1-1-1 0 0,0 1 1 0 0,0 0-1 0 0,2 2 1 0 0,-2-3-1 0 0,-1 0 0 0 0,0 1 1 0 0,1-1-1 0 0,-1 1 1 0 0,0-1-1 0 0,0 0 0 0 0,1 1 1 0 0,-1-1-1 0 0,0 1 0 0 0,0-1 1 0 0,0 1-1 0 0,0-1 0 0 0,0 1 1 0 0,0-1-1 0 0,0 1 0 0 0,1-1 1 0 0,-1 1-1 0 0,-1-1 0 0 0,1 1 1 0 0,0-1-1 0 0,0 1 1 0 0,0-1-1 0 0,0 1 0 0 0,-1 1 1 0 0,0 0 0 0 0,-1 0-1 0 0,1 0 1 0 0,0 0-1 0 0,-1-1 1 0 0,1 1 0 0 0,-1-1-1 0 0,0 1 1 0 0,1-1-1 0 0,-1 1 1 0 0,0-1 0 0 0,0 0-1 0 0,0 0 1 0 0,-2 1 0 0 0,-39 17 10 0 0,-83 23 0 0 0,84-29-9 0 0,-374 94 15 0 0,-7-24 3 0 0,-235 55 21 0 0,175 9-2 0 0,151-38 7 0 0,268-92-32 0 0,1-3 1 0 0,-2-3-1 0 0,-85 4 1 0 0,121-15-7 0 0,0-1 0 0 0,0-1 0 0 0,1-1 0 0 0,-1-2 0 0 0,1-1 1 0 0,-39-13-1 0 0,50 13 2 0 0,0-1 0 0 0,1 0 0 0 0,0-1 0 0 0,0-1 0 0 0,1 0 0 0 0,0-2 0 0 0,1 1 0 0 0,0-2 0 0 0,0 0 0 0 0,1 0 0 0 0,-16-21 0 0 0,25 27-4 0 0,0 0-1 0 0,0 0 1 0 0,1 0 0 0 0,0 0-1 0 0,0 0 1 0 0,0 0 0 0 0,1-1-1 0 0,0 0 1 0 0,0 1-1 0 0,0-1 1 0 0,1 0 0 0 0,0 0-1 0 0,1 0 1 0 0,-1 0 0 0 0,2 0-1 0 0,-1 0 1 0 0,2-10-1 0 0,0 7 3 0 0,1-1-1 0 0,1 1 1 0 0,0 1-1 0 0,0-1 0 0 0,1 0 1 0 0,0 1-1 0 0,0 0 1 0 0,1 0-1 0 0,0 0 0 0 0,14-13 1 0 0,-4 5 0 0 0,1 1 1 0 0,1 1-1 0 0,1 1 1 0 0,21-14-1 0 0,85-41 30 0 0,-7 4-3 0 0,-115 63-33 0 0,0 0 1 0 0,0-1 0 0 0,1 1 0 0 0,-1 0 0 0 0,1 0 1 0 0,0 0-1 0 0,0 1 0 0 0,0-1 0 0 0,-1 1 0 0 0,1 0 0 0 0,0 0 1 0 0,0 0-1 0 0,1 1 0 0 0,5-1 0 0 0,-10 1-2 0 0,0 0-1 0 0,0 0 0 0 0,0 0 0 0 0,-1 0 1 0 0,1 0-1 0 0,0 0 0 0 0,0 0 1 0 0,0 1-1 0 0,0-1 0 0 0,-1 0 1 0 0,1 0-1 0 0,0 0 0 0 0,0 0 1 0 0,0 0-1 0 0,0 0 0 0 0,0 1 1 0 0,0-1-1 0 0,0 0 0 0 0,-1 0 1 0 0,1 0-1 0 0,0 0 0 0 0,0 1 1 0 0,0-1-1 0 0,0 0 0 0 0,0 0 0 0 0,0 0 1 0 0,0 0-1 0 0,0 1 0 0 0,0-1 1 0 0,0 0-1 0 0,0 0 0 0 0,0 0 1 0 0,0 0-1 0 0,0 1 0 0 0,0-1 1 0 0,0 0-1 0 0,0 0 0 0 0,0 0 1 0 0,0 1-1 0 0,0-1 0 0 0,0 0 1 0 0,0 0-1 0 0,0 0 0 0 0,1 0 1 0 0,-1 1-1 0 0,0-1 0 0 0,0 0 0 0 0,0 0 1 0 0,0 0-1 0 0,0 0 0 0 0,0 0 1 0 0,0 0-1 0 0,1 1 0 0 0,-1-1 1 0 0,0 0-1 0 0,0 0 0 0 0,0 0 1 0 0,0 0-1 0 0,1 0 0 0 0,-1 0 1 0 0,0 0-1 0 0,0 0 0 0 0,0 0 1 0 0,0 0-1 0 0,1 0 0 0 0,-1 0 1 0 0,0 0-1 0 0,1 0 0 0 0,-15 10 10 0 0,-71 32 13 0 0,-151 54-1 0 0,167-71-19 0 0,-1394 432 61 0 0,715-266-34 0 0,69-19 36 0 0,650-167-52 0 0,18-5-2 0 0,11 0-12 0 0,0 0 1 0 0,0 0-1 0 0,0 0 0 0 0,0 0 1 0 0,0 0-1 0 0,0 0 0 0 0,0-1 1 0 0,0 1-1 0 0,0 0 0 0 0,0 0 1 0 0,-1 0-1 0 0,1 0 0 0 0,0 0 1 0 0,0 0-1 0 0,0 0 0 0 0,0 0 1 0 0,0-1-1 0 0,0 1 0 0 0,0 0 1 0 0,0 0-1 0 0,0 0 1 0 0,0 0-1 0 0,0 0 0 0 0,0 0 1 0 0,0 0-1 0 0,0-1 0 0 0,0 1 1 0 0,1 0-1 0 0,-1 0 0 0 0,0 0 1 0 0,0 0-1 0 0,0 0 0 0 0,0 0 1 0 0,0 0-1 0 0,0 0 0 0 0,0 0 1 0 0,0-1-1 0 0,0 1 0 0 0,0 0 1 0 0,0 0-1 0 0,0 0 0 0 0,0 0 1 0 0,1 0-1 0 0,-1 0 0 0 0,0 0 1 0 0,0 0-1 0 0,0 0 0 0 0,0 0 1 0 0,0 0-1 0 0,0 0 0 0 0,0 0 1 0 0,1 0-1 0 0,-1 0 0 0 0,0 0 1 0 0,0 0-1 0 0,0 0 0 0 0,0 0 1 0 0,0 0-1 0 0,0 0 0 0 0,0 0 1 0 0,0 0-1 0 0,1 0 1 0 0,-1 0-1 0 0,0 0 0 0 0,29-14 15 0 0,0 1 0 0 0,48-14 0 0 0,-26 10-2 0 0,1356-448 224 0 0,-1155 397-192 0 0,-198 57-24 0 0,0 3-1 0 0,96-2 1 0 0,-137 10-16 0 0,0 0 0 0 0,0 2 0 0 0,0-1 1 0 0,0 2-1 0 0,0 0 0 0 0,17 6 0 0 0,-27-8-3 0 0,0 1 0 0 0,0-1 0 0 0,0 1 0 0 0,0 0 0 0 0,0-1-1 0 0,-1 1 1 0 0,1 1 0 0 0,0-1 0 0 0,-1 0 0 0 0,0 1 0 0 0,1-1-1 0 0,3 6 1 0 0,-5-6-1 0 0,0 1 1 0 0,-1-1-1 0 0,1 0 0 0 0,0 1 0 0 0,-1-1 0 0 0,1 1 0 0 0,-1-1 1 0 0,0 0-1 0 0,1 1 0 0 0,-1-1 0 0 0,-1 1 0 0 0,1-1 1 0 0,0 1-1 0 0,-1-1 0 0 0,1 1 0 0 0,-1-1 0 0 0,1 0 0 0 0,-1 1 1 0 0,0-1-1 0 0,-1 3 0 0 0,-3 2 2 0 0,1 1 0 0 0,-1-1 1 0 0,0 0-1 0 0,0 0 0 0 0,-1 0 1 0 0,1-1-1 0 0,-2 0 0 0 0,1 0 1 0 0,-8 5-1 0 0,-72 45 17 0 0,61-41-16 0 0,-64 36 11 0 0,-96 39 0 0 0,-101 27 9 0 0,99-43-15 0 0,146-57-8 0 0,-715 318 25 0 0,721-317-25 0 0,-94 43 16 0 0,109-52-14 0 0,0-2 0 0 0,-1-1-1 0 0,0 0 1 0 0,-30 3 0 0 0,41-9 2 0 0,36-17 3 0 0,314-155 17 0 0,4 24 27 0 0,425-122-1 0 0,-693 248-41 0 0,216-59 23 0 0,-226 67-9 0 0,1 2 0 0 0,96-4 0 0 0,-133 15 3 0 0,58 6 1 0 0,-75-3-21 0 0,-1 0-1 0 0,1 1 1 0 0,-1 1 0 0 0,0 0 0 0 0,0 0 0 0 0,0 1 0 0 0,12 7 0 0 0,-21-10-3 0 0,1 0 1 0 0,-1 1-1 0 0,0-1 0 0 0,0 1 1 0 0,0-1-1 0 0,0 1 0 0 0,0 0 0 0 0,-1 0 1 0 0,1 0-1 0 0,-1 0 0 0 0,0 1 1 0 0,0-1-1 0 0,0 1 0 0 0,2 4 0 0 0,-4-5 0 0 0,1 0 0 0 0,-1-1 0 0 0,1 1 0 0 0,-1 0-1 0 0,0 0 1 0 0,0-1 0 0 0,0 1 0 0 0,0 0 0 0 0,0 0-1 0 0,-1-1 1 0 0,0 1 0 0 0,1 0 0 0 0,-1-1 0 0 0,0 1 0 0 0,0 0-1 0 0,0-1 1 0 0,0 1 0 0 0,-1-1 0 0 0,1 0 0 0 0,-1 1-1 0 0,-3 3 1 0 0,-4 4 6 0 0,0-1 0 0 0,-1 0 1 0 0,0 0-1 0 0,-20 12 0 0 0,-51 26 33 0 0,66-39-37 0 0,-71 35 30 0 0,-2-3-1 0 0,-1-5 1 0 0,-138 36 0 0 0,-291 39 37 0 0,427-93-62 0 0,-1013 146 130 0 0,1088-161-139 0 0,-28 3 22 0 0,1-2-1 0 0,-1-2 1 0 0,-85-9-1 0 0,123 7-19 0 0,0-1 0 0 0,0 1 0 0 0,0-1 0 0 0,1 0 0 0 0,-1 0 0 0 0,1 0 0 0 0,-1-1-1 0 0,1 0 1 0 0,0 0 0 0 0,0-1 0 0 0,0 1 0 0 0,0-1 0 0 0,1 0 0 0 0,-1-1 0 0 0,1 1 0 0 0,0-1 0 0 0,0 1 0 0 0,-3-7 0 0 0,3 3 3 0 0,0 0 0 0 0,1 0 0 0 0,0 0 0 0 0,0-1 0 0 0,0 1 0 0 0,1-1 0 0 0,1 0 0 0 0,0 0 0 0 0,0 0 0 0 0,0 1 0 0 0,2-16 0 0 0,1 4 2 0 0,1 1 0 0 0,1 0 0 0 0,0 0 0 0 0,2 0-1 0 0,0 1 1 0 0,1 0 0 0 0,1 0 0 0 0,1 0 0 0 0,0 1 0 0 0,23-30 0 0 0,-6 13 12 0 0,2 1 1 0 0,1 1-1 0 0,63-53 1 0 0,-26 33 8 0 0,1 3 0 0 0,89-48 0 0 0,-102 68-6 0 0,2 2 0 0 0,1 2-1 0 0,99-27 1 0 0,-151 50-21 0 0,-1 1 0 0 0,1-1-1 0 0,0 1 1 0 0,0 0 0 0 0,-1 1 0 0 0,1-1-1 0 0,0 1 1 0 0,0 0 0 0 0,0 0 0 0 0,0 1 0 0 0,-1-1-1 0 0,1 1 1 0 0,5 2 0 0 0,-9-3-2 0 0,-1 0-1 0 0,1 0 1 0 0,-1 1 0 0 0,1-1-1 0 0,-1 0 1 0 0,1 1 0 0 0,-1-1 0 0 0,1 0-1 0 0,-1 1 1 0 0,1-1 0 0 0,-1 0-1 0 0,0 1 1 0 0,1-1 0 0 0,-1 1 0 0 0,0-1-1 0 0,1 1 1 0 0,-1-1 0 0 0,0 1-1 0 0,0-1 1 0 0,1 1 0 0 0,-1-1 0 0 0,0 1-1 0 0,0-1 1 0 0,0 1 0 0 0,0 0-1 0 0,0-1 1 0 0,0 1 0 0 0,0-1 0 0 0,0 1-1 0 0,0-1 1 0 0,0 1 0 0 0,0 0 0 0 0,0-1-1 0 0,0 1 1 0 0,0-1 0 0 0,-1 1-1 0 0,1-1 1 0 0,0 1 0 0 0,0-1 0 0 0,0 1-1 0 0,-1-1 1 0 0,1 1 0 0 0,0-1-1 0 0,-1 1 1 0 0,1-1 0 0 0,-1 0 0 0 0,1 1-1 0 0,0-1 1 0 0,-1 1 0 0 0,-24 19 12 0 0,-79 44 21 0 0,-152 69-1 0 0,-124 28-5 0 0,225-97-19 0 0,-734 271 47 0 0,-256 33 8 0 0,1092-351-59 0 0,-4 3 5 0 0,-1-3 0 0 0,-73 11 0 0 0,123-27-5 0 0,0 0-1 0 0,0-1 1 0 0,1 0 0 0 0,-10-1-1 0 0,16 1-3 0 0,1 0 0 0 0,-1 1-1 0 0,0-1 1 0 0,0-1-1 0 0,0 1 1 0 0,1 0-1 0 0,-1 0 1 0 0,0 0-1 0 0,0 0 1 0 0,1-1 0 0 0,-1 1-1 0 0,0 0 1 0 0,0 0-1 0 0,1-1 1 0 0,-1 1-1 0 0,0-1 1 0 0,1 1-1 0 0,-1-1 1 0 0,1 1 0 0 0,-1-1-1 0 0,0 1 1 0 0,1-1-1 0 0,-1 1 1 0 0,1-1-1 0 0,-1 0 1 0 0,1 1 0 0 0,0-1-1 0 0,-1 0 1 0 0,1 1-1 0 0,0-1 1 0 0,-1 0-1 0 0,1 0 1 0 0,0 1-1 0 0,0-1 1 0 0,0 0 0 0 0,0 0-1 0 0,0 0 1 0 0,0 1-1 0 0,0-1 1 0 0,0 0-1 0 0,0 0 1 0 0,0 0-1 0 0,0 1 1 0 0,0-1 0 0 0,0 0-1 0 0,1 0 1 0 0,-1 1-1 0 0,0-1 1 0 0,1 0-1 0 0,-1 1 1 0 0,0-1 0 0 0,1-1-1 0 0,4-6 4 0 0,1 0-1 0 0,-1 0 0 0 0,1 1 1 0 0,1-1-1 0 0,-1 1 1 0 0,14-10-1 0 0,53-37 19 0 0,-49 37-19 0 0,187-125 43 0 0,256-129-1 0 0,259-57 22 0 0,183 20 22 0 0,-787 272-70 0 0,120-28 25 0 0,-228 61-35 0 0,1 0 0 0 0,0 1 0 0 0,0 0 0 0 0,0 2 0 0 0,0 0 1 0 0,30 3-1 0 0,-45-3-9 0 0,1 0 1 0 0,-1 0-1 0 0,0 0 1 0 0,1 0-1 0 0,-1 0 1 0 0,0 0-1 0 0,1 0 1 0 0,-1 0-1 0 0,0 0 1 0 0,1 0-1 0 0,-1 0 1 0 0,0 1-1 0 0,1-1 1 0 0,-1 0-1 0 0,0 0 1 0 0,1 0-1 0 0,-1 0 1 0 0,0 1-1 0 0,0-1 1 0 0,1 0-1 0 0,-1 0 1 0 0,0 0-1 0 0,0 1 1 0 0,1-1-1 0 0,-1 0 1 0 0,0 1-1 0 0,0-1 1 0 0,0 0-1 0 0,1 0 1 0 0,-1 1-1 0 0,0-1 1 0 0,0 0-1 0 0,0 1 1 0 0,0-1-1 0 0,0 0 1 0 0,0 1-1 0 0,0-1 1 0 0,0 0-1 0 0,0 1 1 0 0,0-1-1 0 0,0 0 1 0 0,0 1-1 0 0,0-1 1 0 0,0 1-1 0 0,0-1 1 0 0,0 0-1 0 0,0 1 0 0 0,0-1 1 0 0,0 0-1 0 0,0 0 1 0 0,-1 1-1 0 0,1-1 1 0 0,0 0-1 0 0,0 1 1 0 0,0-1-1 0 0,-1 0 1 0 0,1 0-1 0 0,0 1 1 0 0,0-1-1 0 0,-1 0 1 0 0,1 0-1 0 0,0 1 1 0 0,0-1-1 0 0,-1 0 1 0 0,1 0-1 0 0,0 0 1 0 0,-1 0-1 0 0,1 1 1 0 0,-1-1-1 0 0,-24 14 20 0 0,-111 44 13 0 0,-165 47-1 0 0,-151 19 10 0 0,379-106-35 0 0,-799 179 65 0 0,846-192-70 0 0,-101 16 19 0 0,109-19-13 0 0,-1-1 0 0 0,0 0 0 0 0,0-2 1 0 0,-28-4-1 0 0,43 5-7 0 0,0-1 0 0 0,0 0 1 0 0,0 0-1 0 0,1 0 0 0 0,-1-1 0 0 0,0 1 1 0 0,1-1-1 0 0,-1 0 0 0 0,1 0 1 0 0,0 0-1 0 0,-6-5 0 0 0,8 6 0 0 0,-1-1 1 0 0,1 0-1 0 0,0 1 0 0 0,0-1 0 0 0,0 0 1 0 0,0 0-1 0 0,0 1 0 0 0,0-1 0 0 0,1 0 1 0 0,-1 0-1 0 0,1 0 0 0 0,-1 0 0 0 0,1 0 1 0 0,0 0-1 0 0,0 0 0 0 0,0 0 0 0 0,0 0 1 0 0,0 0-1 0 0,0 0 0 0 0,0 0 0 0 0,1 0 1 0 0,-1 0-1 0 0,1 0 0 0 0,0-2 0 0 0,2-5 4 0 0,1 0-1 0 0,0 0 1 0 0,1 1-1 0 0,0-1 0 0 0,0 1 1 0 0,11-13-1 0 0,45-43 22 0 0,-55 58-24 0 0,58-53 18 0 0,3 2 0 0 0,83-53-1 0 0,159-79 34 0 0,180-60 4 0 0,13 27-5 0 0,-450 199-48 0 0,-32 15 1 0 0,121-48 16 0 0,-122 50-18 0 0,0 1-1 0 0,0 0 0 0 0,0 2 1 0 0,1 0-1 0 0,31 1 0 0 0,-48 1-1 0 0,1 1 0 0 0,-1 0 0 0 0,0 1 0 0 0,1-1-1 0 0,-1 1 1 0 0,1-1 0 0 0,-1 1 0 0 0,0 0-1 0 0,1 1 1 0 0,-1-1 0 0 0,0 0 0 0 0,0 1-1 0 0,0 0 1 0 0,0-1 0 0 0,5 6 0 0 0,-7-5-1 0 0,1 0 1 0 0,-1 0-1 0 0,0 0 1 0 0,1 0-1 0 0,-1 1 0 0 0,-1-1 1 0 0,1 0-1 0 0,0 1 1 0 0,0-1-1 0 0,-1 1 1 0 0,1-1-1 0 0,-1 1 1 0 0,0-1-1 0 0,0 1 0 0 0,0-1 1 0 0,0 1-1 0 0,0 0 1 0 0,-1-1-1 0 0,1 1 1 0 0,-1-1-1 0 0,0 0 1 0 0,-1 4-1 0 0,-12 37 3 0 0,-1-2 0 0 0,-3 0-1 0 0,-31 54 1 0 0,-81 111 10 0 0,115-184-13 0 0,-15 22 0 0 0,-3-1 0 0 0,-1-1 0 0 0,-3-2 0 0 0,-72 63 0 0 0,75-76 0 0 0,-1-1 0 0 0,-2-2 0 0 0,-1-2 0 0 0,0-1 0 0 0,-1-2 0 0 0,-57 19 0 0 0,63-27 0 0 0,-1-2 0 0 0,0-1 0 0 0,0-1 0 0 0,-1-3 0 0 0,1 0 0 0 0,-38-2 0 0 0,45-3 0 0 0,-1-2 0 0 0,1 0 0 0 0,0-2 0 0 0,0-1 0 0 0,0-1 0 0 0,1-2 0 0 0,0 0 0 0 0,-28-15 0 0 0,44 18 2 0 0,-1 0-1 0 0,1-1 1 0 0,0 0 0 0 0,1-1-1 0 0,0 0 1 0 0,0 0-1 0 0,0-1 1 0 0,1 0 0 0 0,1 0-1 0 0,-1-1 1 0 0,2 0-1 0 0,-1-1 1 0 0,1 1 0 0 0,1-1-1 0 0,-6-17 1 0 0,7 18-1 0 0,1 1 1 0 0,1-1 0 0 0,0 0-1 0 0,0 0 1 0 0,1 1-1 0 0,0-1 1 0 0,1 0-1 0 0,0 0 1 0 0,1 0 0 0 0,0 0-1 0 0,0 0 1 0 0,1 0-1 0 0,0 0 1 0 0,1 1 0 0 0,0-1-1 0 0,1 1 1 0 0,0 0-1 0 0,0 0 1 0 0,6-9-1 0 0,55-67-1772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11:20.6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278 1 15576 0 0,'0'0'274'0'0,"0"4"12"0"0,-6 289 3214 0 0,3 160-1479 0 0,9-354-1732 0 0,-2-59-161 0 0,-1 0 0 0 0,-3 0 0 0 0,-6 65 0 0 0,-38 158 341 0 0,38-130-43 0 0,5-128-405 0 0,-1 12 53 0 0,-1-1-1 0 0,-1 1 1 0 0,0-1-1 0 0,-9 24 1 0 0,8-33 32 0 0,5-6-59 0 0,-1 0-1 0 0,1 0 1 0 0,0-1-1 0 0,-1 1 0 0 0,1 0 1 0 0,0 0-1 0 0,-1 0 1 0 0,1 0-1 0 0,0 0 1 0 0,0-1-1 0 0,0 1 1 0 0,0 0-1 0 0,0 0 1 0 0,0 0-1 0 0,0 0 0 0 0,0 1 1 0 0,29-19 305 0 0,-26 18-412 0 0,-2-2 111 0 0,-1 1-1 0 0,1 0 1 0 0,-1-1 0 0 0,0 1 0 0 0,1 0-1 0 0,-1-1 1 0 0,0 1 0 0 0,0-1 0 0 0,1 1 0 0 0,-1 0-1 0 0,0-1 1 0 0,0 1 0 0 0,0-1 0 0 0,0 1-1 0 0,1-1 1 0 0,-1 1 0 0 0,0-1 0 0 0,0 1 0 0 0,0-1-1 0 0,0 1 1 0 0,0-1 0 0 0,0 1 0 0 0,0-1-1 0 0,0 0 1 0 0,-2 2-54 0 0,1 1 1 0 0,-1-1-1 0 0,1 0 0 0 0,0 1 0 0 0,-1-1 0 0 0,1 0 1 0 0,0 1-1 0 0,0 0 0 0 0,0-1 0 0 0,0 3 1 0 0,1-4-1 0 0,0 1 0 0 0,0-1 0 0 0,0 1 0 0 0,0-1 1 0 0,0 1-1 0 0,0-1 0 0 0,0 1 0 0 0,0-1 1 0 0,0 1-1 0 0,-1-1 0 0 0,1 1 0 0 0,0-1 0 0 0,0 1 1 0 0,0-1-1 0 0,0 1 0 0 0,-1-1 0 0 0,1 0 1 0 0,0 1-1 0 0,-1-1 0 0 0,1 1 0 0 0,0-1 0 0 0,0 0 1 0 0,-1 1-1 0 0,1-1 0 0 0,-1 0 0 0 0,1 1 1 0 0,0-1-1 0 0,-1 0 0 0 0,1 0 0 0 0,-1 1 0 0 0,1-1 1 0 0,-1 0-1 0 0,1 0 0 0 0,-1 1 0 0 0,-1-1-2 0 0,0 0-1 0 0,1-1 0 0 0,-1 1 0 0 0,0 0 0 0 0,1-1 0 0 0,-1 1 1 0 0,1 0-1 0 0,-1-1 0 0 0,0 0 0 0 0,-2-1 0 0 0,-3-2-6 0 0,1 0 0 0 0,0 0 0 0 0,-11-10 0 0 0,-11-11-7 0 0,16 15 4 0 0,1-1 0 0 0,-18-22 0 0 0,27 28 15 0 0,-2 1 0 0 0,-1 0 0 0 0,0-1 0 0 0,1 0 2 0 0,0 1 4 0 0,4 4 76 0 0,-1 0-80 0 0,1 0 0 0 0,0 1 0 0 0,0-1 0 0 0,0 0 1 0 0,-1 1-1 0 0,1-1 0 0 0,0 0 0 0 0,0 1 1 0 0,0-1-1 0 0,0 1 0 0 0,0-1 0 0 0,0 0 1 0 0,0 1-1 0 0,0-1 0 0 0,0 1 0 0 0,0-1 0 0 0,0 0 1 0 0,0 1-1 0 0,0-1 0 0 0,0 1 0 0 0,0-1 1 0 0,0 0-1 0 0,0 1 0 0 0,1-1 0 0 0,-1 1 1 0 0,0-1-1 0 0,0 0 0 0 0,0 1 0 0 0,1-1 0 0 0,-1 0 1 0 0,0 1-1 0 0,0-1 0 0 0,1 0 0 0 0,-1 0 1 0 0,1 1-1 0 0,8 13 44 0 0,4 2 21 0 0,1 1 0 0 0,-2 0 0 0 0,-1 1 0 0 0,0 0 0 0 0,9 22 0 0 0,-14-29-11 0 0,0 1 16 0 0,0 0-1 0 0,6 18 0 0 0,-12-29-63 0 0,1 0 0 0 0,-1 0 0 0 0,1 0 0 0 0,-1 0 0 0 0,1 0 0 0 0,0 0 0 0 0,0 0 0 0 0,0 0 0 0 0,-1 0 0 0 0,1 0 0 0 0,0 0-1 0 0,0 0 1 0 0,0-1 0 0 0,0 1 0 0 0,2 0 0 0 0,-3 0-4 0 0,1-1 0 0 0,-1 0 0 0 0,1 1 1 0 0,0-1-1 0 0,-1 0 0 0 0,1 1 0 0 0,0-1 0 0 0,-1 0 0 0 0,1 0 0 0 0,0 0 0 0 0,-1 0 0 0 0,1 0 0 0 0,0 0 0 0 0,-1 0 0 0 0,1 0 1 0 0,0 0-1 0 0,-1 0 0 0 0,1 0 0 0 0,0 0 0 0 0,-1 0 0 0 0,1 0 0 0 0,0-1 0 0 0,-1 1 0 0 0,1 0 0 0 0,0 0 0 0 0,-1-1 0 0 0,2 0 1 0 0,66-67 187 0 0,19-32-113 0 0,-13 15-30 0 0,-46 56-14 0 0,56-43 0 0 0,-43 40-19 0 0,-39 31-13 0 0,-1 0 1 0 0,1 0-1 0 0,-1 0 0 0 0,1 1 0 0 0,0-1 0 0 0,-1 0 1 0 0,1 1-1 0 0,0-1 0 0 0,0 1 0 0 0,-1 0 0 0 0,1-1 1 0 0,0 1-1 0 0,0 0 0 0 0,0 0 0 0 0,-1 0 0 0 0,1 0 1 0 0,0 1-1 0 0,0-1 0 0 0,2 1 0 0 0,-2-2-4 0 0,-1 2 2 0 0,-1-1 0 0 0,1 1-1 0 0,-1-1 1 0 0,1 1 0 0 0,-1 0 0 0 0,1-1-1 0 0,-1 1 1 0 0,0 0 0 0 0,0 0 0 0 0,1-1-1 0 0,-1 1 1 0 0,0 0 0 0 0,0 0 0 0 0,0-1-1 0 0,0 1 1 0 0,0 0 0 0 0,0 0 0 0 0,0 0-1 0 0,0-1 1 0 0,0 2 0 0 0,0 3 1 0 0,0 0 5 0 0,0 99 145 0 0,0-100-144 0 0,0 2 1 0 0,0-2 5 0 0,0 0-5 0 0,0 1-1 0 0,-1 6 1 0 0,0 1-1 0 0,-1-1 0 0 0,0 1 1 0 0,-1-1-1 0 0,0 0 1 0 0,-1 0-1 0 0,-7 14 0 0 0,-3 13 4 0 0,-54 122 8 0 0,35-87-15 0 0,-24 73-5 0 0,33-82 0 0 0,13-32-15 0 0,9-24 8 0 0,0-1 0 0 0,-1 1 0 0 0,1-1 0 0 0,-2 0 0 0 0,1 0-1 0 0,-1 0 1 0 0,-7 10 0 0 0,-18 24-73 0 0,13-20-75 0 0,-31 34-1 0 0,46-55 154 0 0,1 1 0 0 0,-1 0 0 0 0,1-1-1 0 0,-1 1 1 0 0,0-1 0 0 0,1 1 0 0 0,-1 0-1 0 0,0-1 1 0 0,1 0 0 0 0,-1 1 0 0 0,0-1-1 0 0,1 1 1 0 0,-1-1 0 0 0,0 0 0 0 0,0 0-1 0 0,1 1 1 0 0,-1-1 0 0 0,0 0-1 0 0,0 0 1 0 0,0 0 0 0 0,1 0 0 0 0,-1 0-1 0 0,0 0 1 0 0,0 0 0 0 0,0 0 0 0 0,1 0-1 0 0,-1 0 1 0 0,0 0 0 0 0,0-1 0 0 0,0 1-1 0 0,1 0 1 0 0,-1-1 0 0 0,0 1 0 0 0,-1-1-1 0 0,0-1 2 0 0,1 0-1 0 0,-1 1 0 0 0,1-1 1 0 0,-1 0-1 0 0,1 0 0 0 0,-1 0 1 0 0,1 0-1 0 0,0-1 0 0 0,-1-2 1 0 0,-42-106-1 0 0,25 52 32 0 0,2 0-1 0 0,-13-84 0 0 0,26 116 18 0 0,0-1 0 0 0,-2 1 1 0 0,-1 0-1 0 0,-1 0 0 0 0,-2 1 0 0 0,0 0 0 0 0,-19-32 0 0 0,15 38 35 0 0,-3-5-112 0 0,10 10-3271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11:31.9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17187 1 4816 0 0,'0'0'16'0'0,"3"3"-9"0"0,-1 0 90 0 0,1-1 0 0 0,-1 0 0 0 0,0 1 0 0 0,0-1 0 0 0,-1 1 0 0 0,1 0 0 0 0,0-1 0 0 0,-1 1 0 0 0,0 0 0 0 0,0 0 0 0 0,0 0 0 0 0,0 0 0 0 0,0 0 0 0 0,0 0 0 0 0,-1 0 0 0 0,1 1 0 0 0,-1-1 0 0 0,0 0 1 0 0,0 0-1 0 0,0 0 0 0 0,-1 0 0 0 0,1 1 0 0 0,-1 2 0 0 0,-36 136 2476 0 0,13-39-1050 0 0,11-57-1309 0 0,-7 23 507 0 0,-13 86 1 0 0,27-49-105 0 0,7-82-481 0 0,-2 0 0 0 0,0-1 0 0 0,-2 1-1 0 0,-9 38 1 0 0,-25 73 505 0 0,17-58 69 0 0,-57 144-1 0 0,46-150-353 0 0,-56 107 281 0 0,69-153-547 0 0,-1 0-1 0 0,-2-1 0 0 0,0-1 1 0 0,-2-1-1 0 0,-29 23 1 0 0,-2 3 89 0 0,-14 11 96 0 0,-122 82 0 0 0,-91 25 123 0 0,198-121-329 0 0,-170 83 258 0 0,-125 21 5 0 0,245-103-216 0 0,-167 34 1 0 0,138-41-59 0 0,133-31-45 0 0,-429 98 182 0 0,227-56-80 0 0,-71 11 27 0 0,72-24-15 0 0,-62 8 18 0 0,92-19-48 0 0,-71 7 29 0 0,-356-4 99 0 0,311-20-84 0 0,236-6-107 0 0,-260 19 94 0 0,-318 29 125 0 0,300-29-117 0 0,-627 5 257 0 0,747-23-296 0 0,-172-4 46 0 0,-23-29-9 0 0,125 7-50 0 0,-130-20 33 0 0,22 2-44 0 0,-40-19-38 0 0,278 31-16 0 0,-1171-119 23 0 0,380 44-51 0 0,700 66-8 0 0,-240-36-22 0 0,406 56 35 0 0,-272-58-15 0 0,186 27 19 0 0,-108-36 0 0 0,166 38 0 0 0,-204-81 2 0 0,157 44 27 0 0,-25-12 12 0 0,165 78-25 0 0,1-2 0 0 0,-66-43 0 0 0,-56-65 55 0 0,-57-42 30 0 0,120 99-4 0 0,-90-89 0 0 0,134 104-17 0 0,-53-75 0 0 0,-1-1 41 0 0,-67-71 91 0 0,131 153-94 0 0,2-2 0 0 0,-46-75 1 0 0,41 34 21 0 0,31 63-77 0 0,0 0 1 0 0,-22-32-1 0 0,1 19-176 0 0,25 30-2779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2:14.136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 0 15976 0 0,'0'0'0'0'0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2:14.136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 0 15976 0 0,'0'0'0'0'0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2:14.136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 0 15976 0 0,'0'0'0'0'0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5T21:02:14.136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 0 15976 0 0,'0'0'0'0'0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27210EC1-6216-4837-878A-CB83CA1F9B15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4758AB55-0D02-4E0A-8806-358D09499A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226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10EC1-6216-4837-878A-CB83CA1F9B15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AB55-0D02-4E0A-8806-358D09499A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7210EC1-6216-4837-878A-CB83CA1F9B15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758AB55-0D02-4E0A-8806-358D09499A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649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10EC1-6216-4837-878A-CB83CA1F9B15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AB55-0D02-4E0A-8806-358D09499A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298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10EC1-6216-4837-878A-CB83CA1F9B15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AB55-0D02-4E0A-8806-358D09499A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860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10EC1-6216-4837-878A-CB83CA1F9B15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AB55-0D02-4E0A-8806-358D09499A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081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10EC1-6216-4837-878A-CB83CA1F9B15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AB55-0D02-4E0A-8806-358D09499A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873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10EC1-6216-4837-878A-CB83CA1F9B15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AB55-0D02-4E0A-8806-358D09499A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356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10EC1-6216-4837-878A-CB83CA1F9B15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AB55-0D02-4E0A-8806-358D09499A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798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10EC1-6216-4837-878A-CB83CA1F9B15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AB55-0D02-4E0A-8806-358D09499A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684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7210EC1-6216-4837-878A-CB83CA1F9B15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758AB55-0D02-4E0A-8806-358D09499A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1272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7210EC1-6216-4837-878A-CB83CA1F9B15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758AB55-0D02-4E0A-8806-358D09499A07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899984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7210EC1-6216-4837-878A-CB83CA1F9B15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758AB55-0D02-4E0A-8806-358D09499A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2571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10EC1-6216-4837-878A-CB83CA1F9B15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AB55-0D02-4E0A-8806-358D09499A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2460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10EC1-6216-4837-878A-CB83CA1F9B15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AB55-0D02-4E0A-8806-358D09499A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2451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10EC1-6216-4837-878A-CB83CA1F9B15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AB55-0D02-4E0A-8806-358D09499A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2022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7210EC1-6216-4837-878A-CB83CA1F9B15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758AB55-0D02-4E0A-8806-358D09499A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1180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10EC1-6216-4837-878A-CB83CA1F9B15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AB55-0D02-4E0A-8806-358D09499A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986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210EC1-6216-4837-878A-CB83CA1F9B15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58AB55-0D02-4E0A-8806-358D09499A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6566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249" r:id="rId1"/>
    <p:sldLayoutId id="2147484250" r:id="rId2"/>
    <p:sldLayoutId id="2147484251" r:id="rId3"/>
    <p:sldLayoutId id="2147484252" r:id="rId4"/>
    <p:sldLayoutId id="2147484253" r:id="rId5"/>
    <p:sldLayoutId id="2147484254" r:id="rId6"/>
    <p:sldLayoutId id="2147484255" r:id="rId7"/>
    <p:sldLayoutId id="2147484256" r:id="rId8"/>
    <p:sldLayoutId id="2147484257" r:id="rId9"/>
    <p:sldLayoutId id="2147484258" r:id="rId10"/>
    <p:sldLayoutId id="2147484259" r:id="rId11"/>
    <p:sldLayoutId id="2147484260" r:id="rId12"/>
    <p:sldLayoutId id="2147484261" r:id="rId13"/>
    <p:sldLayoutId id="2147484262" r:id="rId14"/>
    <p:sldLayoutId id="2147484263" r:id="rId15"/>
    <p:sldLayoutId id="2147484264" r:id="rId16"/>
    <p:sldLayoutId id="2147484265" r:id="rId17"/>
    <p:sldLayoutId id="2147484266" r:id="rId18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.png"/><Relationship Id="rId5" Type="http://schemas.openxmlformats.org/officeDocument/2006/relationships/customXml" Target="../ink/ink2.xml"/><Relationship Id="rId4" Type="http://schemas.openxmlformats.org/officeDocument/2006/relationships/image" Target="../media/image57.png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1" Type="http://schemas.openxmlformats.org/officeDocument/2006/relationships/customXml" Target="../ink/ink13.xml"/><Relationship Id="rId42" Type="http://schemas.openxmlformats.org/officeDocument/2006/relationships/image" Target="../media/image22.png"/><Relationship Id="rId63" Type="http://schemas.openxmlformats.org/officeDocument/2006/relationships/customXml" Target="../ink/ink34.xml"/><Relationship Id="rId84" Type="http://schemas.openxmlformats.org/officeDocument/2006/relationships/image" Target="../media/image42.png"/><Relationship Id="rId138" Type="http://schemas.openxmlformats.org/officeDocument/2006/relationships/customXml" Target="../ink/ink73.xml"/><Relationship Id="rId159" Type="http://schemas.openxmlformats.org/officeDocument/2006/relationships/customXml" Target="../ink/ink84.xml"/><Relationship Id="rId170" Type="http://schemas.openxmlformats.org/officeDocument/2006/relationships/image" Target="../media/image84.png"/><Relationship Id="rId191" Type="http://schemas.openxmlformats.org/officeDocument/2006/relationships/image" Target="../media/image94.png"/><Relationship Id="rId205" Type="http://schemas.openxmlformats.org/officeDocument/2006/relationships/image" Target="../media/image101.png"/><Relationship Id="rId226" Type="http://schemas.openxmlformats.org/officeDocument/2006/relationships/customXml" Target="../ink/ink118.xml"/><Relationship Id="rId247" Type="http://schemas.openxmlformats.org/officeDocument/2006/relationships/customXml" Target="../ink/ink129.xml"/><Relationship Id="rId107" Type="http://schemas.openxmlformats.org/officeDocument/2006/relationships/image" Target="../media/image53.png"/><Relationship Id="rId11" Type="http://schemas.openxmlformats.org/officeDocument/2006/relationships/customXml" Target="../ink/ink8.xml"/><Relationship Id="rId32" Type="http://schemas.openxmlformats.org/officeDocument/2006/relationships/image" Target="../media/image17.png"/><Relationship Id="rId53" Type="http://schemas.openxmlformats.org/officeDocument/2006/relationships/customXml" Target="../ink/ink29.xml"/><Relationship Id="rId74" Type="http://schemas.openxmlformats.org/officeDocument/2006/relationships/customXml" Target="../ink/ink40.xml"/><Relationship Id="rId128" Type="http://schemas.openxmlformats.org/officeDocument/2006/relationships/customXml" Target="../ink/ink68.xml"/><Relationship Id="rId149" Type="http://schemas.openxmlformats.org/officeDocument/2006/relationships/customXml" Target="../ink/ink79.xml"/><Relationship Id="rId5" Type="http://schemas.openxmlformats.org/officeDocument/2006/relationships/customXml" Target="../ink/ink5.xml"/><Relationship Id="rId95" Type="http://schemas.openxmlformats.org/officeDocument/2006/relationships/customXml" Target="../ink/ink51.xml"/><Relationship Id="rId160" Type="http://schemas.openxmlformats.org/officeDocument/2006/relationships/image" Target="../media/image79.png"/><Relationship Id="rId181" Type="http://schemas.openxmlformats.org/officeDocument/2006/relationships/image" Target="../media/image89.png"/><Relationship Id="rId216" Type="http://schemas.openxmlformats.org/officeDocument/2006/relationships/customXml" Target="../ink/ink113.xml"/><Relationship Id="rId237" Type="http://schemas.openxmlformats.org/officeDocument/2006/relationships/customXml" Target="../ink/ink124.xml"/><Relationship Id="rId22" Type="http://schemas.openxmlformats.org/officeDocument/2006/relationships/image" Target="../media/image12.png"/><Relationship Id="rId43" Type="http://schemas.openxmlformats.org/officeDocument/2006/relationships/customXml" Target="../ink/ink24.xml"/><Relationship Id="rId64" Type="http://schemas.openxmlformats.org/officeDocument/2006/relationships/image" Target="../media/image33.png"/><Relationship Id="rId118" Type="http://schemas.openxmlformats.org/officeDocument/2006/relationships/customXml" Target="../ink/ink63.xml"/><Relationship Id="rId139" Type="http://schemas.openxmlformats.org/officeDocument/2006/relationships/image" Target="../media/image69.png"/><Relationship Id="rId85" Type="http://schemas.openxmlformats.org/officeDocument/2006/relationships/customXml" Target="../ink/ink46.xml"/><Relationship Id="rId150" Type="http://schemas.openxmlformats.org/officeDocument/2006/relationships/image" Target="../media/image74.png"/><Relationship Id="rId171" Type="http://schemas.openxmlformats.org/officeDocument/2006/relationships/customXml" Target="../ink/ink90.xml"/><Relationship Id="rId192" Type="http://schemas.openxmlformats.org/officeDocument/2006/relationships/customXml" Target="../ink/ink101.xml"/><Relationship Id="rId206" Type="http://schemas.openxmlformats.org/officeDocument/2006/relationships/customXml" Target="../ink/ink108.xml"/><Relationship Id="rId227" Type="http://schemas.openxmlformats.org/officeDocument/2006/relationships/image" Target="../media/image112.png"/><Relationship Id="rId248" Type="http://schemas.openxmlformats.org/officeDocument/2006/relationships/image" Target="../media/image122.png"/><Relationship Id="rId12" Type="http://schemas.openxmlformats.org/officeDocument/2006/relationships/image" Target="../media/image7.png"/><Relationship Id="rId33" Type="http://schemas.openxmlformats.org/officeDocument/2006/relationships/customXml" Target="../ink/ink19.xml"/><Relationship Id="rId108" Type="http://schemas.openxmlformats.org/officeDocument/2006/relationships/customXml" Target="../ink/ink58.xml"/><Relationship Id="rId129" Type="http://schemas.openxmlformats.org/officeDocument/2006/relationships/image" Target="../media/image64.png"/><Relationship Id="rId54" Type="http://schemas.openxmlformats.org/officeDocument/2006/relationships/image" Target="../media/image28.png"/><Relationship Id="rId75" Type="http://schemas.openxmlformats.org/officeDocument/2006/relationships/image" Target="../media/image38.png"/><Relationship Id="rId96" Type="http://schemas.openxmlformats.org/officeDocument/2006/relationships/image" Target="../media/image48.png"/><Relationship Id="rId140" Type="http://schemas.openxmlformats.org/officeDocument/2006/relationships/customXml" Target="../ink/ink74.xml"/><Relationship Id="rId161" Type="http://schemas.openxmlformats.org/officeDocument/2006/relationships/customXml" Target="../ink/ink85.xml"/><Relationship Id="rId182" Type="http://schemas.openxmlformats.org/officeDocument/2006/relationships/customXml" Target="../ink/ink96.xml"/><Relationship Id="rId217" Type="http://schemas.openxmlformats.org/officeDocument/2006/relationships/image" Target="../media/image107.png"/><Relationship Id="rId6" Type="http://schemas.openxmlformats.org/officeDocument/2006/relationships/image" Target="../media/image410.png"/><Relationship Id="rId238" Type="http://schemas.openxmlformats.org/officeDocument/2006/relationships/image" Target="../media/image117.png"/><Relationship Id="rId23" Type="http://schemas.openxmlformats.org/officeDocument/2006/relationships/customXml" Target="../ink/ink14.xml"/><Relationship Id="rId119" Type="http://schemas.openxmlformats.org/officeDocument/2006/relationships/image" Target="../media/image59.png"/><Relationship Id="rId44" Type="http://schemas.openxmlformats.org/officeDocument/2006/relationships/image" Target="../media/image23.png"/><Relationship Id="rId65" Type="http://schemas.openxmlformats.org/officeDocument/2006/relationships/customXml" Target="../ink/ink35.xml"/><Relationship Id="rId86" Type="http://schemas.openxmlformats.org/officeDocument/2006/relationships/image" Target="../media/image43.png"/><Relationship Id="rId130" Type="http://schemas.openxmlformats.org/officeDocument/2006/relationships/customXml" Target="../ink/ink69.xml"/><Relationship Id="rId151" Type="http://schemas.openxmlformats.org/officeDocument/2006/relationships/customXml" Target="../ink/ink80.xml"/><Relationship Id="rId172" Type="http://schemas.openxmlformats.org/officeDocument/2006/relationships/image" Target="../media/image85.png"/><Relationship Id="rId193" Type="http://schemas.openxmlformats.org/officeDocument/2006/relationships/image" Target="../media/image95.png"/><Relationship Id="rId207" Type="http://schemas.openxmlformats.org/officeDocument/2006/relationships/image" Target="../media/image102.png"/><Relationship Id="rId228" Type="http://schemas.openxmlformats.org/officeDocument/2006/relationships/customXml" Target="../ink/ink119.xml"/><Relationship Id="rId249" Type="http://schemas.openxmlformats.org/officeDocument/2006/relationships/customXml" Target="../ink/ink130.xml"/><Relationship Id="rId13" Type="http://schemas.openxmlformats.org/officeDocument/2006/relationships/customXml" Target="../ink/ink9.xml"/><Relationship Id="rId109" Type="http://schemas.openxmlformats.org/officeDocument/2006/relationships/image" Target="../media/image54.png"/><Relationship Id="rId34" Type="http://schemas.openxmlformats.org/officeDocument/2006/relationships/image" Target="../media/image18.png"/><Relationship Id="rId55" Type="http://schemas.openxmlformats.org/officeDocument/2006/relationships/customXml" Target="../ink/ink30.xml"/><Relationship Id="rId76" Type="http://schemas.openxmlformats.org/officeDocument/2006/relationships/customXml" Target="../ink/ink41.xml"/><Relationship Id="rId97" Type="http://schemas.openxmlformats.org/officeDocument/2006/relationships/customXml" Target="../ink/ink52.xml"/><Relationship Id="rId120" Type="http://schemas.openxmlformats.org/officeDocument/2006/relationships/customXml" Target="../ink/ink64.xml"/><Relationship Id="rId141" Type="http://schemas.openxmlformats.org/officeDocument/2006/relationships/image" Target="../media/image70.png"/><Relationship Id="rId7" Type="http://schemas.openxmlformats.org/officeDocument/2006/relationships/customXml" Target="../ink/ink6.xml"/><Relationship Id="rId162" Type="http://schemas.openxmlformats.org/officeDocument/2006/relationships/image" Target="../media/image80.png"/><Relationship Id="rId183" Type="http://schemas.openxmlformats.org/officeDocument/2006/relationships/image" Target="../media/image90.png"/><Relationship Id="rId218" Type="http://schemas.openxmlformats.org/officeDocument/2006/relationships/customXml" Target="../ink/ink114.xml"/><Relationship Id="rId239" Type="http://schemas.openxmlformats.org/officeDocument/2006/relationships/customXml" Target="../ink/ink125.xml"/><Relationship Id="rId250" Type="http://schemas.openxmlformats.org/officeDocument/2006/relationships/image" Target="../media/image123.png"/><Relationship Id="rId24" Type="http://schemas.openxmlformats.org/officeDocument/2006/relationships/image" Target="../media/image13.png"/><Relationship Id="rId45" Type="http://schemas.openxmlformats.org/officeDocument/2006/relationships/customXml" Target="../ink/ink25.xml"/><Relationship Id="rId66" Type="http://schemas.openxmlformats.org/officeDocument/2006/relationships/image" Target="../media/image34.png"/><Relationship Id="rId87" Type="http://schemas.openxmlformats.org/officeDocument/2006/relationships/customXml" Target="../ink/ink47.xml"/><Relationship Id="rId110" Type="http://schemas.openxmlformats.org/officeDocument/2006/relationships/customXml" Target="../ink/ink59.xml"/><Relationship Id="rId131" Type="http://schemas.openxmlformats.org/officeDocument/2006/relationships/image" Target="../media/image65.png"/><Relationship Id="rId152" Type="http://schemas.openxmlformats.org/officeDocument/2006/relationships/image" Target="../media/image75.png"/><Relationship Id="rId173" Type="http://schemas.openxmlformats.org/officeDocument/2006/relationships/customXml" Target="../ink/ink91.xml"/><Relationship Id="rId194" Type="http://schemas.openxmlformats.org/officeDocument/2006/relationships/customXml" Target="../ink/ink102.xml"/><Relationship Id="rId208" Type="http://schemas.openxmlformats.org/officeDocument/2006/relationships/customXml" Target="../ink/ink109.xml"/><Relationship Id="rId229" Type="http://schemas.openxmlformats.org/officeDocument/2006/relationships/image" Target="../media/image113.png"/><Relationship Id="rId240" Type="http://schemas.openxmlformats.org/officeDocument/2006/relationships/image" Target="../media/image118.png"/><Relationship Id="rId14" Type="http://schemas.openxmlformats.org/officeDocument/2006/relationships/image" Target="../media/image8.png"/><Relationship Id="rId35" Type="http://schemas.openxmlformats.org/officeDocument/2006/relationships/customXml" Target="../ink/ink20.xml"/><Relationship Id="rId56" Type="http://schemas.openxmlformats.org/officeDocument/2006/relationships/image" Target="../media/image29.png"/><Relationship Id="rId77" Type="http://schemas.openxmlformats.org/officeDocument/2006/relationships/image" Target="../media/image39.png"/><Relationship Id="rId100" Type="http://schemas.openxmlformats.org/officeDocument/2006/relationships/image" Target="../media/image50.png"/><Relationship Id="rId8" Type="http://schemas.openxmlformats.org/officeDocument/2006/relationships/image" Target="../media/image5.png"/><Relationship Id="rId98" Type="http://schemas.openxmlformats.org/officeDocument/2006/relationships/image" Target="../media/image49.png"/><Relationship Id="rId121" Type="http://schemas.openxmlformats.org/officeDocument/2006/relationships/image" Target="../media/image60.png"/><Relationship Id="rId142" Type="http://schemas.openxmlformats.org/officeDocument/2006/relationships/customXml" Target="../ink/ink75.xml"/><Relationship Id="rId163" Type="http://schemas.openxmlformats.org/officeDocument/2006/relationships/customXml" Target="../ink/ink86.xml"/><Relationship Id="rId184" Type="http://schemas.openxmlformats.org/officeDocument/2006/relationships/customXml" Target="../ink/ink97.xml"/><Relationship Id="rId219" Type="http://schemas.openxmlformats.org/officeDocument/2006/relationships/image" Target="../media/image108.png"/><Relationship Id="rId230" Type="http://schemas.openxmlformats.org/officeDocument/2006/relationships/customXml" Target="../ink/ink120.xml"/><Relationship Id="rId25" Type="http://schemas.openxmlformats.org/officeDocument/2006/relationships/customXml" Target="../ink/ink15.xml"/><Relationship Id="rId46" Type="http://schemas.openxmlformats.org/officeDocument/2006/relationships/image" Target="../media/image24.png"/><Relationship Id="rId67" Type="http://schemas.openxmlformats.org/officeDocument/2006/relationships/customXml" Target="../ink/ink36.xml"/><Relationship Id="rId88" Type="http://schemas.openxmlformats.org/officeDocument/2006/relationships/image" Target="../media/image44.png"/><Relationship Id="rId111" Type="http://schemas.openxmlformats.org/officeDocument/2006/relationships/image" Target="../media/image55.png"/><Relationship Id="rId132" Type="http://schemas.openxmlformats.org/officeDocument/2006/relationships/customXml" Target="../ink/ink70.xml"/><Relationship Id="rId153" Type="http://schemas.openxmlformats.org/officeDocument/2006/relationships/customXml" Target="../ink/ink81.xml"/><Relationship Id="rId174" Type="http://schemas.openxmlformats.org/officeDocument/2006/relationships/customXml" Target="../ink/ink92.xml"/><Relationship Id="rId195" Type="http://schemas.openxmlformats.org/officeDocument/2006/relationships/image" Target="../media/image96.png"/><Relationship Id="rId209" Type="http://schemas.openxmlformats.org/officeDocument/2006/relationships/image" Target="../media/image103.png"/><Relationship Id="rId220" Type="http://schemas.openxmlformats.org/officeDocument/2006/relationships/customXml" Target="../ink/ink115.xml"/><Relationship Id="rId241" Type="http://schemas.openxmlformats.org/officeDocument/2006/relationships/customXml" Target="../ink/ink126.xml"/><Relationship Id="rId15" Type="http://schemas.openxmlformats.org/officeDocument/2006/relationships/customXml" Target="../ink/ink10.xml"/><Relationship Id="rId36" Type="http://schemas.openxmlformats.org/officeDocument/2006/relationships/image" Target="../media/image19.png"/><Relationship Id="rId57" Type="http://schemas.openxmlformats.org/officeDocument/2006/relationships/customXml" Target="../ink/ink31.xml"/><Relationship Id="rId78" Type="http://schemas.openxmlformats.org/officeDocument/2006/relationships/customXml" Target="../ink/ink42.xml"/><Relationship Id="rId99" Type="http://schemas.openxmlformats.org/officeDocument/2006/relationships/customXml" Target="../ink/ink53.xml"/><Relationship Id="rId101" Type="http://schemas.openxmlformats.org/officeDocument/2006/relationships/customXml" Target="../ink/ink54.xml"/><Relationship Id="rId122" Type="http://schemas.openxmlformats.org/officeDocument/2006/relationships/customXml" Target="../ink/ink65.xml"/><Relationship Id="rId143" Type="http://schemas.openxmlformats.org/officeDocument/2006/relationships/image" Target="../media/image71.png"/><Relationship Id="rId164" Type="http://schemas.openxmlformats.org/officeDocument/2006/relationships/image" Target="../media/image81.png"/><Relationship Id="rId185" Type="http://schemas.openxmlformats.org/officeDocument/2006/relationships/image" Target="../media/image91.png"/><Relationship Id="rId4" Type="http://schemas.openxmlformats.org/officeDocument/2006/relationships/image" Target="../media/image310.png"/><Relationship Id="rId9" Type="http://schemas.openxmlformats.org/officeDocument/2006/relationships/customXml" Target="../ink/ink7.xml"/><Relationship Id="rId180" Type="http://schemas.openxmlformats.org/officeDocument/2006/relationships/customXml" Target="../ink/ink95.xml"/><Relationship Id="rId210" Type="http://schemas.openxmlformats.org/officeDocument/2006/relationships/customXml" Target="../ink/ink110.xml"/><Relationship Id="rId215" Type="http://schemas.openxmlformats.org/officeDocument/2006/relationships/image" Target="../media/image106.png"/><Relationship Id="rId236" Type="http://schemas.openxmlformats.org/officeDocument/2006/relationships/customXml" Target="../ink/ink123.xml"/><Relationship Id="rId26" Type="http://schemas.openxmlformats.org/officeDocument/2006/relationships/image" Target="../media/image14.png"/><Relationship Id="rId231" Type="http://schemas.openxmlformats.org/officeDocument/2006/relationships/image" Target="../media/image114.png"/><Relationship Id="rId47" Type="http://schemas.openxmlformats.org/officeDocument/2006/relationships/customXml" Target="../ink/ink26.xml"/><Relationship Id="rId68" Type="http://schemas.openxmlformats.org/officeDocument/2006/relationships/image" Target="../media/image35.png"/><Relationship Id="rId89" Type="http://schemas.openxmlformats.org/officeDocument/2006/relationships/customXml" Target="../ink/ink48.xml"/><Relationship Id="rId112" Type="http://schemas.openxmlformats.org/officeDocument/2006/relationships/customXml" Target="../ink/ink60.xml"/><Relationship Id="rId133" Type="http://schemas.openxmlformats.org/officeDocument/2006/relationships/image" Target="../media/image66.png"/><Relationship Id="rId154" Type="http://schemas.openxmlformats.org/officeDocument/2006/relationships/image" Target="../media/image76.png"/><Relationship Id="rId175" Type="http://schemas.openxmlformats.org/officeDocument/2006/relationships/image" Target="../media/image86.png"/><Relationship Id="rId196" Type="http://schemas.openxmlformats.org/officeDocument/2006/relationships/customXml" Target="../ink/ink103.xml"/><Relationship Id="rId200" Type="http://schemas.openxmlformats.org/officeDocument/2006/relationships/customXml" Target="../ink/ink105.xml"/><Relationship Id="rId16" Type="http://schemas.openxmlformats.org/officeDocument/2006/relationships/image" Target="../media/image9.png"/><Relationship Id="rId221" Type="http://schemas.openxmlformats.org/officeDocument/2006/relationships/image" Target="../media/image109.png"/><Relationship Id="rId242" Type="http://schemas.openxmlformats.org/officeDocument/2006/relationships/image" Target="../media/image119.png"/><Relationship Id="rId37" Type="http://schemas.openxmlformats.org/officeDocument/2006/relationships/customXml" Target="../ink/ink21.xml"/><Relationship Id="rId58" Type="http://schemas.openxmlformats.org/officeDocument/2006/relationships/image" Target="../media/image30.png"/><Relationship Id="rId79" Type="http://schemas.openxmlformats.org/officeDocument/2006/relationships/image" Target="../media/image40.png"/><Relationship Id="rId102" Type="http://schemas.openxmlformats.org/officeDocument/2006/relationships/customXml" Target="../ink/ink55.xml"/><Relationship Id="rId123" Type="http://schemas.openxmlformats.org/officeDocument/2006/relationships/image" Target="../media/image61.png"/><Relationship Id="rId144" Type="http://schemas.openxmlformats.org/officeDocument/2006/relationships/customXml" Target="../ink/ink76.xml"/><Relationship Id="rId90" Type="http://schemas.openxmlformats.org/officeDocument/2006/relationships/image" Target="../media/image45.png"/><Relationship Id="rId165" Type="http://schemas.openxmlformats.org/officeDocument/2006/relationships/customXml" Target="../ink/ink87.xml"/><Relationship Id="rId186" Type="http://schemas.openxmlformats.org/officeDocument/2006/relationships/customXml" Target="../ink/ink98.xml"/><Relationship Id="rId211" Type="http://schemas.openxmlformats.org/officeDocument/2006/relationships/image" Target="../media/image104.png"/><Relationship Id="rId232" Type="http://schemas.openxmlformats.org/officeDocument/2006/relationships/customXml" Target="../ink/ink121.xml"/><Relationship Id="rId27" Type="http://schemas.openxmlformats.org/officeDocument/2006/relationships/customXml" Target="../ink/ink16.xml"/><Relationship Id="rId48" Type="http://schemas.openxmlformats.org/officeDocument/2006/relationships/image" Target="../media/image25.png"/><Relationship Id="rId69" Type="http://schemas.openxmlformats.org/officeDocument/2006/relationships/customXml" Target="../ink/ink37.xml"/><Relationship Id="rId113" Type="http://schemas.openxmlformats.org/officeDocument/2006/relationships/image" Target="../media/image56.png"/><Relationship Id="rId134" Type="http://schemas.openxmlformats.org/officeDocument/2006/relationships/customXml" Target="../ink/ink71.xml"/><Relationship Id="rId80" Type="http://schemas.openxmlformats.org/officeDocument/2006/relationships/customXml" Target="../ink/ink43.xml"/><Relationship Id="rId155" Type="http://schemas.openxmlformats.org/officeDocument/2006/relationships/customXml" Target="../ink/ink82.xml"/><Relationship Id="rId176" Type="http://schemas.openxmlformats.org/officeDocument/2006/relationships/customXml" Target="../ink/ink93.xml"/><Relationship Id="rId197" Type="http://schemas.openxmlformats.org/officeDocument/2006/relationships/image" Target="../media/image97.png"/><Relationship Id="rId201" Type="http://schemas.openxmlformats.org/officeDocument/2006/relationships/image" Target="../media/image99.png"/><Relationship Id="rId222" Type="http://schemas.openxmlformats.org/officeDocument/2006/relationships/customXml" Target="../ink/ink116.xml"/><Relationship Id="rId243" Type="http://schemas.openxmlformats.org/officeDocument/2006/relationships/customXml" Target="../ink/ink127.xml"/><Relationship Id="rId17" Type="http://schemas.openxmlformats.org/officeDocument/2006/relationships/customXml" Target="../ink/ink11.xml"/><Relationship Id="rId38" Type="http://schemas.openxmlformats.org/officeDocument/2006/relationships/image" Target="../media/image20.png"/><Relationship Id="rId59" Type="http://schemas.openxmlformats.org/officeDocument/2006/relationships/customXml" Target="../ink/ink32.xml"/><Relationship Id="rId103" Type="http://schemas.openxmlformats.org/officeDocument/2006/relationships/image" Target="../media/image51.png"/><Relationship Id="rId124" Type="http://schemas.openxmlformats.org/officeDocument/2006/relationships/customXml" Target="../ink/ink66.xml"/><Relationship Id="rId70" Type="http://schemas.openxmlformats.org/officeDocument/2006/relationships/customXml" Target="../ink/ink38.xml"/><Relationship Id="rId91" Type="http://schemas.openxmlformats.org/officeDocument/2006/relationships/customXml" Target="../ink/ink49.xml"/><Relationship Id="rId145" Type="http://schemas.openxmlformats.org/officeDocument/2006/relationships/customXml" Target="../ink/ink77.xml"/><Relationship Id="rId166" Type="http://schemas.openxmlformats.org/officeDocument/2006/relationships/image" Target="../media/image82.png"/><Relationship Id="rId187" Type="http://schemas.openxmlformats.org/officeDocument/2006/relationships/image" Target="../media/image92.png"/><Relationship Id="rId1" Type="http://schemas.openxmlformats.org/officeDocument/2006/relationships/slideLayout" Target="../slideLayouts/slideLayout18.xml"/><Relationship Id="rId212" Type="http://schemas.openxmlformats.org/officeDocument/2006/relationships/customXml" Target="../ink/ink111.xml"/><Relationship Id="rId233" Type="http://schemas.openxmlformats.org/officeDocument/2006/relationships/image" Target="../media/image115.png"/><Relationship Id="rId28" Type="http://schemas.openxmlformats.org/officeDocument/2006/relationships/image" Target="../media/image15.png"/><Relationship Id="rId49" Type="http://schemas.openxmlformats.org/officeDocument/2006/relationships/customXml" Target="../ink/ink27.xml"/><Relationship Id="rId114" Type="http://schemas.openxmlformats.org/officeDocument/2006/relationships/customXml" Target="../ink/ink61.xml"/><Relationship Id="rId60" Type="http://schemas.openxmlformats.org/officeDocument/2006/relationships/image" Target="../media/image31.png"/><Relationship Id="rId81" Type="http://schemas.openxmlformats.org/officeDocument/2006/relationships/image" Target="../media/image41.png"/><Relationship Id="rId135" Type="http://schemas.openxmlformats.org/officeDocument/2006/relationships/image" Target="../media/image67.png"/><Relationship Id="rId156" Type="http://schemas.openxmlformats.org/officeDocument/2006/relationships/image" Target="../media/image77.png"/><Relationship Id="rId177" Type="http://schemas.openxmlformats.org/officeDocument/2006/relationships/image" Target="../media/image87.png"/><Relationship Id="rId198" Type="http://schemas.openxmlformats.org/officeDocument/2006/relationships/customXml" Target="../ink/ink104.xml"/><Relationship Id="rId202" Type="http://schemas.openxmlformats.org/officeDocument/2006/relationships/customXml" Target="../ink/ink106.xml"/><Relationship Id="rId223" Type="http://schemas.openxmlformats.org/officeDocument/2006/relationships/image" Target="../media/image110.png"/><Relationship Id="rId244" Type="http://schemas.openxmlformats.org/officeDocument/2006/relationships/image" Target="../media/image120.png"/><Relationship Id="rId18" Type="http://schemas.openxmlformats.org/officeDocument/2006/relationships/image" Target="../media/image10.png"/><Relationship Id="rId39" Type="http://schemas.openxmlformats.org/officeDocument/2006/relationships/customXml" Target="../ink/ink22.xml"/><Relationship Id="rId50" Type="http://schemas.openxmlformats.org/officeDocument/2006/relationships/image" Target="../media/image26.png"/><Relationship Id="rId104" Type="http://schemas.openxmlformats.org/officeDocument/2006/relationships/customXml" Target="../ink/ink56.xml"/><Relationship Id="rId125" Type="http://schemas.openxmlformats.org/officeDocument/2006/relationships/image" Target="../media/image62.png"/><Relationship Id="rId146" Type="http://schemas.openxmlformats.org/officeDocument/2006/relationships/image" Target="../media/image72.png"/><Relationship Id="rId167" Type="http://schemas.openxmlformats.org/officeDocument/2006/relationships/customXml" Target="../ink/ink88.xml"/><Relationship Id="rId188" Type="http://schemas.openxmlformats.org/officeDocument/2006/relationships/customXml" Target="../ink/ink99.xml"/><Relationship Id="rId71" Type="http://schemas.openxmlformats.org/officeDocument/2006/relationships/image" Target="../media/image36.png"/><Relationship Id="rId92" Type="http://schemas.openxmlformats.org/officeDocument/2006/relationships/image" Target="../media/image46.png"/><Relationship Id="rId213" Type="http://schemas.openxmlformats.org/officeDocument/2006/relationships/image" Target="../media/image105.png"/><Relationship Id="rId234" Type="http://schemas.openxmlformats.org/officeDocument/2006/relationships/customXml" Target="../ink/ink122.xml"/><Relationship Id="rId2" Type="http://schemas.openxmlformats.org/officeDocument/2006/relationships/image" Target="../media/image2.png"/><Relationship Id="rId29" Type="http://schemas.openxmlformats.org/officeDocument/2006/relationships/customXml" Target="../ink/ink17.xml"/><Relationship Id="rId40" Type="http://schemas.openxmlformats.org/officeDocument/2006/relationships/image" Target="../media/image21.png"/><Relationship Id="rId115" Type="http://schemas.openxmlformats.org/officeDocument/2006/relationships/image" Target="../media/image57.png"/><Relationship Id="rId136" Type="http://schemas.openxmlformats.org/officeDocument/2006/relationships/customXml" Target="../ink/ink72.xml"/><Relationship Id="rId157" Type="http://schemas.openxmlformats.org/officeDocument/2006/relationships/customXml" Target="../ink/ink83.xml"/><Relationship Id="rId178" Type="http://schemas.openxmlformats.org/officeDocument/2006/relationships/customXml" Target="../ink/ink94.xml"/><Relationship Id="rId61" Type="http://schemas.openxmlformats.org/officeDocument/2006/relationships/customXml" Target="../ink/ink33.xml"/><Relationship Id="rId82" Type="http://schemas.openxmlformats.org/officeDocument/2006/relationships/customXml" Target="../ink/ink44.xml"/><Relationship Id="rId199" Type="http://schemas.openxmlformats.org/officeDocument/2006/relationships/image" Target="../media/image98.png"/><Relationship Id="rId203" Type="http://schemas.openxmlformats.org/officeDocument/2006/relationships/image" Target="../media/image100.png"/><Relationship Id="rId19" Type="http://schemas.openxmlformats.org/officeDocument/2006/relationships/customXml" Target="../ink/ink12.xml"/><Relationship Id="rId224" Type="http://schemas.openxmlformats.org/officeDocument/2006/relationships/customXml" Target="../ink/ink117.xml"/><Relationship Id="rId245" Type="http://schemas.openxmlformats.org/officeDocument/2006/relationships/customXml" Target="../ink/ink128.xml"/><Relationship Id="rId30" Type="http://schemas.openxmlformats.org/officeDocument/2006/relationships/image" Target="../media/image16.png"/><Relationship Id="rId105" Type="http://schemas.openxmlformats.org/officeDocument/2006/relationships/image" Target="../media/image52.png"/><Relationship Id="rId126" Type="http://schemas.openxmlformats.org/officeDocument/2006/relationships/customXml" Target="../ink/ink67.xml"/><Relationship Id="rId147" Type="http://schemas.openxmlformats.org/officeDocument/2006/relationships/customXml" Target="../ink/ink78.xml"/><Relationship Id="rId168" Type="http://schemas.openxmlformats.org/officeDocument/2006/relationships/image" Target="../media/image83.png"/><Relationship Id="rId51" Type="http://schemas.openxmlformats.org/officeDocument/2006/relationships/customXml" Target="../ink/ink28.xml"/><Relationship Id="rId72" Type="http://schemas.openxmlformats.org/officeDocument/2006/relationships/customXml" Target="../ink/ink39.xml"/><Relationship Id="rId93" Type="http://schemas.openxmlformats.org/officeDocument/2006/relationships/customXml" Target="../ink/ink50.xml"/><Relationship Id="rId189" Type="http://schemas.openxmlformats.org/officeDocument/2006/relationships/image" Target="../media/image93.png"/><Relationship Id="rId3" Type="http://schemas.openxmlformats.org/officeDocument/2006/relationships/customXml" Target="../ink/ink4.xml"/><Relationship Id="rId214" Type="http://schemas.openxmlformats.org/officeDocument/2006/relationships/customXml" Target="../ink/ink112.xml"/><Relationship Id="rId235" Type="http://schemas.openxmlformats.org/officeDocument/2006/relationships/image" Target="../media/image116.png"/><Relationship Id="rId116" Type="http://schemas.openxmlformats.org/officeDocument/2006/relationships/customXml" Target="../ink/ink62.xml"/><Relationship Id="rId137" Type="http://schemas.openxmlformats.org/officeDocument/2006/relationships/image" Target="../media/image68.png"/><Relationship Id="rId158" Type="http://schemas.openxmlformats.org/officeDocument/2006/relationships/image" Target="../media/image78.png"/><Relationship Id="rId20" Type="http://schemas.openxmlformats.org/officeDocument/2006/relationships/image" Target="../media/image11.png"/><Relationship Id="rId41" Type="http://schemas.openxmlformats.org/officeDocument/2006/relationships/customXml" Target="../ink/ink23.xml"/><Relationship Id="rId62" Type="http://schemas.openxmlformats.org/officeDocument/2006/relationships/image" Target="../media/image32.png"/><Relationship Id="rId83" Type="http://schemas.openxmlformats.org/officeDocument/2006/relationships/customXml" Target="../ink/ink45.xml"/><Relationship Id="rId179" Type="http://schemas.openxmlformats.org/officeDocument/2006/relationships/image" Target="../media/image88.png"/><Relationship Id="rId190" Type="http://schemas.openxmlformats.org/officeDocument/2006/relationships/customXml" Target="../ink/ink100.xml"/><Relationship Id="rId204" Type="http://schemas.openxmlformats.org/officeDocument/2006/relationships/customXml" Target="../ink/ink107.xml"/><Relationship Id="rId225" Type="http://schemas.openxmlformats.org/officeDocument/2006/relationships/image" Target="../media/image111.png"/><Relationship Id="rId246" Type="http://schemas.openxmlformats.org/officeDocument/2006/relationships/image" Target="../media/image121.png"/><Relationship Id="rId106" Type="http://schemas.openxmlformats.org/officeDocument/2006/relationships/customXml" Target="../ink/ink57.xml"/><Relationship Id="rId127" Type="http://schemas.openxmlformats.org/officeDocument/2006/relationships/image" Target="../media/image63.png"/><Relationship Id="rId10" Type="http://schemas.openxmlformats.org/officeDocument/2006/relationships/image" Target="../media/image6.png"/><Relationship Id="rId31" Type="http://schemas.openxmlformats.org/officeDocument/2006/relationships/customXml" Target="../ink/ink18.xml"/><Relationship Id="rId52" Type="http://schemas.openxmlformats.org/officeDocument/2006/relationships/image" Target="../media/image27.png"/><Relationship Id="rId73" Type="http://schemas.openxmlformats.org/officeDocument/2006/relationships/image" Target="../media/image37.png"/><Relationship Id="rId94" Type="http://schemas.openxmlformats.org/officeDocument/2006/relationships/image" Target="../media/image47.png"/><Relationship Id="rId148" Type="http://schemas.openxmlformats.org/officeDocument/2006/relationships/image" Target="../media/image73.png"/><Relationship Id="rId169" Type="http://schemas.openxmlformats.org/officeDocument/2006/relationships/customXml" Target="../ink/ink8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2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3000"/>
                <a:shade val="98000"/>
                <a:satMod val="150000"/>
                <a:lumMod val="102000"/>
              </a:schemeClr>
            </a:gs>
            <a:gs pos="50000">
              <a:schemeClr val="bg1">
                <a:tint val="98000"/>
                <a:shade val="90000"/>
                <a:satMod val="130000"/>
                <a:lumMod val="103000"/>
              </a:schemeClr>
            </a:gs>
            <a:gs pos="100000">
              <a:schemeClr val="bg1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941596B8-D720-4D6E-B7AD-8F5998211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10D78E-F2B3-75DB-82F4-32EA486F42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12228" y="1240970"/>
            <a:ext cx="6259286" cy="4561115"/>
          </a:xfrm>
        </p:spPr>
        <p:txBody>
          <a:bodyPr anchor="ctr">
            <a:normAutofit/>
          </a:bodyPr>
          <a:lstStyle/>
          <a:p>
            <a:r>
              <a:rPr lang="en-US" dirty="0"/>
              <a:t>Schematic</a:t>
            </a:r>
          </a:p>
        </p:txBody>
      </p:sp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B978501D-E01E-4859-ABAA-F7109C797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D66B130B-5814-48DD-9CA6-2E189DE20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4375150"/>
            <a:ext cx="4636008" cy="248285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5DA576AA-0D8D-3F2F-CB89-AA18C9155E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2258" y="1240971"/>
            <a:ext cx="3581400" cy="4561115"/>
          </a:xfrm>
        </p:spPr>
        <p:txBody>
          <a:bodyPr anchor="ctr">
            <a:normAutofit/>
          </a:bodyPr>
          <a:lstStyle/>
          <a:p>
            <a:pPr algn="r"/>
            <a:r>
              <a:rPr lang="en-US"/>
              <a:t>IRCTDim</a:t>
            </a:r>
          </a:p>
        </p:txBody>
      </p:sp>
    </p:spTree>
    <p:extLst>
      <p:ext uri="{BB962C8B-B14F-4D97-AF65-F5344CB8AC3E}">
        <p14:creationId xmlns:p14="http://schemas.microsoft.com/office/powerpoint/2010/main" val="13334829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287CDD-1688-DF84-A5EF-BC7340CB0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F55B30C-B58E-32FC-119F-132564A5F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94B71A1-F0D1-05FD-4DD4-0EEFEC81F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805"/>
          <a:stretch/>
        </p:blipFill>
        <p:spPr>
          <a:xfrm>
            <a:off x="0" y="4767552"/>
            <a:ext cx="12192000" cy="209044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6F20908F-1E83-4201-47EB-BF66436CCCEB}"/>
                  </a:ext>
                </a:extLst>
              </p14:cNvPr>
              <p14:cNvContentPartPr/>
              <p14:nvPr/>
            </p14:nvContentPartPr>
            <p14:xfrm>
              <a:off x="11231313" y="4301441"/>
              <a:ext cx="360" cy="360"/>
            </p14:xfrm>
          </p:contentPart>
        </mc:Choice>
        <mc:Fallback xmlns=""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6F20908F-1E83-4201-47EB-BF66436CCCE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177313" y="4193441"/>
                <a:ext cx="108000" cy="216000"/>
              </a:xfrm>
              <a:prstGeom prst="rect">
                <a:avLst/>
              </a:prstGeom>
            </p:spPr>
          </p:pic>
        </mc:Fallback>
      </mc:AlternateContent>
      <p:sp>
        <p:nvSpPr>
          <p:cNvPr id="280" name="TextBox 279">
            <a:extLst>
              <a:ext uri="{FF2B5EF4-FFF2-40B4-BE49-F238E27FC236}">
                <a16:creationId xmlns:a16="http://schemas.microsoft.com/office/drawing/2014/main" id="{57BDD67E-8023-67CA-D220-EB6C9476E614}"/>
              </a:ext>
            </a:extLst>
          </p:cNvPr>
          <p:cNvSpPr txBox="1"/>
          <p:nvPr/>
        </p:nvSpPr>
        <p:spPr>
          <a:xfrm>
            <a:off x="5303520" y="2283387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ECDC1EF-1529-F539-C1FE-CA653E74D7AA}"/>
              </a:ext>
            </a:extLst>
          </p:cNvPr>
          <p:cNvSpPr txBox="1">
            <a:spLocks/>
          </p:cNvSpPr>
          <p:nvPr/>
        </p:nvSpPr>
        <p:spPr>
          <a:xfrm>
            <a:off x="867486" y="2412515"/>
            <a:ext cx="5490645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a-IR" dirty="0"/>
              <a:t>دریافت اطلاعات از کاربر</a:t>
            </a:r>
            <a:endParaRPr lang="en-US" dirty="0"/>
          </a:p>
        </p:txBody>
      </p:sp>
      <p:sp>
        <p:nvSpPr>
          <p:cNvPr id="55" name="Title 1">
            <a:extLst>
              <a:ext uri="{FF2B5EF4-FFF2-40B4-BE49-F238E27FC236}">
                <a16:creationId xmlns:a16="http://schemas.microsoft.com/office/drawing/2014/main" id="{997BEA9C-522B-C950-13D1-D7EF6674F22D}"/>
              </a:ext>
            </a:extLst>
          </p:cNvPr>
          <p:cNvSpPr txBox="1">
            <a:spLocks/>
          </p:cNvSpPr>
          <p:nvPr/>
        </p:nvSpPr>
        <p:spPr>
          <a:xfrm>
            <a:off x="8024241" y="2052097"/>
            <a:ext cx="2724136" cy="18472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a-IR" dirty="0"/>
              <a:t>محاسبات و خروجی</a:t>
            </a: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9822BA8-4077-AD2E-1016-7DB1A6DE031B}"/>
              </a:ext>
            </a:extLst>
          </p:cNvPr>
          <p:cNvGrpSpPr/>
          <p:nvPr/>
        </p:nvGrpSpPr>
        <p:grpSpPr>
          <a:xfrm>
            <a:off x="6332031" y="3016134"/>
            <a:ext cx="1357200" cy="266760"/>
            <a:chOff x="6332031" y="3016134"/>
            <a:chExt cx="1357200" cy="26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282B646-067E-72B9-B2E9-60EEA2CCF90F}"/>
                    </a:ext>
                  </a:extLst>
                </p14:cNvPr>
                <p14:cNvContentPartPr/>
                <p14:nvPr/>
              </p14:nvContentPartPr>
              <p14:xfrm>
                <a:off x="6332031" y="3051774"/>
                <a:ext cx="1135080" cy="2311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282B646-067E-72B9-B2E9-60EEA2CCF90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323391" y="3042774"/>
                  <a:ext cx="115272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1CA4642-6A02-DDDA-9F72-E50083DC63CB}"/>
                    </a:ext>
                  </a:extLst>
                </p14:cNvPr>
                <p14:cNvContentPartPr/>
                <p14:nvPr/>
              </p14:nvContentPartPr>
              <p14:xfrm>
                <a:off x="7223751" y="3016134"/>
                <a:ext cx="465480" cy="2502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1CA4642-6A02-DDDA-9F72-E50083DC63C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214751" y="3007494"/>
                  <a:ext cx="483120" cy="267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96808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BA1B667-1542-4631-929E-714A41E9E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59BA665-866B-4988-8C5D-0B272F82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805"/>
          <a:stretch/>
        </p:blipFill>
        <p:spPr>
          <a:xfrm>
            <a:off x="0" y="4767552"/>
            <a:ext cx="12192000" cy="2090448"/>
          </a:xfrm>
          <a:prstGeom prst="rect">
            <a:avLst/>
          </a:prstGeom>
        </p:spPr>
      </p:pic>
      <p:grpSp>
        <p:nvGrpSpPr>
          <p:cNvPr id="115" name="Group 114">
            <a:extLst>
              <a:ext uri="{FF2B5EF4-FFF2-40B4-BE49-F238E27FC236}">
                <a16:creationId xmlns:a16="http://schemas.microsoft.com/office/drawing/2014/main" id="{DFFE4FE4-5B6D-FFE1-D4E1-55B2D89314CC}"/>
              </a:ext>
            </a:extLst>
          </p:cNvPr>
          <p:cNvGrpSpPr/>
          <p:nvPr/>
        </p:nvGrpSpPr>
        <p:grpSpPr>
          <a:xfrm>
            <a:off x="960158" y="2086293"/>
            <a:ext cx="1443240" cy="392400"/>
            <a:chOff x="1053393" y="816641"/>
            <a:chExt cx="1443240" cy="39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4A46137E-91B8-690E-9C29-1F85C3648D01}"/>
                    </a:ext>
                  </a:extLst>
                </p14:cNvPr>
                <p14:cNvContentPartPr/>
                <p14:nvPr/>
              </p14:nvContentPartPr>
              <p14:xfrm>
                <a:off x="1053393" y="816641"/>
                <a:ext cx="149400" cy="2714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4A46137E-91B8-690E-9C29-1F85C3648D01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044753" y="807641"/>
                  <a:ext cx="16704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57EF5283-409B-781C-C9BB-F73FA1CB5069}"/>
                    </a:ext>
                  </a:extLst>
                </p14:cNvPr>
                <p14:cNvContentPartPr/>
                <p14:nvPr/>
              </p14:nvContentPartPr>
              <p14:xfrm>
                <a:off x="1120713" y="1002761"/>
                <a:ext cx="61560" cy="18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57EF5283-409B-781C-C9BB-F73FA1CB506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112073" y="994121"/>
                  <a:ext cx="7920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62672B20-BA74-8EBC-0FC1-854F2DCA4598}"/>
                    </a:ext>
                  </a:extLst>
                </p14:cNvPr>
                <p14:cNvContentPartPr/>
                <p14:nvPr/>
              </p14:nvContentPartPr>
              <p14:xfrm>
                <a:off x="1285953" y="1002401"/>
                <a:ext cx="114840" cy="1288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62672B20-BA74-8EBC-0FC1-854F2DCA459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276953" y="993401"/>
                  <a:ext cx="13248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55102C3-2F05-DCEC-C4B6-DA2843BDD0FA}"/>
                    </a:ext>
                  </a:extLst>
                </p14:cNvPr>
                <p14:cNvContentPartPr/>
                <p14:nvPr/>
              </p14:nvContentPartPr>
              <p14:xfrm>
                <a:off x="1379193" y="1057121"/>
                <a:ext cx="101880" cy="1274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55102C3-2F05-DCEC-C4B6-DA2843BDD0F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370193" y="1048481"/>
                  <a:ext cx="11952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6411135-63D0-C410-7FE0-65870F9691AD}"/>
                    </a:ext>
                  </a:extLst>
                </p14:cNvPr>
                <p14:cNvContentPartPr/>
                <p14:nvPr/>
              </p14:nvContentPartPr>
              <p14:xfrm>
                <a:off x="1503753" y="1012841"/>
                <a:ext cx="95400" cy="1641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6411135-63D0-C410-7FE0-65870F9691A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494753" y="1003841"/>
                  <a:ext cx="11304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DF385E4D-E336-7AD1-8C5E-5FF6389CA7F4}"/>
                    </a:ext>
                  </a:extLst>
                </p14:cNvPr>
                <p14:cNvContentPartPr/>
                <p14:nvPr/>
              </p14:nvContentPartPr>
              <p14:xfrm>
                <a:off x="1607793" y="1030841"/>
                <a:ext cx="79560" cy="1616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DF385E4D-E336-7AD1-8C5E-5FF6389CA7F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599153" y="1022201"/>
                  <a:ext cx="9720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78AD9D7-A95B-092E-5E06-18439D4FEEF2}"/>
                    </a:ext>
                  </a:extLst>
                </p14:cNvPr>
                <p14:cNvContentPartPr/>
                <p14:nvPr/>
              </p14:nvContentPartPr>
              <p14:xfrm>
                <a:off x="1714713" y="1030481"/>
                <a:ext cx="159480" cy="1414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78AD9D7-A95B-092E-5E06-18439D4FEEF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706073" y="1021841"/>
                  <a:ext cx="1771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9F567580-22AF-55F1-D4D3-EF53480D29DC}"/>
                    </a:ext>
                  </a:extLst>
                </p14:cNvPr>
                <p14:cNvContentPartPr/>
                <p14:nvPr/>
              </p14:nvContentPartPr>
              <p14:xfrm>
                <a:off x="1910193" y="1008521"/>
                <a:ext cx="62640" cy="1868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9F567580-22AF-55F1-D4D3-EF53480D29D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901193" y="999521"/>
                  <a:ext cx="8028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F9D15D5-6985-B5F2-E146-065196EF5A04}"/>
                    </a:ext>
                  </a:extLst>
                </p14:cNvPr>
                <p14:cNvContentPartPr/>
                <p14:nvPr/>
              </p14:nvContentPartPr>
              <p14:xfrm>
                <a:off x="2029713" y="996641"/>
                <a:ext cx="7200" cy="1670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F9D15D5-6985-B5F2-E146-065196EF5A0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020713" y="987641"/>
                  <a:ext cx="2484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2D381522-5635-4D17-79AA-4ACD6165748B}"/>
                    </a:ext>
                  </a:extLst>
                </p14:cNvPr>
                <p14:cNvContentPartPr/>
                <p14:nvPr/>
              </p14:nvContentPartPr>
              <p14:xfrm>
                <a:off x="2010993" y="1024721"/>
                <a:ext cx="59400" cy="255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2D381522-5635-4D17-79AA-4ACD6165748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002353" y="1015721"/>
                  <a:ext cx="770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600798B1-B707-94CE-C37D-2879D296E17F}"/>
                    </a:ext>
                  </a:extLst>
                </p14:cNvPr>
                <p14:cNvContentPartPr/>
                <p14:nvPr/>
              </p14:nvContentPartPr>
              <p14:xfrm>
                <a:off x="2101713" y="1000601"/>
                <a:ext cx="114840" cy="1724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600798B1-B707-94CE-C37D-2879D296E17F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093073" y="991961"/>
                  <a:ext cx="13248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FB7ED48F-6093-8A98-823C-40D731F51FA5}"/>
                    </a:ext>
                  </a:extLst>
                </p14:cNvPr>
                <p14:cNvContentPartPr/>
                <p14:nvPr/>
              </p14:nvContentPartPr>
              <p14:xfrm>
                <a:off x="2240673" y="993041"/>
                <a:ext cx="89280" cy="1728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B7ED48F-6093-8A98-823C-40D731F51FA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231673" y="984401"/>
                  <a:ext cx="10692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D6255CBA-C942-8032-12E3-75E3AAD346A8}"/>
                    </a:ext>
                  </a:extLst>
                </p14:cNvPr>
                <p14:cNvContentPartPr/>
                <p14:nvPr/>
              </p14:nvContentPartPr>
              <p14:xfrm>
                <a:off x="2430033" y="1024001"/>
                <a:ext cx="66600" cy="1850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D6255CBA-C942-8032-12E3-75E3AAD346A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421393" y="1015001"/>
                  <a:ext cx="84240" cy="202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AAC62402-7DBF-B8B6-04EE-3F476F202419}"/>
                  </a:ext>
                </a:extLst>
              </p14:cNvPr>
              <p14:cNvContentPartPr/>
              <p14:nvPr/>
            </p14:nvContentPartPr>
            <p14:xfrm>
              <a:off x="7367078" y="2281413"/>
              <a:ext cx="360" cy="360"/>
            </p14:xfrm>
          </p:contentPart>
        </mc:Choice>
        <mc:Fallback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AAC62402-7DBF-B8B6-04EE-3F476F202419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358078" y="227241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751C9F94-D46B-8137-2601-109E47046A8D}"/>
                  </a:ext>
                </a:extLst>
              </p14:cNvPr>
              <p14:cNvContentPartPr/>
              <p14:nvPr/>
            </p14:nvContentPartPr>
            <p14:xfrm>
              <a:off x="5654198" y="2354133"/>
              <a:ext cx="85320" cy="61200"/>
            </p14:xfrm>
          </p:contentPart>
        </mc:Choice>
        <mc:Fallback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751C9F94-D46B-8137-2601-109E47046A8D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5645236" y="2345133"/>
                <a:ext cx="102886" cy="78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63" name="Group 162">
            <a:extLst>
              <a:ext uri="{FF2B5EF4-FFF2-40B4-BE49-F238E27FC236}">
                <a16:creationId xmlns:a16="http://schemas.microsoft.com/office/drawing/2014/main" id="{9B110A0F-F48F-D7F2-14AD-7D31EA0C4D90}"/>
              </a:ext>
            </a:extLst>
          </p:cNvPr>
          <p:cNvGrpSpPr/>
          <p:nvPr/>
        </p:nvGrpSpPr>
        <p:grpSpPr>
          <a:xfrm>
            <a:off x="1334525" y="4217798"/>
            <a:ext cx="949320" cy="207720"/>
            <a:chOff x="1427760" y="2948146"/>
            <a:chExt cx="949320" cy="20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BAB7916A-48CA-D04A-9913-DA98E5D76485}"/>
                    </a:ext>
                  </a:extLst>
                </p14:cNvPr>
                <p14:cNvContentPartPr/>
                <p14:nvPr/>
              </p14:nvContentPartPr>
              <p14:xfrm>
                <a:off x="1784160" y="2999626"/>
                <a:ext cx="592920" cy="15624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BAB7916A-48CA-D04A-9913-DA98E5D76485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775160" y="2990986"/>
                  <a:ext cx="61056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5A6261EF-DA78-99C3-87DA-A26F0859CAE0}"/>
                    </a:ext>
                  </a:extLst>
                </p14:cNvPr>
                <p14:cNvContentPartPr/>
                <p14:nvPr/>
              </p14:nvContentPartPr>
              <p14:xfrm>
                <a:off x="1427760" y="3029866"/>
                <a:ext cx="298440" cy="1029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5A6261EF-DA78-99C3-87DA-A26F0859CAE0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419120" y="3020866"/>
                  <a:ext cx="31608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680097FE-69A3-FEA9-7C60-225B7776C97D}"/>
                    </a:ext>
                  </a:extLst>
                </p14:cNvPr>
                <p14:cNvContentPartPr/>
                <p14:nvPr/>
              </p14:nvContentPartPr>
              <p14:xfrm>
                <a:off x="1523880" y="3003946"/>
                <a:ext cx="94680" cy="1836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680097FE-69A3-FEA9-7C60-225B7776C97D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515240" y="2994946"/>
                  <a:ext cx="1123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222CDC52-8171-A75C-9E72-908E5D37E380}"/>
                    </a:ext>
                  </a:extLst>
                </p14:cNvPr>
                <p14:cNvContentPartPr/>
                <p14:nvPr/>
              </p14:nvContentPartPr>
              <p14:xfrm>
                <a:off x="2140920" y="2948146"/>
                <a:ext cx="42840" cy="579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222CDC52-8171-A75C-9E72-908E5D37E38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132280" y="2939506"/>
                  <a:ext cx="6048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0D58373B-5B84-93FC-9768-A42FA53E00AE}"/>
                    </a:ext>
                  </a:extLst>
                </p14:cNvPr>
                <p14:cNvContentPartPr/>
                <p14:nvPr/>
              </p14:nvContentPartPr>
              <p14:xfrm>
                <a:off x="1980360" y="2983786"/>
                <a:ext cx="360" cy="3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0D58373B-5B84-93FC-9768-A42FA53E00AE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971720" y="297514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4D348FB1-317F-21C2-9A5B-D7062A47B914}"/>
              </a:ext>
            </a:extLst>
          </p:cNvPr>
          <p:cNvGrpSpPr/>
          <p:nvPr/>
        </p:nvGrpSpPr>
        <p:grpSpPr>
          <a:xfrm>
            <a:off x="592565" y="4223918"/>
            <a:ext cx="474480" cy="465480"/>
            <a:chOff x="685800" y="2954266"/>
            <a:chExt cx="474480" cy="46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C27CB16F-7E0C-A745-C075-C2C1BD5F09E0}"/>
                    </a:ext>
                  </a:extLst>
                </p14:cNvPr>
                <p14:cNvContentPartPr/>
                <p14:nvPr/>
              </p14:nvContentPartPr>
              <p14:xfrm>
                <a:off x="685800" y="2980186"/>
                <a:ext cx="171000" cy="14328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C27CB16F-7E0C-A745-C075-C2C1BD5F09E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76800" y="2971186"/>
                  <a:ext cx="18864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9BA23BD2-B834-CC30-BB92-DB0C00FABCCA}"/>
                    </a:ext>
                  </a:extLst>
                </p14:cNvPr>
                <p14:cNvContentPartPr/>
                <p14:nvPr/>
              </p14:nvContentPartPr>
              <p14:xfrm>
                <a:off x="723600" y="3049306"/>
                <a:ext cx="47520" cy="8172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9BA23BD2-B834-CC30-BB92-DB0C00FABCC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14960" y="3040666"/>
                  <a:ext cx="651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FE6B492D-53AD-1ADA-8FF0-AD098CB884A1}"/>
                    </a:ext>
                  </a:extLst>
                </p14:cNvPr>
                <p14:cNvContentPartPr/>
                <p14:nvPr/>
              </p14:nvContentPartPr>
              <p14:xfrm>
                <a:off x="786960" y="3040666"/>
                <a:ext cx="95760" cy="14688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FE6B492D-53AD-1ADA-8FF0-AD098CB884A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77960" y="3031666"/>
                  <a:ext cx="11340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40151D57-3CE2-260A-1E5F-D430414BFDA5}"/>
                    </a:ext>
                  </a:extLst>
                </p14:cNvPr>
                <p14:cNvContentPartPr/>
                <p14:nvPr/>
              </p14:nvContentPartPr>
              <p14:xfrm>
                <a:off x="920880" y="2954266"/>
                <a:ext cx="23040" cy="24696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40151D57-3CE2-260A-1E5F-D430414BFDA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11880" y="2945626"/>
                  <a:ext cx="4068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19A8DCDA-3006-E614-8487-0894679B1E55}"/>
                    </a:ext>
                  </a:extLst>
                </p14:cNvPr>
                <p14:cNvContentPartPr/>
                <p14:nvPr/>
              </p14:nvContentPartPr>
              <p14:xfrm>
                <a:off x="954000" y="3050026"/>
                <a:ext cx="108720" cy="11376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19A8DCDA-3006-E614-8487-0894679B1E55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45000" y="3041026"/>
                  <a:ext cx="12636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0E80BD45-E423-2D15-B19E-7CAF178A1C58}"/>
                    </a:ext>
                  </a:extLst>
                </p14:cNvPr>
                <p14:cNvContentPartPr/>
                <p14:nvPr/>
              </p14:nvContentPartPr>
              <p14:xfrm>
                <a:off x="1004040" y="3044986"/>
                <a:ext cx="156240" cy="37476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0E80BD45-E423-2D15-B19E-7CAF178A1C58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95040" y="3035986"/>
                  <a:ext cx="173880" cy="392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86F74189-0650-B4EE-7CE0-ECE327323144}"/>
                  </a:ext>
                </a:extLst>
              </p14:cNvPr>
              <p14:cNvContentPartPr/>
              <p14:nvPr/>
            </p14:nvContentPartPr>
            <p14:xfrm>
              <a:off x="2370605" y="4332278"/>
              <a:ext cx="108720" cy="197640"/>
            </p14:xfrm>
          </p:contentPart>
        </mc:Choice>
        <mc:Fallback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86F74189-0650-B4EE-7CE0-ECE327323144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2361605" y="4323278"/>
                <a:ext cx="126360" cy="215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5" name="Group 184">
            <a:extLst>
              <a:ext uri="{FF2B5EF4-FFF2-40B4-BE49-F238E27FC236}">
                <a16:creationId xmlns:a16="http://schemas.microsoft.com/office/drawing/2014/main" id="{2BD1BBF3-95D3-99E8-828E-3CF26187B1E8}"/>
              </a:ext>
            </a:extLst>
          </p:cNvPr>
          <p:cNvGrpSpPr/>
          <p:nvPr/>
        </p:nvGrpSpPr>
        <p:grpSpPr>
          <a:xfrm>
            <a:off x="2989805" y="4242638"/>
            <a:ext cx="1221120" cy="381600"/>
            <a:chOff x="3174480" y="2980186"/>
            <a:chExt cx="1221120" cy="38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475EF95F-7E26-3F09-5EB6-E928736E042F}"/>
                    </a:ext>
                  </a:extLst>
                </p14:cNvPr>
                <p14:cNvContentPartPr/>
                <p14:nvPr/>
              </p14:nvContentPartPr>
              <p14:xfrm>
                <a:off x="4344480" y="3109426"/>
                <a:ext cx="22680" cy="7092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475EF95F-7E26-3F09-5EB6-E928736E042F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335480" y="3100786"/>
                  <a:ext cx="4032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7E611819-9C9F-001E-7841-7D0BD0885F45}"/>
                    </a:ext>
                  </a:extLst>
                </p14:cNvPr>
                <p14:cNvContentPartPr/>
                <p14:nvPr/>
              </p14:nvContentPartPr>
              <p14:xfrm>
                <a:off x="4249080" y="3149026"/>
                <a:ext cx="90720" cy="1141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7E611819-9C9F-001E-7841-7D0BD0885F45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240440" y="3140386"/>
                  <a:ext cx="10836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75665EFF-80D6-2666-ACE8-250B8BC5AE36}"/>
                    </a:ext>
                  </a:extLst>
                </p14:cNvPr>
                <p14:cNvContentPartPr/>
                <p14:nvPr/>
              </p14:nvContentPartPr>
              <p14:xfrm>
                <a:off x="4341960" y="3037786"/>
                <a:ext cx="53640" cy="1404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75665EFF-80D6-2666-ACE8-250B8BC5AE3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332960" y="3028786"/>
                  <a:ext cx="712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6E477844-0009-2DDF-D4C1-2DDDD43271EE}"/>
                    </a:ext>
                  </a:extLst>
                </p14:cNvPr>
                <p14:cNvContentPartPr/>
                <p14:nvPr/>
              </p14:nvContentPartPr>
              <p14:xfrm>
                <a:off x="4233240" y="3004306"/>
                <a:ext cx="9000" cy="2048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6E477844-0009-2DDF-D4C1-2DDDD43271EE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224240" y="2995666"/>
                  <a:ext cx="2664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9C8FDBB6-629E-8A7F-9892-A158CCD2A293}"/>
                    </a:ext>
                  </a:extLst>
                </p14:cNvPr>
                <p14:cNvContentPartPr/>
                <p14:nvPr/>
              </p14:nvContentPartPr>
              <p14:xfrm>
                <a:off x="4140360" y="3131746"/>
                <a:ext cx="32400" cy="6696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9C8FDBB6-629E-8A7F-9892-A158CCD2A293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131720" y="3123106"/>
                  <a:ext cx="5004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55FC6C29-E438-0403-BCCA-7EFFC1D4325F}"/>
                    </a:ext>
                  </a:extLst>
                </p14:cNvPr>
                <p14:cNvContentPartPr/>
                <p14:nvPr/>
              </p14:nvContentPartPr>
              <p14:xfrm>
                <a:off x="4040640" y="3150826"/>
                <a:ext cx="96840" cy="17604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55FC6C29-E438-0403-BCCA-7EFFC1D4325F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4031640" y="3141826"/>
                  <a:ext cx="11448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0999AB3E-DFF0-75BD-7D2B-3A94BFCFD831}"/>
                    </a:ext>
                  </a:extLst>
                </p14:cNvPr>
                <p14:cNvContentPartPr/>
                <p14:nvPr/>
              </p14:nvContentPartPr>
              <p14:xfrm>
                <a:off x="4151520" y="3361426"/>
                <a:ext cx="360" cy="36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0999AB3E-DFF0-75BD-7D2B-3A94BFCFD831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142880" y="335242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0C5E89D0-A1C8-3E5B-820F-5196D71846BC}"/>
                    </a:ext>
                  </a:extLst>
                </p14:cNvPr>
                <p14:cNvContentPartPr/>
                <p14:nvPr/>
              </p14:nvContentPartPr>
              <p14:xfrm>
                <a:off x="3644640" y="3032386"/>
                <a:ext cx="293040" cy="23076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0C5E89D0-A1C8-3E5B-820F-5196D71846B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635640" y="3023746"/>
                  <a:ext cx="31068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FB52E6F9-EE7E-7C6D-77BF-57AE70AAE248}"/>
                    </a:ext>
                  </a:extLst>
                </p14:cNvPr>
                <p14:cNvContentPartPr/>
                <p14:nvPr/>
              </p14:nvContentPartPr>
              <p14:xfrm>
                <a:off x="3759120" y="3060106"/>
                <a:ext cx="8280" cy="1800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FB52E6F9-EE7E-7C6D-77BF-57AE70AAE24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750480" y="3051106"/>
                  <a:ext cx="259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769ABCF5-F72B-AFF8-21AC-84CC06DC6CCF}"/>
                    </a:ext>
                  </a:extLst>
                </p14:cNvPr>
                <p14:cNvContentPartPr/>
                <p14:nvPr/>
              </p14:nvContentPartPr>
              <p14:xfrm>
                <a:off x="3174480" y="3130306"/>
                <a:ext cx="435600" cy="11628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769ABCF5-F72B-AFF8-21AC-84CC06DC6CC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165480" y="3121666"/>
                  <a:ext cx="45324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99E0402D-B854-08BA-9FD4-685F0633D556}"/>
                    </a:ext>
                  </a:extLst>
                </p14:cNvPr>
                <p14:cNvContentPartPr/>
                <p14:nvPr/>
              </p14:nvContentPartPr>
              <p14:xfrm>
                <a:off x="3281760" y="3124546"/>
                <a:ext cx="81720" cy="1440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99E0402D-B854-08BA-9FD4-685F0633D55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273120" y="3115906"/>
                  <a:ext cx="9936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8638F737-516F-718A-BC9B-21FB9BB80792}"/>
                    </a:ext>
                  </a:extLst>
                </p14:cNvPr>
                <p14:cNvContentPartPr/>
                <p14:nvPr/>
              </p14:nvContentPartPr>
              <p14:xfrm>
                <a:off x="3484080" y="2980186"/>
                <a:ext cx="42840" cy="2005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8638F737-516F-718A-BC9B-21FB9BB8079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475440" y="2971186"/>
                  <a:ext cx="6048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9C2727A4-0C45-0F46-B7A8-A040CDBBF60D}"/>
                    </a:ext>
                  </a:extLst>
                </p14:cNvPr>
                <p14:cNvContentPartPr/>
                <p14:nvPr/>
              </p14:nvContentPartPr>
              <p14:xfrm>
                <a:off x="3563280" y="3048586"/>
                <a:ext cx="7200" cy="1944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9C2727A4-0C45-0F46-B7A8-A040CDBBF60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554280" y="3039586"/>
                  <a:ext cx="24840" cy="3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32440EF9-0FAD-C5B4-53D7-0C61B8EED69B}"/>
              </a:ext>
            </a:extLst>
          </p:cNvPr>
          <p:cNvGrpSpPr/>
          <p:nvPr/>
        </p:nvGrpSpPr>
        <p:grpSpPr>
          <a:xfrm>
            <a:off x="4404605" y="4346318"/>
            <a:ext cx="996840" cy="163440"/>
            <a:chOff x="4497840" y="3076666"/>
            <a:chExt cx="996840" cy="16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076C4529-E7F8-9161-162D-926DE6690811}"/>
                    </a:ext>
                  </a:extLst>
                </p14:cNvPr>
                <p14:cNvContentPartPr/>
                <p14:nvPr/>
              </p14:nvContentPartPr>
              <p14:xfrm>
                <a:off x="4497840" y="3154786"/>
                <a:ext cx="360" cy="36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076C4529-E7F8-9161-162D-926DE6690811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489200" y="314578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4A51F338-F6E9-7A98-CE6C-08F6C345969A}"/>
                    </a:ext>
                  </a:extLst>
                </p14:cNvPr>
                <p14:cNvContentPartPr/>
                <p14:nvPr/>
              </p14:nvContentPartPr>
              <p14:xfrm>
                <a:off x="4504320" y="3076666"/>
                <a:ext cx="990360" cy="16344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4A51F338-F6E9-7A98-CE6C-08F6C345969A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4495320" y="3067666"/>
                  <a:ext cx="1008000" cy="18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1159CCB5-6913-4F32-2715-596A489DD38F}"/>
              </a:ext>
            </a:extLst>
          </p:cNvPr>
          <p:cNvGrpSpPr/>
          <p:nvPr/>
        </p:nvGrpSpPr>
        <p:grpSpPr>
          <a:xfrm>
            <a:off x="5574245" y="4166318"/>
            <a:ext cx="1667880" cy="301680"/>
            <a:chOff x="5667480" y="2896666"/>
            <a:chExt cx="1667880" cy="30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0BEEDB79-BB83-EAA2-A806-8D428474AC9F}"/>
                    </a:ext>
                  </a:extLst>
                </p14:cNvPr>
                <p14:cNvContentPartPr/>
                <p14:nvPr/>
              </p14:nvContentPartPr>
              <p14:xfrm>
                <a:off x="7156080" y="3084946"/>
                <a:ext cx="179280" cy="9288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0BEEDB79-BB83-EAA2-A806-8D428474AC9F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147080" y="3075946"/>
                  <a:ext cx="19692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0D01F47B-5FE5-41F3-D199-B822D81A2556}"/>
                    </a:ext>
                  </a:extLst>
                </p14:cNvPr>
                <p14:cNvContentPartPr/>
                <p14:nvPr/>
              </p14:nvContentPartPr>
              <p14:xfrm>
                <a:off x="7147080" y="3080266"/>
                <a:ext cx="6480" cy="1044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0D01F47B-5FE5-41F3-D199-B822D81A2556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138440" y="3071626"/>
                  <a:ext cx="241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053E3D4F-10C2-3C13-7D96-9E0F5576D21F}"/>
                    </a:ext>
                  </a:extLst>
                </p14:cNvPr>
                <p14:cNvContentPartPr/>
                <p14:nvPr/>
              </p14:nvContentPartPr>
              <p14:xfrm>
                <a:off x="6670080" y="2999266"/>
                <a:ext cx="461520" cy="19908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053E3D4F-10C2-3C13-7D96-9E0F5576D21F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6661440" y="2990266"/>
                  <a:ext cx="47916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E28B9320-AE74-5540-4D79-82F9FCD9D226}"/>
                    </a:ext>
                  </a:extLst>
                </p14:cNvPr>
                <p14:cNvContentPartPr/>
                <p14:nvPr/>
              </p14:nvContentPartPr>
              <p14:xfrm>
                <a:off x="6094800" y="3064066"/>
                <a:ext cx="493560" cy="11880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E28B9320-AE74-5540-4D79-82F9FCD9D226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6086160" y="3055066"/>
                  <a:ext cx="51120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03C40A6D-D227-BF7C-4BCF-D01A7BDEE26C}"/>
                    </a:ext>
                  </a:extLst>
                </p14:cNvPr>
                <p14:cNvContentPartPr/>
                <p14:nvPr/>
              </p14:nvContentPartPr>
              <p14:xfrm>
                <a:off x="6199200" y="3043546"/>
                <a:ext cx="133560" cy="1944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03C40A6D-D227-BF7C-4BCF-D01A7BDEE26C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190200" y="3034906"/>
                  <a:ext cx="1512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7282FEC1-672D-2C4D-6EF0-D85C05AA2F0E}"/>
                    </a:ext>
                  </a:extLst>
                </p14:cNvPr>
                <p14:cNvContentPartPr/>
                <p14:nvPr/>
              </p14:nvContentPartPr>
              <p14:xfrm>
                <a:off x="7102800" y="2929786"/>
                <a:ext cx="98640" cy="4968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7282FEC1-672D-2C4D-6EF0-D85C05AA2F0E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7094160" y="2920786"/>
                  <a:ext cx="11628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3E3997E8-8241-96A5-311D-ED65A393A64F}"/>
                    </a:ext>
                  </a:extLst>
                </p14:cNvPr>
                <p14:cNvContentPartPr/>
                <p14:nvPr/>
              </p14:nvContentPartPr>
              <p14:xfrm>
                <a:off x="7020360" y="2896666"/>
                <a:ext cx="131760" cy="6480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3E3997E8-8241-96A5-311D-ED65A393A64F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7011720" y="2887666"/>
                  <a:ext cx="14940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3EE7406C-9197-0C3C-150E-F9F914C3BE60}"/>
                    </a:ext>
                  </a:extLst>
                </p14:cNvPr>
                <p14:cNvContentPartPr/>
                <p14:nvPr/>
              </p14:nvContentPartPr>
              <p14:xfrm>
                <a:off x="5667480" y="2989186"/>
                <a:ext cx="156600" cy="15876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3EE7406C-9197-0C3C-150E-F9F914C3BE60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5658480" y="2980546"/>
                  <a:ext cx="17424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F18F9E8D-8CC9-BD0D-376E-1C87A8CC6654}"/>
                    </a:ext>
                  </a:extLst>
                </p14:cNvPr>
                <p14:cNvContentPartPr/>
                <p14:nvPr/>
              </p14:nvContentPartPr>
              <p14:xfrm>
                <a:off x="5928120" y="2953546"/>
                <a:ext cx="360" cy="36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F18F9E8D-8CC9-BD0D-376E-1C87A8CC665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919120" y="294454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36ADBD1D-292B-17DB-9D33-1B2BC1FE2474}"/>
                    </a:ext>
                  </a:extLst>
                </p14:cNvPr>
                <p14:cNvContentPartPr/>
                <p14:nvPr/>
              </p14:nvContentPartPr>
              <p14:xfrm>
                <a:off x="5941080" y="2980906"/>
                <a:ext cx="9360" cy="20448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36ADBD1D-292B-17DB-9D33-1B2BC1FE247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932440" y="2972266"/>
                  <a:ext cx="2700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6E4BBE8C-507D-4397-CB1B-1AE8D6471CE1}"/>
                    </a:ext>
                  </a:extLst>
                </p14:cNvPr>
                <p14:cNvContentPartPr/>
                <p14:nvPr/>
              </p14:nvContentPartPr>
              <p14:xfrm>
                <a:off x="5878080" y="2947426"/>
                <a:ext cx="163800" cy="3420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6E4BBE8C-507D-4397-CB1B-1AE8D6471CE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869080" y="2938426"/>
                  <a:ext cx="18144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5D2E2B42-AB78-CB6F-C625-B804D84F07D7}"/>
                    </a:ext>
                  </a:extLst>
                </p14:cNvPr>
                <p14:cNvContentPartPr/>
                <p14:nvPr/>
              </p14:nvContentPartPr>
              <p14:xfrm>
                <a:off x="5857560" y="2969026"/>
                <a:ext cx="134280" cy="1008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5D2E2B42-AB78-CB6F-C625-B804D84F07D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848920" y="2960026"/>
                  <a:ext cx="151920" cy="27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74C8BCB4-D33B-F4EF-9B70-8A5AB709B715}"/>
                  </a:ext>
                </a:extLst>
              </p14:cNvPr>
              <p14:cNvContentPartPr/>
              <p14:nvPr/>
            </p14:nvContentPartPr>
            <p14:xfrm>
              <a:off x="9021993" y="301121"/>
              <a:ext cx="148320" cy="4404600"/>
            </p14:xfrm>
          </p:contentPart>
        </mc:Choice>
        <mc:Fallback xmlns=""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74C8BCB4-D33B-F4EF-9B70-8A5AB709B715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9012993" y="292121"/>
                <a:ext cx="165960" cy="442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5853ADC8-4C12-1E40-CE91-6A2B9F240057}"/>
                  </a:ext>
                </a:extLst>
              </p14:cNvPr>
              <p14:cNvContentPartPr/>
              <p14:nvPr/>
            </p14:nvContentPartPr>
            <p14:xfrm>
              <a:off x="10287753" y="1162961"/>
              <a:ext cx="95760" cy="137520"/>
            </p14:xfrm>
          </p:contentPart>
        </mc:Choice>
        <mc:Fallback xmlns=""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5853ADC8-4C12-1E40-CE91-6A2B9F240057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0234113" y="1055321"/>
                <a:ext cx="203400" cy="35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758FB74C-1F20-DF4B-D765-31DD51CACBDC}"/>
                  </a:ext>
                </a:extLst>
              </p14:cNvPr>
              <p14:cNvContentPartPr/>
              <p14:nvPr/>
            </p14:nvContentPartPr>
            <p14:xfrm>
              <a:off x="10257873" y="1305881"/>
              <a:ext cx="109080" cy="40680"/>
            </p14:xfrm>
          </p:contentPart>
        </mc:Choice>
        <mc:Fallback xmlns=""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758FB74C-1F20-DF4B-D765-31DD51CACBDC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0204233" y="1198241"/>
                <a:ext cx="216720" cy="25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99C6C336-2D59-DBB2-7347-40126A285115}"/>
                  </a:ext>
                </a:extLst>
              </p14:cNvPr>
              <p14:cNvContentPartPr/>
              <p14:nvPr/>
            </p14:nvContentPartPr>
            <p14:xfrm>
              <a:off x="11231313" y="4301441"/>
              <a:ext cx="360" cy="360"/>
            </p14:xfrm>
          </p:contentPart>
        </mc:Choice>
        <mc:Fallback xmlns=""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99C6C336-2D59-DBB2-7347-40126A285115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1177673" y="4193441"/>
                <a:ext cx="108000" cy="21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27" name="Group 226">
            <a:extLst>
              <a:ext uri="{FF2B5EF4-FFF2-40B4-BE49-F238E27FC236}">
                <a16:creationId xmlns:a16="http://schemas.microsoft.com/office/drawing/2014/main" id="{3D38A051-BC58-EA96-053B-4FA6120166DB}"/>
              </a:ext>
            </a:extLst>
          </p:cNvPr>
          <p:cNvGrpSpPr/>
          <p:nvPr/>
        </p:nvGrpSpPr>
        <p:grpSpPr>
          <a:xfrm>
            <a:off x="9912250" y="1764813"/>
            <a:ext cx="1487880" cy="402120"/>
            <a:chOff x="9912250" y="1764813"/>
            <a:chExt cx="1487880" cy="40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790C1EE8-BBC7-1659-4131-067549F6609A}"/>
                    </a:ext>
                  </a:extLst>
                </p14:cNvPr>
                <p14:cNvContentPartPr/>
                <p14:nvPr/>
              </p14:nvContentPartPr>
              <p14:xfrm>
                <a:off x="11363410" y="1771653"/>
                <a:ext cx="36720" cy="17856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790C1EE8-BBC7-1659-4131-067549F6609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1354770" y="1763013"/>
                  <a:ext cx="5436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48A7F00F-3F1D-AEE3-3DC8-D301AB9EC521}"/>
                    </a:ext>
                  </a:extLst>
                </p14:cNvPr>
                <p14:cNvContentPartPr/>
                <p14:nvPr/>
              </p14:nvContentPartPr>
              <p14:xfrm>
                <a:off x="11124370" y="1827093"/>
                <a:ext cx="201960" cy="18036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48A7F00F-3F1D-AEE3-3DC8-D301AB9EC52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1115730" y="1818453"/>
                  <a:ext cx="21960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ED673DF1-F6A4-CFCE-87FD-F57779782771}"/>
                    </a:ext>
                  </a:extLst>
                </p14:cNvPr>
                <p14:cNvContentPartPr/>
                <p14:nvPr/>
              </p14:nvContentPartPr>
              <p14:xfrm>
                <a:off x="11263330" y="1810893"/>
                <a:ext cx="5400" cy="1296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ED673DF1-F6A4-CFCE-87FD-F57779782771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1254330" y="1801893"/>
                  <a:ext cx="2304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0CC045D4-8A7A-F0A5-2434-16E844172284}"/>
                    </a:ext>
                  </a:extLst>
                </p14:cNvPr>
                <p14:cNvContentPartPr/>
                <p14:nvPr/>
              </p14:nvContentPartPr>
              <p14:xfrm>
                <a:off x="11172610" y="2086293"/>
                <a:ext cx="360" cy="36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0CC045D4-8A7A-F0A5-2434-16E84417228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1163610" y="207729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0073E270-E55A-5CAA-C245-089D3E13A013}"/>
                    </a:ext>
                  </a:extLst>
                </p14:cNvPr>
                <p14:cNvContentPartPr/>
                <p14:nvPr/>
              </p14:nvContentPartPr>
              <p14:xfrm>
                <a:off x="10953010" y="1764813"/>
                <a:ext cx="147240" cy="36540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0073E270-E55A-5CAA-C245-089D3E13A01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944010" y="1755813"/>
                  <a:ext cx="16488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10CFC6A8-FE85-47D9-99EE-88F7131D0697}"/>
                    </a:ext>
                  </a:extLst>
                </p14:cNvPr>
                <p14:cNvContentPartPr/>
                <p14:nvPr/>
              </p14:nvContentPartPr>
              <p14:xfrm>
                <a:off x="10688050" y="1908093"/>
                <a:ext cx="154080" cy="14076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10CFC6A8-FE85-47D9-99EE-88F7131D069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679410" y="1899093"/>
                  <a:ext cx="17172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039A37DB-12FE-363B-7E9B-C0C70A4C4661}"/>
                    </a:ext>
                  </a:extLst>
                </p14:cNvPr>
                <p14:cNvContentPartPr/>
                <p14:nvPr/>
              </p14:nvContentPartPr>
              <p14:xfrm>
                <a:off x="10658890" y="1867053"/>
                <a:ext cx="6480" cy="13248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039A37DB-12FE-363B-7E9B-C0C70A4C466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649890" y="1858413"/>
                  <a:ext cx="2412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8D829E30-5C2C-32ED-BCC2-E058769C0386}"/>
                    </a:ext>
                  </a:extLst>
                </p14:cNvPr>
                <p14:cNvContentPartPr/>
                <p14:nvPr/>
              </p14:nvContentPartPr>
              <p14:xfrm>
                <a:off x="10351810" y="1869573"/>
                <a:ext cx="230760" cy="16920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8D829E30-5C2C-32ED-BCC2-E058769C0386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343170" y="1860933"/>
                  <a:ext cx="24840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0125F350-2A80-3428-1827-62B0CD78EC3B}"/>
                    </a:ext>
                  </a:extLst>
                </p14:cNvPr>
                <p14:cNvContentPartPr/>
                <p14:nvPr/>
              </p14:nvContentPartPr>
              <p14:xfrm>
                <a:off x="10349290" y="2152533"/>
                <a:ext cx="7560" cy="1440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0125F350-2A80-3428-1827-62B0CD78EC3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340290" y="2143893"/>
                  <a:ext cx="252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8ECF988E-E1C8-0AD3-76FE-5B55BAEE1F7A}"/>
                    </a:ext>
                  </a:extLst>
                </p14:cNvPr>
                <p14:cNvContentPartPr/>
                <p14:nvPr/>
              </p14:nvContentPartPr>
              <p14:xfrm>
                <a:off x="9912250" y="1937253"/>
                <a:ext cx="396720" cy="11016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8ECF988E-E1C8-0AD3-76FE-5B55BAEE1F7A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903610" y="1928613"/>
                  <a:ext cx="4143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3708D5D8-5F5B-9493-67A8-7C98D8D5669D}"/>
                    </a:ext>
                  </a:extLst>
                </p14:cNvPr>
                <p14:cNvContentPartPr/>
                <p14:nvPr/>
              </p14:nvContentPartPr>
              <p14:xfrm>
                <a:off x="10014130" y="1890093"/>
                <a:ext cx="100080" cy="612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3708D5D8-5F5B-9493-67A8-7C98D8D5669D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0005130" y="1881093"/>
                  <a:ext cx="117720" cy="2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96D42081-AB4A-341C-96B7-B430223CEC0A}"/>
              </a:ext>
            </a:extLst>
          </p:cNvPr>
          <p:cNvGrpSpPr/>
          <p:nvPr/>
        </p:nvGrpSpPr>
        <p:grpSpPr>
          <a:xfrm>
            <a:off x="10113490" y="2414973"/>
            <a:ext cx="1253880" cy="422640"/>
            <a:chOff x="10113490" y="2414973"/>
            <a:chExt cx="1253880" cy="42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6CD577AA-CD09-EFB9-5267-9F28C849DB28}"/>
                    </a:ext>
                  </a:extLst>
                </p14:cNvPr>
                <p14:cNvContentPartPr/>
                <p14:nvPr/>
              </p14:nvContentPartPr>
              <p14:xfrm>
                <a:off x="11196010" y="2414973"/>
                <a:ext cx="171360" cy="22608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6CD577AA-CD09-EFB9-5267-9F28C849DB28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1187010" y="2406333"/>
                  <a:ext cx="18900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FE868489-8025-5DD0-C4B1-79ED67D4647E}"/>
                    </a:ext>
                  </a:extLst>
                </p14:cNvPr>
                <p14:cNvContentPartPr/>
                <p14:nvPr/>
              </p14:nvContentPartPr>
              <p14:xfrm>
                <a:off x="10646290" y="2533053"/>
                <a:ext cx="459000" cy="22248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FE868489-8025-5DD0-C4B1-79ED67D4647E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637650" y="2524053"/>
                  <a:ext cx="47664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02AC7553-9055-32E9-A5E7-D227CF741337}"/>
                    </a:ext>
                  </a:extLst>
                </p14:cNvPr>
                <p14:cNvContentPartPr/>
                <p14:nvPr/>
              </p14:nvContentPartPr>
              <p14:xfrm>
                <a:off x="10802530" y="2606493"/>
                <a:ext cx="720" cy="1836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02AC7553-9055-32E9-A5E7-D227CF741337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793890" y="2597853"/>
                  <a:ext cx="183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E9C094F7-921F-9F1E-9510-1E9020DD84E5}"/>
                    </a:ext>
                  </a:extLst>
                </p14:cNvPr>
                <p14:cNvContentPartPr/>
                <p14:nvPr/>
              </p14:nvContentPartPr>
              <p14:xfrm>
                <a:off x="11035090" y="2443053"/>
                <a:ext cx="360" cy="36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E9C094F7-921F-9F1E-9510-1E9020DD84E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1026090" y="243441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2DD4FAE8-B954-49B9-2A31-76F00A383DDA}"/>
                    </a:ext>
                  </a:extLst>
                </p14:cNvPr>
                <p14:cNvContentPartPr/>
                <p14:nvPr/>
              </p14:nvContentPartPr>
              <p14:xfrm>
                <a:off x="10915930" y="2456733"/>
                <a:ext cx="47160" cy="324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2DD4FAE8-B954-49B9-2A31-76F00A383DDA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0906930" y="2447733"/>
                  <a:ext cx="6480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1ED98DE9-150B-C41D-5ED4-38BE645F5411}"/>
                    </a:ext>
                  </a:extLst>
                </p14:cNvPr>
                <p14:cNvContentPartPr/>
                <p14:nvPr/>
              </p14:nvContentPartPr>
              <p14:xfrm>
                <a:off x="10466650" y="2430093"/>
                <a:ext cx="46080" cy="23724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1ED98DE9-150B-C41D-5ED4-38BE645F5411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0457650" y="2421453"/>
                  <a:ext cx="6372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D7938F96-51AC-6429-2B25-FDC6DB4B8533}"/>
                    </a:ext>
                  </a:extLst>
                </p14:cNvPr>
                <p14:cNvContentPartPr/>
                <p14:nvPr/>
              </p14:nvContentPartPr>
              <p14:xfrm>
                <a:off x="10299250" y="2587773"/>
                <a:ext cx="119160" cy="12960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D7938F96-51AC-6429-2B25-FDC6DB4B8533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0290610" y="2579133"/>
                  <a:ext cx="13680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29A5CCC9-8AF2-17B7-4D3A-9C4F5AD97D0F}"/>
                    </a:ext>
                  </a:extLst>
                </p14:cNvPr>
                <p14:cNvContentPartPr/>
                <p14:nvPr/>
              </p14:nvContentPartPr>
              <p14:xfrm>
                <a:off x="10365130" y="2492013"/>
                <a:ext cx="3240" cy="1728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29A5CCC9-8AF2-17B7-4D3A-9C4F5AD97D0F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0356130" y="2483013"/>
                  <a:ext cx="2088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C22AFB12-C4AE-1CBE-113E-2D67E99EE70F}"/>
                    </a:ext>
                  </a:extLst>
                </p14:cNvPr>
                <p14:cNvContentPartPr/>
                <p14:nvPr/>
              </p14:nvContentPartPr>
              <p14:xfrm>
                <a:off x="10316530" y="2455653"/>
                <a:ext cx="1800" cy="16812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C22AFB12-C4AE-1CBE-113E-2D67E99EE70F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0307890" y="2447013"/>
                  <a:ext cx="1944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AC99C3BA-070E-A10D-37AC-16DCAE82946B}"/>
                    </a:ext>
                  </a:extLst>
                </p14:cNvPr>
                <p14:cNvContentPartPr/>
                <p14:nvPr/>
              </p14:nvContentPartPr>
              <p14:xfrm>
                <a:off x="10113490" y="2573013"/>
                <a:ext cx="131760" cy="26460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AC99C3BA-070E-A10D-37AC-16DCAE82946B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0104490" y="2564013"/>
                  <a:ext cx="149400" cy="28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0" name="Group 249">
            <a:extLst>
              <a:ext uri="{FF2B5EF4-FFF2-40B4-BE49-F238E27FC236}">
                <a16:creationId xmlns:a16="http://schemas.microsoft.com/office/drawing/2014/main" id="{E2466FEC-3D4A-2E6A-515C-2503B624464B}"/>
              </a:ext>
            </a:extLst>
          </p:cNvPr>
          <p:cNvGrpSpPr/>
          <p:nvPr/>
        </p:nvGrpSpPr>
        <p:grpSpPr>
          <a:xfrm>
            <a:off x="10001890" y="3204093"/>
            <a:ext cx="1468440" cy="302760"/>
            <a:chOff x="10001890" y="3204093"/>
            <a:chExt cx="1468440" cy="302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83B334F0-6B7B-5403-99F4-5AE599EFEDD5}"/>
                    </a:ext>
                  </a:extLst>
                </p14:cNvPr>
                <p14:cNvContentPartPr/>
                <p14:nvPr/>
              </p14:nvContentPartPr>
              <p14:xfrm>
                <a:off x="10599490" y="3204093"/>
                <a:ext cx="236160" cy="19224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83B334F0-6B7B-5403-99F4-5AE599EFEDD5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0590490" y="3195093"/>
                  <a:ext cx="25380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91D08B2B-E931-5E89-D1F2-FF66D1C84B3A}"/>
                    </a:ext>
                  </a:extLst>
                </p14:cNvPr>
                <p14:cNvContentPartPr/>
                <p14:nvPr/>
              </p14:nvContentPartPr>
              <p14:xfrm>
                <a:off x="10665010" y="3291573"/>
                <a:ext cx="41760" cy="11124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91D08B2B-E931-5E89-D1F2-FF66D1C84B3A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0656370" y="3282573"/>
                  <a:ext cx="5940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6BAD6735-F180-DF1E-683E-9394BCB88094}"/>
                    </a:ext>
                  </a:extLst>
                </p14:cNvPr>
                <p14:cNvContentPartPr/>
                <p14:nvPr/>
              </p14:nvContentPartPr>
              <p14:xfrm>
                <a:off x="10750690" y="3276093"/>
                <a:ext cx="162720" cy="13896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6BAD6735-F180-DF1E-683E-9394BCB88094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0741690" y="3267093"/>
                  <a:ext cx="18036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0800D813-77FA-B3D8-B7DD-B0306013886E}"/>
                    </a:ext>
                  </a:extLst>
                </p14:cNvPr>
                <p14:cNvContentPartPr/>
                <p14:nvPr/>
              </p14:nvContentPartPr>
              <p14:xfrm>
                <a:off x="10978570" y="3227853"/>
                <a:ext cx="155520" cy="16812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0800D813-77FA-B3D8-B7DD-B0306013886E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0969570" y="3218853"/>
                  <a:ext cx="1731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03CCEEBA-01E9-C927-6752-290A7A3782FC}"/>
                    </a:ext>
                  </a:extLst>
                </p14:cNvPr>
                <p14:cNvContentPartPr/>
                <p14:nvPr/>
              </p14:nvContentPartPr>
              <p14:xfrm>
                <a:off x="11116810" y="3308493"/>
                <a:ext cx="103680" cy="7452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03CCEEBA-01E9-C927-6752-290A7A3782FC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1108170" y="3299853"/>
                  <a:ext cx="12132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0C2922C3-8D7B-1AB0-F5A1-E6EB5710BADA}"/>
                    </a:ext>
                  </a:extLst>
                </p14:cNvPr>
                <p14:cNvContentPartPr/>
                <p14:nvPr/>
              </p14:nvContentPartPr>
              <p14:xfrm>
                <a:off x="11261170" y="3251613"/>
                <a:ext cx="76320" cy="14868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0C2922C3-8D7B-1AB0-F5A1-E6EB5710BADA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1252530" y="3242613"/>
                  <a:ext cx="9396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AE1DFEE3-3731-7A25-7E43-8D24AF847216}"/>
                    </a:ext>
                  </a:extLst>
                </p14:cNvPr>
                <p14:cNvContentPartPr/>
                <p14:nvPr/>
              </p14:nvContentPartPr>
              <p14:xfrm>
                <a:off x="11380690" y="3218493"/>
                <a:ext cx="71280" cy="19512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AE1DFEE3-3731-7A25-7E43-8D24AF847216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1371690" y="3209853"/>
                  <a:ext cx="8892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56BECFC0-9999-5B72-6B4D-E35D49DFA424}"/>
                    </a:ext>
                  </a:extLst>
                </p14:cNvPr>
                <p14:cNvContentPartPr/>
                <p14:nvPr/>
              </p14:nvContentPartPr>
              <p14:xfrm>
                <a:off x="11331370" y="3317853"/>
                <a:ext cx="138960" cy="504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56BECFC0-9999-5B72-6B4D-E35D49DFA424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1322370" y="3309213"/>
                  <a:ext cx="15660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AC287B74-8C74-873C-554D-02A31D0521CD}"/>
                    </a:ext>
                  </a:extLst>
                </p14:cNvPr>
                <p14:cNvContentPartPr/>
                <p14:nvPr/>
              </p14:nvContentPartPr>
              <p14:xfrm>
                <a:off x="10473130" y="3397773"/>
                <a:ext cx="360" cy="36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AC287B74-8C74-873C-554D-02A31D0521C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464490" y="338877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B8763286-D6DB-20E4-E12A-BC51D88C1A04}"/>
                    </a:ext>
                  </a:extLst>
                </p14:cNvPr>
                <p14:cNvContentPartPr/>
                <p14:nvPr/>
              </p14:nvContentPartPr>
              <p14:xfrm>
                <a:off x="10319410" y="3358533"/>
                <a:ext cx="231480" cy="14832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B8763286-D6DB-20E4-E12A-BC51D88C1A04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310410" y="3349533"/>
                  <a:ext cx="2491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093DD402-26F3-4F84-6833-01E28695B751}"/>
                    </a:ext>
                  </a:extLst>
                </p14:cNvPr>
                <p14:cNvContentPartPr/>
                <p14:nvPr/>
              </p14:nvContentPartPr>
              <p14:xfrm>
                <a:off x="10001890" y="3341253"/>
                <a:ext cx="260640" cy="2556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093DD402-26F3-4F84-6833-01E28695B751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993250" y="3332253"/>
                  <a:ext cx="278280" cy="4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7783D1F4-8B51-F947-99A5-06C351B0F3F6}"/>
              </a:ext>
            </a:extLst>
          </p:cNvPr>
          <p:cNvGrpSpPr/>
          <p:nvPr/>
        </p:nvGrpSpPr>
        <p:grpSpPr>
          <a:xfrm>
            <a:off x="2752238" y="2102133"/>
            <a:ext cx="4350600" cy="438480"/>
            <a:chOff x="2845473" y="832481"/>
            <a:chExt cx="4350600" cy="43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CA81C9D-DFF7-7313-E455-A7628F51B094}"/>
                    </a:ext>
                  </a:extLst>
                </p14:cNvPr>
                <p14:cNvContentPartPr/>
                <p14:nvPr/>
              </p14:nvContentPartPr>
              <p14:xfrm>
                <a:off x="2845473" y="832481"/>
                <a:ext cx="112680" cy="2347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CA81C9D-DFF7-7313-E455-A7628F51B094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836473" y="823481"/>
                  <a:ext cx="13032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ABA7E9C7-A03E-F47E-555D-377D629A3B19}"/>
                    </a:ext>
                  </a:extLst>
                </p14:cNvPr>
                <p14:cNvContentPartPr/>
                <p14:nvPr/>
              </p14:nvContentPartPr>
              <p14:xfrm>
                <a:off x="3018633" y="1008881"/>
                <a:ext cx="118800" cy="1432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ABA7E9C7-A03E-F47E-555D-377D629A3B19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009633" y="999881"/>
                  <a:ext cx="13644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F0C0A4F0-D73C-A857-9A3F-BF8171F3CFB7}"/>
                    </a:ext>
                  </a:extLst>
                </p14:cNvPr>
                <p14:cNvContentPartPr/>
                <p14:nvPr/>
              </p14:nvContentPartPr>
              <p14:xfrm>
                <a:off x="3110073" y="1021841"/>
                <a:ext cx="105480" cy="1339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F0C0A4F0-D73C-A857-9A3F-BF8171F3CFB7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101073" y="1012841"/>
                  <a:ext cx="12312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3598B453-3C75-B8C0-B7E7-7FAEAC90EF3A}"/>
                    </a:ext>
                  </a:extLst>
                </p14:cNvPr>
                <p14:cNvContentPartPr/>
                <p14:nvPr/>
              </p14:nvContentPartPr>
              <p14:xfrm>
                <a:off x="3232113" y="1012121"/>
                <a:ext cx="83880" cy="1562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3598B453-3C75-B8C0-B7E7-7FAEAC90EF3A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223113" y="1003121"/>
                  <a:ext cx="10152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38E78D5-AF38-0C06-39B4-2E61FC374ACF}"/>
                    </a:ext>
                  </a:extLst>
                </p14:cNvPr>
                <p14:cNvContentPartPr/>
                <p14:nvPr/>
              </p14:nvContentPartPr>
              <p14:xfrm>
                <a:off x="3317793" y="1021841"/>
                <a:ext cx="133200" cy="1404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38E78D5-AF38-0C06-39B4-2E61FC374ACF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308793" y="1012841"/>
                  <a:ext cx="15084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E37DA87F-DDCA-31DF-4673-6CBB979B32AA}"/>
                    </a:ext>
                  </a:extLst>
                </p14:cNvPr>
                <p14:cNvContentPartPr/>
                <p14:nvPr/>
              </p14:nvContentPartPr>
              <p14:xfrm>
                <a:off x="3471513" y="1012121"/>
                <a:ext cx="180000" cy="1494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E37DA87F-DDCA-31DF-4673-6CBB979B32AA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462873" y="1003121"/>
                  <a:ext cx="19764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E89E2E98-1EE3-CE1E-D724-CD3E3582F6B1}"/>
                    </a:ext>
                  </a:extLst>
                </p14:cNvPr>
                <p14:cNvContentPartPr/>
                <p14:nvPr/>
              </p14:nvContentPartPr>
              <p14:xfrm>
                <a:off x="3688593" y="998801"/>
                <a:ext cx="51480" cy="1778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E89E2E98-1EE3-CE1E-D724-CD3E3582F6B1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679593" y="989801"/>
                  <a:ext cx="6912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73781E16-CF40-F84C-CFFA-B7EA8105627F}"/>
                    </a:ext>
                  </a:extLst>
                </p14:cNvPr>
                <p14:cNvContentPartPr/>
                <p14:nvPr/>
              </p14:nvContentPartPr>
              <p14:xfrm>
                <a:off x="3825753" y="958841"/>
                <a:ext cx="16200" cy="1897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73781E16-CF40-F84C-CFFA-B7EA8105627F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817113" y="949841"/>
                  <a:ext cx="3384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B64275CD-9CD8-15B5-71D7-42B3EDC549C1}"/>
                    </a:ext>
                  </a:extLst>
                </p14:cNvPr>
                <p14:cNvContentPartPr/>
                <p14:nvPr/>
              </p14:nvContentPartPr>
              <p14:xfrm>
                <a:off x="3792633" y="1018241"/>
                <a:ext cx="101160" cy="453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B64275CD-9CD8-15B5-71D7-42B3EDC549C1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783993" y="1009601"/>
                  <a:ext cx="11880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FF4F16DF-6D05-F589-44EE-3670418A7F65}"/>
                    </a:ext>
                  </a:extLst>
                </p14:cNvPr>
                <p14:cNvContentPartPr/>
                <p14:nvPr/>
              </p14:nvContentPartPr>
              <p14:xfrm>
                <a:off x="3887313" y="1013921"/>
                <a:ext cx="113760" cy="1828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FF4F16DF-6D05-F589-44EE-3670418A7F65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878673" y="1004921"/>
                  <a:ext cx="1314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BF7D42F3-4C81-6630-6B11-207C34AF64B9}"/>
                    </a:ext>
                  </a:extLst>
                </p14:cNvPr>
                <p14:cNvContentPartPr/>
                <p14:nvPr/>
              </p14:nvContentPartPr>
              <p14:xfrm>
                <a:off x="4057593" y="982961"/>
                <a:ext cx="158040" cy="2156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BF7D42F3-4C81-6630-6B11-207C34AF64B9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048953" y="974321"/>
                  <a:ext cx="17568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B1510F42-A8C8-32E0-0BE1-2A08FEA08216}"/>
                    </a:ext>
                  </a:extLst>
                </p14:cNvPr>
                <p14:cNvContentPartPr/>
                <p14:nvPr/>
              </p14:nvContentPartPr>
              <p14:xfrm>
                <a:off x="5349273" y="917081"/>
                <a:ext cx="160200" cy="1663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B1510F42-A8C8-32E0-0BE1-2A08FEA08216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340273" y="908081"/>
                  <a:ext cx="17784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C96767B5-E64F-41A3-6EF8-727FFAE82F1C}"/>
                    </a:ext>
                  </a:extLst>
                </p14:cNvPr>
                <p14:cNvContentPartPr/>
                <p14:nvPr/>
              </p14:nvContentPartPr>
              <p14:xfrm>
                <a:off x="5592273" y="1065401"/>
                <a:ext cx="152640" cy="1350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C96767B5-E64F-41A3-6EF8-727FFAE82F1C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583633" y="1056761"/>
                  <a:ext cx="17028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149BDCCC-BE5E-603D-5CD6-9E4FF46A3BFF}"/>
                    </a:ext>
                  </a:extLst>
                </p14:cNvPr>
                <p14:cNvContentPartPr/>
                <p14:nvPr/>
              </p14:nvContentPartPr>
              <p14:xfrm>
                <a:off x="5729073" y="1103921"/>
                <a:ext cx="165600" cy="1317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149BDCCC-BE5E-603D-5CD6-9E4FF46A3BFF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720433" y="1094921"/>
                  <a:ext cx="18324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A403CB3A-2A67-91DA-B2D8-A13826CC73A3}"/>
                    </a:ext>
                  </a:extLst>
                </p14:cNvPr>
                <p14:cNvContentPartPr/>
                <p14:nvPr/>
              </p14:nvContentPartPr>
              <p14:xfrm>
                <a:off x="5924193" y="1076201"/>
                <a:ext cx="137160" cy="1620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A403CB3A-2A67-91DA-B2D8-A13826CC73A3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915553" y="1067201"/>
                  <a:ext cx="15480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918FA964-9D54-13AA-637F-9EF63011C251}"/>
                    </a:ext>
                  </a:extLst>
                </p14:cNvPr>
                <p14:cNvContentPartPr/>
                <p14:nvPr/>
              </p14:nvContentPartPr>
              <p14:xfrm>
                <a:off x="6079353" y="1123721"/>
                <a:ext cx="108720" cy="1213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918FA964-9D54-13AA-637F-9EF63011C251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070713" y="1114721"/>
                  <a:ext cx="12636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DC6761A4-D78B-E04E-1FAF-6EF4BEEDD69E}"/>
                    </a:ext>
                  </a:extLst>
                </p14:cNvPr>
                <p14:cNvContentPartPr/>
                <p14:nvPr/>
              </p14:nvContentPartPr>
              <p14:xfrm>
                <a:off x="6229833" y="1112921"/>
                <a:ext cx="192600" cy="1134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DC6761A4-D78B-E04E-1FAF-6EF4BEEDD69E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220833" y="1103921"/>
                  <a:ext cx="21024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8247A75A-FE66-1DC2-0297-D7A7A8E1051F}"/>
                    </a:ext>
                  </a:extLst>
                </p14:cNvPr>
                <p14:cNvContentPartPr/>
                <p14:nvPr/>
              </p14:nvContentPartPr>
              <p14:xfrm>
                <a:off x="6468873" y="1084841"/>
                <a:ext cx="86400" cy="1702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8247A75A-FE66-1DC2-0297-D7A7A8E1051F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460233" y="1076201"/>
                  <a:ext cx="10404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46C6B51A-47F3-8C0E-55F6-FE5B367C6466}"/>
                    </a:ext>
                  </a:extLst>
                </p14:cNvPr>
                <p14:cNvContentPartPr/>
                <p14:nvPr/>
              </p14:nvContentPartPr>
              <p14:xfrm>
                <a:off x="6661113" y="1033361"/>
                <a:ext cx="41760" cy="2026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46C6B51A-47F3-8C0E-55F6-FE5B367C6466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6652113" y="1024721"/>
                  <a:ext cx="5940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42C6AFF3-25E5-F1E9-BDC0-4C80E1F89102}"/>
                    </a:ext>
                  </a:extLst>
                </p14:cNvPr>
                <p14:cNvContentPartPr/>
                <p14:nvPr/>
              </p14:nvContentPartPr>
              <p14:xfrm>
                <a:off x="6628713" y="1131641"/>
                <a:ext cx="102240" cy="72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42C6AFF3-25E5-F1E9-BDC0-4C80E1F89102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619713" y="1123001"/>
                  <a:ext cx="11988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C3B21F3D-C445-5364-4A50-79F90B6824D9}"/>
                    </a:ext>
                  </a:extLst>
                </p14:cNvPr>
                <p14:cNvContentPartPr/>
                <p14:nvPr/>
              </p14:nvContentPartPr>
              <p14:xfrm>
                <a:off x="6749313" y="1085561"/>
                <a:ext cx="121320" cy="1854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C3B21F3D-C445-5364-4A50-79F90B6824D9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740673" y="1076561"/>
                  <a:ext cx="13896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1192B31F-EF6A-EB14-BC99-963E75F0CFD4}"/>
                    </a:ext>
                  </a:extLst>
                </p14:cNvPr>
                <p14:cNvContentPartPr/>
                <p14:nvPr/>
              </p14:nvContentPartPr>
              <p14:xfrm>
                <a:off x="6928953" y="1039841"/>
                <a:ext cx="267120" cy="2142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1192B31F-EF6A-EB14-BC99-963E75F0CFD4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919953" y="1030841"/>
                  <a:ext cx="28476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6F9F29EA-F80B-C765-32EC-BEBF00530D82}"/>
                    </a:ext>
                  </a:extLst>
                </p14:cNvPr>
                <p14:cNvContentPartPr/>
                <p14:nvPr/>
              </p14:nvContentPartPr>
              <p14:xfrm>
                <a:off x="4386970" y="1014933"/>
                <a:ext cx="887400" cy="16416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6F9F29EA-F80B-C765-32EC-BEBF00530D82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377970" y="1005933"/>
                  <a:ext cx="905040" cy="181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4">
            <p14:nvContentPartPr>
              <p14:cNvPr id="253" name="Ink 252">
                <a:extLst>
                  <a:ext uri="{FF2B5EF4-FFF2-40B4-BE49-F238E27FC236}">
                    <a16:creationId xmlns:a16="http://schemas.microsoft.com/office/drawing/2014/main" id="{944A052C-C978-68D5-6E3F-C7F4749A50A3}"/>
                  </a:ext>
                </a:extLst>
              </p14:cNvPr>
              <p14:cNvContentPartPr/>
              <p14:nvPr/>
            </p14:nvContentPartPr>
            <p14:xfrm>
              <a:off x="7286055" y="2303665"/>
              <a:ext cx="1320120" cy="195840"/>
            </p14:xfrm>
          </p:contentPart>
        </mc:Choice>
        <mc:Fallback>
          <p:pic>
            <p:nvPicPr>
              <p:cNvPr id="253" name="Ink 252">
                <a:extLst>
                  <a:ext uri="{FF2B5EF4-FFF2-40B4-BE49-F238E27FC236}">
                    <a16:creationId xmlns:a16="http://schemas.microsoft.com/office/drawing/2014/main" id="{944A052C-C978-68D5-6E3F-C7F4749A50A3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7277055" y="2294665"/>
                <a:ext cx="1337760" cy="2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6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86267ED9-BD39-ECBC-2A35-3B0DF863B1D1}"/>
                  </a:ext>
                </a:extLst>
              </p14:cNvPr>
              <p14:cNvContentPartPr/>
              <p14:nvPr/>
            </p14:nvContentPartPr>
            <p14:xfrm>
              <a:off x="7499862" y="4296570"/>
              <a:ext cx="1004760" cy="165600"/>
            </p14:xfrm>
          </p:contentPart>
        </mc:Choice>
        <mc:Fallback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86267ED9-BD39-ECBC-2A35-3B0DF863B1D1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7490865" y="4287570"/>
                <a:ext cx="1022394" cy="183240"/>
              </a:xfrm>
              <a:prstGeom prst="rect">
                <a:avLst/>
              </a:prstGeom>
            </p:spPr>
          </p:pic>
        </mc:Fallback>
      </mc:AlternateContent>
      <p:sp>
        <p:nvSpPr>
          <p:cNvPr id="280" name="TextBox 279">
            <a:extLst>
              <a:ext uri="{FF2B5EF4-FFF2-40B4-BE49-F238E27FC236}">
                <a16:creationId xmlns:a16="http://schemas.microsoft.com/office/drawing/2014/main" id="{F1BD42C0-1FA6-EEC2-CBD0-06BA635DB4F0}"/>
              </a:ext>
            </a:extLst>
          </p:cNvPr>
          <p:cNvSpPr txBox="1"/>
          <p:nvPr/>
        </p:nvSpPr>
        <p:spPr>
          <a:xfrm>
            <a:off x="5210285" y="3553039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pSp>
        <p:nvGrpSpPr>
          <p:cNvPr id="292" name="Group 291">
            <a:extLst>
              <a:ext uri="{FF2B5EF4-FFF2-40B4-BE49-F238E27FC236}">
                <a16:creationId xmlns:a16="http://schemas.microsoft.com/office/drawing/2014/main" id="{8129F6B9-3EDB-46CD-DBFC-EC35F5961C7B}"/>
              </a:ext>
            </a:extLst>
          </p:cNvPr>
          <p:cNvGrpSpPr/>
          <p:nvPr/>
        </p:nvGrpSpPr>
        <p:grpSpPr>
          <a:xfrm>
            <a:off x="1678695" y="2683465"/>
            <a:ext cx="129960" cy="1231200"/>
            <a:chOff x="1771930" y="1413813"/>
            <a:chExt cx="129960" cy="123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EBD7FD6E-BD96-46E0-C8D4-13EE034AB276}"/>
                    </a:ext>
                  </a:extLst>
                </p14:cNvPr>
                <p14:cNvContentPartPr/>
                <p14:nvPr/>
              </p14:nvContentPartPr>
              <p14:xfrm>
                <a:off x="1798210" y="1468533"/>
                <a:ext cx="37080" cy="112932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EBD7FD6E-BD96-46E0-C8D4-13EE034AB276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789210" y="1459533"/>
                  <a:ext cx="54720" cy="11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3E253804-997F-2A98-4AC1-4626EFB1B818}"/>
                    </a:ext>
                  </a:extLst>
                </p14:cNvPr>
                <p14:cNvContentPartPr/>
                <p14:nvPr/>
              </p14:nvContentPartPr>
              <p14:xfrm>
                <a:off x="1771930" y="2522253"/>
                <a:ext cx="82440" cy="12276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3E253804-997F-2A98-4AC1-4626EFB1B818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762930" y="2513253"/>
                  <a:ext cx="10008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1EA676C9-5B58-3C5C-BFD7-D4E1E1A6AC6B}"/>
                    </a:ext>
                  </a:extLst>
                </p14:cNvPr>
                <p14:cNvContentPartPr/>
                <p14:nvPr/>
              </p14:nvContentPartPr>
              <p14:xfrm>
                <a:off x="1850050" y="2529813"/>
                <a:ext cx="46080" cy="10836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1EA676C9-5B58-3C5C-BFD7-D4E1E1A6AC6B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841050" y="2521173"/>
                  <a:ext cx="637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84CCB707-B5E5-CE39-23B6-87B481E39316}"/>
                    </a:ext>
                  </a:extLst>
                </p14:cNvPr>
                <p14:cNvContentPartPr/>
                <p14:nvPr/>
              </p14:nvContentPartPr>
              <p14:xfrm>
                <a:off x="1773010" y="1413813"/>
                <a:ext cx="128880" cy="14220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84CCB707-B5E5-CE39-23B6-87B481E39316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764010" y="1405173"/>
                  <a:ext cx="146520" cy="15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1" name="Group 290">
            <a:extLst>
              <a:ext uri="{FF2B5EF4-FFF2-40B4-BE49-F238E27FC236}">
                <a16:creationId xmlns:a16="http://schemas.microsoft.com/office/drawing/2014/main" id="{2AD8356C-5C81-E079-65A9-C9180C1339FF}"/>
              </a:ext>
            </a:extLst>
          </p:cNvPr>
          <p:cNvGrpSpPr/>
          <p:nvPr/>
        </p:nvGrpSpPr>
        <p:grpSpPr>
          <a:xfrm>
            <a:off x="3538095" y="2673745"/>
            <a:ext cx="148320" cy="1273320"/>
            <a:chOff x="3631330" y="1404093"/>
            <a:chExt cx="148320" cy="127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3F6E457A-47E9-7D99-86EA-D070B25CC386}"/>
                    </a:ext>
                  </a:extLst>
                </p14:cNvPr>
                <p14:cNvContentPartPr/>
                <p14:nvPr/>
              </p14:nvContentPartPr>
              <p14:xfrm>
                <a:off x="3664090" y="1416333"/>
                <a:ext cx="360" cy="36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3F6E457A-47E9-7D99-86EA-D070B25CC386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655090" y="140733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2B0CCAAF-E862-2402-87C2-DDD88E852DCA}"/>
                    </a:ext>
                  </a:extLst>
                </p14:cNvPr>
                <p14:cNvContentPartPr/>
                <p14:nvPr/>
              </p14:nvContentPartPr>
              <p14:xfrm>
                <a:off x="3664810" y="1419213"/>
                <a:ext cx="92160" cy="125820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2B0CCAAF-E862-2402-87C2-DDD88E852DCA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3656170" y="1410573"/>
                  <a:ext cx="109800" cy="12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A5445B1E-FD1D-84B6-9222-7FD9E56CB018}"/>
                    </a:ext>
                  </a:extLst>
                </p14:cNvPr>
                <p14:cNvContentPartPr/>
                <p14:nvPr/>
              </p14:nvContentPartPr>
              <p14:xfrm>
                <a:off x="3631330" y="1404093"/>
                <a:ext cx="148320" cy="12276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A5445B1E-FD1D-84B6-9222-7FD9E56CB018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3622690" y="1395093"/>
                  <a:ext cx="165960" cy="14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0" name="Group 289">
            <a:extLst>
              <a:ext uri="{FF2B5EF4-FFF2-40B4-BE49-F238E27FC236}">
                <a16:creationId xmlns:a16="http://schemas.microsoft.com/office/drawing/2014/main" id="{F3970B75-CDA7-431D-B1BC-0F97DC1ABEA4}"/>
              </a:ext>
            </a:extLst>
          </p:cNvPr>
          <p:cNvGrpSpPr/>
          <p:nvPr/>
        </p:nvGrpSpPr>
        <p:grpSpPr>
          <a:xfrm>
            <a:off x="6389655" y="2737465"/>
            <a:ext cx="159120" cy="1172520"/>
            <a:chOff x="6482890" y="1467813"/>
            <a:chExt cx="159120" cy="117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32EDE7D7-BC20-DFD7-7AC8-27F76786170C}"/>
                    </a:ext>
                  </a:extLst>
                </p14:cNvPr>
                <p14:cNvContentPartPr/>
                <p14:nvPr/>
              </p14:nvContentPartPr>
              <p14:xfrm>
                <a:off x="6482890" y="1498413"/>
                <a:ext cx="131400" cy="114192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32EDE7D7-BC20-DFD7-7AC8-27F76786170C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6474250" y="1489413"/>
                  <a:ext cx="149040" cy="11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438F58A0-9A77-D15B-4127-B5AF2D35A620}"/>
                    </a:ext>
                  </a:extLst>
                </p14:cNvPr>
                <p14:cNvContentPartPr/>
                <p14:nvPr/>
              </p14:nvContentPartPr>
              <p14:xfrm>
                <a:off x="6488650" y="1467813"/>
                <a:ext cx="153360" cy="12852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438F58A0-9A77-D15B-4127-B5AF2D35A620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6480010" y="1459173"/>
                  <a:ext cx="171000" cy="1461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58" name="Title 1">
            <a:extLst>
              <a:ext uri="{FF2B5EF4-FFF2-40B4-BE49-F238E27FC236}">
                <a16:creationId xmlns:a16="http://schemas.microsoft.com/office/drawing/2014/main" id="{3A8DED97-65CE-1B87-2685-FDB9DC46D798}"/>
              </a:ext>
            </a:extLst>
          </p:cNvPr>
          <p:cNvSpPr txBox="1">
            <a:spLocks/>
          </p:cNvSpPr>
          <p:nvPr/>
        </p:nvSpPr>
        <p:spPr>
          <a:xfrm>
            <a:off x="1493066" y="10177"/>
            <a:ext cx="5490645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a-IR" dirty="0"/>
              <a:t>دریافت اطلاعات از کاربر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45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87BC8617-EF52-3541-5223-64E73B50B17A}"/>
                  </a:ext>
                </a:extLst>
              </p14:cNvPr>
              <p14:cNvContentPartPr/>
              <p14:nvPr/>
            </p14:nvContentPartPr>
            <p14:xfrm>
              <a:off x="1637631" y="364374"/>
              <a:ext cx="5019480" cy="71172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87BC8617-EF52-3541-5223-64E73B50B17A}"/>
                  </a:ext>
                </a:extLst>
              </p:cNvPr>
              <p:cNvPicPr/>
              <p:nvPr/>
            </p:nvPicPr>
            <p:blipFill>
              <a:blip r:embed="rId246"/>
              <a:stretch>
                <a:fillRect/>
              </a:stretch>
            </p:blipFill>
            <p:spPr>
              <a:xfrm>
                <a:off x="1583991" y="256374"/>
                <a:ext cx="5127120" cy="9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7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E3C08AA7-794A-5E11-07A5-9597E6ED58DD}"/>
                  </a:ext>
                </a:extLst>
              </p14:cNvPr>
              <p14:cNvContentPartPr/>
              <p14:nvPr/>
            </p14:nvContentPartPr>
            <p14:xfrm>
              <a:off x="4199391" y="1164294"/>
              <a:ext cx="225360" cy="81900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E3C08AA7-794A-5E11-07A5-9597E6ED58DD}"/>
                  </a:ext>
                </a:extLst>
              </p:cNvPr>
              <p:cNvPicPr/>
              <p:nvPr/>
            </p:nvPicPr>
            <p:blipFill>
              <a:blip r:embed="rId248"/>
              <a:stretch>
                <a:fillRect/>
              </a:stretch>
            </p:blipFill>
            <p:spPr>
              <a:xfrm>
                <a:off x="4190391" y="1155654"/>
                <a:ext cx="243000" cy="83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9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3A1D2639-4426-457B-6BB2-02639724ED03}"/>
                  </a:ext>
                </a:extLst>
              </p14:cNvPr>
              <p14:cNvContentPartPr/>
              <p14:nvPr/>
            </p14:nvContentPartPr>
            <p14:xfrm>
              <a:off x="992511" y="369774"/>
              <a:ext cx="6197040" cy="112896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3A1D2639-4426-457B-6BB2-02639724ED03}"/>
                  </a:ext>
                </a:extLst>
              </p:cNvPr>
              <p:cNvPicPr/>
              <p:nvPr/>
            </p:nvPicPr>
            <p:blipFill>
              <a:blip r:embed="rId250"/>
              <a:stretch>
                <a:fillRect/>
              </a:stretch>
            </p:blipFill>
            <p:spPr>
              <a:xfrm>
                <a:off x="983871" y="361134"/>
                <a:ext cx="6214680" cy="1146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60902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9874BF-6589-0097-4A9F-104215053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7494ED0-E1FE-591E-7BF9-A8BF1D0B3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AB4CDBE-9A3F-BBB0-0988-3470145A9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805"/>
          <a:stretch/>
        </p:blipFill>
        <p:spPr>
          <a:xfrm>
            <a:off x="0" y="4767552"/>
            <a:ext cx="12192000" cy="209044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2F7A4EB5-5943-8F30-CB89-F8F79512ED3E}"/>
                  </a:ext>
                </a:extLst>
              </p14:cNvPr>
              <p14:cNvContentPartPr/>
              <p14:nvPr/>
            </p14:nvContentPartPr>
            <p14:xfrm>
              <a:off x="11231313" y="4301441"/>
              <a:ext cx="360" cy="360"/>
            </p14:xfrm>
          </p:contentPart>
        </mc:Choice>
        <mc:Fallback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2F7A4EB5-5943-8F30-CB89-F8F79512ED3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177313" y="4193441"/>
                <a:ext cx="108000" cy="216000"/>
              </a:xfrm>
              <a:prstGeom prst="rect">
                <a:avLst/>
              </a:prstGeom>
            </p:spPr>
          </p:pic>
        </mc:Fallback>
      </mc:AlternateContent>
      <p:sp>
        <p:nvSpPr>
          <p:cNvPr id="280" name="TextBox 279">
            <a:extLst>
              <a:ext uri="{FF2B5EF4-FFF2-40B4-BE49-F238E27FC236}">
                <a16:creationId xmlns:a16="http://schemas.microsoft.com/office/drawing/2014/main" id="{26D2A8B7-83D6-6474-6367-D1C74250053C}"/>
              </a:ext>
            </a:extLst>
          </p:cNvPr>
          <p:cNvSpPr txBox="1"/>
          <p:nvPr/>
        </p:nvSpPr>
        <p:spPr>
          <a:xfrm>
            <a:off x="5303520" y="2283387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4442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AEDA42-97FC-38FA-EBA1-4246E7322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0298281-60EF-A560-DC5D-340FCC3CE9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C602D10-3E53-9690-10F0-053E296DCB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805"/>
          <a:stretch/>
        </p:blipFill>
        <p:spPr>
          <a:xfrm>
            <a:off x="0" y="4767552"/>
            <a:ext cx="12192000" cy="209044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72ADE4CC-253C-1515-90F9-4D3509E5168C}"/>
                  </a:ext>
                </a:extLst>
              </p14:cNvPr>
              <p14:cNvContentPartPr/>
              <p14:nvPr/>
            </p14:nvContentPartPr>
            <p14:xfrm>
              <a:off x="11231313" y="4301441"/>
              <a:ext cx="360" cy="360"/>
            </p14:xfrm>
          </p:contentPart>
        </mc:Choice>
        <mc:Fallback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72ADE4CC-253C-1515-90F9-4D3509E5168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177313" y="4193441"/>
                <a:ext cx="108000" cy="216000"/>
              </a:xfrm>
              <a:prstGeom prst="rect">
                <a:avLst/>
              </a:prstGeom>
            </p:spPr>
          </p:pic>
        </mc:Fallback>
      </mc:AlternateContent>
      <p:sp>
        <p:nvSpPr>
          <p:cNvPr id="280" name="TextBox 279">
            <a:extLst>
              <a:ext uri="{FF2B5EF4-FFF2-40B4-BE49-F238E27FC236}">
                <a16:creationId xmlns:a16="http://schemas.microsoft.com/office/drawing/2014/main" id="{6DA80A2C-A373-A278-E707-E777A6E8E384}"/>
              </a:ext>
            </a:extLst>
          </p:cNvPr>
          <p:cNvSpPr txBox="1"/>
          <p:nvPr/>
        </p:nvSpPr>
        <p:spPr>
          <a:xfrm>
            <a:off x="5303520" y="2283387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5" name="Title 1">
            <a:extLst>
              <a:ext uri="{FF2B5EF4-FFF2-40B4-BE49-F238E27FC236}">
                <a16:creationId xmlns:a16="http://schemas.microsoft.com/office/drawing/2014/main" id="{0C10EB8F-A669-340B-C09F-7BA2D3639F55}"/>
              </a:ext>
            </a:extLst>
          </p:cNvPr>
          <p:cNvSpPr txBox="1">
            <a:spLocks/>
          </p:cNvSpPr>
          <p:nvPr/>
        </p:nvSpPr>
        <p:spPr>
          <a:xfrm>
            <a:off x="8024241" y="2052097"/>
            <a:ext cx="2724136" cy="18472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a-IR" dirty="0"/>
              <a:t>محاسبات و خروجی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496F10C-BE5C-7FA9-D775-984CA5396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289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AD359C-46CD-5CD3-E8A6-A2B682E03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3D597EB-B2BF-014B-DF54-D2ADC71805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089DF27-67B1-D4D5-8CB0-B9EC1F8C82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805"/>
          <a:stretch/>
        </p:blipFill>
        <p:spPr>
          <a:xfrm>
            <a:off x="0" y="4767552"/>
            <a:ext cx="12192000" cy="209044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CBF76881-E8D3-3467-65A6-E6EB48E55258}"/>
                  </a:ext>
                </a:extLst>
              </p14:cNvPr>
              <p14:cNvContentPartPr/>
              <p14:nvPr/>
            </p14:nvContentPartPr>
            <p14:xfrm>
              <a:off x="11231313" y="4301441"/>
              <a:ext cx="360" cy="360"/>
            </p14:xfrm>
          </p:contentPart>
        </mc:Choice>
        <mc:Fallback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CBF76881-E8D3-3467-65A6-E6EB48E5525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177313" y="4193441"/>
                <a:ext cx="108000" cy="216000"/>
              </a:xfrm>
              <a:prstGeom prst="rect">
                <a:avLst/>
              </a:prstGeom>
            </p:spPr>
          </p:pic>
        </mc:Fallback>
      </mc:AlternateContent>
      <p:sp>
        <p:nvSpPr>
          <p:cNvPr id="280" name="TextBox 279">
            <a:extLst>
              <a:ext uri="{FF2B5EF4-FFF2-40B4-BE49-F238E27FC236}">
                <a16:creationId xmlns:a16="http://schemas.microsoft.com/office/drawing/2014/main" id="{106EE5BE-D80C-B5CD-98E3-398B7366E2F1}"/>
              </a:ext>
            </a:extLst>
          </p:cNvPr>
          <p:cNvSpPr txBox="1"/>
          <p:nvPr/>
        </p:nvSpPr>
        <p:spPr>
          <a:xfrm>
            <a:off x="5303520" y="2283387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5" name="Title 1">
            <a:extLst>
              <a:ext uri="{FF2B5EF4-FFF2-40B4-BE49-F238E27FC236}">
                <a16:creationId xmlns:a16="http://schemas.microsoft.com/office/drawing/2014/main" id="{597A8963-B341-9164-279F-1B43861E4413}"/>
              </a:ext>
            </a:extLst>
          </p:cNvPr>
          <p:cNvSpPr txBox="1">
            <a:spLocks/>
          </p:cNvSpPr>
          <p:nvPr/>
        </p:nvSpPr>
        <p:spPr>
          <a:xfrm>
            <a:off x="8024241" y="2052097"/>
            <a:ext cx="2724136" cy="18472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a-IR" dirty="0"/>
              <a:t>محاسبات و خروجی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BDC1AC-940C-9FBF-5416-88F61E80D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134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CAC082-B0A2-89E1-87A9-72CE0DA55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B44CB6A-6C82-3523-4474-0738A56BBE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EE02567-EE26-8286-2E8A-88F07DC28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805"/>
          <a:stretch/>
        </p:blipFill>
        <p:spPr>
          <a:xfrm>
            <a:off x="0" y="4767552"/>
            <a:ext cx="12192000" cy="209044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CAAA21CE-66A1-EF97-B74D-E1C4095695D3}"/>
                  </a:ext>
                </a:extLst>
              </p14:cNvPr>
              <p14:cNvContentPartPr/>
              <p14:nvPr/>
            </p14:nvContentPartPr>
            <p14:xfrm>
              <a:off x="11231313" y="4301441"/>
              <a:ext cx="360" cy="360"/>
            </p14:xfrm>
          </p:contentPart>
        </mc:Choice>
        <mc:Fallback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CAAA21CE-66A1-EF97-B74D-E1C4095695D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177313" y="4193441"/>
                <a:ext cx="108000" cy="216000"/>
              </a:xfrm>
              <a:prstGeom prst="rect">
                <a:avLst/>
              </a:prstGeom>
            </p:spPr>
          </p:pic>
        </mc:Fallback>
      </mc:AlternateContent>
      <p:sp>
        <p:nvSpPr>
          <p:cNvPr id="280" name="TextBox 279">
            <a:extLst>
              <a:ext uri="{FF2B5EF4-FFF2-40B4-BE49-F238E27FC236}">
                <a16:creationId xmlns:a16="http://schemas.microsoft.com/office/drawing/2014/main" id="{E1950EEB-2154-92D5-A48C-E77145A95683}"/>
              </a:ext>
            </a:extLst>
          </p:cNvPr>
          <p:cNvSpPr txBox="1"/>
          <p:nvPr/>
        </p:nvSpPr>
        <p:spPr>
          <a:xfrm>
            <a:off x="5303520" y="2283387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5" name="Title 1">
            <a:extLst>
              <a:ext uri="{FF2B5EF4-FFF2-40B4-BE49-F238E27FC236}">
                <a16:creationId xmlns:a16="http://schemas.microsoft.com/office/drawing/2014/main" id="{0A34AB94-DF7F-D135-6E9E-EEEFC49393C3}"/>
              </a:ext>
            </a:extLst>
          </p:cNvPr>
          <p:cNvSpPr txBox="1">
            <a:spLocks/>
          </p:cNvSpPr>
          <p:nvPr/>
        </p:nvSpPr>
        <p:spPr>
          <a:xfrm>
            <a:off x="8024241" y="2052097"/>
            <a:ext cx="2724136" cy="18472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a-IR" dirty="0"/>
              <a:t>محاسبات و خروجی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9CA1665-9ED1-9703-BE23-0709BFF69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998068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46CBA77-BD8D-4AF7-914B-69690FEB76B1}">
  <we:reference id="wa200005566" version="3.0.0.2" store="en-US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Main Event</Template>
  <TotalTime>156</TotalTime>
  <Words>22</Words>
  <Application>Microsoft Office PowerPoint</Application>
  <PresentationFormat>Widescreen</PresentationFormat>
  <Paragraphs>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Arial Black</vt:lpstr>
      <vt:lpstr>Century Gothic</vt:lpstr>
      <vt:lpstr>Vapor Trail</vt:lpstr>
      <vt:lpstr>Schematic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 T</dc:creator>
  <cp:lastModifiedBy>M T</cp:lastModifiedBy>
  <cp:revision>12</cp:revision>
  <dcterms:created xsi:type="dcterms:W3CDTF">2024-10-03T19:28:44Z</dcterms:created>
  <dcterms:modified xsi:type="dcterms:W3CDTF">2024-12-15T21:13:39Z</dcterms:modified>
</cp:coreProperties>
</file>